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5240000" cy="8572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1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7794871794871795E-2"/>
          <c:y val="5.5106382978723403E-2"/>
          <c:w val="0.85194871794871796"/>
          <c:h val="0.57468085106382982"/>
        </c:manualLayout>
      </c:layout>
      <c:scatterChart>
        <c:scatterStyle val="lineMarker"/>
        <c:varyColors val="1"/>
        <c:ser>
          <c:idx val="0"/>
          <c:order val="0"/>
          <c:tx>
            <c:v>研发 &gt;850 token</c:v>
          </c:tx>
          <c:spPr>
            <a:ln w="0">
              <a:noFill/>
            </a:ln>
          </c:spPr>
          <c:marker>
            <c:symbol val="circle"/>
            <c:size val="6"/>
            <c:spPr>
              <a:solidFill>
                <a:srgbClr val="B16A16"/>
              </a:solidFill>
              <a:ln w="0">
                <a:noFill/>
              </a:ln>
            </c:spPr>
          </c:marker>
          <c:xVal>
            <c:numRef>
              <c:f>'Chart Data'!$A$2:$A$12</c:f>
              <c:numCache>
                <c:formatCode>General</c:formatCode>
                <c:ptCount val="11"/>
                <c:pt idx="0">
                  <c:v>1</c:v>
                </c:pt>
                <c:pt idx="1">
                  <c:v>11</c:v>
                </c:pt>
                <c:pt idx="2">
                  <c:v>58</c:v>
                </c:pt>
                <c:pt idx="3">
                  <c:v>87</c:v>
                </c:pt>
                <c:pt idx="4">
                  <c:v>129</c:v>
                </c:pt>
                <c:pt idx="5">
                  <c:v>192</c:v>
                </c:pt>
                <c:pt idx="6">
                  <c:v>221</c:v>
                </c:pt>
                <c:pt idx="7">
                  <c:v>259</c:v>
                </c:pt>
                <c:pt idx="8">
                  <c:v>294</c:v>
                </c:pt>
                <c:pt idx="9">
                  <c:v>345</c:v>
                </c:pt>
                <c:pt idx="10">
                  <c:v>387</c:v>
                </c:pt>
              </c:numCache>
            </c:numRef>
          </c:xVal>
          <c:yVal>
            <c:numRef>
              <c:f>'Chart Data'!$B$2:$B$12</c:f>
              <c:numCache>
                <c:formatCode>#,##0</c:formatCode>
                <c:ptCount val="11"/>
                <c:pt idx="0">
                  <c:v>3482</c:v>
                </c:pt>
                <c:pt idx="1">
                  <c:v>1037</c:v>
                </c:pt>
                <c:pt idx="2">
                  <c:v>1097</c:v>
                </c:pt>
                <c:pt idx="3">
                  <c:v>1216</c:v>
                </c:pt>
                <c:pt idx="4">
                  <c:v>3003</c:v>
                </c:pt>
                <c:pt idx="5">
                  <c:v>1585</c:v>
                </c:pt>
                <c:pt idx="6">
                  <c:v>1364</c:v>
                </c:pt>
                <c:pt idx="7">
                  <c:v>1569</c:v>
                </c:pt>
                <c:pt idx="8">
                  <c:v>1788</c:v>
                </c:pt>
                <c:pt idx="9">
                  <c:v>2237</c:v>
                </c:pt>
                <c:pt idx="10">
                  <c:v>1885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2DCD-4FCE-9737-A467FCFFB6FF}"/>
            </c:ext>
          </c:extLst>
        </c:ser>
        <c:ser>
          <c:idx val="1"/>
          <c:order val="1"/>
          <c:tx>
            <c:v>850 token 分段界线</c:v>
          </c:tx>
          <c:spPr>
            <a:ln w="13335">
              <a:solidFill>
                <a:srgbClr val="B16A16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400</c:v>
                </c:pt>
              </c:numCache>
            </c:numRef>
          </c:xVal>
          <c:yVal>
            <c:numRef>
              <c:f>'Chart Data'!$D$2:$D$3</c:f>
              <c:numCache>
                <c:formatCode>#,##0</c:formatCode>
                <c:ptCount val="2"/>
                <c:pt idx="0">
                  <c:v>850</c:v>
                </c:pt>
                <c:pt idx="1">
                  <c:v>850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2DCD-4FCE-9737-A467FCFFB6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3500"/>
          <c:min val="850"/>
        </c:scaling>
        <c:delete val="0"/>
        <c:axPos val="l"/>
        <c:majorGridlines>
          <c:spPr>
            <a:ln w="9525">
              <a:solidFill>
                <a:srgbClr val="E8EFF2"/>
              </a:solidFill>
            </a:ln>
          </c:spPr>
        </c:majorGridlines>
        <c:numFmt formatCode="#,##0" sourceLinked="1"/>
        <c:majorTickMark val="none"/>
        <c:minorTickMark val="none"/>
        <c:tickLblPos val="nextTo"/>
        <c:spPr>
          <a:ln w="9525">
            <a:solidFill>
              <a:srgbClr val="CDD8DE"/>
            </a:solidFill>
          </a:ln>
        </c:spPr>
        <c:txPr>
          <a:bodyPr anchorCtr="1"/>
          <a:lstStyle/>
          <a:p>
            <a:pPr>
              <a:defRPr sz="1425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midCat"/>
        <c:majorUnit val="1000"/>
      </c:valAx>
      <c:valAx>
        <c:axId val="48650112"/>
        <c:scaling>
          <c:orientation val="minMax"/>
          <c:max val="400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 w="13335">
            <a:solidFill>
              <a:srgbClr val="B16A16"/>
            </a:solidFill>
          </a:ln>
        </c:spPr>
        <c:txPr>
          <a:bodyPr anchorCtr="1"/>
          <a:lstStyle/>
          <a:p>
            <a:pPr>
              <a:defRPr sz="1425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crossBetween val="midCat"/>
        <c:majorUnit val="100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7794871794871795E-2"/>
          <c:y val="5.5106382978723403E-2"/>
          <c:w val="0.85194871794871796"/>
          <c:h val="0.57468085106382982"/>
        </c:manualLayout>
      </c:layout>
      <c:scatterChart>
        <c:scatterStyle val="lineMarker"/>
        <c:varyColors val="1"/>
        <c:ser>
          <c:idx val="0"/>
          <c:order val="0"/>
          <c:tx>
            <c:v>研发 ≤850 token</c:v>
          </c:tx>
          <c:spPr>
            <a:ln w="0">
              <a:noFill/>
            </a:ln>
          </c:spPr>
          <c:marker>
            <c:symbol val="circle"/>
            <c:size val="5"/>
            <c:spPr>
              <a:noFill/>
              <a:ln w="9525">
                <a:solidFill>
                  <a:srgbClr val="819CAC"/>
                </a:solidFill>
              </a:ln>
            </c:spPr>
          </c:marker>
          <c:xVal>
            <c:numRef>
              <c:f>'Chart Data'!$A$2:$A$381</c:f>
              <c:numCache>
                <c:formatCode>General</c:formatCode>
                <c:ptCount val="380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12</c:v>
                </c:pt>
                <c:pt idx="10">
                  <c:v>13</c:v>
                </c:pt>
                <c:pt idx="11">
                  <c:v>14</c:v>
                </c:pt>
                <c:pt idx="12">
                  <c:v>15</c:v>
                </c:pt>
                <c:pt idx="13">
                  <c:v>16</c:v>
                </c:pt>
                <c:pt idx="14">
                  <c:v>17</c:v>
                </c:pt>
                <c:pt idx="15">
                  <c:v>18</c:v>
                </c:pt>
                <c:pt idx="16">
                  <c:v>19</c:v>
                </c:pt>
                <c:pt idx="17">
                  <c:v>20</c:v>
                </c:pt>
                <c:pt idx="18">
                  <c:v>21</c:v>
                </c:pt>
                <c:pt idx="19">
                  <c:v>22</c:v>
                </c:pt>
                <c:pt idx="20">
                  <c:v>23</c:v>
                </c:pt>
                <c:pt idx="21">
                  <c:v>24</c:v>
                </c:pt>
                <c:pt idx="22">
                  <c:v>25</c:v>
                </c:pt>
                <c:pt idx="23">
                  <c:v>26</c:v>
                </c:pt>
                <c:pt idx="24">
                  <c:v>27</c:v>
                </c:pt>
                <c:pt idx="25">
                  <c:v>28</c:v>
                </c:pt>
                <c:pt idx="26">
                  <c:v>29</c:v>
                </c:pt>
                <c:pt idx="27">
                  <c:v>30</c:v>
                </c:pt>
                <c:pt idx="28">
                  <c:v>31</c:v>
                </c:pt>
                <c:pt idx="29">
                  <c:v>32</c:v>
                </c:pt>
                <c:pt idx="30">
                  <c:v>33</c:v>
                </c:pt>
                <c:pt idx="31">
                  <c:v>34</c:v>
                </c:pt>
                <c:pt idx="32">
                  <c:v>35</c:v>
                </c:pt>
                <c:pt idx="33">
                  <c:v>36</c:v>
                </c:pt>
                <c:pt idx="34">
                  <c:v>37</c:v>
                </c:pt>
                <c:pt idx="35">
                  <c:v>38</c:v>
                </c:pt>
                <c:pt idx="36">
                  <c:v>39</c:v>
                </c:pt>
                <c:pt idx="37">
                  <c:v>40</c:v>
                </c:pt>
                <c:pt idx="38">
                  <c:v>41</c:v>
                </c:pt>
                <c:pt idx="39">
                  <c:v>42</c:v>
                </c:pt>
                <c:pt idx="40">
                  <c:v>43</c:v>
                </c:pt>
                <c:pt idx="41">
                  <c:v>44</c:v>
                </c:pt>
                <c:pt idx="42">
                  <c:v>45</c:v>
                </c:pt>
                <c:pt idx="43">
                  <c:v>46</c:v>
                </c:pt>
                <c:pt idx="44">
                  <c:v>47</c:v>
                </c:pt>
                <c:pt idx="45">
                  <c:v>48</c:v>
                </c:pt>
                <c:pt idx="46">
                  <c:v>49</c:v>
                </c:pt>
                <c:pt idx="47">
                  <c:v>50</c:v>
                </c:pt>
                <c:pt idx="48">
                  <c:v>51</c:v>
                </c:pt>
                <c:pt idx="49">
                  <c:v>52</c:v>
                </c:pt>
                <c:pt idx="50">
                  <c:v>53</c:v>
                </c:pt>
                <c:pt idx="51">
                  <c:v>54</c:v>
                </c:pt>
                <c:pt idx="52">
                  <c:v>55</c:v>
                </c:pt>
                <c:pt idx="53">
                  <c:v>56</c:v>
                </c:pt>
                <c:pt idx="54">
                  <c:v>57</c:v>
                </c:pt>
                <c:pt idx="55">
                  <c:v>59</c:v>
                </c:pt>
                <c:pt idx="56">
                  <c:v>60</c:v>
                </c:pt>
                <c:pt idx="57">
                  <c:v>61</c:v>
                </c:pt>
                <c:pt idx="58">
                  <c:v>62</c:v>
                </c:pt>
                <c:pt idx="59">
                  <c:v>63</c:v>
                </c:pt>
                <c:pt idx="60">
                  <c:v>64</c:v>
                </c:pt>
                <c:pt idx="61">
                  <c:v>65</c:v>
                </c:pt>
                <c:pt idx="62">
                  <c:v>66</c:v>
                </c:pt>
                <c:pt idx="63">
                  <c:v>67</c:v>
                </c:pt>
                <c:pt idx="64">
                  <c:v>68</c:v>
                </c:pt>
                <c:pt idx="65">
                  <c:v>69</c:v>
                </c:pt>
                <c:pt idx="66">
                  <c:v>70</c:v>
                </c:pt>
                <c:pt idx="67">
                  <c:v>71</c:v>
                </c:pt>
                <c:pt idx="68">
                  <c:v>72</c:v>
                </c:pt>
                <c:pt idx="69">
                  <c:v>73</c:v>
                </c:pt>
                <c:pt idx="70">
                  <c:v>74</c:v>
                </c:pt>
                <c:pt idx="71">
                  <c:v>75</c:v>
                </c:pt>
                <c:pt idx="72">
                  <c:v>76</c:v>
                </c:pt>
                <c:pt idx="73">
                  <c:v>77</c:v>
                </c:pt>
                <c:pt idx="74">
                  <c:v>78</c:v>
                </c:pt>
                <c:pt idx="75">
                  <c:v>79</c:v>
                </c:pt>
                <c:pt idx="76">
                  <c:v>80</c:v>
                </c:pt>
                <c:pt idx="77">
                  <c:v>81</c:v>
                </c:pt>
                <c:pt idx="78">
                  <c:v>82</c:v>
                </c:pt>
                <c:pt idx="79">
                  <c:v>83</c:v>
                </c:pt>
                <c:pt idx="80">
                  <c:v>84</c:v>
                </c:pt>
                <c:pt idx="81">
                  <c:v>85</c:v>
                </c:pt>
                <c:pt idx="82">
                  <c:v>86</c:v>
                </c:pt>
                <c:pt idx="83">
                  <c:v>88</c:v>
                </c:pt>
                <c:pt idx="84">
                  <c:v>89</c:v>
                </c:pt>
                <c:pt idx="85">
                  <c:v>90</c:v>
                </c:pt>
                <c:pt idx="86">
                  <c:v>91</c:v>
                </c:pt>
                <c:pt idx="87">
                  <c:v>92</c:v>
                </c:pt>
                <c:pt idx="88">
                  <c:v>93</c:v>
                </c:pt>
                <c:pt idx="89">
                  <c:v>94</c:v>
                </c:pt>
                <c:pt idx="90">
                  <c:v>95</c:v>
                </c:pt>
                <c:pt idx="91">
                  <c:v>96</c:v>
                </c:pt>
                <c:pt idx="92">
                  <c:v>97</c:v>
                </c:pt>
                <c:pt idx="93">
                  <c:v>98</c:v>
                </c:pt>
                <c:pt idx="94">
                  <c:v>99</c:v>
                </c:pt>
                <c:pt idx="95">
                  <c:v>100</c:v>
                </c:pt>
                <c:pt idx="96">
                  <c:v>101</c:v>
                </c:pt>
                <c:pt idx="97">
                  <c:v>102</c:v>
                </c:pt>
                <c:pt idx="98">
                  <c:v>103</c:v>
                </c:pt>
                <c:pt idx="99">
                  <c:v>104</c:v>
                </c:pt>
                <c:pt idx="100">
                  <c:v>105</c:v>
                </c:pt>
                <c:pt idx="101">
                  <c:v>106</c:v>
                </c:pt>
                <c:pt idx="102">
                  <c:v>107</c:v>
                </c:pt>
                <c:pt idx="103">
                  <c:v>108</c:v>
                </c:pt>
                <c:pt idx="104">
                  <c:v>109</c:v>
                </c:pt>
                <c:pt idx="105">
                  <c:v>110</c:v>
                </c:pt>
                <c:pt idx="106">
                  <c:v>111</c:v>
                </c:pt>
                <c:pt idx="107">
                  <c:v>112</c:v>
                </c:pt>
                <c:pt idx="108">
                  <c:v>113</c:v>
                </c:pt>
                <c:pt idx="109">
                  <c:v>114</c:v>
                </c:pt>
                <c:pt idx="110">
                  <c:v>115</c:v>
                </c:pt>
                <c:pt idx="111">
                  <c:v>116</c:v>
                </c:pt>
                <c:pt idx="112">
                  <c:v>117</c:v>
                </c:pt>
                <c:pt idx="113">
                  <c:v>118</c:v>
                </c:pt>
                <c:pt idx="114">
                  <c:v>119</c:v>
                </c:pt>
                <c:pt idx="115">
                  <c:v>120</c:v>
                </c:pt>
                <c:pt idx="116">
                  <c:v>121</c:v>
                </c:pt>
                <c:pt idx="117">
                  <c:v>122</c:v>
                </c:pt>
                <c:pt idx="118">
                  <c:v>123</c:v>
                </c:pt>
                <c:pt idx="119">
                  <c:v>124</c:v>
                </c:pt>
                <c:pt idx="120">
                  <c:v>125</c:v>
                </c:pt>
                <c:pt idx="121">
                  <c:v>126</c:v>
                </c:pt>
                <c:pt idx="122">
                  <c:v>127</c:v>
                </c:pt>
                <c:pt idx="123">
                  <c:v>128</c:v>
                </c:pt>
                <c:pt idx="124">
                  <c:v>130</c:v>
                </c:pt>
                <c:pt idx="125">
                  <c:v>131</c:v>
                </c:pt>
                <c:pt idx="126">
                  <c:v>132</c:v>
                </c:pt>
                <c:pt idx="127">
                  <c:v>133</c:v>
                </c:pt>
                <c:pt idx="128">
                  <c:v>134</c:v>
                </c:pt>
                <c:pt idx="129">
                  <c:v>135</c:v>
                </c:pt>
                <c:pt idx="130">
                  <c:v>136</c:v>
                </c:pt>
                <c:pt idx="131">
                  <c:v>137</c:v>
                </c:pt>
                <c:pt idx="132">
                  <c:v>138</c:v>
                </c:pt>
                <c:pt idx="133">
                  <c:v>139</c:v>
                </c:pt>
                <c:pt idx="134">
                  <c:v>140</c:v>
                </c:pt>
                <c:pt idx="135">
                  <c:v>141</c:v>
                </c:pt>
                <c:pt idx="136">
                  <c:v>142</c:v>
                </c:pt>
                <c:pt idx="137">
                  <c:v>143</c:v>
                </c:pt>
                <c:pt idx="138">
                  <c:v>144</c:v>
                </c:pt>
                <c:pt idx="139">
                  <c:v>145</c:v>
                </c:pt>
                <c:pt idx="140">
                  <c:v>146</c:v>
                </c:pt>
                <c:pt idx="141">
                  <c:v>147</c:v>
                </c:pt>
                <c:pt idx="142">
                  <c:v>148</c:v>
                </c:pt>
                <c:pt idx="143">
                  <c:v>149</c:v>
                </c:pt>
                <c:pt idx="144">
                  <c:v>150</c:v>
                </c:pt>
                <c:pt idx="145">
                  <c:v>151</c:v>
                </c:pt>
                <c:pt idx="146">
                  <c:v>152</c:v>
                </c:pt>
                <c:pt idx="147">
                  <c:v>153</c:v>
                </c:pt>
                <c:pt idx="148">
                  <c:v>154</c:v>
                </c:pt>
                <c:pt idx="149">
                  <c:v>155</c:v>
                </c:pt>
                <c:pt idx="150">
                  <c:v>156</c:v>
                </c:pt>
                <c:pt idx="151">
                  <c:v>157</c:v>
                </c:pt>
                <c:pt idx="152">
                  <c:v>158</c:v>
                </c:pt>
                <c:pt idx="153">
                  <c:v>159</c:v>
                </c:pt>
                <c:pt idx="154">
                  <c:v>160</c:v>
                </c:pt>
                <c:pt idx="155">
                  <c:v>161</c:v>
                </c:pt>
                <c:pt idx="156">
                  <c:v>162</c:v>
                </c:pt>
                <c:pt idx="157">
                  <c:v>163</c:v>
                </c:pt>
                <c:pt idx="158">
                  <c:v>164</c:v>
                </c:pt>
                <c:pt idx="159">
                  <c:v>165</c:v>
                </c:pt>
                <c:pt idx="160">
                  <c:v>166</c:v>
                </c:pt>
                <c:pt idx="161">
                  <c:v>167</c:v>
                </c:pt>
                <c:pt idx="162">
                  <c:v>168</c:v>
                </c:pt>
                <c:pt idx="163">
                  <c:v>169</c:v>
                </c:pt>
                <c:pt idx="164">
                  <c:v>170</c:v>
                </c:pt>
                <c:pt idx="165">
                  <c:v>171</c:v>
                </c:pt>
                <c:pt idx="166">
                  <c:v>172</c:v>
                </c:pt>
                <c:pt idx="167">
                  <c:v>173</c:v>
                </c:pt>
                <c:pt idx="168">
                  <c:v>174</c:v>
                </c:pt>
                <c:pt idx="169">
                  <c:v>175</c:v>
                </c:pt>
                <c:pt idx="170">
                  <c:v>176</c:v>
                </c:pt>
                <c:pt idx="171">
                  <c:v>177</c:v>
                </c:pt>
                <c:pt idx="172">
                  <c:v>178</c:v>
                </c:pt>
                <c:pt idx="173">
                  <c:v>179</c:v>
                </c:pt>
                <c:pt idx="174">
                  <c:v>180</c:v>
                </c:pt>
                <c:pt idx="175">
                  <c:v>181</c:v>
                </c:pt>
                <c:pt idx="176">
                  <c:v>182</c:v>
                </c:pt>
                <c:pt idx="177">
                  <c:v>183</c:v>
                </c:pt>
                <c:pt idx="178">
                  <c:v>184</c:v>
                </c:pt>
                <c:pt idx="179">
                  <c:v>185</c:v>
                </c:pt>
                <c:pt idx="180">
                  <c:v>186</c:v>
                </c:pt>
                <c:pt idx="181">
                  <c:v>187</c:v>
                </c:pt>
                <c:pt idx="182">
                  <c:v>188</c:v>
                </c:pt>
                <c:pt idx="183">
                  <c:v>189</c:v>
                </c:pt>
                <c:pt idx="184">
                  <c:v>190</c:v>
                </c:pt>
                <c:pt idx="185">
                  <c:v>191</c:v>
                </c:pt>
                <c:pt idx="186">
                  <c:v>193</c:v>
                </c:pt>
                <c:pt idx="187">
                  <c:v>194</c:v>
                </c:pt>
                <c:pt idx="188">
                  <c:v>195</c:v>
                </c:pt>
                <c:pt idx="189">
                  <c:v>196</c:v>
                </c:pt>
                <c:pt idx="190">
                  <c:v>197</c:v>
                </c:pt>
                <c:pt idx="191">
                  <c:v>198</c:v>
                </c:pt>
                <c:pt idx="192">
                  <c:v>199</c:v>
                </c:pt>
                <c:pt idx="193">
                  <c:v>200</c:v>
                </c:pt>
                <c:pt idx="194">
                  <c:v>201</c:v>
                </c:pt>
                <c:pt idx="195">
                  <c:v>202</c:v>
                </c:pt>
                <c:pt idx="196">
                  <c:v>203</c:v>
                </c:pt>
                <c:pt idx="197">
                  <c:v>204</c:v>
                </c:pt>
                <c:pt idx="198">
                  <c:v>205</c:v>
                </c:pt>
                <c:pt idx="199">
                  <c:v>206</c:v>
                </c:pt>
                <c:pt idx="200">
                  <c:v>207</c:v>
                </c:pt>
                <c:pt idx="201">
                  <c:v>208</c:v>
                </c:pt>
                <c:pt idx="202">
                  <c:v>209</c:v>
                </c:pt>
                <c:pt idx="203">
                  <c:v>210</c:v>
                </c:pt>
                <c:pt idx="204">
                  <c:v>211</c:v>
                </c:pt>
                <c:pt idx="205">
                  <c:v>212</c:v>
                </c:pt>
                <c:pt idx="206">
                  <c:v>213</c:v>
                </c:pt>
                <c:pt idx="207">
                  <c:v>214</c:v>
                </c:pt>
                <c:pt idx="208">
                  <c:v>215</c:v>
                </c:pt>
                <c:pt idx="209">
                  <c:v>216</c:v>
                </c:pt>
                <c:pt idx="210">
                  <c:v>217</c:v>
                </c:pt>
                <c:pt idx="211">
                  <c:v>218</c:v>
                </c:pt>
                <c:pt idx="212">
                  <c:v>219</c:v>
                </c:pt>
                <c:pt idx="213">
                  <c:v>220</c:v>
                </c:pt>
                <c:pt idx="214">
                  <c:v>222</c:v>
                </c:pt>
                <c:pt idx="215">
                  <c:v>223</c:v>
                </c:pt>
                <c:pt idx="216">
                  <c:v>224</c:v>
                </c:pt>
                <c:pt idx="217">
                  <c:v>225</c:v>
                </c:pt>
                <c:pt idx="218">
                  <c:v>226</c:v>
                </c:pt>
                <c:pt idx="219">
                  <c:v>227</c:v>
                </c:pt>
                <c:pt idx="220">
                  <c:v>228</c:v>
                </c:pt>
                <c:pt idx="221">
                  <c:v>229</c:v>
                </c:pt>
                <c:pt idx="222">
                  <c:v>230</c:v>
                </c:pt>
                <c:pt idx="223">
                  <c:v>231</c:v>
                </c:pt>
                <c:pt idx="224">
                  <c:v>232</c:v>
                </c:pt>
                <c:pt idx="225">
                  <c:v>233</c:v>
                </c:pt>
                <c:pt idx="226">
                  <c:v>234</c:v>
                </c:pt>
                <c:pt idx="227">
                  <c:v>235</c:v>
                </c:pt>
                <c:pt idx="228">
                  <c:v>236</c:v>
                </c:pt>
                <c:pt idx="229">
                  <c:v>237</c:v>
                </c:pt>
                <c:pt idx="230">
                  <c:v>238</c:v>
                </c:pt>
                <c:pt idx="231">
                  <c:v>239</c:v>
                </c:pt>
                <c:pt idx="232">
                  <c:v>240</c:v>
                </c:pt>
                <c:pt idx="233">
                  <c:v>241</c:v>
                </c:pt>
                <c:pt idx="234">
                  <c:v>242</c:v>
                </c:pt>
                <c:pt idx="235">
                  <c:v>243</c:v>
                </c:pt>
                <c:pt idx="236">
                  <c:v>244</c:v>
                </c:pt>
                <c:pt idx="237">
                  <c:v>245</c:v>
                </c:pt>
                <c:pt idx="238">
                  <c:v>246</c:v>
                </c:pt>
                <c:pt idx="239">
                  <c:v>247</c:v>
                </c:pt>
                <c:pt idx="240">
                  <c:v>248</c:v>
                </c:pt>
                <c:pt idx="241">
                  <c:v>249</c:v>
                </c:pt>
                <c:pt idx="242">
                  <c:v>250</c:v>
                </c:pt>
                <c:pt idx="243">
                  <c:v>251</c:v>
                </c:pt>
                <c:pt idx="244">
                  <c:v>252</c:v>
                </c:pt>
                <c:pt idx="245">
                  <c:v>253</c:v>
                </c:pt>
                <c:pt idx="246">
                  <c:v>254</c:v>
                </c:pt>
                <c:pt idx="247">
                  <c:v>255</c:v>
                </c:pt>
                <c:pt idx="248">
                  <c:v>256</c:v>
                </c:pt>
                <c:pt idx="249">
                  <c:v>257</c:v>
                </c:pt>
                <c:pt idx="250">
                  <c:v>258</c:v>
                </c:pt>
                <c:pt idx="251">
                  <c:v>260</c:v>
                </c:pt>
                <c:pt idx="252">
                  <c:v>261</c:v>
                </c:pt>
                <c:pt idx="253">
                  <c:v>262</c:v>
                </c:pt>
                <c:pt idx="254">
                  <c:v>263</c:v>
                </c:pt>
                <c:pt idx="255">
                  <c:v>264</c:v>
                </c:pt>
                <c:pt idx="256">
                  <c:v>265</c:v>
                </c:pt>
                <c:pt idx="257">
                  <c:v>266</c:v>
                </c:pt>
                <c:pt idx="258">
                  <c:v>267</c:v>
                </c:pt>
                <c:pt idx="259">
                  <c:v>268</c:v>
                </c:pt>
                <c:pt idx="260">
                  <c:v>269</c:v>
                </c:pt>
                <c:pt idx="261">
                  <c:v>270</c:v>
                </c:pt>
                <c:pt idx="262">
                  <c:v>271</c:v>
                </c:pt>
                <c:pt idx="263">
                  <c:v>272</c:v>
                </c:pt>
                <c:pt idx="264">
                  <c:v>273</c:v>
                </c:pt>
                <c:pt idx="265">
                  <c:v>274</c:v>
                </c:pt>
                <c:pt idx="266">
                  <c:v>275</c:v>
                </c:pt>
                <c:pt idx="267">
                  <c:v>276</c:v>
                </c:pt>
                <c:pt idx="268">
                  <c:v>277</c:v>
                </c:pt>
                <c:pt idx="269">
                  <c:v>278</c:v>
                </c:pt>
                <c:pt idx="270">
                  <c:v>279</c:v>
                </c:pt>
                <c:pt idx="271">
                  <c:v>280</c:v>
                </c:pt>
                <c:pt idx="272">
                  <c:v>281</c:v>
                </c:pt>
                <c:pt idx="273">
                  <c:v>282</c:v>
                </c:pt>
                <c:pt idx="274">
                  <c:v>283</c:v>
                </c:pt>
                <c:pt idx="275">
                  <c:v>284</c:v>
                </c:pt>
                <c:pt idx="276">
                  <c:v>285</c:v>
                </c:pt>
                <c:pt idx="277">
                  <c:v>286</c:v>
                </c:pt>
                <c:pt idx="278">
                  <c:v>287</c:v>
                </c:pt>
                <c:pt idx="279">
                  <c:v>288</c:v>
                </c:pt>
                <c:pt idx="280">
                  <c:v>289</c:v>
                </c:pt>
                <c:pt idx="281">
                  <c:v>290</c:v>
                </c:pt>
                <c:pt idx="282">
                  <c:v>291</c:v>
                </c:pt>
                <c:pt idx="283">
                  <c:v>292</c:v>
                </c:pt>
                <c:pt idx="284">
                  <c:v>293</c:v>
                </c:pt>
                <c:pt idx="285">
                  <c:v>295</c:v>
                </c:pt>
                <c:pt idx="286">
                  <c:v>296</c:v>
                </c:pt>
                <c:pt idx="287">
                  <c:v>297</c:v>
                </c:pt>
                <c:pt idx="288">
                  <c:v>298</c:v>
                </c:pt>
                <c:pt idx="289">
                  <c:v>299</c:v>
                </c:pt>
                <c:pt idx="290">
                  <c:v>300</c:v>
                </c:pt>
                <c:pt idx="291">
                  <c:v>301</c:v>
                </c:pt>
                <c:pt idx="292">
                  <c:v>302</c:v>
                </c:pt>
                <c:pt idx="293">
                  <c:v>303</c:v>
                </c:pt>
                <c:pt idx="294">
                  <c:v>304</c:v>
                </c:pt>
                <c:pt idx="295">
                  <c:v>305</c:v>
                </c:pt>
                <c:pt idx="296">
                  <c:v>306</c:v>
                </c:pt>
                <c:pt idx="297">
                  <c:v>307</c:v>
                </c:pt>
                <c:pt idx="298">
                  <c:v>308</c:v>
                </c:pt>
                <c:pt idx="299">
                  <c:v>309</c:v>
                </c:pt>
                <c:pt idx="300">
                  <c:v>310</c:v>
                </c:pt>
                <c:pt idx="301">
                  <c:v>311</c:v>
                </c:pt>
                <c:pt idx="302">
                  <c:v>312</c:v>
                </c:pt>
                <c:pt idx="303">
                  <c:v>313</c:v>
                </c:pt>
                <c:pt idx="304">
                  <c:v>314</c:v>
                </c:pt>
                <c:pt idx="305">
                  <c:v>315</c:v>
                </c:pt>
                <c:pt idx="306">
                  <c:v>316</c:v>
                </c:pt>
                <c:pt idx="307">
                  <c:v>317</c:v>
                </c:pt>
                <c:pt idx="308">
                  <c:v>318</c:v>
                </c:pt>
                <c:pt idx="309">
                  <c:v>319</c:v>
                </c:pt>
                <c:pt idx="310">
                  <c:v>320</c:v>
                </c:pt>
                <c:pt idx="311">
                  <c:v>321</c:v>
                </c:pt>
                <c:pt idx="312">
                  <c:v>322</c:v>
                </c:pt>
                <c:pt idx="313">
                  <c:v>323</c:v>
                </c:pt>
                <c:pt idx="314">
                  <c:v>324</c:v>
                </c:pt>
                <c:pt idx="315">
                  <c:v>325</c:v>
                </c:pt>
                <c:pt idx="316">
                  <c:v>326</c:v>
                </c:pt>
                <c:pt idx="317">
                  <c:v>327</c:v>
                </c:pt>
                <c:pt idx="318">
                  <c:v>328</c:v>
                </c:pt>
                <c:pt idx="319">
                  <c:v>329</c:v>
                </c:pt>
                <c:pt idx="320">
                  <c:v>330</c:v>
                </c:pt>
                <c:pt idx="321">
                  <c:v>331</c:v>
                </c:pt>
                <c:pt idx="322">
                  <c:v>332</c:v>
                </c:pt>
                <c:pt idx="323">
                  <c:v>333</c:v>
                </c:pt>
                <c:pt idx="324">
                  <c:v>334</c:v>
                </c:pt>
                <c:pt idx="325">
                  <c:v>335</c:v>
                </c:pt>
                <c:pt idx="326">
                  <c:v>336</c:v>
                </c:pt>
                <c:pt idx="327">
                  <c:v>337</c:v>
                </c:pt>
                <c:pt idx="328">
                  <c:v>338</c:v>
                </c:pt>
                <c:pt idx="329">
                  <c:v>339</c:v>
                </c:pt>
                <c:pt idx="330">
                  <c:v>340</c:v>
                </c:pt>
                <c:pt idx="331">
                  <c:v>341</c:v>
                </c:pt>
                <c:pt idx="332">
                  <c:v>342</c:v>
                </c:pt>
                <c:pt idx="333">
                  <c:v>343</c:v>
                </c:pt>
                <c:pt idx="334">
                  <c:v>344</c:v>
                </c:pt>
                <c:pt idx="335">
                  <c:v>346</c:v>
                </c:pt>
                <c:pt idx="336">
                  <c:v>347</c:v>
                </c:pt>
                <c:pt idx="337">
                  <c:v>348</c:v>
                </c:pt>
                <c:pt idx="338">
                  <c:v>349</c:v>
                </c:pt>
                <c:pt idx="339">
                  <c:v>350</c:v>
                </c:pt>
                <c:pt idx="340">
                  <c:v>351</c:v>
                </c:pt>
                <c:pt idx="341">
                  <c:v>352</c:v>
                </c:pt>
                <c:pt idx="342">
                  <c:v>353</c:v>
                </c:pt>
                <c:pt idx="343">
                  <c:v>354</c:v>
                </c:pt>
                <c:pt idx="344">
                  <c:v>355</c:v>
                </c:pt>
                <c:pt idx="345">
                  <c:v>356</c:v>
                </c:pt>
                <c:pt idx="346">
                  <c:v>357</c:v>
                </c:pt>
                <c:pt idx="347">
                  <c:v>358</c:v>
                </c:pt>
                <c:pt idx="348">
                  <c:v>359</c:v>
                </c:pt>
                <c:pt idx="349">
                  <c:v>360</c:v>
                </c:pt>
                <c:pt idx="350">
                  <c:v>361</c:v>
                </c:pt>
                <c:pt idx="351">
                  <c:v>362</c:v>
                </c:pt>
                <c:pt idx="352">
                  <c:v>363</c:v>
                </c:pt>
                <c:pt idx="353">
                  <c:v>364</c:v>
                </c:pt>
                <c:pt idx="354">
                  <c:v>365</c:v>
                </c:pt>
                <c:pt idx="355">
                  <c:v>366</c:v>
                </c:pt>
                <c:pt idx="356">
                  <c:v>367</c:v>
                </c:pt>
                <c:pt idx="357">
                  <c:v>368</c:v>
                </c:pt>
                <c:pt idx="358">
                  <c:v>369</c:v>
                </c:pt>
                <c:pt idx="359">
                  <c:v>370</c:v>
                </c:pt>
                <c:pt idx="360">
                  <c:v>371</c:v>
                </c:pt>
                <c:pt idx="361">
                  <c:v>372</c:v>
                </c:pt>
                <c:pt idx="362">
                  <c:v>373</c:v>
                </c:pt>
                <c:pt idx="363">
                  <c:v>374</c:v>
                </c:pt>
                <c:pt idx="364">
                  <c:v>375</c:v>
                </c:pt>
                <c:pt idx="365">
                  <c:v>376</c:v>
                </c:pt>
                <c:pt idx="366">
                  <c:v>377</c:v>
                </c:pt>
                <c:pt idx="367">
                  <c:v>378</c:v>
                </c:pt>
                <c:pt idx="368">
                  <c:v>379</c:v>
                </c:pt>
                <c:pt idx="369">
                  <c:v>380</c:v>
                </c:pt>
                <c:pt idx="370">
                  <c:v>381</c:v>
                </c:pt>
                <c:pt idx="371">
                  <c:v>382</c:v>
                </c:pt>
                <c:pt idx="372">
                  <c:v>383</c:v>
                </c:pt>
                <c:pt idx="373">
                  <c:v>384</c:v>
                </c:pt>
                <c:pt idx="374">
                  <c:v>385</c:v>
                </c:pt>
                <c:pt idx="375">
                  <c:v>386</c:v>
                </c:pt>
                <c:pt idx="376">
                  <c:v>388</c:v>
                </c:pt>
                <c:pt idx="377">
                  <c:v>389</c:v>
                </c:pt>
                <c:pt idx="378">
                  <c:v>390</c:v>
                </c:pt>
                <c:pt idx="379">
                  <c:v>391</c:v>
                </c:pt>
              </c:numCache>
            </c:numRef>
          </c:xVal>
          <c:yVal>
            <c:numRef>
              <c:f>'Chart Data'!$B$2:$B$381</c:f>
              <c:numCache>
                <c:formatCode>#,##0</c:formatCode>
                <c:ptCount val="380"/>
                <c:pt idx="0">
                  <c:v>33</c:v>
                </c:pt>
                <c:pt idx="1">
                  <c:v>106</c:v>
                </c:pt>
                <c:pt idx="2">
                  <c:v>9</c:v>
                </c:pt>
                <c:pt idx="3">
                  <c:v>23</c:v>
                </c:pt>
                <c:pt idx="4">
                  <c:v>14</c:v>
                </c:pt>
                <c:pt idx="5">
                  <c:v>28</c:v>
                </c:pt>
                <c:pt idx="6">
                  <c:v>19</c:v>
                </c:pt>
                <c:pt idx="7">
                  <c:v>21</c:v>
                </c:pt>
                <c:pt idx="8">
                  <c:v>16</c:v>
                </c:pt>
                <c:pt idx="9">
                  <c:v>805</c:v>
                </c:pt>
                <c:pt idx="10">
                  <c:v>38</c:v>
                </c:pt>
                <c:pt idx="11">
                  <c:v>14</c:v>
                </c:pt>
                <c:pt idx="12">
                  <c:v>26</c:v>
                </c:pt>
                <c:pt idx="13">
                  <c:v>28</c:v>
                </c:pt>
                <c:pt idx="14">
                  <c:v>433</c:v>
                </c:pt>
                <c:pt idx="15">
                  <c:v>11</c:v>
                </c:pt>
                <c:pt idx="16">
                  <c:v>58</c:v>
                </c:pt>
                <c:pt idx="17">
                  <c:v>22</c:v>
                </c:pt>
                <c:pt idx="18">
                  <c:v>14</c:v>
                </c:pt>
                <c:pt idx="19">
                  <c:v>14</c:v>
                </c:pt>
                <c:pt idx="20">
                  <c:v>170</c:v>
                </c:pt>
                <c:pt idx="21">
                  <c:v>29</c:v>
                </c:pt>
                <c:pt idx="22">
                  <c:v>20</c:v>
                </c:pt>
                <c:pt idx="23">
                  <c:v>28</c:v>
                </c:pt>
                <c:pt idx="24">
                  <c:v>22</c:v>
                </c:pt>
                <c:pt idx="25">
                  <c:v>11</c:v>
                </c:pt>
                <c:pt idx="26">
                  <c:v>22</c:v>
                </c:pt>
                <c:pt idx="27">
                  <c:v>578</c:v>
                </c:pt>
                <c:pt idx="28">
                  <c:v>22</c:v>
                </c:pt>
                <c:pt idx="29">
                  <c:v>18</c:v>
                </c:pt>
                <c:pt idx="30">
                  <c:v>49</c:v>
                </c:pt>
                <c:pt idx="31">
                  <c:v>31</c:v>
                </c:pt>
                <c:pt idx="32">
                  <c:v>20</c:v>
                </c:pt>
                <c:pt idx="33">
                  <c:v>19</c:v>
                </c:pt>
                <c:pt idx="34">
                  <c:v>23</c:v>
                </c:pt>
                <c:pt idx="35">
                  <c:v>14</c:v>
                </c:pt>
                <c:pt idx="36">
                  <c:v>136</c:v>
                </c:pt>
                <c:pt idx="37">
                  <c:v>18</c:v>
                </c:pt>
                <c:pt idx="38">
                  <c:v>96</c:v>
                </c:pt>
                <c:pt idx="39">
                  <c:v>24</c:v>
                </c:pt>
                <c:pt idx="40">
                  <c:v>36</c:v>
                </c:pt>
                <c:pt idx="41">
                  <c:v>19</c:v>
                </c:pt>
                <c:pt idx="42">
                  <c:v>68</c:v>
                </c:pt>
                <c:pt idx="43">
                  <c:v>17</c:v>
                </c:pt>
                <c:pt idx="44">
                  <c:v>20</c:v>
                </c:pt>
                <c:pt idx="45">
                  <c:v>21</c:v>
                </c:pt>
                <c:pt idx="46">
                  <c:v>7</c:v>
                </c:pt>
                <c:pt idx="47">
                  <c:v>23</c:v>
                </c:pt>
                <c:pt idx="48">
                  <c:v>247</c:v>
                </c:pt>
                <c:pt idx="49">
                  <c:v>275</c:v>
                </c:pt>
                <c:pt idx="50">
                  <c:v>10</c:v>
                </c:pt>
                <c:pt idx="51">
                  <c:v>11</c:v>
                </c:pt>
                <c:pt idx="52">
                  <c:v>9</c:v>
                </c:pt>
                <c:pt idx="53">
                  <c:v>17</c:v>
                </c:pt>
                <c:pt idx="54">
                  <c:v>12</c:v>
                </c:pt>
                <c:pt idx="55">
                  <c:v>34</c:v>
                </c:pt>
                <c:pt idx="56">
                  <c:v>83</c:v>
                </c:pt>
                <c:pt idx="57">
                  <c:v>19</c:v>
                </c:pt>
                <c:pt idx="58">
                  <c:v>15</c:v>
                </c:pt>
                <c:pt idx="59">
                  <c:v>19</c:v>
                </c:pt>
                <c:pt idx="60">
                  <c:v>28</c:v>
                </c:pt>
                <c:pt idx="61">
                  <c:v>540</c:v>
                </c:pt>
                <c:pt idx="62">
                  <c:v>31</c:v>
                </c:pt>
                <c:pt idx="63">
                  <c:v>34</c:v>
                </c:pt>
                <c:pt idx="64">
                  <c:v>26</c:v>
                </c:pt>
                <c:pt idx="65">
                  <c:v>25</c:v>
                </c:pt>
                <c:pt idx="66">
                  <c:v>29</c:v>
                </c:pt>
                <c:pt idx="67">
                  <c:v>353</c:v>
                </c:pt>
                <c:pt idx="68">
                  <c:v>27</c:v>
                </c:pt>
                <c:pt idx="69">
                  <c:v>32</c:v>
                </c:pt>
                <c:pt idx="70">
                  <c:v>22</c:v>
                </c:pt>
                <c:pt idx="71">
                  <c:v>214</c:v>
                </c:pt>
                <c:pt idx="72">
                  <c:v>16</c:v>
                </c:pt>
                <c:pt idx="73">
                  <c:v>14</c:v>
                </c:pt>
                <c:pt idx="74">
                  <c:v>19</c:v>
                </c:pt>
                <c:pt idx="75">
                  <c:v>98</c:v>
                </c:pt>
                <c:pt idx="76">
                  <c:v>55</c:v>
                </c:pt>
                <c:pt idx="77">
                  <c:v>408</c:v>
                </c:pt>
                <c:pt idx="78">
                  <c:v>294</c:v>
                </c:pt>
                <c:pt idx="79">
                  <c:v>95</c:v>
                </c:pt>
                <c:pt idx="80">
                  <c:v>10</c:v>
                </c:pt>
                <c:pt idx="81">
                  <c:v>9</c:v>
                </c:pt>
                <c:pt idx="82">
                  <c:v>15</c:v>
                </c:pt>
                <c:pt idx="83">
                  <c:v>33</c:v>
                </c:pt>
                <c:pt idx="84">
                  <c:v>168</c:v>
                </c:pt>
                <c:pt idx="85">
                  <c:v>27</c:v>
                </c:pt>
                <c:pt idx="86">
                  <c:v>20</c:v>
                </c:pt>
                <c:pt idx="87">
                  <c:v>16</c:v>
                </c:pt>
                <c:pt idx="88">
                  <c:v>19</c:v>
                </c:pt>
                <c:pt idx="89">
                  <c:v>25</c:v>
                </c:pt>
                <c:pt idx="90">
                  <c:v>318</c:v>
                </c:pt>
                <c:pt idx="91">
                  <c:v>20</c:v>
                </c:pt>
                <c:pt idx="92">
                  <c:v>16</c:v>
                </c:pt>
                <c:pt idx="93">
                  <c:v>603</c:v>
                </c:pt>
                <c:pt idx="94">
                  <c:v>59</c:v>
                </c:pt>
                <c:pt idx="95">
                  <c:v>135</c:v>
                </c:pt>
                <c:pt idx="96">
                  <c:v>48</c:v>
                </c:pt>
                <c:pt idx="97">
                  <c:v>110</c:v>
                </c:pt>
                <c:pt idx="98">
                  <c:v>23</c:v>
                </c:pt>
                <c:pt idx="99">
                  <c:v>73</c:v>
                </c:pt>
                <c:pt idx="100">
                  <c:v>15</c:v>
                </c:pt>
                <c:pt idx="101">
                  <c:v>207</c:v>
                </c:pt>
                <c:pt idx="102">
                  <c:v>52</c:v>
                </c:pt>
                <c:pt idx="103">
                  <c:v>116</c:v>
                </c:pt>
                <c:pt idx="104">
                  <c:v>23</c:v>
                </c:pt>
                <c:pt idx="105">
                  <c:v>9</c:v>
                </c:pt>
                <c:pt idx="106">
                  <c:v>24</c:v>
                </c:pt>
                <c:pt idx="107">
                  <c:v>46</c:v>
                </c:pt>
                <c:pt idx="108">
                  <c:v>18</c:v>
                </c:pt>
                <c:pt idx="109">
                  <c:v>12</c:v>
                </c:pt>
                <c:pt idx="110">
                  <c:v>17</c:v>
                </c:pt>
                <c:pt idx="111">
                  <c:v>109</c:v>
                </c:pt>
                <c:pt idx="112">
                  <c:v>240</c:v>
                </c:pt>
                <c:pt idx="113">
                  <c:v>132</c:v>
                </c:pt>
                <c:pt idx="114">
                  <c:v>11</c:v>
                </c:pt>
                <c:pt idx="115">
                  <c:v>18</c:v>
                </c:pt>
                <c:pt idx="116">
                  <c:v>14</c:v>
                </c:pt>
                <c:pt idx="117">
                  <c:v>136</c:v>
                </c:pt>
                <c:pt idx="118">
                  <c:v>37</c:v>
                </c:pt>
                <c:pt idx="119">
                  <c:v>137</c:v>
                </c:pt>
                <c:pt idx="120">
                  <c:v>15</c:v>
                </c:pt>
                <c:pt idx="121">
                  <c:v>13</c:v>
                </c:pt>
                <c:pt idx="122">
                  <c:v>24</c:v>
                </c:pt>
                <c:pt idx="123">
                  <c:v>16</c:v>
                </c:pt>
                <c:pt idx="124">
                  <c:v>33</c:v>
                </c:pt>
                <c:pt idx="125">
                  <c:v>88</c:v>
                </c:pt>
                <c:pt idx="126">
                  <c:v>15</c:v>
                </c:pt>
                <c:pt idx="127">
                  <c:v>25</c:v>
                </c:pt>
                <c:pt idx="128">
                  <c:v>28</c:v>
                </c:pt>
                <c:pt idx="129">
                  <c:v>38</c:v>
                </c:pt>
                <c:pt idx="130">
                  <c:v>206</c:v>
                </c:pt>
                <c:pt idx="131">
                  <c:v>660</c:v>
                </c:pt>
                <c:pt idx="132">
                  <c:v>595</c:v>
                </c:pt>
                <c:pt idx="133">
                  <c:v>241</c:v>
                </c:pt>
                <c:pt idx="134">
                  <c:v>339</c:v>
                </c:pt>
                <c:pt idx="135">
                  <c:v>20</c:v>
                </c:pt>
                <c:pt idx="136">
                  <c:v>601</c:v>
                </c:pt>
                <c:pt idx="137">
                  <c:v>14</c:v>
                </c:pt>
                <c:pt idx="138">
                  <c:v>138</c:v>
                </c:pt>
                <c:pt idx="139">
                  <c:v>34</c:v>
                </c:pt>
                <c:pt idx="140">
                  <c:v>17</c:v>
                </c:pt>
                <c:pt idx="141">
                  <c:v>13</c:v>
                </c:pt>
                <c:pt idx="142">
                  <c:v>31</c:v>
                </c:pt>
                <c:pt idx="143">
                  <c:v>11</c:v>
                </c:pt>
                <c:pt idx="144">
                  <c:v>18</c:v>
                </c:pt>
                <c:pt idx="145">
                  <c:v>28</c:v>
                </c:pt>
                <c:pt idx="146">
                  <c:v>14</c:v>
                </c:pt>
                <c:pt idx="147">
                  <c:v>14</c:v>
                </c:pt>
                <c:pt idx="148">
                  <c:v>29</c:v>
                </c:pt>
                <c:pt idx="149">
                  <c:v>192</c:v>
                </c:pt>
                <c:pt idx="150">
                  <c:v>24</c:v>
                </c:pt>
                <c:pt idx="151">
                  <c:v>31</c:v>
                </c:pt>
                <c:pt idx="152">
                  <c:v>104</c:v>
                </c:pt>
                <c:pt idx="153">
                  <c:v>209</c:v>
                </c:pt>
                <c:pt idx="154">
                  <c:v>22</c:v>
                </c:pt>
                <c:pt idx="155">
                  <c:v>32</c:v>
                </c:pt>
                <c:pt idx="156">
                  <c:v>11</c:v>
                </c:pt>
                <c:pt idx="157">
                  <c:v>50</c:v>
                </c:pt>
                <c:pt idx="158">
                  <c:v>29</c:v>
                </c:pt>
                <c:pt idx="159">
                  <c:v>20</c:v>
                </c:pt>
                <c:pt idx="160">
                  <c:v>125</c:v>
                </c:pt>
                <c:pt idx="161">
                  <c:v>11</c:v>
                </c:pt>
                <c:pt idx="162">
                  <c:v>163</c:v>
                </c:pt>
                <c:pt idx="163">
                  <c:v>22</c:v>
                </c:pt>
                <c:pt idx="164">
                  <c:v>18</c:v>
                </c:pt>
                <c:pt idx="165">
                  <c:v>30</c:v>
                </c:pt>
                <c:pt idx="166">
                  <c:v>19</c:v>
                </c:pt>
                <c:pt idx="167">
                  <c:v>34</c:v>
                </c:pt>
                <c:pt idx="168">
                  <c:v>40</c:v>
                </c:pt>
                <c:pt idx="169">
                  <c:v>22</c:v>
                </c:pt>
                <c:pt idx="170">
                  <c:v>39</c:v>
                </c:pt>
                <c:pt idx="171">
                  <c:v>342</c:v>
                </c:pt>
                <c:pt idx="172">
                  <c:v>62</c:v>
                </c:pt>
                <c:pt idx="173">
                  <c:v>31</c:v>
                </c:pt>
                <c:pt idx="174">
                  <c:v>52</c:v>
                </c:pt>
                <c:pt idx="175">
                  <c:v>32</c:v>
                </c:pt>
                <c:pt idx="176">
                  <c:v>49</c:v>
                </c:pt>
                <c:pt idx="177">
                  <c:v>86</c:v>
                </c:pt>
                <c:pt idx="178">
                  <c:v>18</c:v>
                </c:pt>
                <c:pt idx="179">
                  <c:v>40</c:v>
                </c:pt>
                <c:pt idx="180">
                  <c:v>51</c:v>
                </c:pt>
                <c:pt idx="181">
                  <c:v>16</c:v>
                </c:pt>
                <c:pt idx="182">
                  <c:v>30</c:v>
                </c:pt>
                <c:pt idx="183">
                  <c:v>24</c:v>
                </c:pt>
                <c:pt idx="184">
                  <c:v>38</c:v>
                </c:pt>
                <c:pt idx="185">
                  <c:v>42</c:v>
                </c:pt>
                <c:pt idx="186">
                  <c:v>31</c:v>
                </c:pt>
                <c:pt idx="187">
                  <c:v>78</c:v>
                </c:pt>
                <c:pt idx="188">
                  <c:v>17</c:v>
                </c:pt>
                <c:pt idx="189">
                  <c:v>58</c:v>
                </c:pt>
                <c:pt idx="190">
                  <c:v>14</c:v>
                </c:pt>
                <c:pt idx="191">
                  <c:v>24</c:v>
                </c:pt>
                <c:pt idx="192">
                  <c:v>25</c:v>
                </c:pt>
                <c:pt idx="193">
                  <c:v>323</c:v>
                </c:pt>
                <c:pt idx="194">
                  <c:v>24</c:v>
                </c:pt>
                <c:pt idx="195">
                  <c:v>28</c:v>
                </c:pt>
                <c:pt idx="196">
                  <c:v>182</c:v>
                </c:pt>
                <c:pt idx="197">
                  <c:v>19</c:v>
                </c:pt>
                <c:pt idx="198">
                  <c:v>110</c:v>
                </c:pt>
                <c:pt idx="199">
                  <c:v>20</c:v>
                </c:pt>
                <c:pt idx="200">
                  <c:v>122</c:v>
                </c:pt>
                <c:pt idx="201">
                  <c:v>17</c:v>
                </c:pt>
                <c:pt idx="202">
                  <c:v>24</c:v>
                </c:pt>
                <c:pt idx="203">
                  <c:v>15</c:v>
                </c:pt>
                <c:pt idx="204">
                  <c:v>13</c:v>
                </c:pt>
                <c:pt idx="205">
                  <c:v>15</c:v>
                </c:pt>
                <c:pt idx="206">
                  <c:v>13</c:v>
                </c:pt>
                <c:pt idx="207">
                  <c:v>45</c:v>
                </c:pt>
                <c:pt idx="208">
                  <c:v>16</c:v>
                </c:pt>
                <c:pt idx="209">
                  <c:v>26</c:v>
                </c:pt>
                <c:pt idx="210">
                  <c:v>9</c:v>
                </c:pt>
                <c:pt idx="211">
                  <c:v>15</c:v>
                </c:pt>
                <c:pt idx="212">
                  <c:v>9</c:v>
                </c:pt>
                <c:pt idx="213">
                  <c:v>11</c:v>
                </c:pt>
                <c:pt idx="214">
                  <c:v>33</c:v>
                </c:pt>
                <c:pt idx="215">
                  <c:v>74</c:v>
                </c:pt>
                <c:pt idx="216">
                  <c:v>14</c:v>
                </c:pt>
                <c:pt idx="217">
                  <c:v>20</c:v>
                </c:pt>
                <c:pt idx="218">
                  <c:v>16</c:v>
                </c:pt>
                <c:pt idx="219">
                  <c:v>17</c:v>
                </c:pt>
                <c:pt idx="220">
                  <c:v>28</c:v>
                </c:pt>
                <c:pt idx="221">
                  <c:v>65</c:v>
                </c:pt>
                <c:pt idx="222">
                  <c:v>579</c:v>
                </c:pt>
                <c:pt idx="223">
                  <c:v>61</c:v>
                </c:pt>
                <c:pt idx="224">
                  <c:v>294</c:v>
                </c:pt>
                <c:pt idx="225">
                  <c:v>38</c:v>
                </c:pt>
                <c:pt idx="226">
                  <c:v>22</c:v>
                </c:pt>
                <c:pt idx="227">
                  <c:v>142</c:v>
                </c:pt>
                <c:pt idx="228">
                  <c:v>198</c:v>
                </c:pt>
                <c:pt idx="229">
                  <c:v>26</c:v>
                </c:pt>
                <c:pt idx="230">
                  <c:v>16</c:v>
                </c:pt>
                <c:pt idx="231">
                  <c:v>26</c:v>
                </c:pt>
                <c:pt idx="232">
                  <c:v>53</c:v>
                </c:pt>
                <c:pt idx="233">
                  <c:v>52</c:v>
                </c:pt>
                <c:pt idx="234">
                  <c:v>176</c:v>
                </c:pt>
                <c:pt idx="235">
                  <c:v>255</c:v>
                </c:pt>
                <c:pt idx="236">
                  <c:v>29</c:v>
                </c:pt>
                <c:pt idx="237">
                  <c:v>42</c:v>
                </c:pt>
                <c:pt idx="238">
                  <c:v>25</c:v>
                </c:pt>
                <c:pt idx="239">
                  <c:v>33</c:v>
                </c:pt>
                <c:pt idx="240">
                  <c:v>57</c:v>
                </c:pt>
                <c:pt idx="241">
                  <c:v>20</c:v>
                </c:pt>
                <c:pt idx="242">
                  <c:v>96</c:v>
                </c:pt>
                <c:pt idx="243">
                  <c:v>20</c:v>
                </c:pt>
                <c:pt idx="244">
                  <c:v>15</c:v>
                </c:pt>
                <c:pt idx="245">
                  <c:v>63</c:v>
                </c:pt>
                <c:pt idx="246">
                  <c:v>279</c:v>
                </c:pt>
                <c:pt idx="247">
                  <c:v>19</c:v>
                </c:pt>
                <c:pt idx="248">
                  <c:v>12</c:v>
                </c:pt>
                <c:pt idx="249">
                  <c:v>19</c:v>
                </c:pt>
                <c:pt idx="250">
                  <c:v>13</c:v>
                </c:pt>
                <c:pt idx="251">
                  <c:v>29</c:v>
                </c:pt>
                <c:pt idx="252">
                  <c:v>132</c:v>
                </c:pt>
                <c:pt idx="253">
                  <c:v>79</c:v>
                </c:pt>
                <c:pt idx="254">
                  <c:v>18</c:v>
                </c:pt>
                <c:pt idx="255">
                  <c:v>16</c:v>
                </c:pt>
                <c:pt idx="256">
                  <c:v>18</c:v>
                </c:pt>
                <c:pt idx="257">
                  <c:v>22</c:v>
                </c:pt>
                <c:pt idx="258">
                  <c:v>304</c:v>
                </c:pt>
                <c:pt idx="259">
                  <c:v>42</c:v>
                </c:pt>
                <c:pt idx="260">
                  <c:v>31</c:v>
                </c:pt>
                <c:pt idx="261">
                  <c:v>25</c:v>
                </c:pt>
                <c:pt idx="262">
                  <c:v>48</c:v>
                </c:pt>
                <c:pt idx="263">
                  <c:v>20</c:v>
                </c:pt>
                <c:pt idx="264">
                  <c:v>32</c:v>
                </c:pt>
                <c:pt idx="265">
                  <c:v>30</c:v>
                </c:pt>
                <c:pt idx="266">
                  <c:v>52</c:v>
                </c:pt>
                <c:pt idx="267">
                  <c:v>21</c:v>
                </c:pt>
                <c:pt idx="268">
                  <c:v>17</c:v>
                </c:pt>
                <c:pt idx="269">
                  <c:v>18</c:v>
                </c:pt>
                <c:pt idx="270">
                  <c:v>20</c:v>
                </c:pt>
                <c:pt idx="271">
                  <c:v>15</c:v>
                </c:pt>
                <c:pt idx="272">
                  <c:v>54</c:v>
                </c:pt>
                <c:pt idx="273">
                  <c:v>240</c:v>
                </c:pt>
                <c:pt idx="274">
                  <c:v>13</c:v>
                </c:pt>
                <c:pt idx="275">
                  <c:v>27</c:v>
                </c:pt>
                <c:pt idx="276">
                  <c:v>84</c:v>
                </c:pt>
                <c:pt idx="277">
                  <c:v>43</c:v>
                </c:pt>
                <c:pt idx="278">
                  <c:v>19</c:v>
                </c:pt>
                <c:pt idx="279">
                  <c:v>18</c:v>
                </c:pt>
                <c:pt idx="280">
                  <c:v>568</c:v>
                </c:pt>
                <c:pt idx="281">
                  <c:v>428</c:v>
                </c:pt>
                <c:pt idx="282">
                  <c:v>8</c:v>
                </c:pt>
                <c:pt idx="283">
                  <c:v>9</c:v>
                </c:pt>
                <c:pt idx="284">
                  <c:v>14</c:v>
                </c:pt>
                <c:pt idx="285">
                  <c:v>31</c:v>
                </c:pt>
                <c:pt idx="286">
                  <c:v>76</c:v>
                </c:pt>
                <c:pt idx="287">
                  <c:v>18</c:v>
                </c:pt>
                <c:pt idx="288">
                  <c:v>34</c:v>
                </c:pt>
                <c:pt idx="289">
                  <c:v>27</c:v>
                </c:pt>
                <c:pt idx="290">
                  <c:v>344</c:v>
                </c:pt>
                <c:pt idx="291">
                  <c:v>43</c:v>
                </c:pt>
                <c:pt idx="292">
                  <c:v>22</c:v>
                </c:pt>
                <c:pt idx="293">
                  <c:v>159</c:v>
                </c:pt>
                <c:pt idx="294">
                  <c:v>20</c:v>
                </c:pt>
                <c:pt idx="295">
                  <c:v>140</c:v>
                </c:pt>
                <c:pt idx="296">
                  <c:v>18</c:v>
                </c:pt>
                <c:pt idx="297">
                  <c:v>39</c:v>
                </c:pt>
                <c:pt idx="298">
                  <c:v>31</c:v>
                </c:pt>
                <c:pt idx="299">
                  <c:v>61</c:v>
                </c:pt>
                <c:pt idx="300">
                  <c:v>75</c:v>
                </c:pt>
                <c:pt idx="301">
                  <c:v>50</c:v>
                </c:pt>
                <c:pt idx="302">
                  <c:v>29</c:v>
                </c:pt>
                <c:pt idx="303">
                  <c:v>205</c:v>
                </c:pt>
                <c:pt idx="304">
                  <c:v>642</c:v>
                </c:pt>
                <c:pt idx="305">
                  <c:v>32</c:v>
                </c:pt>
                <c:pt idx="306">
                  <c:v>14</c:v>
                </c:pt>
                <c:pt idx="307">
                  <c:v>136</c:v>
                </c:pt>
                <c:pt idx="308">
                  <c:v>91</c:v>
                </c:pt>
                <c:pt idx="309">
                  <c:v>44</c:v>
                </c:pt>
                <c:pt idx="310">
                  <c:v>41</c:v>
                </c:pt>
                <c:pt idx="311">
                  <c:v>271</c:v>
                </c:pt>
                <c:pt idx="312">
                  <c:v>822</c:v>
                </c:pt>
                <c:pt idx="313">
                  <c:v>186</c:v>
                </c:pt>
                <c:pt idx="314">
                  <c:v>20</c:v>
                </c:pt>
                <c:pt idx="315">
                  <c:v>14</c:v>
                </c:pt>
                <c:pt idx="316">
                  <c:v>75</c:v>
                </c:pt>
                <c:pt idx="317">
                  <c:v>21</c:v>
                </c:pt>
                <c:pt idx="318">
                  <c:v>24</c:v>
                </c:pt>
                <c:pt idx="319">
                  <c:v>230</c:v>
                </c:pt>
                <c:pt idx="320">
                  <c:v>10</c:v>
                </c:pt>
                <c:pt idx="321">
                  <c:v>18</c:v>
                </c:pt>
                <c:pt idx="322">
                  <c:v>25</c:v>
                </c:pt>
                <c:pt idx="323">
                  <c:v>184</c:v>
                </c:pt>
                <c:pt idx="324">
                  <c:v>59</c:v>
                </c:pt>
                <c:pt idx="325">
                  <c:v>20</c:v>
                </c:pt>
                <c:pt idx="326">
                  <c:v>8</c:v>
                </c:pt>
                <c:pt idx="327">
                  <c:v>18</c:v>
                </c:pt>
                <c:pt idx="328">
                  <c:v>20</c:v>
                </c:pt>
                <c:pt idx="329">
                  <c:v>25</c:v>
                </c:pt>
                <c:pt idx="330">
                  <c:v>46</c:v>
                </c:pt>
                <c:pt idx="331">
                  <c:v>131</c:v>
                </c:pt>
                <c:pt idx="332">
                  <c:v>13</c:v>
                </c:pt>
                <c:pt idx="333">
                  <c:v>17</c:v>
                </c:pt>
                <c:pt idx="334">
                  <c:v>14</c:v>
                </c:pt>
                <c:pt idx="335">
                  <c:v>30</c:v>
                </c:pt>
                <c:pt idx="336">
                  <c:v>321</c:v>
                </c:pt>
                <c:pt idx="337">
                  <c:v>10</c:v>
                </c:pt>
                <c:pt idx="338">
                  <c:v>23</c:v>
                </c:pt>
                <c:pt idx="339">
                  <c:v>13</c:v>
                </c:pt>
                <c:pt idx="340">
                  <c:v>414</c:v>
                </c:pt>
                <c:pt idx="341">
                  <c:v>145</c:v>
                </c:pt>
                <c:pt idx="342">
                  <c:v>399</c:v>
                </c:pt>
                <c:pt idx="343">
                  <c:v>211</c:v>
                </c:pt>
                <c:pt idx="344">
                  <c:v>150</c:v>
                </c:pt>
                <c:pt idx="345">
                  <c:v>20</c:v>
                </c:pt>
                <c:pt idx="346">
                  <c:v>370</c:v>
                </c:pt>
                <c:pt idx="347">
                  <c:v>23</c:v>
                </c:pt>
                <c:pt idx="348">
                  <c:v>29</c:v>
                </c:pt>
                <c:pt idx="349">
                  <c:v>24</c:v>
                </c:pt>
                <c:pt idx="350">
                  <c:v>16</c:v>
                </c:pt>
                <c:pt idx="351">
                  <c:v>25</c:v>
                </c:pt>
                <c:pt idx="352">
                  <c:v>65</c:v>
                </c:pt>
                <c:pt idx="353">
                  <c:v>68</c:v>
                </c:pt>
                <c:pt idx="354">
                  <c:v>66</c:v>
                </c:pt>
                <c:pt idx="355">
                  <c:v>194</c:v>
                </c:pt>
                <c:pt idx="356">
                  <c:v>18</c:v>
                </c:pt>
                <c:pt idx="357">
                  <c:v>30</c:v>
                </c:pt>
                <c:pt idx="358">
                  <c:v>30</c:v>
                </c:pt>
                <c:pt idx="359">
                  <c:v>164</c:v>
                </c:pt>
                <c:pt idx="360">
                  <c:v>128</c:v>
                </c:pt>
                <c:pt idx="361">
                  <c:v>36</c:v>
                </c:pt>
                <c:pt idx="362">
                  <c:v>48</c:v>
                </c:pt>
                <c:pt idx="363">
                  <c:v>90</c:v>
                </c:pt>
                <c:pt idx="364">
                  <c:v>29</c:v>
                </c:pt>
                <c:pt idx="365">
                  <c:v>28</c:v>
                </c:pt>
                <c:pt idx="366">
                  <c:v>99</c:v>
                </c:pt>
                <c:pt idx="367">
                  <c:v>110</c:v>
                </c:pt>
                <c:pt idx="368">
                  <c:v>68</c:v>
                </c:pt>
                <c:pt idx="369">
                  <c:v>15</c:v>
                </c:pt>
                <c:pt idx="370">
                  <c:v>14</c:v>
                </c:pt>
                <c:pt idx="371">
                  <c:v>66</c:v>
                </c:pt>
                <c:pt idx="372">
                  <c:v>30</c:v>
                </c:pt>
                <c:pt idx="373">
                  <c:v>381</c:v>
                </c:pt>
                <c:pt idx="374">
                  <c:v>68</c:v>
                </c:pt>
                <c:pt idx="375">
                  <c:v>59</c:v>
                </c:pt>
                <c:pt idx="376">
                  <c:v>491</c:v>
                </c:pt>
                <c:pt idx="377">
                  <c:v>56</c:v>
                </c:pt>
                <c:pt idx="378">
                  <c:v>702</c:v>
                </c:pt>
                <c:pt idx="379">
                  <c:v>14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E4BE-46B3-9380-93287831B4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850"/>
          <c:min val="0"/>
        </c:scaling>
        <c:delete val="0"/>
        <c:axPos val="l"/>
        <c:majorGridlines>
          <c:spPr>
            <a:ln w="9525">
              <a:solidFill>
                <a:srgbClr val="E8EFF2"/>
              </a:solidFill>
            </a:ln>
          </c:spPr>
        </c:majorGridlines>
        <c:numFmt formatCode="#,##0" sourceLinked="1"/>
        <c:majorTickMark val="none"/>
        <c:minorTickMark val="none"/>
        <c:tickLblPos val="nextTo"/>
        <c:spPr>
          <a:ln w="9525">
            <a:solidFill>
              <a:srgbClr val="CDD8DE"/>
            </a:solidFill>
          </a:ln>
        </c:spPr>
        <c:txPr>
          <a:bodyPr anchorCtr="1"/>
          <a:lstStyle/>
          <a:p>
            <a:pPr>
              <a:defRPr sz="1425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midCat"/>
        <c:majorUnit val="500"/>
      </c:valAx>
      <c:valAx>
        <c:axId val="48650112"/>
        <c:scaling>
          <c:orientation val="minMax"/>
          <c:max val="40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DD8DE"/>
            </a:solidFill>
          </a:ln>
        </c:spPr>
        <c:txPr>
          <a:bodyPr anchorCtr="1"/>
          <a:lstStyle/>
          <a:p>
            <a:pPr>
              <a:defRPr sz="1425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crossBetween val="midCat"/>
        <c:majorUnit val="100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≤750 token</c:v>
          </c:tx>
          <c:spPr>
            <a:ln w="0">
              <a:noFill/>
            </a:ln>
          </c:spPr>
          <c:marker>
            <c:symbol val="circle"/>
            <c:size val="2"/>
            <c:spPr>
              <a:solidFill>
                <a:srgbClr val="BCCBD3"/>
              </a:solidFill>
              <a:ln w="0">
                <a:noFill/>
              </a:ln>
            </c:spPr>
          </c:marker>
          <c:xVal>
            <c:numRef>
              <c:f>'Chart Data'!$A$2:$A$7863</c:f>
              <c:numCache>
                <c:formatCode>General</c:formatCode>
                <c:ptCount val="7862"/>
                <c:pt idx="0">
                  <c:v>0</c:v>
                </c:pt>
                <c:pt idx="1">
                  <c:v>5.2779999999999999E-5</c:v>
                </c:pt>
                <c:pt idx="2">
                  <c:v>6.3330000000000005E-5</c:v>
                </c:pt>
                <c:pt idx="3">
                  <c:v>8.5279999999999997E-5</c:v>
                </c:pt>
                <c:pt idx="4">
                  <c:v>1.4249999999999999E-4</c:v>
                </c:pt>
                <c:pt idx="5">
                  <c:v>2.9758300000000001E-3</c:v>
                </c:pt>
                <c:pt idx="6">
                  <c:v>3.0802799999999999E-3</c:v>
                </c:pt>
                <c:pt idx="7">
                  <c:v>3.08472E-3</c:v>
                </c:pt>
                <c:pt idx="8">
                  <c:v>3.1324999999999999E-3</c:v>
                </c:pt>
                <c:pt idx="9">
                  <c:v>5.8791700000000004E-3</c:v>
                </c:pt>
                <c:pt idx="10">
                  <c:v>5.9616699999999996E-3</c:v>
                </c:pt>
                <c:pt idx="11">
                  <c:v>6.0025E-3</c:v>
                </c:pt>
                <c:pt idx="12">
                  <c:v>8.7919399999999998E-3</c:v>
                </c:pt>
                <c:pt idx="13">
                  <c:v>8.8988899999999996E-3</c:v>
                </c:pt>
                <c:pt idx="14">
                  <c:v>8.9263899999999993E-3</c:v>
                </c:pt>
                <c:pt idx="15">
                  <c:v>9.0138900000000001E-3</c:v>
                </c:pt>
                <c:pt idx="16">
                  <c:v>1.040667E-2</c:v>
                </c:pt>
                <c:pt idx="17">
                  <c:v>1.164389E-2</c:v>
                </c:pt>
                <c:pt idx="18">
                  <c:v>1.177861E-2</c:v>
                </c:pt>
                <c:pt idx="19">
                  <c:v>1.3322499999999999E-2</c:v>
                </c:pt>
                <c:pt idx="20">
                  <c:v>1.335278E-2</c:v>
                </c:pt>
                <c:pt idx="21">
                  <c:v>1.3400830000000001E-2</c:v>
                </c:pt>
                <c:pt idx="22">
                  <c:v>1.3452220000000001E-2</c:v>
                </c:pt>
                <c:pt idx="23">
                  <c:v>1.6301389999999999E-2</c:v>
                </c:pt>
                <c:pt idx="24">
                  <c:v>1.6335280000000001E-2</c:v>
                </c:pt>
                <c:pt idx="25">
                  <c:v>1.6463060000000002E-2</c:v>
                </c:pt>
                <c:pt idx="26">
                  <c:v>1.6520279999999998E-2</c:v>
                </c:pt>
                <c:pt idx="27">
                  <c:v>1.9110559999999999E-2</c:v>
                </c:pt>
                <c:pt idx="28">
                  <c:v>2.0724719999999999E-2</c:v>
                </c:pt>
                <c:pt idx="29">
                  <c:v>2.0761109999999999E-2</c:v>
                </c:pt>
                <c:pt idx="30">
                  <c:v>2.0817780000000001E-2</c:v>
                </c:pt>
                <c:pt idx="31">
                  <c:v>2.0934169999999998E-2</c:v>
                </c:pt>
                <c:pt idx="32">
                  <c:v>2.3543890000000001E-2</c:v>
                </c:pt>
                <c:pt idx="33">
                  <c:v>2.3928330000000001E-2</c:v>
                </c:pt>
                <c:pt idx="34">
                  <c:v>2.510194E-2</c:v>
                </c:pt>
                <c:pt idx="35">
                  <c:v>2.5156669999999999E-2</c:v>
                </c:pt>
                <c:pt idx="36">
                  <c:v>2.5255E-2</c:v>
                </c:pt>
                <c:pt idx="37">
                  <c:v>2.8126390000000001E-2</c:v>
                </c:pt>
                <c:pt idx="38">
                  <c:v>2.8170560000000001E-2</c:v>
                </c:pt>
                <c:pt idx="39">
                  <c:v>2.826472E-2</c:v>
                </c:pt>
                <c:pt idx="40">
                  <c:v>2.9624169999999998E-2</c:v>
                </c:pt>
                <c:pt idx="41">
                  <c:v>2.9808060000000001E-2</c:v>
                </c:pt>
                <c:pt idx="42">
                  <c:v>3.1055559999999999E-2</c:v>
                </c:pt>
                <c:pt idx="43">
                  <c:v>3.1098890000000001E-2</c:v>
                </c:pt>
                <c:pt idx="44">
                  <c:v>3.1268329999999997E-2</c:v>
                </c:pt>
                <c:pt idx="45">
                  <c:v>3.265444E-2</c:v>
                </c:pt>
                <c:pt idx="46">
                  <c:v>3.4139999999999997E-2</c:v>
                </c:pt>
                <c:pt idx="47">
                  <c:v>3.4255559999999997E-2</c:v>
                </c:pt>
                <c:pt idx="48">
                  <c:v>3.5497220000000003E-2</c:v>
                </c:pt>
                <c:pt idx="49">
                  <c:v>3.5669439999999997E-2</c:v>
                </c:pt>
                <c:pt idx="50">
                  <c:v>3.5839169999999997E-2</c:v>
                </c:pt>
                <c:pt idx="51">
                  <c:v>3.71475E-2</c:v>
                </c:pt>
                <c:pt idx="52">
                  <c:v>3.9809169999999998E-2</c:v>
                </c:pt>
                <c:pt idx="53">
                  <c:v>4.0114440000000001E-2</c:v>
                </c:pt>
                <c:pt idx="54">
                  <c:v>4.0130279999999997E-2</c:v>
                </c:pt>
                <c:pt idx="55">
                  <c:v>4.136778E-2</c:v>
                </c:pt>
                <c:pt idx="56">
                  <c:v>4.1709999999999997E-2</c:v>
                </c:pt>
                <c:pt idx="57">
                  <c:v>4.2924440000000001E-2</c:v>
                </c:pt>
                <c:pt idx="58">
                  <c:v>4.3086670000000001E-2</c:v>
                </c:pt>
                <c:pt idx="59">
                  <c:v>4.3142779999999999E-2</c:v>
                </c:pt>
                <c:pt idx="60">
                  <c:v>4.4240830000000002E-2</c:v>
                </c:pt>
                <c:pt idx="61">
                  <c:v>4.5936669999999999E-2</c:v>
                </c:pt>
                <c:pt idx="62">
                  <c:v>4.6126670000000002E-2</c:v>
                </c:pt>
                <c:pt idx="63">
                  <c:v>4.6164440000000001E-2</c:v>
                </c:pt>
                <c:pt idx="64">
                  <c:v>4.7261669999999999E-2</c:v>
                </c:pt>
                <c:pt idx="65">
                  <c:v>4.7490280000000003E-2</c:v>
                </c:pt>
                <c:pt idx="66">
                  <c:v>4.8803329999999999E-2</c:v>
                </c:pt>
                <c:pt idx="67">
                  <c:v>4.8922220000000002E-2</c:v>
                </c:pt>
                <c:pt idx="68">
                  <c:v>4.9099999999999998E-2</c:v>
                </c:pt>
                <c:pt idx="69">
                  <c:v>5.0496939999999997E-2</c:v>
                </c:pt>
                <c:pt idx="70">
                  <c:v>5.0552779999999999E-2</c:v>
                </c:pt>
                <c:pt idx="71">
                  <c:v>5.1819999999999998E-2</c:v>
                </c:pt>
                <c:pt idx="72">
                  <c:v>5.1945280000000003E-2</c:v>
                </c:pt>
                <c:pt idx="73">
                  <c:v>5.2108059999999998E-2</c:v>
                </c:pt>
                <c:pt idx="74">
                  <c:v>5.2121670000000002E-2</c:v>
                </c:pt>
                <c:pt idx="75">
                  <c:v>5.4793330000000001E-2</c:v>
                </c:pt>
                <c:pt idx="76">
                  <c:v>5.492611E-2</c:v>
                </c:pt>
                <c:pt idx="77">
                  <c:v>5.5101940000000002E-2</c:v>
                </c:pt>
                <c:pt idx="78">
                  <c:v>5.5109999999999999E-2</c:v>
                </c:pt>
                <c:pt idx="79">
                  <c:v>5.6429170000000001E-2</c:v>
                </c:pt>
                <c:pt idx="80">
                  <c:v>5.6660830000000002E-2</c:v>
                </c:pt>
                <c:pt idx="81">
                  <c:v>5.6670280000000003E-2</c:v>
                </c:pt>
                <c:pt idx="82">
                  <c:v>5.7814169999999998E-2</c:v>
                </c:pt>
                <c:pt idx="83">
                  <c:v>5.7971670000000003E-2</c:v>
                </c:pt>
                <c:pt idx="84">
                  <c:v>5.8188610000000002E-2</c:v>
                </c:pt>
                <c:pt idx="85">
                  <c:v>5.9415559999999999E-2</c:v>
                </c:pt>
                <c:pt idx="86">
                  <c:v>5.9677500000000001E-2</c:v>
                </c:pt>
                <c:pt idx="87">
                  <c:v>5.9749169999999997E-2</c:v>
                </c:pt>
                <c:pt idx="88">
                  <c:v>6.0790829999999997E-2</c:v>
                </c:pt>
                <c:pt idx="89">
                  <c:v>6.0954719999999997E-2</c:v>
                </c:pt>
                <c:pt idx="90">
                  <c:v>6.2389170000000001E-2</c:v>
                </c:pt>
                <c:pt idx="91">
                  <c:v>6.2703330000000002E-2</c:v>
                </c:pt>
                <c:pt idx="92">
                  <c:v>6.2781669999999998E-2</c:v>
                </c:pt>
                <c:pt idx="93">
                  <c:v>6.3763059999999996E-2</c:v>
                </c:pt>
                <c:pt idx="94">
                  <c:v>6.3958890000000004E-2</c:v>
                </c:pt>
                <c:pt idx="95">
                  <c:v>6.4333329999999994E-2</c:v>
                </c:pt>
                <c:pt idx="96">
                  <c:v>6.5403329999999996E-2</c:v>
                </c:pt>
                <c:pt idx="97">
                  <c:v>6.5636669999999994E-2</c:v>
                </c:pt>
                <c:pt idx="98">
                  <c:v>6.6768060000000004E-2</c:v>
                </c:pt>
                <c:pt idx="99">
                  <c:v>6.6964999999999997E-2</c:v>
                </c:pt>
                <c:pt idx="100">
                  <c:v>6.7323060000000004E-2</c:v>
                </c:pt>
                <c:pt idx="101">
                  <c:v>7.1578890000000006E-2</c:v>
                </c:pt>
                <c:pt idx="102">
                  <c:v>7.163833E-2</c:v>
                </c:pt>
                <c:pt idx="103">
                  <c:v>7.1640560000000006E-2</c:v>
                </c:pt>
                <c:pt idx="104">
                  <c:v>7.1660000000000001E-2</c:v>
                </c:pt>
                <c:pt idx="105">
                  <c:v>7.1660829999999995E-2</c:v>
                </c:pt>
                <c:pt idx="106">
                  <c:v>7.4874999999999997E-2</c:v>
                </c:pt>
                <c:pt idx="107">
                  <c:v>7.4892219999999995E-2</c:v>
                </c:pt>
                <c:pt idx="108">
                  <c:v>7.5990279999999993E-2</c:v>
                </c:pt>
                <c:pt idx="109">
                  <c:v>7.6587219999999998E-2</c:v>
                </c:pt>
                <c:pt idx="110">
                  <c:v>7.8362780000000007E-2</c:v>
                </c:pt>
                <c:pt idx="111">
                  <c:v>7.8363329999999995E-2</c:v>
                </c:pt>
                <c:pt idx="112">
                  <c:v>7.8964999999999994E-2</c:v>
                </c:pt>
                <c:pt idx="113">
                  <c:v>8.1230280000000002E-2</c:v>
                </c:pt>
                <c:pt idx="114">
                  <c:v>8.1664719999999996E-2</c:v>
                </c:pt>
                <c:pt idx="115">
                  <c:v>8.2076389999999999E-2</c:v>
                </c:pt>
                <c:pt idx="116">
                  <c:v>8.3094440000000006E-2</c:v>
                </c:pt>
                <c:pt idx="117">
                  <c:v>8.4075559999999994E-2</c:v>
                </c:pt>
                <c:pt idx="118">
                  <c:v>8.5659440000000003E-2</c:v>
                </c:pt>
                <c:pt idx="119">
                  <c:v>8.5980829999999994E-2</c:v>
                </c:pt>
                <c:pt idx="120">
                  <c:v>8.7807220000000005E-2</c:v>
                </c:pt>
                <c:pt idx="121">
                  <c:v>8.7860830000000001E-2</c:v>
                </c:pt>
                <c:pt idx="122">
                  <c:v>8.8827219999999998E-2</c:v>
                </c:pt>
                <c:pt idx="123">
                  <c:v>8.8991390000000004E-2</c:v>
                </c:pt>
                <c:pt idx="124">
                  <c:v>9.0471940000000001E-2</c:v>
                </c:pt>
                <c:pt idx="125">
                  <c:v>9.1834440000000003E-2</c:v>
                </c:pt>
                <c:pt idx="126">
                  <c:v>9.2223890000000003E-2</c:v>
                </c:pt>
                <c:pt idx="127">
                  <c:v>9.3575279999999997E-2</c:v>
                </c:pt>
                <c:pt idx="128">
                  <c:v>9.3656390000000006E-2</c:v>
                </c:pt>
                <c:pt idx="129">
                  <c:v>9.4609170000000006E-2</c:v>
                </c:pt>
                <c:pt idx="130">
                  <c:v>9.5036670000000004E-2</c:v>
                </c:pt>
                <c:pt idx="131">
                  <c:v>9.5138329999999993E-2</c:v>
                </c:pt>
                <c:pt idx="132">
                  <c:v>9.6634999999999999E-2</c:v>
                </c:pt>
                <c:pt idx="133">
                  <c:v>0.10403972</c:v>
                </c:pt>
                <c:pt idx="134">
                  <c:v>0.10406778</c:v>
                </c:pt>
                <c:pt idx="135">
                  <c:v>0.10408028</c:v>
                </c:pt>
                <c:pt idx="136">
                  <c:v>0.10450556</c:v>
                </c:pt>
                <c:pt idx="137">
                  <c:v>0.10768194</c:v>
                </c:pt>
                <c:pt idx="138">
                  <c:v>0.10775332999999999</c:v>
                </c:pt>
                <c:pt idx="139">
                  <c:v>0.10781833</c:v>
                </c:pt>
                <c:pt idx="140">
                  <c:v>0.10782833</c:v>
                </c:pt>
                <c:pt idx="141">
                  <c:v>0.10938667000000001</c:v>
                </c:pt>
                <c:pt idx="142">
                  <c:v>0.10989193999999999</c:v>
                </c:pt>
                <c:pt idx="143">
                  <c:v>0.11094861</c:v>
                </c:pt>
                <c:pt idx="144">
                  <c:v>0.11552083</c:v>
                </c:pt>
                <c:pt idx="145">
                  <c:v>0.59894278000000001</c:v>
                </c:pt>
                <c:pt idx="146">
                  <c:v>0.59900083000000004</c:v>
                </c:pt>
                <c:pt idx="147">
                  <c:v>0.59902416999999997</c:v>
                </c:pt>
                <c:pt idx="148">
                  <c:v>0.59905306000000003</c:v>
                </c:pt>
                <c:pt idx="149">
                  <c:v>0.59905611000000003</c:v>
                </c:pt>
                <c:pt idx="150">
                  <c:v>0.60210388999999997</c:v>
                </c:pt>
                <c:pt idx="151">
                  <c:v>0.60260332999999999</c:v>
                </c:pt>
                <c:pt idx="152">
                  <c:v>0.60262806000000002</c:v>
                </c:pt>
                <c:pt idx="153">
                  <c:v>0.60263193999999998</c:v>
                </c:pt>
                <c:pt idx="154">
                  <c:v>0.60350417000000001</c:v>
                </c:pt>
                <c:pt idx="155">
                  <c:v>0.60465528000000002</c:v>
                </c:pt>
                <c:pt idx="156">
                  <c:v>0.62154693999999999</c:v>
                </c:pt>
                <c:pt idx="157">
                  <c:v>0.62167888999999998</c:v>
                </c:pt>
                <c:pt idx="158">
                  <c:v>0.62205416999999996</c:v>
                </c:pt>
                <c:pt idx="159">
                  <c:v>0.62474611000000002</c:v>
                </c:pt>
                <c:pt idx="160">
                  <c:v>0.62484861000000003</c:v>
                </c:pt>
                <c:pt idx="161">
                  <c:v>0.62630222000000002</c:v>
                </c:pt>
                <c:pt idx="162">
                  <c:v>0.62707471999999997</c:v>
                </c:pt>
                <c:pt idx="163">
                  <c:v>0.62845667000000005</c:v>
                </c:pt>
                <c:pt idx="164">
                  <c:v>0.62901388999999996</c:v>
                </c:pt>
                <c:pt idx="165">
                  <c:v>0.63048000000000004</c:v>
                </c:pt>
                <c:pt idx="166">
                  <c:v>0.63076611000000005</c:v>
                </c:pt>
                <c:pt idx="167">
                  <c:v>0.63175972000000002</c:v>
                </c:pt>
                <c:pt idx="168">
                  <c:v>0.63224888999999995</c:v>
                </c:pt>
                <c:pt idx="169">
                  <c:v>0.63302278000000001</c:v>
                </c:pt>
                <c:pt idx="170">
                  <c:v>0.63356389000000002</c:v>
                </c:pt>
                <c:pt idx="171">
                  <c:v>0.6405575</c:v>
                </c:pt>
                <c:pt idx="172">
                  <c:v>0.64098639000000002</c:v>
                </c:pt>
                <c:pt idx="173">
                  <c:v>0.64169222000000004</c:v>
                </c:pt>
                <c:pt idx="174">
                  <c:v>0.64202999999999999</c:v>
                </c:pt>
                <c:pt idx="175">
                  <c:v>0.64231249999999995</c:v>
                </c:pt>
                <c:pt idx="176">
                  <c:v>0.64354778000000001</c:v>
                </c:pt>
                <c:pt idx="177">
                  <c:v>0.64513472000000005</c:v>
                </c:pt>
                <c:pt idx="178">
                  <c:v>0.64589417000000005</c:v>
                </c:pt>
                <c:pt idx="179">
                  <c:v>0.64663833000000004</c:v>
                </c:pt>
                <c:pt idx="180">
                  <c:v>0.64749694000000002</c:v>
                </c:pt>
                <c:pt idx="181">
                  <c:v>0.64894194000000005</c:v>
                </c:pt>
                <c:pt idx="182">
                  <c:v>0.64929610999999998</c:v>
                </c:pt>
                <c:pt idx="183">
                  <c:v>0.65024221999999998</c:v>
                </c:pt>
                <c:pt idx="184">
                  <c:v>0.65081805999999998</c:v>
                </c:pt>
                <c:pt idx="185">
                  <c:v>0.65254694000000002</c:v>
                </c:pt>
                <c:pt idx="186">
                  <c:v>0.65805972000000001</c:v>
                </c:pt>
                <c:pt idx="187">
                  <c:v>0.65910305999999996</c:v>
                </c:pt>
                <c:pt idx="188">
                  <c:v>0.65916443999999996</c:v>
                </c:pt>
                <c:pt idx="189">
                  <c:v>0.66029110999999996</c:v>
                </c:pt>
                <c:pt idx="190">
                  <c:v>0.66038777999999998</c:v>
                </c:pt>
                <c:pt idx="191">
                  <c:v>0.66091027999999996</c:v>
                </c:pt>
                <c:pt idx="192">
                  <c:v>0.66242889000000005</c:v>
                </c:pt>
                <c:pt idx="193">
                  <c:v>0.66415250000000003</c:v>
                </c:pt>
                <c:pt idx="194">
                  <c:v>0.66521611000000003</c:v>
                </c:pt>
                <c:pt idx="195">
                  <c:v>0.66678139000000003</c:v>
                </c:pt>
                <c:pt idx="196">
                  <c:v>0.66684944000000002</c:v>
                </c:pt>
                <c:pt idx="197">
                  <c:v>0.66687249999999998</c:v>
                </c:pt>
                <c:pt idx="198">
                  <c:v>0.66691027999999997</c:v>
                </c:pt>
                <c:pt idx="199">
                  <c:v>0.66825694000000002</c:v>
                </c:pt>
                <c:pt idx="200">
                  <c:v>0.66887167000000003</c:v>
                </c:pt>
                <c:pt idx="201">
                  <c:v>0.66984639000000001</c:v>
                </c:pt>
                <c:pt idx="202">
                  <c:v>0.67042999999999997</c:v>
                </c:pt>
                <c:pt idx="203">
                  <c:v>0.67127499999999996</c:v>
                </c:pt>
                <c:pt idx="204">
                  <c:v>0.67185417000000003</c:v>
                </c:pt>
                <c:pt idx="205">
                  <c:v>0.67221805999999995</c:v>
                </c:pt>
                <c:pt idx="206">
                  <c:v>0.67293000000000003</c:v>
                </c:pt>
                <c:pt idx="207">
                  <c:v>0.67346333000000003</c:v>
                </c:pt>
                <c:pt idx="208">
                  <c:v>0.67452250000000002</c:v>
                </c:pt>
                <c:pt idx="209">
                  <c:v>0.67686139000000001</c:v>
                </c:pt>
                <c:pt idx="210">
                  <c:v>0.67785083000000002</c:v>
                </c:pt>
                <c:pt idx="211">
                  <c:v>0.67869833000000002</c:v>
                </c:pt>
                <c:pt idx="212">
                  <c:v>0.67971806000000001</c:v>
                </c:pt>
                <c:pt idx="213">
                  <c:v>0.67981139000000002</c:v>
                </c:pt>
                <c:pt idx="214">
                  <c:v>0.67997806000000005</c:v>
                </c:pt>
                <c:pt idx="215">
                  <c:v>0.67998749999999997</c:v>
                </c:pt>
                <c:pt idx="216">
                  <c:v>0.68130917000000002</c:v>
                </c:pt>
                <c:pt idx="217">
                  <c:v>0.68141138999999995</c:v>
                </c:pt>
                <c:pt idx="218">
                  <c:v>0.68245833</c:v>
                </c:pt>
                <c:pt idx="219">
                  <c:v>0.68289471999999996</c:v>
                </c:pt>
                <c:pt idx="220">
                  <c:v>0.68339943999999997</c:v>
                </c:pt>
                <c:pt idx="221">
                  <c:v>0.68344110999999996</c:v>
                </c:pt>
                <c:pt idx="222">
                  <c:v>0.68398333</c:v>
                </c:pt>
                <c:pt idx="223">
                  <c:v>0.68494999999999995</c:v>
                </c:pt>
                <c:pt idx="224">
                  <c:v>0.68495110999999997</c:v>
                </c:pt>
                <c:pt idx="225">
                  <c:v>0.68560167000000005</c:v>
                </c:pt>
                <c:pt idx="226">
                  <c:v>0.68686528000000002</c:v>
                </c:pt>
                <c:pt idx="227">
                  <c:v>0.68785527999999996</c:v>
                </c:pt>
                <c:pt idx="228">
                  <c:v>0.68826111000000001</c:v>
                </c:pt>
                <c:pt idx="229">
                  <c:v>0.68833250000000001</c:v>
                </c:pt>
                <c:pt idx="230">
                  <c:v>0.69015333000000001</c:v>
                </c:pt>
                <c:pt idx="231">
                  <c:v>0.69020082999999999</c:v>
                </c:pt>
                <c:pt idx="232">
                  <c:v>0.69149028000000001</c:v>
                </c:pt>
                <c:pt idx="233">
                  <c:v>0.69274778000000004</c:v>
                </c:pt>
                <c:pt idx="234">
                  <c:v>0.70195138999999995</c:v>
                </c:pt>
                <c:pt idx="235">
                  <c:v>0.70196972000000002</c:v>
                </c:pt>
                <c:pt idx="236">
                  <c:v>0.70205722000000004</c:v>
                </c:pt>
                <c:pt idx="237">
                  <c:v>0.70206027999999998</c:v>
                </c:pt>
                <c:pt idx="238">
                  <c:v>0.70247055999999997</c:v>
                </c:pt>
                <c:pt idx="239">
                  <c:v>0.70433082999999996</c:v>
                </c:pt>
                <c:pt idx="240">
                  <c:v>0.70445722</c:v>
                </c:pt>
                <c:pt idx="241">
                  <c:v>0.70447833000000004</c:v>
                </c:pt>
                <c:pt idx="242">
                  <c:v>0.70458721999999996</c:v>
                </c:pt>
                <c:pt idx="243">
                  <c:v>0.70469888999999997</c:v>
                </c:pt>
                <c:pt idx="244">
                  <c:v>0.70746805999999995</c:v>
                </c:pt>
                <c:pt idx="245">
                  <c:v>0.70793693999999996</c:v>
                </c:pt>
                <c:pt idx="246">
                  <c:v>0.70848528</c:v>
                </c:pt>
                <c:pt idx="247">
                  <c:v>0.70859693999999995</c:v>
                </c:pt>
                <c:pt idx="248">
                  <c:v>0.70933444000000001</c:v>
                </c:pt>
                <c:pt idx="249">
                  <c:v>0.70970471999999996</c:v>
                </c:pt>
                <c:pt idx="250">
                  <c:v>0.71068083000000004</c:v>
                </c:pt>
                <c:pt idx="251">
                  <c:v>0.71080750000000004</c:v>
                </c:pt>
                <c:pt idx="252">
                  <c:v>0.72296722000000002</c:v>
                </c:pt>
                <c:pt idx="253">
                  <c:v>0.72296888999999998</c:v>
                </c:pt>
                <c:pt idx="254">
                  <c:v>0.72313972000000004</c:v>
                </c:pt>
                <c:pt idx="255">
                  <c:v>0.72318167</c:v>
                </c:pt>
                <c:pt idx="256">
                  <c:v>0.72321332999999999</c:v>
                </c:pt>
                <c:pt idx="257">
                  <c:v>0.72609500000000005</c:v>
                </c:pt>
                <c:pt idx="258">
                  <c:v>0.72622361000000002</c:v>
                </c:pt>
                <c:pt idx="259">
                  <c:v>0.72631805999999999</c:v>
                </c:pt>
                <c:pt idx="260">
                  <c:v>0.72757749999999999</c:v>
                </c:pt>
                <c:pt idx="261">
                  <c:v>0.72779917000000005</c:v>
                </c:pt>
                <c:pt idx="262">
                  <c:v>0.72857249999999996</c:v>
                </c:pt>
                <c:pt idx="263">
                  <c:v>0.72866111</c:v>
                </c:pt>
                <c:pt idx="264">
                  <c:v>0.72928028</c:v>
                </c:pt>
                <c:pt idx="265">
                  <c:v>0.72996611</c:v>
                </c:pt>
                <c:pt idx="266">
                  <c:v>0.72998278000000005</c:v>
                </c:pt>
                <c:pt idx="267">
                  <c:v>0.73065082999999997</c:v>
                </c:pt>
                <c:pt idx="268">
                  <c:v>0.73069167000000002</c:v>
                </c:pt>
                <c:pt idx="269">
                  <c:v>0.74460778000000005</c:v>
                </c:pt>
                <c:pt idx="270">
                  <c:v>0.74468082999999996</c:v>
                </c:pt>
                <c:pt idx="271">
                  <c:v>0.74469916999999997</c:v>
                </c:pt>
                <c:pt idx="272">
                  <c:v>0.74494444000000004</c:v>
                </c:pt>
                <c:pt idx="273">
                  <c:v>0.74499833000000004</c:v>
                </c:pt>
                <c:pt idx="274">
                  <c:v>0.74685332999999998</c:v>
                </c:pt>
                <c:pt idx="275">
                  <c:v>0.74781805999999995</c:v>
                </c:pt>
                <c:pt idx="276">
                  <c:v>0.74790111000000004</c:v>
                </c:pt>
                <c:pt idx="277">
                  <c:v>0.74795166999999996</c:v>
                </c:pt>
                <c:pt idx="278">
                  <c:v>0.74802416999999999</c:v>
                </c:pt>
                <c:pt idx="279">
                  <c:v>0.74893778</c:v>
                </c:pt>
                <c:pt idx="280">
                  <c:v>0.75000889000000004</c:v>
                </c:pt>
                <c:pt idx="281">
                  <c:v>0.75013110999999999</c:v>
                </c:pt>
                <c:pt idx="282">
                  <c:v>0.75064056000000001</c:v>
                </c:pt>
                <c:pt idx="283">
                  <c:v>0.75067722000000003</c:v>
                </c:pt>
                <c:pt idx="284">
                  <c:v>0.75071721999999996</c:v>
                </c:pt>
                <c:pt idx="285">
                  <c:v>0.75191832999999997</c:v>
                </c:pt>
                <c:pt idx="286">
                  <c:v>0.75243472</c:v>
                </c:pt>
                <c:pt idx="287">
                  <c:v>0.76470888999999997</c:v>
                </c:pt>
                <c:pt idx="288">
                  <c:v>0.76523388999999997</c:v>
                </c:pt>
                <c:pt idx="289">
                  <c:v>0.76530111000000001</c:v>
                </c:pt>
                <c:pt idx="290">
                  <c:v>0.76532027999999996</c:v>
                </c:pt>
                <c:pt idx="291">
                  <c:v>0.76565528000000005</c:v>
                </c:pt>
                <c:pt idx="292">
                  <c:v>0.76714278000000002</c:v>
                </c:pt>
                <c:pt idx="293">
                  <c:v>0.76800056000000005</c:v>
                </c:pt>
                <c:pt idx="294">
                  <c:v>0.76809305999999999</c:v>
                </c:pt>
                <c:pt idx="295">
                  <c:v>0.76816943999999998</c:v>
                </c:pt>
                <c:pt idx="296">
                  <c:v>0.76827860999999997</c:v>
                </c:pt>
                <c:pt idx="297">
                  <c:v>0.76933666999999994</c:v>
                </c:pt>
                <c:pt idx="298">
                  <c:v>0.77020389</c:v>
                </c:pt>
                <c:pt idx="299">
                  <c:v>0.77023638999999999</c:v>
                </c:pt>
                <c:pt idx="300">
                  <c:v>0.77108167000000005</c:v>
                </c:pt>
                <c:pt idx="301">
                  <c:v>0.77112778000000004</c:v>
                </c:pt>
                <c:pt idx="302">
                  <c:v>0.77256471999999998</c:v>
                </c:pt>
                <c:pt idx="303">
                  <c:v>0.78453667000000005</c:v>
                </c:pt>
                <c:pt idx="304">
                  <c:v>0.78455361000000001</c:v>
                </c:pt>
                <c:pt idx="305">
                  <c:v>0.78456999999999999</c:v>
                </c:pt>
                <c:pt idx="306">
                  <c:v>0.78464138999999999</c:v>
                </c:pt>
                <c:pt idx="307">
                  <c:v>0.78466499999999995</c:v>
                </c:pt>
                <c:pt idx="308">
                  <c:v>0.78829528000000004</c:v>
                </c:pt>
                <c:pt idx="309">
                  <c:v>0.78836527999999995</c:v>
                </c:pt>
                <c:pt idx="310">
                  <c:v>0.78842471999999997</c:v>
                </c:pt>
                <c:pt idx="311">
                  <c:v>0.78850582999999996</c:v>
                </c:pt>
                <c:pt idx="312">
                  <c:v>0.78881999999999997</c:v>
                </c:pt>
                <c:pt idx="313">
                  <c:v>0.79239749999999998</c:v>
                </c:pt>
                <c:pt idx="314">
                  <c:v>0.79240443999999999</c:v>
                </c:pt>
                <c:pt idx="315">
                  <c:v>0.79244055999999996</c:v>
                </c:pt>
                <c:pt idx="316">
                  <c:v>0.79331083000000002</c:v>
                </c:pt>
                <c:pt idx="317">
                  <c:v>0.79386250000000003</c:v>
                </c:pt>
                <c:pt idx="318">
                  <c:v>0.80745528</c:v>
                </c:pt>
                <c:pt idx="319">
                  <c:v>0.80752805999999999</c:v>
                </c:pt>
                <c:pt idx="320">
                  <c:v>0.80762917000000001</c:v>
                </c:pt>
                <c:pt idx="321">
                  <c:v>0.80767694000000001</c:v>
                </c:pt>
                <c:pt idx="322">
                  <c:v>0.80784277999999998</c:v>
                </c:pt>
                <c:pt idx="323">
                  <c:v>0.81144888999999998</c:v>
                </c:pt>
                <c:pt idx="324">
                  <c:v>0.81150721999999997</c:v>
                </c:pt>
                <c:pt idx="325">
                  <c:v>0.81164250000000004</c:v>
                </c:pt>
                <c:pt idx="326">
                  <c:v>0.81168583000000005</c:v>
                </c:pt>
                <c:pt idx="327">
                  <c:v>0.81199083000000005</c:v>
                </c:pt>
                <c:pt idx="328">
                  <c:v>0.81379999999999997</c:v>
                </c:pt>
                <c:pt idx="329">
                  <c:v>0.81388777999999995</c:v>
                </c:pt>
                <c:pt idx="330">
                  <c:v>0.81433027999999996</c:v>
                </c:pt>
                <c:pt idx="331">
                  <c:v>0.81459417000000001</c:v>
                </c:pt>
                <c:pt idx="332">
                  <c:v>0.81518193999999999</c:v>
                </c:pt>
                <c:pt idx="333">
                  <c:v>0.81589971999999999</c:v>
                </c:pt>
                <c:pt idx="334">
                  <c:v>0.81642555999999999</c:v>
                </c:pt>
                <c:pt idx="335">
                  <c:v>0.81676861000000001</c:v>
                </c:pt>
                <c:pt idx="336">
                  <c:v>0.81677500000000003</c:v>
                </c:pt>
                <c:pt idx="337">
                  <c:v>0.81868194000000005</c:v>
                </c:pt>
                <c:pt idx="338">
                  <c:v>0.83028360999999995</c:v>
                </c:pt>
                <c:pt idx="339">
                  <c:v>0.83031582999999998</c:v>
                </c:pt>
                <c:pt idx="340">
                  <c:v>0.83113444000000003</c:v>
                </c:pt>
                <c:pt idx="341">
                  <c:v>0.83114721999999996</c:v>
                </c:pt>
                <c:pt idx="342">
                  <c:v>0.83122722000000004</c:v>
                </c:pt>
                <c:pt idx="343">
                  <c:v>0.83169694000000005</c:v>
                </c:pt>
                <c:pt idx="344">
                  <c:v>0.83222333000000004</c:v>
                </c:pt>
                <c:pt idx="345">
                  <c:v>0.83462305999999997</c:v>
                </c:pt>
                <c:pt idx="346">
                  <c:v>0.83474360999999997</c:v>
                </c:pt>
                <c:pt idx="347">
                  <c:v>0.83478249999999998</c:v>
                </c:pt>
                <c:pt idx="348">
                  <c:v>0.83753805999999997</c:v>
                </c:pt>
                <c:pt idx="349">
                  <c:v>0.83820916999999995</c:v>
                </c:pt>
                <c:pt idx="350">
                  <c:v>0.83905777999999998</c:v>
                </c:pt>
                <c:pt idx="351">
                  <c:v>0.83911250000000004</c:v>
                </c:pt>
                <c:pt idx="352">
                  <c:v>0.84060860999999998</c:v>
                </c:pt>
                <c:pt idx="353">
                  <c:v>0.84113110999999996</c:v>
                </c:pt>
                <c:pt idx="354">
                  <c:v>0.85197610999999995</c:v>
                </c:pt>
                <c:pt idx="355">
                  <c:v>0.85204721999999999</c:v>
                </c:pt>
                <c:pt idx="356">
                  <c:v>0.85209250000000003</c:v>
                </c:pt>
                <c:pt idx="357">
                  <c:v>0.85219860999999997</c:v>
                </c:pt>
                <c:pt idx="358">
                  <c:v>0.85231139</c:v>
                </c:pt>
                <c:pt idx="359">
                  <c:v>0.85650082999999999</c:v>
                </c:pt>
                <c:pt idx="360">
                  <c:v>0.85772028</c:v>
                </c:pt>
                <c:pt idx="361">
                  <c:v>0.85777806000000001</c:v>
                </c:pt>
                <c:pt idx="362">
                  <c:v>0.85840917000000005</c:v>
                </c:pt>
                <c:pt idx="363">
                  <c:v>0.85954333000000005</c:v>
                </c:pt>
                <c:pt idx="364">
                  <c:v>0.85959971999999996</c:v>
                </c:pt>
                <c:pt idx="365">
                  <c:v>0.86812805999999998</c:v>
                </c:pt>
                <c:pt idx="366">
                  <c:v>0.86820971999999996</c:v>
                </c:pt>
                <c:pt idx="367">
                  <c:v>0.86833888999999997</c:v>
                </c:pt>
                <c:pt idx="368">
                  <c:v>0.86909111000000006</c:v>
                </c:pt>
                <c:pt idx="369">
                  <c:v>0.86932916999999998</c:v>
                </c:pt>
                <c:pt idx="370">
                  <c:v>0.86936722</c:v>
                </c:pt>
                <c:pt idx="371">
                  <c:v>0.87085833000000001</c:v>
                </c:pt>
                <c:pt idx="372">
                  <c:v>0.87098750000000003</c:v>
                </c:pt>
                <c:pt idx="373">
                  <c:v>0.87148444000000003</c:v>
                </c:pt>
                <c:pt idx="374">
                  <c:v>0.87270694000000004</c:v>
                </c:pt>
                <c:pt idx="375">
                  <c:v>0.87272167</c:v>
                </c:pt>
                <c:pt idx="376">
                  <c:v>0.87521806000000002</c:v>
                </c:pt>
                <c:pt idx="377">
                  <c:v>0.87702999999999998</c:v>
                </c:pt>
                <c:pt idx="378">
                  <c:v>0.88372499999999998</c:v>
                </c:pt>
                <c:pt idx="379">
                  <c:v>0.88398555999999995</c:v>
                </c:pt>
                <c:pt idx="380">
                  <c:v>0.88437277999999997</c:v>
                </c:pt>
                <c:pt idx="381">
                  <c:v>0.88457443999999996</c:v>
                </c:pt>
                <c:pt idx="382">
                  <c:v>0.88715027999999996</c:v>
                </c:pt>
                <c:pt idx="383">
                  <c:v>0.88826249999999995</c:v>
                </c:pt>
                <c:pt idx="384">
                  <c:v>0.88914167</c:v>
                </c:pt>
                <c:pt idx="385">
                  <c:v>0.89002806000000001</c:v>
                </c:pt>
                <c:pt idx="386">
                  <c:v>0.89057167000000004</c:v>
                </c:pt>
                <c:pt idx="387">
                  <c:v>0.89107806000000001</c:v>
                </c:pt>
                <c:pt idx="388">
                  <c:v>0.89199167000000001</c:v>
                </c:pt>
                <c:pt idx="389">
                  <c:v>0.89299806000000004</c:v>
                </c:pt>
                <c:pt idx="390">
                  <c:v>0.89415860999999996</c:v>
                </c:pt>
                <c:pt idx="391">
                  <c:v>0.89464027999999995</c:v>
                </c:pt>
                <c:pt idx="392">
                  <c:v>0.89716110999999998</c:v>
                </c:pt>
                <c:pt idx="393">
                  <c:v>0.89859750000000005</c:v>
                </c:pt>
                <c:pt idx="394">
                  <c:v>0.90462639</c:v>
                </c:pt>
                <c:pt idx="395">
                  <c:v>0.90465472000000002</c:v>
                </c:pt>
                <c:pt idx="396">
                  <c:v>0.90513138999999998</c:v>
                </c:pt>
                <c:pt idx="397">
                  <c:v>0.90536722000000003</c:v>
                </c:pt>
                <c:pt idx="398">
                  <c:v>0.90563972000000004</c:v>
                </c:pt>
                <c:pt idx="399">
                  <c:v>0.90742555999999996</c:v>
                </c:pt>
                <c:pt idx="400">
                  <c:v>0.90743583000000005</c:v>
                </c:pt>
                <c:pt idx="401">
                  <c:v>0.91043194000000005</c:v>
                </c:pt>
                <c:pt idx="402">
                  <c:v>0.91085722000000002</c:v>
                </c:pt>
                <c:pt idx="403">
                  <c:v>0.91135555999999995</c:v>
                </c:pt>
                <c:pt idx="404">
                  <c:v>0.91141472000000001</c:v>
                </c:pt>
                <c:pt idx="405">
                  <c:v>0.91172138999999996</c:v>
                </c:pt>
                <c:pt idx="406">
                  <c:v>0.91314333000000003</c:v>
                </c:pt>
                <c:pt idx="407">
                  <c:v>0.91386528</c:v>
                </c:pt>
                <c:pt idx="408">
                  <c:v>0.91447610999999995</c:v>
                </c:pt>
                <c:pt idx="409">
                  <c:v>0.91569805999999998</c:v>
                </c:pt>
                <c:pt idx="410">
                  <c:v>0.91715194</c:v>
                </c:pt>
                <c:pt idx="411">
                  <c:v>0.91855666999999996</c:v>
                </c:pt>
                <c:pt idx="412">
                  <c:v>0.92599361000000002</c:v>
                </c:pt>
                <c:pt idx="413">
                  <c:v>0.92628582999999998</c:v>
                </c:pt>
                <c:pt idx="414">
                  <c:v>0.92634388999999995</c:v>
                </c:pt>
                <c:pt idx="415">
                  <c:v>0.92636249999999998</c:v>
                </c:pt>
                <c:pt idx="416">
                  <c:v>0.92650721999999996</c:v>
                </c:pt>
                <c:pt idx="417">
                  <c:v>0.92926416999999994</c:v>
                </c:pt>
                <c:pt idx="418">
                  <c:v>0.93057221999999995</c:v>
                </c:pt>
                <c:pt idx="419">
                  <c:v>0.93136777999999998</c:v>
                </c:pt>
                <c:pt idx="420">
                  <c:v>0.93201721999999998</c:v>
                </c:pt>
                <c:pt idx="421">
                  <c:v>0.93236889000000001</c:v>
                </c:pt>
                <c:pt idx="422">
                  <c:v>0.93297110999999999</c:v>
                </c:pt>
                <c:pt idx="423">
                  <c:v>0.93422611</c:v>
                </c:pt>
                <c:pt idx="424">
                  <c:v>0.93454499999999996</c:v>
                </c:pt>
                <c:pt idx="425">
                  <c:v>0.93503082999999998</c:v>
                </c:pt>
                <c:pt idx="426">
                  <c:v>0.93589889000000004</c:v>
                </c:pt>
                <c:pt idx="427">
                  <c:v>0.93653472000000004</c:v>
                </c:pt>
                <c:pt idx="428">
                  <c:v>0.93738056000000003</c:v>
                </c:pt>
                <c:pt idx="429">
                  <c:v>0.94674806</c:v>
                </c:pt>
                <c:pt idx="430">
                  <c:v>0.94679555999999998</c:v>
                </c:pt>
                <c:pt idx="431">
                  <c:v>0.94721721999999997</c:v>
                </c:pt>
                <c:pt idx="432">
                  <c:v>0.94721944000000002</c:v>
                </c:pt>
                <c:pt idx="433">
                  <c:v>0.94787639000000001</c:v>
                </c:pt>
                <c:pt idx="434">
                  <c:v>0.94905444000000005</c:v>
                </c:pt>
                <c:pt idx="435">
                  <c:v>0.95038222000000006</c:v>
                </c:pt>
                <c:pt idx="436">
                  <c:v>0.95096999999999998</c:v>
                </c:pt>
                <c:pt idx="437">
                  <c:v>0.95097916999999998</c:v>
                </c:pt>
                <c:pt idx="438">
                  <c:v>0.95230583000000002</c:v>
                </c:pt>
                <c:pt idx="439">
                  <c:v>0.95281806000000002</c:v>
                </c:pt>
                <c:pt idx="440">
                  <c:v>0.95371806000000003</c:v>
                </c:pt>
                <c:pt idx="441">
                  <c:v>0.95376000000000005</c:v>
                </c:pt>
                <c:pt idx="442">
                  <c:v>0.95413110999999995</c:v>
                </c:pt>
                <c:pt idx="443">
                  <c:v>0.95534417000000005</c:v>
                </c:pt>
                <c:pt idx="444">
                  <c:v>0.95621166999999996</c:v>
                </c:pt>
                <c:pt idx="445">
                  <c:v>0.95660444</c:v>
                </c:pt>
                <c:pt idx="446">
                  <c:v>0.95673832999999997</c:v>
                </c:pt>
                <c:pt idx="447">
                  <c:v>0.95860666999999999</c:v>
                </c:pt>
                <c:pt idx="448">
                  <c:v>0.96674694000000005</c:v>
                </c:pt>
                <c:pt idx="449">
                  <c:v>0.96725638999999997</c:v>
                </c:pt>
                <c:pt idx="450">
                  <c:v>0.96728360999999996</c:v>
                </c:pt>
                <c:pt idx="451">
                  <c:v>0.96731500000000004</c:v>
                </c:pt>
                <c:pt idx="452">
                  <c:v>0.96733332999999999</c:v>
                </c:pt>
                <c:pt idx="453">
                  <c:v>0.96790750000000003</c:v>
                </c:pt>
                <c:pt idx="454">
                  <c:v>0.96973527999999998</c:v>
                </c:pt>
                <c:pt idx="455">
                  <c:v>0.97082583</c:v>
                </c:pt>
                <c:pt idx="456">
                  <c:v>0.97123528000000003</c:v>
                </c:pt>
                <c:pt idx="457">
                  <c:v>0.97265166999999997</c:v>
                </c:pt>
                <c:pt idx="458">
                  <c:v>0.97269222</c:v>
                </c:pt>
                <c:pt idx="459">
                  <c:v>0.97351193999999996</c:v>
                </c:pt>
                <c:pt idx="460">
                  <c:v>0.97354306000000002</c:v>
                </c:pt>
                <c:pt idx="461">
                  <c:v>0.97458833</c:v>
                </c:pt>
                <c:pt idx="462">
                  <c:v>0.97513888999999998</c:v>
                </c:pt>
                <c:pt idx="463">
                  <c:v>0.97558750000000005</c:v>
                </c:pt>
                <c:pt idx="464">
                  <c:v>0.97651083000000005</c:v>
                </c:pt>
                <c:pt idx="465">
                  <c:v>0.98628389000000005</c:v>
                </c:pt>
                <c:pt idx="466">
                  <c:v>0.98657888999999999</c:v>
                </c:pt>
                <c:pt idx="467">
                  <c:v>0.98667806000000002</c:v>
                </c:pt>
                <c:pt idx="468">
                  <c:v>0.98675583</c:v>
                </c:pt>
                <c:pt idx="469">
                  <c:v>0.98681194000000005</c:v>
                </c:pt>
                <c:pt idx="470">
                  <c:v>0.98946250000000002</c:v>
                </c:pt>
                <c:pt idx="471">
                  <c:v>0.98998944</c:v>
                </c:pt>
                <c:pt idx="472">
                  <c:v>0.99006055999999998</c:v>
                </c:pt>
                <c:pt idx="473">
                  <c:v>0.99158360999999995</c:v>
                </c:pt>
                <c:pt idx="474">
                  <c:v>0.99167444000000005</c:v>
                </c:pt>
                <c:pt idx="475">
                  <c:v>0.99288721999999996</c:v>
                </c:pt>
                <c:pt idx="476">
                  <c:v>0.99311333000000002</c:v>
                </c:pt>
                <c:pt idx="477">
                  <c:v>0.99404583000000002</c:v>
                </c:pt>
                <c:pt idx="478">
                  <c:v>0.99489861000000002</c:v>
                </c:pt>
                <c:pt idx="479">
                  <c:v>0.99557832999999996</c:v>
                </c:pt>
                <c:pt idx="480">
                  <c:v>0.99652278000000005</c:v>
                </c:pt>
                <c:pt idx="481">
                  <c:v>0.99681582999999996</c:v>
                </c:pt>
                <c:pt idx="482">
                  <c:v>0.99826221999999998</c:v>
                </c:pt>
                <c:pt idx="483">
                  <c:v>0.99907332999999998</c:v>
                </c:pt>
                <c:pt idx="484">
                  <c:v>1.00651833</c:v>
                </c:pt>
                <c:pt idx="485">
                  <c:v>1.0069438900000001</c:v>
                </c:pt>
                <c:pt idx="486">
                  <c:v>1.0069727799999999</c:v>
                </c:pt>
                <c:pt idx="487">
                  <c:v>1.00697389</c:v>
                </c:pt>
                <c:pt idx="488">
                  <c:v>1.0097136099999999</c:v>
                </c:pt>
                <c:pt idx="489">
                  <c:v>1.0132372199999999</c:v>
                </c:pt>
                <c:pt idx="490">
                  <c:v>1.0142366700000001</c:v>
                </c:pt>
                <c:pt idx="491">
                  <c:v>1.0152922200000001</c:v>
                </c:pt>
                <c:pt idx="492">
                  <c:v>1.01914222</c:v>
                </c:pt>
                <c:pt idx="493">
                  <c:v>1.0218161100000001</c:v>
                </c:pt>
                <c:pt idx="494">
                  <c:v>1.02183472</c:v>
                </c:pt>
                <c:pt idx="495">
                  <c:v>1.02199778</c:v>
                </c:pt>
                <c:pt idx="496">
                  <c:v>1.0220016700000001</c:v>
                </c:pt>
                <c:pt idx="497">
                  <c:v>1.0220255600000001</c:v>
                </c:pt>
                <c:pt idx="498">
                  <c:v>1.0264424999999999</c:v>
                </c:pt>
                <c:pt idx="499">
                  <c:v>1.02647556</c:v>
                </c:pt>
                <c:pt idx="500">
                  <c:v>1.0265088899999999</c:v>
                </c:pt>
                <c:pt idx="501">
                  <c:v>1.02652611</c:v>
                </c:pt>
                <c:pt idx="502">
                  <c:v>1.0275125000000001</c:v>
                </c:pt>
                <c:pt idx="503">
                  <c:v>1.0287027799999999</c:v>
                </c:pt>
                <c:pt idx="504">
                  <c:v>1.04301333</c:v>
                </c:pt>
                <c:pt idx="505">
                  <c:v>1.04311778</c:v>
                </c:pt>
                <c:pt idx="506">
                  <c:v>1.0433194400000001</c:v>
                </c:pt>
                <c:pt idx="507">
                  <c:v>1.0434488900000001</c:v>
                </c:pt>
                <c:pt idx="508">
                  <c:v>1.0436775</c:v>
                </c:pt>
                <c:pt idx="509">
                  <c:v>1.0462227799999999</c:v>
                </c:pt>
                <c:pt idx="510">
                  <c:v>1.0463380600000001</c:v>
                </c:pt>
                <c:pt idx="511">
                  <c:v>1.04862167</c:v>
                </c:pt>
                <c:pt idx="512">
                  <c:v>1.04926389</c:v>
                </c:pt>
                <c:pt idx="513">
                  <c:v>1.0493055600000001</c:v>
                </c:pt>
                <c:pt idx="514">
                  <c:v>1.05065472</c:v>
                </c:pt>
                <c:pt idx="515">
                  <c:v>1.05174306</c:v>
                </c:pt>
                <c:pt idx="516">
                  <c:v>1.05187056</c:v>
                </c:pt>
                <c:pt idx="517">
                  <c:v>1.0522499999999999</c:v>
                </c:pt>
                <c:pt idx="518">
                  <c:v>1.0527969399999999</c:v>
                </c:pt>
                <c:pt idx="519">
                  <c:v>1.0536727800000001</c:v>
                </c:pt>
                <c:pt idx="520">
                  <c:v>1.05538333</c:v>
                </c:pt>
                <c:pt idx="521">
                  <c:v>1.0656911099999999</c:v>
                </c:pt>
                <c:pt idx="522">
                  <c:v>1.0657330599999999</c:v>
                </c:pt>
                <c:pt idx="523">
                  <c:v>1.06609306</c:v>
                </c:pt>
                <c:pt idx="524">
                  <c:v>1.06672111</c:v>
                </c:pt>
                <c:pt idx="525">
                  <c:v>1.0680827799999999</c:v>
                </c:pt>
                <c:pt idx="526">
                  <c:v>1.06950889</c:v>
                </c:pt>
                <c:pt idx="527">
                  <c:v>1.07061278</c:v>
                </c:pt>
                <c:pt idx="528">
                  <c:v>1.0719288899999999</c:v>
                </c:pt>
                <c:pt idx="529">
                  <c:v>1.0723786099999999</c:v>
                </c:pt>
                <c:pt idx="530">
                  <c:v>1.0737833299999999</c:v>
                </c:pt>
                <c:pt idx="531">
                  <c:v>1.0752388900000001</c:v>
                </c:pt>
                <c:pt idx="532">
                  <c:v>1.0753283300000001</c:v>
                </c:pt>
                <c:pt idx="533">
                  <c:v>1.0766883300000001</c:v>
                </c:pt>
                <c:pt idx="534">
                  <c:v>1.07709861</c:v>
                </c:pt>
                <c:pt idx="535">
                  <c:v>1.07829861</c:v>
                </c:pt>
                <c:pt idx="536">
                  <c:v>1.07962278</c:v>
                </c:pt>
                <c:pt idx="537">
                  <c:v>1.0796788900000001</c:v>
                </c:pt>
                <c:pt idx="538">
                  <c:v>1.0808394400000001</c:v>
                </c:pt>
                <c:pt idx="539">
                  <c:v>1.08264056</c:v>
                </c:pt>
                <c:pt idx="540">
                  <c:v>1.0827466699999999</c:v>
                </c:pt>
                <c:pt idx="541">
                  <c:v>1.0840986100000001</c:v>
                </c:pt>
                <c:pt idx="542">
                  <c:v>1.08435028</c:v>
                </c:pt>
                <c:pt idx="543">
                  <c:v>1.08449083</c:v>
                </c:pt>
                <c:pt idx="544">
                  <c:v>1.08458861</c:v>
                </c:pt>
                <c:pt idx="545">
                  <c:v>1.0855544399999999</c:v>
                </c:pt>
                <c:pt idx="546">
                  <c:v>1.0861416699999999</c:v>
                </c:pt>
                <c:pt idx="547">
                  <c:v>1.0868883300000001</c:v>
                </c:pt>
                <c:pt idx="548">
                  <c:v>1.0883380600000001</c:v>
                </c:pt>
                <c:pt idx="549">
                  <c:v>1.08836917</c:v>
                </c:pt>
                <c:pt idx="550">
                  <c:v>1.0884141700000001</c:v>
                </c:pt>
                <c:pt idx="551">
                  <c:v>1.0901308300000001</c:v>
                </c:pt>
                <c:pt idx="552">
                  <c:v>1.0906100000000001</c:v>
                </c:pt>
                <c:pt idx="553">
                  <c:v>1.0913102800000001</c:v>
                </c:pt>
                <c:pt idx="554">
                  <c:v>1.09210056</c:v>
                </c:pt>
                <c:pt idx="555">
                  <c:v>1.10045528</c:v>
                </c:pt>
                <c:pt idx="556">
                  <c:v>1.1006905600000001</c:v>
                </c:pt>
                <c:pt idx="557">
                  <c:v>1.1006988900000001</c:v>
                </c:pt>
                <c:pt idx="558">
                  <c:v>1.10071111</c:v>
                </c:pt>
                <c:pt idx="559">
                  <c:v>1.1019097200000001</c:v>
                </c:pt>
                <c:pt idx="560">
                  <c:v>1.1028994400000001</c:v>
                </c:pt>
                <c:pt idx="561">
                  <c:v>1.1030263899999999</c:v>
                </c:pt>
                <c:pt idx="562">
                  <c:v>1.1031066700000001</c:v>
                </c:pt>
                <c:pt idx="563">
                  <c:v>1.1042805600000001</c:v>
                </c:pt>
                <c:pt idx="564">
                  <c:v>1.1048458299999999</c:v>
                </c:pt>
                <c:pt idx="565">
                  <c:v>1.1048905600000001</c:v>
                </c:pt>
                <c:pt idx="566">
                  <c:v>1.1055325</c:v>
                </c:pt>
                <c:pt idx="567">
                  <c:v>1.1064463899999999</c:v>
                </c:pt>
                <c:pt idx="568">
                  <c:v>1.10846</c:v>
                </c:pt>
                <c:pt idx="569">
                  <c:v>1.1100125000000001</c:v>
                </c:pt>
                <c:pt idx="570">
                  <c:v>1.1190827800000001</c:v>
                </c:pt>
                <c:pt idx="571">
                  <c:v>1.1191991699999999</c:v>
                </c:pt>
                <c:pt idx="572">
                  <c:v>1.1192494399999999</c:v>
                </c:pt>
                <c:pt idx="573">
                  <c:v>1.1198061100000001</c:v>
                </c:pt>
                <c:pt idx="574">
                  <c:v>1.11987722</c:v>
                </c:pt>
                <c:pt idx="575">
                  <c:v>1.12235167</c:v>
                </c:pt>
                <c:pt idx="576">
                  <c:v>1.1229941699999999</c:v>
                </c:pt>
                <c:pt idx="577">
                  <c:v>1.1230961100000001</c:v>
                </c:pt>
                <c:pt idx="578">
                  <c:v>1.1231563899999999</c:v>
                </c:pt>
                <c:pt idx="579">
                  <c:v>1.1232716700000001</c:v>
                </c:pt>
                <c:pt idx="580">
                  <c:v>1.12488111</c:v>
                </c:pt>
                <c:pt idx="581">
                  <c:v>1.1249108299999999</c:v>
                </c:pt>
                <c:pt idx="582">
                  <c:v>1.1256661100000001</c:v>
                </c:pt>
                <c:pt idx="583">
                  <c:v>1.1260963900000001</c:v>
                </c:pt>
                <c:pt idx="584">
                  <c:v>1.1271261100000001</c:v>
                </c:pt>
                <c:pt idx="585">
                  <c:v>1.1271724999999999</c:v>
                </c:pt>
                <c:pt idx="586">
                  <c:v>1.12766389</c:v>
                </c:pt>
                <c:pt idx="587">
                  <c:v>1.1302433300000001</c:v>
                </c:pt>
                <c:pt idx="588">
                  <c:v>1.1400866700000001</c:v>
                </c:pt>
                <c:pt idx="589">
                  <c:v>1.14012917</c:v>
                </c:pt>
                <c:pt idx="590">
                  <c:v>1.1401333300000001</c:v>
                </c:pt>
                <c:pt idx="591">
                  <c:v>1.14026944</c:v>
                </c:pt>
                <c:pt idx="592">
                  <c:v>1.14043611</c:v>
                </c:pt>
                <c:pt idx="593">
                  <c:v>1.1421663900000001</c:v>
                </c:pt>
                <c:pt idx="594">
                  <c:v>1.1422027800000001</c:v>
                </c:pt>
                <c:pt idx="595">
                  <c:v>1.14338111</c:v>
                </c:pt>
                <c:pt idx="596">
                  <c:v>1.14340361</c:v>
                </c:pt>
                <c:pt idx="597">
                  <c:v>1.14345611</c:v>
                </c:pt>
                <c:pt idx="598">
                  <c:v>1.14420861</c:v>
                </c:pt>
                <c:pt idx="599">
                  <c:v>1.1443138900000001</c:v>
                </c:pt>
                <c:pt idx="600">
                  <c:v>1.14552667</c:v>
                </c:pt>
                <c:pt idx="601">
                  <c:v>1.1455675000000001</c:v>
                </c:pt>
                <c:pt idx="602">
                  <c:v>1.14558139</c:v>
                </c:pt>
                <c:pt idx="603">
                  <c:v>1.1456319399999999</c:v>
                </c:pt>
                <c:pt idx="604">
                  <c:v>1.1456461099999999</c:v>
                </c:pt>
                <c:pt idx="605">
                  <c:v>1.1483930600000001</c:v>
                </c:pt>
                <c:pt idx="606">
                  <c:v>1.1490483300000001</c:v>
                </c:pt>
                <c:pt idx="607">
                  <c:v>1.16176944</c:v>
                </c:pt>
                <c:pt idx="608">
                  <c:v>1.1618655600000001</c:v>
                </c:pt>
                <c:pt idx="609">
                  <c:v>1.16191139</c:v>
                </c:pt>
                <c:pt idx="610">
                  <c:v>1.1619725000000001</c:v>
                </c:pt>
                <c:pt idx="611">
                  <c:v>1.1621880600000001</c:v>
                </c:pt>
                <c:pt idx="612">
                  <c:v>1.1667363900000001</c:v>
                </c:pt>
                <c:pt idx="613">
                  <c:v>1.16676417</c:v>
                </c:pt>
                <c:pt idx="614">
                  <c:v>1.1667905599999999</c:v>
                </c:pt>
                <c:pt idx="615">
                  <c:v>1.1668175000000001</c:v>
                </c:pt>
                <c:pt idx="616">
                  <c:v>1.1668622200000001</c:v>
                </c:pt>
                <c:pt idx="617">
                  <c:v>1.1697391699999999</c:v>
                </c:pt>
                <c:pt idx="618">
                  <c:v>1.1701769399999999</c:v>
                </c:pt>
                <c:pt idx="619">
                  <c:v>1.17019333</c:v>
                </c:pt>
                <c:pt idx="620">
                  <c:v>1.1710127800000001</c:v>
                </c:pt>
                <c:pt idx="621">
                  <c:v>1.1714825</c:v>
                </c:pt>
                <c:pt idx="622">
                  <c:v>1.1719719399999999</c:v>
                </c:pt>
                <c:pt idx="623">
                  <c:v>1.1726819399999999</c:v>
                </c:pt>
                <c:pt idx="624">
                  <c:v>1.18519972</c:v>
                </c:pt>
                <c:pt idx="625">
                  <c:v>1.18526083</c:v>
                </c:pt>
                <c:pt idx="626">
                  <c:v>1.18561111</c:v>
                </c:pt>
                <c:pt idx="627">
                  <c:v>1.18565611</c:v>
                </c:pt>
                <c:pt idx="628">
                  <c:v>1.1857436100000001</c:v>
                </c:pt>
                <c:pt idx="629">
                  <c:v>1.18843056</c:v>
                </c:pt>
                <c:pt idx="630">
                  <c:v>1.18845694</c:v>
                </c:pt>
                <c:pt idx="631">
                  <c:v>1.1884705600000001</c:v>
                </c:pt>
                <c:pt idx="632">
                  <c:v>1.18854667</c:v>
                </c:pt>
                <c:pt idx="633">
                  <c:v>1.19049833</c:v>
                </c:pt>
                <c:pt idx="634">
                  <c:v>1.1905558300000001</c:v>
                </c:pt>
                <c:pt idx="635">
                  <c:v>1.1912555600000001</c:v>
                </c:pt>
                <c:pt idx="636">
                  <c:v>1.1913338899999999</c:v>
                </c:pt>
                <c:pt idx="637">
                  <c:v>1.1919297200000001</c:v>
                </c:pt>
                <c:pt idx="638">
                  <c:v>1.1929749999999999</c:v>
                </c:pt>
                <c:pt idx="639">
                  <c:v>1.1935758299999999</c:v>
                </c:pt>
                <c:pt idx="640">
                  <c:v>1.19406667</c:v>
                </c:pt>
                <c:pt idx="641">
                  <c:v>1.2055802799999999</c:v>
                </c:pt>
                <c:pt idx="642">
                  <c:v>1.20561056</c:v>
                </c:pt>
                <c:pt idx="643">
                  <c:v>1.2056122199999999</c:v>
                </c:pt>
                <c:pt idx="644">
                  <c:v>1.2056752799999999</c:v>
                </c:pt>
                <c:pt idx="645">
                  <c:v>1.2057144399999999</c:v>
                </c:pt>
                <c:pt idx="646">
                  <c:v>1.2087483299999999</c:v>
                </c:pt>
                <c:pt idx="647">
                  <c:v>1.2087663900000001</c:v>
                </c:pt>
                <c:pt idx="648">
                  <c:v>1.2088030599999999</c:v>
                </c:pt>
                <c:pt idx="649">
                  <c:v>1.2088047200000001</c:v>
                </c:pt>
                <c:pt idx="650">
                  <c:v>1.2088413899999999</c:v>
                </c:pt>
                <c:pt idx="651">
                  <c:v>1.2116577799999999</c:v>
                </c:pt>
                <c:pt idx="652">
                  <c:v>1.21170556</c:v>
                </c:pt>
                <c:pt idx="653">
                  <c:v>1.21243111</c:v>
                </c:pt>
                <c:pt idx="654">
                  <c:v>1.2124997200000001</c:v>
                </c:pt>
                <c:pt idx="655">
                  <c:v>1.21314528</c:v>
                </c:pt>
                <c:pt idx="656">
                  <c:v>1.2268308299999999</c:v>
                </c:pt>
                <c:pt idx="657">
                  <c:v>1.22693056</c:v>
                </c:pt>
                <c:pt idx="658">
                  <c:v>1.2269725</c:v>
                </c:pt>
                <c:pt idx="659">
                  <c:v>1.22707528</c:v>
                </c:pt>
                <c:pt idx="660">
                  <c:v>1.2271533299999999</c:v>
                </c:pt>
                <c:pt idx="661">
                  <c:v>1.23045194</c:v>
                </c:pt>
                <c:pt idx="662">
                  <c:v>1.2304577800000001</c:v>
                </c:pt>
                <c:pt idx="663">
                  <c:v>1.2305425000000001</c:v>
                </c:pt>
                <c:pt idx="664">
                  <c:v>1.2305741699999999</c:v>
                </c:pt>
                <c:pt idx="665">
                  <c:v>1.23062556</c:v>
                </c:pt>
                <c:pt idx="666">
                  <c:v>1.2336752799999999</c:v>
                </c:pt>
                <c:pt idx="667">
                  <c:v>1.23393917</c:v>
                </c:pt>
                <c:pt idx="668">
                  <c:v>1.23437833</c:v>
                </c:pt>
                <c:pt idx="669">
                  <c:v>1.23495139</c:v>
                </c:pt>
                <c:pt idx="670">
                  <c:v>1.23533111</c:v>
                </c:pt>
                <c:pt idx="671">
                  <c:v>1.2366361100000001</c:v>
                </c:pt>
                <c:pt idx="672">
                  <c:v>1.2490963900000001</c:v>
                </c:pt>
                <c:pt idx="673">
                  <c:v>1.24934861</c:v>
                </c:pt>
                <c:pt idx="674">
                  <c:v>1.24943917</c:v>
                </c:pt>
                <c:pt idx="675">
                  <c:v>1.24999222</c:v>
                </c:pt>
                <c:pt idx="676">
                  <c:v>1.2506775000000001</c:v>
                </c:pt>
                <c:pt idx="677">
                  <c:v>1.25084083</c:v>
                </c:pt>
                <c:pt idx="678">
                  <c:v>1.25204556</c:v>
                </c:pt>
                <c:pt idx="679">
                  <c:v>1.25309278</c:v>
                </c:pt>
                <c:pt idx="680">
                  <c:v>1.25352833</c:v>
                </c:pt>
                <c:pt idx="681">
                  <c:v>1.25360556</c:v>
                </c:pt>
                <c:pt idx="682">
                  <c:v>1.25510889</c:v>
                </c:pt>
                <c:pt idx="683">
                  <c:v>1.25614611</c:v>
                </c:pt>
                <c:pt idx="684">
                  <c:v>1.25617917</c:v>
                </c:pt>
                <c:pt idx="685">
                  <c:v>1.2563977799999999</c:v>
                </c:pt>
                <c:pt idx="686">
                  <c:v>1.25709611</c:v>
                </c:pt>
                <c:pt idx="687">
                  <c:v>1.2571805599999999</c:v>
                </c:pt>
                <c:pt idx="688">
                  <c:v>1.2583200000000001</c:v>
                </c:pt>
                <c:pt idx="689">
                  <c:v>1.2591363900000001</c:v>
                </c:pt>
                <c:pt idx="690">
                  <c:v>1.2600786100000001</c:v>
                </c:pt>
                <c:pt idx="691">
                  <c:v>1.2714497199999999</c:v>
                </c:pt>
                <c:pt idx="692">
                  <c:v>1.2721058300000001</c:v>
                </c:pt>
                <c:pt idx="693">
                  <c:v>1.2722325000000001</c:v>
                </c:pt>
                <c:pt idx="694">
                  <c:v>1.27234556</c:v>
                </c:pt>
                <c:pt idx="695">
                  <c:v>1.27298139</c:v>
                </c:pt>
                <c:pt idx="696">
                  <c:v>1.2739925000000001</c:v>
                </c:pt>
                <c:pt idx="697">
                  <c:v>1.27570278</c:v>
                </c:pt>
                <c:pt idx="698">
                  <c:v>1.2774672199999999</c:v>
                </c:pt>
                <c:pt idx="699">
                  <c:v>1.27812361</c:v>
                </c:pt>
                <c:pt idx="700">
                  <c:v>1.2781436100000001</c:v>
                </c:pt>
                <c:pt idx="701">
                  <c:v>1.2795080599999999</c:v>
                </c:pt>
                <c:pt idx="702">
                  <c:v>1.27961528</c:v>
                </c:pt>
                <c:pt idx="703">
                  <c:v>1.28054917</c:v>
                </c:pt>
                <c:pt idx="704">
                  <c:v>1.2810333300000001</c:v>
                </c:pt>
                <c:pt idx="705">
                  <c:v>1.28174028</c:v>
                </c:pt>
                <c:pt idx="706">
                  <c:v>1.2818422199999999</c:v>
                </c:pt>
                <c:pt idx="707">
                  <c:v>1.2827388900000001</c:v>
                </c:pt>
                <c:pt idx="708">
                  <c:v>1.2831455599999999</c:v>
                </c:pt>
                <c:pt idx="709">
                  <c:v>1.2920275000000001</c:v>
                </c:pt>
                <c:pt idx="710">
                  <c:v>1.2925058300000001</c:v>
                </c:pt>
                <c:pt idx="711">
                  <c:v>1.29253833</c:v>
                </c:pt>
                <c:pt idx="712">
                  <c:v>1.2926913900000001</c:v>
                </c:pt>
                <c:pt idx="713">
                  <c:v>1.2933111100000001</c:v>
                </c:pt>
                <c:pt idx="714">
                  <c:v>1.2955397200000001</c:v>
                </c:pt>
                <c:pt idx="715">
                  <c:v>1.2955675</c:v>
                </c:pt>
                <c:pt idx="716">
                  <c:v>1.2955722199999999</c:v>
                </c:pt>
                <c:pt idx="717">
                  <c:v>1.2972588899999999</c:v>
                </c:pt>
                <c:pt idx="718">
                  <c:v>1.2973230600000001</c:v>
                </c:pt>
                <c:pt idx="719">
                  <c:v>1.2983997199999999</c:v>
                </c:pt>
                <c:pt idx="720">
                  <c:v>1.30008861</c:v>
                </c:pt>
                <c:pt idx="721">
                  <c:v>1.30009972</c:v>
                </c:pt>
                <c:pt idx="722">
                  <c:v>1.3012769399999999</c:v>
                </c:pt>
                <c:pt idx="723">
                  <c:v>1.30209972</c:v>
                </c:pt>
                <c:pt idx="724">
                  <c:v>1.30397611</c:v>
                </c:pt>
                <c:pt idx="725">
                  <c:v>1.3050808300000001</c:v>
                </c:pt>
                <c:pt idx="726">
                  <c:v>1.30740444</c:v>
                </c:pt>
                <c:pt idx="727">
                  <c:v>1.30877278</c:v>
                </c:pt>
                <c:pt idx="728">
                  <c:v>1.3094950000000001</c:v>
                </c:pt>
                <c:pt idx="729">
                  <c:v>1.30949611</c:v>
                </c:pt>
                <c:pt idx="730">
                  <c:v>1.3095111100000001</c:v>
                </c:pt>
                <c:pt idx="731">
                  <c:v>1.3107975000000001</c:v>
                </c:pt>
                <c:pt idx="732">
                  <c:v>1.3114658299999999</c:v>
                </c:pt>
                <c:pt idx="733">
                  <c:v>1.3114794400000001</c:v>
                </c:pt>
                <c:pt idx="734">
                  <c:v>1.3117013900000001</c:v>
                </c:pt>
                <c:pt idx="735">
                  <c:v>1.3134705600000001</c:v>
                </c:pt>
                <c:pt idx="736">
                  <c:v>1.3134922200000001</c:v>
                </c:pt>
                <c:pt idx="737">
                  <c:v>1.31445444</c:v>
                </c:pt>
                <c:pt idx="738">
                  <c:v>1.314575</c:v>
                </c:pt>
                <c:pt idx="739">
                  <c:v>1.31613</c:v>
                </c:pt>
                <c:pt idx="740">
                  <c:v>1.31629694</c:v>
                </c:pt>
                <c:pt idx="741">
                  <c:v>1.3171725000000001</c:v>
                </c:pt>
                <c:pt idx="742">
                  <c:v>1.31728778</c:v>
                </c:pt>
                <c:pt idx="743">
                  <c:v>1.31851472</c:v>
                </c:pt>
                <c:pt idx="744">
                  <c:v>1.31864417</c:v>
                </c:pt>
                <c:pt idx="745">
                  <c:v>1.32013556</c:v>
                </c:pt>
                <c:pt idx="746">
                  <c:v>1.3202891699999999</c:v>
                </c:pt>
                <c:pt idx="747">
                  <c:v>1.3231222199999999</c:v>
                </c:pt>
                <c:pt idx="748">
                  <c:v>1.3247463900000001</c:v>
                </c:pt>
                <c:pt idx="749">
                  <c:v>1.3256769399999999</c:v>
                </c:pt>
                <c:pt idx="750">
                  <c:v>1.32569556</c:v>
                </c:pt>
                <c:pt idx="751">
                  <c:v>1.32571222</c:v>
                </c:pt>
                <c:pt idx="752">
                  <c:v>1.3264100000000001</c:v>
                </c:pt>
                <c:pt idx="753">
                  <c:v>1.3275622199999999</c:v>
                </c:pt>
                <c:pt idx="754">
                  <c:v>1.3292194399999999</c:v>
                </c:pt>
                <c:pt idx="755">
                  <c:v>1.3293097199999999</c:v>
                </c:pt>
                <c:pt idx="756">
                  <c:v>1.3302449999999999</c:v>
                </c:pt>
                <c:pt idx="757">
                  <c:v>1.3313636099999999</c:v>
                </c:pt>
                <c:pt idx="758">
                  <c:v>1.331485</c:v>
                </c:pt>
                <c:pt idx="759">
                  <c:v>1.3333305600000001</c:v>
                </c:pt>
                <c:pt idx="760">
                  <c:v>1.33340389</c:v>
                </c:pt>
                <c:pt idx="761">
                  <c:v>1.3352230599999999</c:v>
                </c:pt>
                <c:pt idx="762">
                  <c:v>1.33527</c:v>
                </c:pt>
                <c:pt idx="763">
                  <c:v>1.3360980600000001</c:v>
                </c:pt>
                <c:pt idx="764">
                  <c:v>1.33661611</c:v>
                </c:pt>
                <c:pt idx="765">
                  <c:v>1.3372747199999999</c:v>
                </c:pt>
                <c:pt idx="766">
                  <c:v>1.3373105599999999</c:v>
                </c:pt>
                <c:pt idx="767">
                  <c:v>1.33771028</c:v>
                </c:pt>
                <c:pt idx="768">
                  <c:v>1.3394250000000001</c:v>
                </c:pt>
                <c:pt idx="769">
                  <c:v>1.3404905600000001</c:v>
                </c:pt>
                <c:pt idx="770">
                  <c:v>1.3409583300000001</c:v>
                </c:pt>
                <c:pt idx="771">
                  <c:v>1.3414105599999999</c:v>
                </c:pt>
                <c:pt idx="772">
                  <c:v>1.34232028</c:v>
                </c:pt>
                <c:pt idx="773">
                  <c:v>1.34238167</c:v>
                </c:pt>
                <c:pt idx="774">
                  <c:v>1.3463099999999999</c:v>
                </c:pt>
                <c:pt idx="775">
                  <c:v>1.34789556</c:v>
                </c:pt>
                <c:pt idx="776">
                  <c:v>1.34866361</c:v>
                </c:pt>
                <c:pt idx="777">
                  <c:v>1.34927361</c:v>
                </c:pt>
                <c:pt idx="778">
                  <c:v>1.3493922199999999</c:v>
                </c:pt>
                <c:pt idx="779">
                  <c:v>1.34954083</c:v>
                </c:pt>
                <c:pt idx="780">
                  <c:v>1.3502002799999999</c:v>
                </c:pt>
                <c:pt idx="781">
                  <c:v>1.35072083</c:v>
                </c:pt>
                <c:pt idx="782">
                  <c:v>1.3510877800000001</c:v>
                </c:pt>
                <c:pt idx="783">
                  <c:v>1.35339111</c:v>
                </c:pt>
                <c:pt idx="784">
                  <c:v>1.35358</c:v>
                </c:pt>
                <c:pt idx="785">
                  <c:v>1.3551702800000001</c:v>
                </c:pt>
                <c:pt idx="786">
                  <c:v>1.3566</c:v>
                </c:pt>
                <c:pt idx="787">
                  <c:v>1.3567058299999999</c:v>
                </c:pt>
                <c:pt idx="788">
                  <c:v>1.35799694</c:v>
                </c:pt>
                <c:pt idx="789">
                  <c:v>1.3592852799999999</c:v>
                </c:pt>
                <c:pt idx="790">
                  <c:v>1.36018694</c:v>
                </c:pt>
                <c:pt idx="791">
                  <c:v>1.36216278</c:v>
                </c:pt>
                <c:pt idx="792">
                  <c:v>1.3622894400000001</c:v>
                </c:pt>
                <c:pt idx="793">
                  <c:v>1.36312111</c:v>
                </c:pt>
                <c:pt idx="794">
                  <c:v>1.3633636099999999</c:v>
                </c:pt>
                <c:pt idx="795">
                  <c:v>1.36344139</c:v>
                </c:pt>
                <c:pt idx="796">
                  <c:v>1.3644197199999999</c:v>
                </c:pt>
                <c:pt idx="797">
                  <c:v>1.3658208300000001</c:v>
                </c:pt>
                <c:pt idx="798">
                  <c:v>1.36677278</c:v>
                </c:pt>
                <c:pt idx="799">
                  <c:v>1.367</c:v>
                </c:pt>
                <c:pt idx="800">
                  <c:v>1.36815778</c:v>
                </c:pt>
                <c:pt idx="801">
                  <c:v>1.3686330600000001</c:v>
                </c:pt>
                <c:pt idx="802">
                  <c:v>1.36912583</c:v>
                </c:pt>
                <c:pt idx="803">
                  <c:v>1.37044389</c:v>
                </c:pt>
                <c:pt idx="804">
                  <c:v>1.3709666700000001</c:v>
                </c:pt>
                <c:pt idx="805">
                  <c:v>1.3723555599999999</c:v>
                </c:pt>
                <c:pt idx="806">
                  <c:v>1.3730633299999999</c:v>
                </c:pt>
                <c:pt idx="807">
                  <c:v>1.3782713900000001</c:v>
                </c:pt>
                <c:pt idx="808">
                  <c:v>1.37846</c:v>
                </c:pt>
                <c:pt idx="809">
                  <c:v>1.3793352800000001</c:v>
                </c:pt>
                <c:pt idx="810">
                  <c:v>1.3797041699999999</c:v>
                </c:pt>
                <c:pt idx="811">
                  <c:v>1.3799147199999999</c:v>
                </c:pt>
                <c:pt idx="812">
                  <c:v>1.38230056</c:v>
                </c:pt>
                <c:pt idx="813">
                  <c:v>1.38264056</c:v>
                </c:pt>
                <c:pt idx="814">
                  <c:v>1.38271944</c:v>
                </c:pt>
                <c:pt idx="815">
                  <c:v>1.38295722</c:v>
                </c:pt>
                <c:pt idx="816">
                  <c:v>1.3841013900000001</c:v>
                </c:pt>
                <c:pt idx="817">
                  <c:v>1.3846352799999999</c:v>
                </c:pt>
                <c:pt idx="818">
                  <c:v>1.38468444</c:v>
                </c:pt>
                <c:pt idx="819">
                  <c:v>1.38473278</c:v>
                </c:pt>
                <c:pt idx="820">
                  <c:v>1.3870450000000001</c:v>
                </c:pt>
                <c:pt idx="821">
                  <c:v>1.3883833299999999</c:v>
                </c:pt>
                <c:pt idx="822">
                  <c:v>1.3891255600000001</c:v>
                </c:pt>
                <c:pt idx="823">
                  <c:v>1.39927694</c:v>
                </c:pt>
                <c:pt idx="824">
                  <c:v>1.3994047199999999</c:v>
                </c:pt>
                <c:pt idx="825">
                  <c:v>1.3997675000000001</c:v>
                </c:pt>
                <c:pt idx="826">
                  <c:v>1.39979667</c:v>
                </c:pt>
                <c:pt idx="827">
                  <c:v>1.4015922199999999</c:v>
                </c:pt>
                <c:pt idx="828">
                  <c:v>1.40178056</c:v>
                </c:pt>
                <c:pt idx="829">
                  <c:v>1.4032766699999999</c:v>
                </c:pt>
                <c:pt idx="830">
                  <c:v>1.40422278</c:v>
                </c:pt>
                <c:pt idx="831">
                  <c:v>1.40423472</c:v>
                </c:pt>
                <c:pt idx="832">
                  <c:v>1.40432556</c:v>
                </c:pt>
                <c:pt idx="833">
                  <c:v>1.4052186099999999</c:v>
                </c:pt>
                <c:pt idx="834">
                  <c:v>1.4060369399999999</c:v>
                </c:pt>
                <c:pt idx="835">
                  <c:v>1.4066344399999999</c:v>
                </c:pt>
                <c:pt idx="836">
                  <c:v>1.4071269399999999</c:v>
                </c:pt>
                <c:pt idx="837">
                  <c:v>1.4087358299999999</c:v>
                </c:pt>
                <c:pt idx="838">
                  <c:v>1.4096605600000001</c:v>
                </c:pt>
                <c:pt idx="839">
                  <c:v>1.4195575</c:v>
                </c:pt>
                <c:pt idx="840">
                  <c:v>1.41986306</c:v>
                </c:pt>
                <c:pt idx="841">
                  <c:v>1.4199019399999999</c:v>
                </c:pt>
                <c:pt idx="842">
                  <c:v>1.4199397199999999</c:v>
                </c:pt>
                <c:pt idx="843">
                  <c:v>1.41995833</c:v>
                </c:pt>
                <c:pt idx="844">
                  <c:v>1.42347139</c:v>
                </c:pt>
                <c:pt idx="845">
                  <c:v>1.4245608299999999</c:v>
                </c:pt>
                <c:pt idx="846">
                  <c:v>1.4246733300000001</c:v>
                </c:pt>
                <c:pt idx="847">
                  <c:v>1.4260575</c:v>
                </c:pt>
                <c:pt idx="848">
                  <c:v>1.4266552800000001</c:v>
                </c:pt>
                <c:pt idx="849">
                  <c:v>1.42781917</c:v>
                </c:pt>
                <c:pt idx="850">
                  <c:v>1.4329075</c:v>
                </c:pt>
                <c:pt idx="851">
                  <c:v>1.4329099999999999</c:v>
                </c:pt>
                <c:pt idx="852">
                  <c:v>1.4381333300000001</c:v>
                </c:pt>
                <c:pt idx="853">
                  <c:v>1.43816861</c:v>
                </c:pt>
                <c:pt idx="854">
                  <c:v>1.4381930599999999</c:v>
                </c:pt>
                <c:pt idx="855">
                  <c:v>1.4382202799999999</c:v>
                </c:pt>
                <c:pt idx="856">
                  <c:v>1.43824972</c:v>
                </c:pt>
                <c:pt idx="857">
                  <c:v>1.44094028</c:v>
                </c:pt>
                <c:pt idx="858">
                  <c:v>1.4411133300000001</c:v>
                </c:pt>
                <c:pt idx="859">
                  <c:v>1.44142528</c:v>
                </c:pt>
                <c:pt idx="860">
                  <c:v>1.4430191699999999</c:v>
                </c:pt>
                <c:pt idx="861">
                  <c:v>1.4439788899999999</c:v>
                </c:pt>
                <c:pt idx="862">
                  <c:v>1.44548889</c:v>
                </c:pt>
                <c:pt idx="863">
                  <c:v>1.4470763900000001</c:v>
                </c:pt>
                <c:pt idx="864">
                  <c:v>1.4478688900000001</c:v>
                </c:pt>
                <c:pt idx="865">
                  <c:v>1.4487286100000001</c:v>
                </c:pt>
                <c:pt idx="866">
                  <c:v>1.45084861</c:v>
                </c:pt>
                <c:pt idx="867">
                  <c:v>1.45170222</c:v>
                </c:pt>
                <c:pt idx="868">
                  <c:v>1.4525141699999999</c:v>
                </c:pt>
                <c:pt idx="869">
                  <c:v>1.4549147200000001</c:v>
                </c:pt>
                <c:pt idx="870">
                  <c:v>1.4584277800000001</c:v>
                </c:pt>
                <c:pt idx="871">
                  <c:v>1.4584444400000001</c:v>
                </c:pt>
                <c:pt idx="872">
                  <c:v>1.45882833</c:v>
                </c:pt>
                <c:pt idx="873">
                  <c:v>1.46123333</c:v>
                </c:pt>
                <c:pt idx="874">
                  <c:v>1.4619249999999999</c:v>
                </c:pt>
                <c:pt idx="875">
                  <c:v>1.4620200000000001</c:v>
                </c:pt>
                <c:pt idx="876">
                  <c:v>1.4628000000000001</c:v>
                </c:pt>
                <c:pt idx="877">
                  <c:v>1.4645977800000001</c:v>
                </c:pt>
                <c:pt idx="878">
                  <c:v>1.4657358300000001</c:v>
                </c:pt>
                <c:pt idx="879">
                  <c:v>1.46842556</c:v>
                </c:pt>
                <c:pt idx="880">
                  <c:v>1.46845889</c:v>
                </c:pt>
                <c:pt idx="881">
                  <c:v>1.46913611</c:v>
                </c:pt>
                <c:pt idx="882">
                  <c:v>1.46972028</c:v>
                </c:pt>
                <c:pt idx="883">
                  <c:v>1.47050028</c:v>
                </c:pt>
                <c:pt idx="884">
                  <c:v>1.4712988899999999</c:v>
                </c:pt>
                <c:pt idx="885">
                  <c:v>1.4727922200000001</c:v>
                </c:pt>
                <c:pt idx="886">
                  <c:v>1.47288778</c:v>
                </c:pt>
                <c:pt idx="887">
                  <c:v>1.4743627800000001</c:v>
                </c:pt>
                <c:pt idx="888">
                  <c:v>1.47499333</c:v>
                </c:pt>
                <c:pt idx="889">
                  <c:v>1.4754694399999999</c:v>
                </c:pt>
                <c:pt idx="890">
                  <c:v>1.4799691699999999</c:v>
                </c:pt>
                <c:pt idx="891">
                  <c:v>1.48010083</c:v>
                </c:pt>
                <c:pt idx="892">
                  <c:v>1.48017333</c:v>
                </c:pt>
                <c:pt idx="893">
                  <c:v>1.48163139</c:v>
                </c:pt>
                <c:pt idx="894">
                  <c:v>1.48190694</c:v>
                </c:pt>
                <c:pt idx="895">
                  <c:v>1.48439583</c:v>
                </c:pt>
                <c:pt idx="896">
                  <c:v>1.48449444</c:v>
                </c:pt>
                <c:pt idx="897">
                  <c:v>1.48454833</c:v>
                </c:pt>
                <c:pt idx="898">
                  <c:v>1.4884633300000001</c:v>
                </c:pt>
                <c:pt idx="899">
                  <c:v>1.48979806</c:v>
                </c:pt>
                <c:pt idx="900">
                  <c:v>1.48997333</c:v>
                </c:pt>
                <c:pt idx="901">
                  <c:v>1.4931700000000001</c:v>
                </c:pt>
                <c:pt idx="902">
                  <c:v>1.4942752800000001</c:v>
                </c:pt>
                <c:pt idx="903">
                  <c:v>1.49432611</c:v>
                </c:pt>
                <c:pt idx="904">
                  <c:v>1.4971191699999999</c:v>
                </c:pt>
                <c:pt idx="905">
                  <c:v>1.4971469399999999</c:v>
                </c:pt>
                <c:pt idx="906">
                  <c:v>1.5182338900000001</c:v>
                </c:pt>
                <c:pt idx="907">
                  <c:v>1.52346139</c:v>
                </c:pt>
                <c:pt idx="908">
                  <c:v>1.52350111</c:v>
                </c:pt>
                <c:pt idx="909">
                  <c:v>1.52375528</c:v>
                </c:pt>
                <c:pt idx="910">
                  <c:v>1.5245466700000001</c:v>
                </c:pt>
                <c:pt idx="911">
                  <c:v>1.5247200000000001</c:v>
                </c:pt>
                <c:pt idx="912">
                  <c:v>1.5336072199999999</c:v>
                </c:pt>
                <c:pt idx="913">
                  <c:v>1.53477361</c:v>
                </c:pt>
                <c:pt idx="914">
                  <c:v>1.534915</c:v>
                </c:pt>
                <c:pt idx="915">
                  <c:v>1.53577444</c:v>
                </c:pt>
                <c:pt idx="916">
                  <c:v>1.5361605599999999</c:v>
                </c:pt>
                <c:pt idx="917">
                  <c:v>1.5378066699999999</c:v>
                </c:pt>
                <c:pt idx="918">
                  <c:v>1.5387824999999999</c:v>
                </c:pt>
                <c:pt idx="919">
                  <c:v>1.53981167</c:v>
                </c:pt>
                <c:pt idx="920">
                  <c:v>1.5398694399999999</c:v>
                </c:pt>
                <c:pt idx="921">
                  <c:v>1.54210556</c:v>
                </c:pt>
                <c:pt idx="922">
                  <c:v>1.54435667</c:v>
                </c:pt>
                <c:pt idx="923">
                  <c:v>1.54496528</c:v>
                </c:pt>
                <c:pt idx="924">
                  <c:v>1.5469525</c:v>
                </c:pt>
                <c:pt idx="925">
                  <c:v>1.5478247199999999</c:v>
                </c:pt>
                <c:pt idx="926">
                  <c:v>1.5506877800000001</c:v>
                </c:pt>
                <c:pt idx="927">
                  <c:v>1.55073028</c:v>
                </c:pt>
                <c:pt idx="928">
                  <c:v>1.5532091699999999</c:v>
                </c:pt>
                <c:pt idx="929">
                  <c:v>1.55523889</c:v>
                </c:pt>
                <c:pt idx="930">
                  <c:v>1.55528361</c:v>
                </c:pt>
                <c:pt idx="931">
                  <c:v>1.56712194</c:v>
                </c:pt>
                <c:pt idx="932">
                  <c:v>1.56737667</c:v>
                </c:pt>
                <c:pt idx="933">
                  <c:v>1.5678622200000001</c:v>
                </c:pt>
                <c:pt idx="934">
                  <c:v>1.5680827799999999</c:v>
                </c:pt>
                <c:pt idx="935">
                  <c:v>1.57279861</c:v>
                </c:pt>
                <c:pt idx="936">
                  <c:v>1.5768527800000001</c:v>
                </c:pt>
                <c:pt idx="937">
                  <c:v>1.57700833</c:v>
                </c:pt>
                <c:pt idx="938">
                  <c:v>1.5770150000000001</c:v>
                </c:pt>
                <c:pt idx="939">
                  <c:v>1.5770502799999999</c:v>
                </c:pt>
                <c:pt idx="940">
                  <c:v>1.5795755600000001</c:v>
                </c:pt>
                <c:pt idx="941">
                  <c:v>1.58015222</c:v>
                </c:pt>
                <c:pt idx="942">
                  <c:v>1.5811925</c:v>
                </c:pt>
                <c:pt idx="943">
                  <c:v>1.58229833</c:v>
                </c:pt>
                <c:pt idx="944">
                  <c:v>1.58245306</c:v>
                </c:pt>
                <c:pt idx="945">
                  <c:v>1.5832486100000001</c:v>
                </c:pt>
                <c:pt idx="946">
                  <c:v>1.5841322200000001</c:v>
                </c:pt>
                <c:pt idx="947">
                  <c:v>1.58621111</c:v>
                </c:pt>
                <c:pt idx="948">
                  <c:v>1.58820417</c:v>
                </c:pt>
                <c:pt idx="949">
                  <c:v>1.58829083</c:v>
                </c:pt>
                <c:pt idx="950">
                  <c:v>1.5894669400000001</c:v>
                </c:pt>
                <c:pt idx="951">
                  <c:v>1.58977583</c:v>
                </c:pt>
                <c:pt idx="952">
                  <c:v>1.59032833</c:v>
                </c:pt>
                <c:pt idx="953">
                  <c:v>1.59076028</c:v>
                </c:pt>
                <c:pt idx="954">
                  <c:v>1.5914425000000001</c:v>
                </c:pt>
                <c:pt idx="955">
                  <c:v>1.5922725</c:v>
                </c:pt>
                <c:pt idx="956">
                  <c:v>1.59239306</c:v>
                </c:pt>
                <c:pt idx="957">
                  <c:v>1.5937713899999999</c:v>
                </c:pt>
                <c:pt idx="958">
                  <c:v>1.59439278</c:v>
                </c:pt>
                <c:pt idx="959">
                  <c:v>1.5957091699999999</c:v>
                </c:pt>
                <c:pt idx="960">
                  <c:v>1.59585222</c:v>
                </c:pt>
                <c:pt idx="961">
                  <c:v>1.5965644400000001</c:v>
                </c:pt>
                <c:pt idx="962">
                  <c:v>1.59706222</c:v>
                </c:pt>
                <c:pt idx="963">
                  <c:v>1.59830889</c:v>
                </c:pt>
                <c:pt idx="964">
                  <c:v>1.5983955599999999</c:v>
                </c:pt>
                <c:pt idx="965">
                  <c:v>1.60040139</c:v>
                </c:pt>
                <c:pt idx="966">
                  <c:v>1.60262083</c:v>
                </c:pt>
                <c:pt idx="967">
                  <c:v>1.6031019399999999</c:v>
                </c:pt>
                <c:pt idx="968">
                  <c:v>1.60418167</c:v>
                </c:pt>
                <c:pt idx="969">
                  <c:v>1.60425222</c:v>
                </c:pt>
                <c:pt idx="970">
                  <c:v>1.6068983299999999</c:v>
                </c:pt>
                <c:pt idx="971">
                  <c:v>1.60704833</c:v>
                </c:pt>
                <c:pt idx="972">
                  <c:v>1.60742417</c:v>
                </c:pt>
                <c:pt idx="973">
                  <c:v>1.6097138900000001</c:v>
                </c:pt>
                <c:pt idx="974">
                  <c:v>1.61098611</c:v>
                </c:pt>
                <c:pt idx="975">
                  <c:v>1.61177806</c:v>
                </c:pt>
                <c:pt idx="976">
                  <c:v>1.6138741700000001</c:v>
                </c:pt>
                <c:pt idx="977">
                  <c:v>1.61455222</c:v>
                </c:pt>
                <c:pt idx="978">
                  <c:v>1.615955</c:v>
                </c:pt>
                <c:pt idx="979">
                  <c:v>1.6161538900000001</c:v>
                </c:pt>
                <c:pt idx="980">
                  <c:v>1.6200902800000001</c:v>
                </c:pt>
                <c:pt idx="981">
                  <c:v>1.62116861</c:v>
                </c:pt>
                <c:pt idx="982">
                  <c:v>1.62295444</c:v>
                </c:pt>
                <c:pt idx="983">
                  <c:v>1.6241652799999999</c:v>
                </c:pt>
                <c:pt idx="984">
                  <c:v>1.6244261099999999</c:v>
                </c:pt>
                <c:pt idx="985">
                  <c:v>1.6247227799999999</c:v>
                </c:pt>
                <c:pt idx="986">
                  <c:v>1.62581278</c:v>
                </c:pt>
                <c:pt idx="987">
                  <c:v>1.6274011100000001</c:v>
                </c:pt>
                <c:pt idx="988">
                  <c:v>1.62840278</c:v>
                </c:pt>
                <c:pt idx="989">
                  <c:v>1.6302000000000001</c:v>
                </c:pt>
                <c:pt idx="990">
                  <c:v>1.630285</c:v>
                </c:pt>
                <c:pt idx="991">
                  <c:v>1.63057333</c:v>
                </c:pt>
                <c:pt idx="992">
                  <c:v>1.6314430600000001</c:v>
                </c:pt>
                <c:pt idx="993">
                  <c:v>1.6322461100000001</c:v>
                </c:pt>
                <c:pt idx="994">
                  <c:v>1.6330813900000001</c:v>
                </c:pt>
                <c:pt idx="995">
                  <c:v>1.6331913899999999</c:v>
                </c:pt>
                <c:pt idx="996">
                  <c:v>1.63408194</c:v>
                </c:pt>
                <c:pt idx="997">
                  <c:v>1.6361280600000001</c:v>
                </c:pt>
                <c:pt idx="998">
                  <c:v>1.63666472</c:v>
                </c:pt>
                <c:pt idx="999">
                  <c:v>1.6387177799999999</c:v>
                </c:pt>
                <c:pt idx="1000">
                  <c:v>1.6409436100000001</c:v>
                </c:pt>
                <c:pt idx="1001">
                  <c:v>1.6419361100000001</c:v>
                </c:pt>
                <c:pt idx="1002">
                  <c:v>1.6450408299999999</c:v>
                </c:pt>
                <c:pt idx="1003">
                  <c:v>1.6462586100000001</c:v>
                </c:pt>
                <c:pt idx="1004">
                  <c:v>1.64733861</c:v>
                </c:pt>
                <c:pt idx="1005">
                  <c:v>1.64740139</c:v>
                </c:pt>
                <c:pt idx="1006">
                  <c:v>1.64775556</c:v>
                </c:pt>
                <c:pt idx="1007">
                  <c:v>1.64956389</c:v>
                </c:pt>
                <c:pt idx="1008">
                  <c:v>1.6506141700000001</c:v>
                </c:pt>
                <c:pt idx="1009">
                  <c:v>1.6518822200000001</c:v>
                </c:pt>
                <c:pt idx="1010">
                  <c:v>1.65259639</c:v>
                </c:pt>
                <c:pt idx="1011">
                  <c:v>1.6526897199999999</c:v>
                </c:pt>
                <c:pt idx="1012">
                  <c:v>1.653775</c:v>
                </c:pt>
                <c:pt idx="1013">
                  <c:v>1.65496972</c:v>
                </c:pt>
                <c:pt idx="1014">
                  <c:v>1.65937611</c:v>
                </c:pt>
                <c:pt idx="1015">
                  <c:v>1.65959806</c:v>
                </c:pt>
                <c:pt idx="1016">
                  <c:v>1.65965056</c:v>
                </c:pt>
                <c:pt idx="1017">
                  <c:v>1.6611525</c:v>
                </c:pt>
                <c:pt idx="1018">
                  <c:v>1.66253278</c:v>
                </c:pt>
                <c:pt idx="1019">
                  <c:v>1.6640041699999999</c:v>
                </c:pt>
                <c:pt idx="1020">
                  <c:v>1.6643650000000001</c:v>
                </c:pt>
                <c:pt idx="1021">
                  <c:v>1.66947611</c:v>
                </c:pt>
                <c:pt idx="1022">
                  <c:v>1.6697875</c:v>
                </c:pt>
                <c:pt idx="1023">
                  <c:v>1.66986028</c:v>
                </c:pt>
                <c:pt idx="1024">
                  <c:v>1.67099917</c:v>
                </c:pt>
                <c:pt idx="1025">
                  <c:v>1.6717733299999999</c:v>
                </c:pt>
                <c:pt idx="1026">
                  <c:v>1.67191611</c:v>
                </c:pt>
                <c:pt idx="1027">
                  <c:v>1.6719838899999999</c:v>
                </c:pt>
                <c:pt idx="1028">
                  <c:v>1.67428694</c:v>
                </c:pt>
                <c:pt idx="1029">
                  <c:v>1.6752647199999999</c:v>
                </c:pt>
                <c:pt idx="1030">
                  <c:v>1.6759005600000001</c:v>
                </c:pt>
                <c:pt idx="1031">
                  <c:v>1.67600167</c:v>
                </c:pt>
                <c:pt idx="1032">
                  <c:v>1.6772066699999999</c:v>
                </c:pt>
                <c:pt idx="1033">
                  <c:v>1.6772766699999999</c:v>
                </c:pt>
                <c:pt idx="1034">
                  <c:v>1.677745</c:v>
                </c:pt>
                <c:pt idx="1035">
                  <c:v>1.67860944</c:v>
                </c:pt>
                <c:pt idx="1036">
                  <c:v>1.6801333300000001</c:v>
                </c:pt>
                <c:pt idx="1037">
                  <c:v>1.68063194</c:v>
                </c:pt>
                <c:pt idx="1038">
                  <c:v>1.6811944400000001</c:v>
                </c:pt>
                <c:pt idx="1039">
                  <c:v>1.68272972</c:v>
                </c:pt>
                <c:pt idx="1040">
                  <c:v>1.68321889</c:v>
                </c:pt>
                <c:pt idx="1041">
                  <c:v>1.68382111</c:v>
                </c:pt>
                <c:pt idx="1042">
                  <c:v>1.68544194</c:v>
                </c:pt>
                <c:pt idx="1043">
                  <c:v>1.68612417</c:v>
                </c:pt>
                <c:pt idx="1044">
                  <c:v>1.6861277800000001</c:v>
                </c:pt>
                <c:pt idx="1045">
                  <c:v>1.6862397200000001</c:v>
                </c:pt>
                <c:pt idx="1046">
                  <c:v>1.6877724999999999</c:v>
                </c:pt>
                <c:pt idx="1047">
                  <c:v>1.68854583</c:v>
                </c:pt>
                <c:pt idx="1048">
                  <c:v>1.6892994400000001</c:v>
                </c:pt>
                <c:pt idx="1049">
                  <c:v>1.69063389</c:v>
                </c:pt>
                <c:pt idx="1050">
                  <c:v>1.6911541699999999</c:v>
                </c:pt>
                <c:pt idx="1051">
                  <c:v>1.69159222</c:v>
                </c:pt>
                <c:pt idx="1052">
                  <c:v>1.6930736099999999</c:v>
                </c:pt>
                <c:pt idx="1053">
                  <c:v>1.69415889</c:v>
                </c:pt>
                <c:pt idx="1054">
                  <c:v>1.6956705599999999</c:v>
                </c:pt>
                <c:pt idx="1055">
                  <c:v>1.69771944</c:v>
                </c:pt>
                <c:pt idx="1056">
                  <c:v>1.6977975000000001</c:v>
                </c:pt>
                <c:pt idx="1057">
                  <c:v>1.7006063899999999</c:v>
                </c:pt>
                <c:pt idx="1058">
                  <c:v>1.7006819399999999</c:v>
                </c:pt>
                <c:pt idx="1059">
                  <c:v>1.7016372200000001</c:v>
                </c:pt>
                <c:pt idx="1060">
                  <c:v>1.70227083</c:v>
                </c:pt>
                <c:pt idx="1061">
                  <c:v>1.70444083</c:v>
                </c:pt>
                <c:pt idx="1062">
                  <c:v>1.7053058299999999</c:v>
                </c:pt>
                <c:pt idx="1063">
                  <c:v>1.7073113900000001</c:v>
                </c:pt>
                <c:pt idx="1064">
                  <c:v>1.70809528</c:v>
                </c:pt>
                <c:pt idx="1065">
                  <c:v>1.70835611</c:v>
                </c:pt>
                <c:pt idx="1066">
                  <c:v>1.70854861</c:v>
                </c:pt>
                <c:pt idx="1067">
                  <c:v>1.7134108299999999</c:v>
                </c:pt>
                <c:pt idx="1068">
                  <c:v>1.71387333</c:v>
                </c:pt>
                <c:pt idx="1069">
                  <c:v>1.71567</c:v>
                </c:pt>
                <c:pt idx="1070">
                  <c:v>1.71701806</c:v>
                </c:pt>
                <c:pt idx="1071">
                  <c:v>1.71732694</c:v>
                </c:pt>
                <c:pt idx="1072">
                  <c:v>1.71858194</c:v>
                </c:pt>
                <c:pt idx="1073">
                  <c:v>1.71958583</c:v>
                </c:pt>
                <c:pt idx="1074">
                  <c:v>1.7196991699999999</c:v>
                </c:pt>
                <c:pt idx="1075">
                  <c:v>1.7233499999999999</c:v>
                </c:pt>
                <c:pt idx="1076">
                  <c:v>1.72424361</c:v>
                </c:pt>
                <c:pt idx="1077">
                  <c:v>1.72430722</c:v>
                </c:pt>
                <c:pt idx="1078">
                  <c:v>1.7265055600000001</c:v>
                </c:pt>
                <c:pt idx="1079">
                  <c:v>1.7286524999999999</c:v>
                </c:pt>
                <c:pt idx="1080">
                  <c:v>1.72965167</c:v>
                </c:pt>
                <c:pt idx="1081">
                  <c:v>1.7296722200000001</c:v>
                </c:pt>
                <c:pt idx="1082">
                  <c:v>1.73004889</c:v>
                </c:pt>
                <c:pt idx="1083">
                  <c:v>1.7318127800000001</c:v>
                </c:pt>
                <c:pt idx="1084">
                  <c:v>1.7359066700000001</c:v>
                </c:pt>
                <c:pt idx="1085">
                  <c:v>1.7359819400000001</c:v>
                </c:pt>
                <c:pt idx="1086">
                  <c:v>1.73786833</c:v>
                </c:pt>
                <c:pt idx="1087">
                  <c:v>1.73898694</c:v>
                </c:pt>
                <c:pt idx="1088">
                  <c:v>1.7391574999999999</c:v>
                </c:pt>
                <c:pt idx="1089">
                  <c:v>1.7404569400000001</c:v>
                </c:pt>
                <c:pt idx="1090">
                  <c:v>1.7419205600000001</c:v>
                </c:pt>
                <c:pt idx="1091">
                  <c:v>1.74210778</c:v>
                </c:pt>
                <c:pt idx="1092">
                  <c:v>1.7438338900000001</c:v>
                </c:pt>
                <c:pt idx="1093">
                  <c:v>1.74553694</c:v>
                </c:pt>
                <c:pt idx="1094">
                  <c:v>1.75314528</c:v>
                </c:pt>
                <c:pt idx="1095">
                  <c:v>1.7532224999999999</c:v>
                </c:pt>
                <c:pt idx="1096">
                  <c:v>1.7533049999999999</c:v>
                </c:pt>
                <c:pt idx="1097">
                  <c:v>1.75872611</c:v>
                </c:pt>
                <c:pt idx="1098">
                  <c:v>1.76086806</c:v>
                </c:pt>
                <c:pt idx="1099">
                  <c:v>1.7608699999999999</c:v>
                </c:pt>
                <c:pt idx="1100">
                  <c:v>1.7608908299999999</c:v>
                </c:pt>
                <c:pt idx="1101">
                  <c:v>1.7609327800000001</c:v>
                </c:pt>
                <c:pt idx="1102">
                  <c:v>1.76093806</c:v>
                </c:pt>
                <c:pt idx="1103">
                  <c:v>1.76422722</c:v>
                </c:pt>
                <c:pt idx="1104">
                  <c:v>1.7647277800000001</c:v>
                </c:pt>
                <c:pt idx="1105">
                  <c:v>1.76481694</c:v>
                </c:pt>
                <c:pt idx="1106">
                  <c:v>1.76634278</c:v>
                </c:pt>
                <c:pt idx="1107">
                  <c:v>1.76644333</c:v>
                </c:pt>
                <c:pt idx="1108">
                  <c:v>1.76764528</c:v>
                </c:pt>
                <c:pt idx="1109">
                  <c:v>1.7686850000000001</c:v>
                </c:pt>
                <c:pt idx="1110">
                  <c:v>1.76875</c:v>
                </c:pt>
                <c:pt idx="1111">
                  <c:v>1.77069056</c:v>
                </c:pt>
                <c:pt idx="1112">
                  <c:v>1.7738244400000001</c:v>
                </c:pt>
                <c:pt idx="1113">
                  <c:v>1.7750194399999999</c:v>
                </c:pt>
                <c:pt idx="1114">
                  <c:v>1.7750986099999999</c:v>
                </c:pt>
                <c:pt idx="1115">
                  <c:v>1.7767411099999999</c:v>
                </c:pt>
                <c:pt idx="1116">
                  <c:v>1.7776433300000001</c:v>
                </c:pt>
                <c:pt idx="1117">
                  <c:v>1.77905556</c:v>
                </c:pt>
                <c:pt idx="1118">
                  <c:v>1.77955306</c:v>
                </c:pt>
                <c:pt idx="1119">
                  <c:v>1.7810622199999999</c:v>
                </c:pt>
                <c:pt idx="1120">
                  <c:v>1.78188361</c:v>
                </c:pt>
                <c:pt idx="1121">
                  <c:v>1.78251694</c:v>
                </c:pt>
                <c:pt idx="1122">
                  <c:v>1.7831880600000001</c:v>
                </c:pt>
                <c:pt idx="1123">
                  <c:v>1.7840836099999999</c:v>
                </c:pt>
                <c:pt idx="1124">
                  <c:v>1.78524083</c:v>
                </c:pt>
                <c:pt idx="1125">
                  <c:v>1.78713806</c:v>
                </c:pt>
                <c:pt idx="1126">
                  <c:v>1.7871699999999999</c:v>
                </c:pt>
                <c:pt idx="1127">
                  <c:v>1.78834944</c:v>
                </c:pt>
                <c:pt idx="1128">
                  <c:v>1.7897369400000001</c:v>
                </c:pt>
                <c:pt idx="1129">
                  <c:v>1.7904430600000001</c:v>
                </c:pt>
                <c:pt idx="1130">
                  <c:v>1.79114917</c:v>
                </c:pt>
                <c:pt idx="1131">
                  <c:v>1.7923788899999999</c:v>
                </c:pt>
                <c:pt idx="1132">
                  <c:v>1.79270861</c:v>
                </c:pt>
                <c:pt idx="1133">
                  <c:v>1.7948038900000001</c:v>
                </c:pt>
                <c:pt idx="1134">
                  <c:v>1.7948175</c:v>
                </c:pt>
                <c:pt idx="1135">
                  <c:v>1.79484917</c:v>
                </c:pt>
                <c:pt idx="1136">
                  <c:v>1.79705056</c:v>
                </c:pt>
                <c:pt idx="1137">
                  <c:v>1.7981605599999999</c:v>
                </c:pt>
                <c:pt idx="1138">
                  <c:v>1.7983666700000001</c:v>
                </c:pt>
                <c:pt idx="1139">
                  <c:v>1.7984638900000001</c:v>
                </c:pt>
                <c:pt idx="1140">
                  <c:v>1.79980111</c:v>
                </c:pt>
                <c:pt idx="1141">
                  <c:v>1.80099444</c:v>
                </c:pt>
                <c:pt idx="1142">
                  <c:v>1.8013805599999999</c:v>
                </c:pt>
                <c:pt idx="1143">
                  <c:v>1.80259583</c:v>
                </c:pt>
                <c:pt idx="1144">
                  <c:v>1.80274694</c:v>
                </c:pt>
                <c:pt idx="1145">
                  <c:v>1.803925</c:v>
                </c:pt>
                <c:pt idx="1146">
                  <c:v>1.80587111</c:v>
                </c:pt>
                <c:pt idx="1147">
                  <c:v>1.8100825</c:v>
                </c:pt>
                <c:pt idx="1148">
                  <c:v>1.81089667</c:v>
                </c:pt>
                <c:pt idx="1149">
                  <c:v>1.8113847199999999</c:v>
                </c:pt>
                <c:pt idx="1150">
                  <c:v>1.81190056</c:v>
                </c:pt>
                <c:pt idx="1151">
                  <c:v>1.8143913899999999</c:v>
                </c:pt>
                <c:pt idx="1152">
                  <c:v>1.81540167</c:v>
                </c:pt>
                <c:pt idx="1153">
                  <c:v>1.81732556</c:v>
                </c:pt>
                <c:pt idx="1154">
                  <c:v>1.8187500000000001</c:v>
                </c:pt>
                <c:pt idx="1155">
                  <c:v>1.8201780599999999</c:v>
                </c:pt>
                <c:pt idx="1156">
                  <c:v>1.8203483300000001</c:v>
                </c:pt>
                <c:pt idx="1157">
                  <c:v>1.82161833</c:v>
                </c:pt>
                <c:pt idx="1158">
                  <c:v>1.8225402799999999</c:v>
                </c:pt>
                <c:pt idx="1159">
                  <c:v>1.8245938900000001</c:v>
                </c:pt>
                <c:pt idx="1160">
                  <c:v>1.82598667</c:v>
                </c:pt>
                <c:pt idx="1161">
                  <c:v>1.82635667</c:v>
                </c:pt>
                <c:pt idx="1162">
                  <c:v>1.82734694</c:v>
                </c:pt>
                <c:pt idx="1163">
                  <c:v>1.8275216700000001</c:v>
                </c:pt>
                <c:pt idx="1164">
                  <c:v>1.8302608300000001</c:v>
                </c:pt>
                <c:pt idx="1165">
                  <c:v>1.83040417</c:v>
                </c:pt>
                <c:pt idx="1166">
                  <c:v>1.8315511099999999</c:v>
                </c:pt>
                <c:pt idx="1167">
                  <c:v>1.8317175000000001</c:v>
                </c:pt>
                <c:pt idx="1168">
                  <c:v>1.8338833299999999</c:v>
                </c:pt>
                <c:pt idx="1169">
                  <c:v>1.8343863899999999</c:v>
                </c:pt>
                <c:pt idx="1170">
                  <c:v>1.83484917</c:v>
                </c:pt>
                <c:pt idx="1171">
                  <c:v>1.8490633299999999</c:v>
                </c:pt>
                <c:pt idx="1172">
                  <c:v>1.84934833</c:v>
                </c:pt>
                <c:pt idx="1173">
                  <c:v>1.8497691700000001</c:v>
                </c:pt>
                <c:pt idx="1174">
                  <c:v>1.84994722</c:v>
                </c:pt>
                <c:pt idx="1175">
                  <c:v>1.8503594400000001</c:v>
                </c:pt>
                <c:pt idx="1176">
                  <c:v>1.8509011099999999</c:v>
                </c:pt>
                <c:pt idx="1177">
                  <c:v>1.85198694</c:v>
                </c:pt>
                <c:pt idx="1178">
                  <c:v>1.8520313900000001</c:v>
                </c:pt>
                <c:pt idx="1179">
                  <c:v>1.8549249999999999</c:v>
                </c:pt>
                <c:pt idx="1180">
                  <c:v>1.85496667</c:v>
                </c:pt>
                <c:pt idx="1181">
                  <c:v>1.85674111</c:v>
                </c:pt>
                <c:pt idx="1182">
                  <c:v>1.85752194</c:v>
                </c:pt>
                <c:pt idx="1183">
                  <c:v>1.85927139</c:v>
                </c:pt>
                <c:pt idx="1184">
                  <c:v>1.8592741699999999</c:v>
                </c:pt>
                <c:pt idx="1185">
                  <c:v>1.8596341700000001</c:v>
                </c:pt>
                <c:pt idx="1186">
                  <c:v>1.8622799999999999</c:v>
                </c:pt>
                <c:pt idx="1187">
                  <c:v>1.86336222</c:v>
                </c:pt>
                <c:pt idx="1188">
                  <c:v>1.86381361</c:v>
                </c:pt>
                <c:pt idx="1189">
                  <c:v>1.87460056</c:v>
                </c:pt>
                <c:pt idx="1190">
                  <c:v>1.8746652800000001</c:v>
                </c:pt>
                <c:pt idx="1191">
                  <c:v>1.8746688899999999</c:v>
                </c:pt>
                <c:pt idx="1192">
                  <c:v>1.87477278</c:v>
                </c:pt>
                <c:pt idx="1193">
                  <c:v>1.8748658300000001</c:v>
                </c:pt>
                <c:pt idx="1194">
                  <c:v>1.87654056</c:v>
                </c:pt>
                <c:pt idx="1195">
                  <c:v>1.8776033299999999</c:v>
                </c:pt>
                <c:pt idx="1196">
                  <c:v>1.87800667</c:v>
                </c:pt>
                <c:pt idx="1197">
                  <c:v>1.8794525</c:v>
                </c:pt>
                <c:pt idx="1198">
                  <c:v>1.87952389</c:v>
                </c:pt>
                <c:pt idx="1199">
                  <c:v>1.8802952799999999</c:v>
                </c:pt>
                <c:pt idx="1200">
                  <c:v>1.88035083</c:v>
                </c:pt>
                <c:pt idx="1201">
                  <c:v>1.88169056</c:v>
                </c:pt>
                <c:pt idx="1202">
                  <c:v>1.8833422200000001</c:v>
                </c:pt>
                <c:pt idx="1203">
                  <c:v>1.88337333</c:v>
                </c:pt>
                <c:pt idx="1204">
                  <c:v>1.8901491699999999</c:v>
                </c:pt>
                <c:pt idx="1205">
                  <c:v>1.89069833</c:v>
                </c:pt>
                <c:pt idx="1206">
                  <c:v>1.8908400000000001</c:v>
                </c:pt>
                <c:pt idx="1207">
                  <c:v>1.8915213900000001</c:v>
                </c:pt>
                <c:pt idx="1208">
                  <c:v>1.8929863899999999</c:v>
                </c:pt>
                <c:pt idx="1209">
                  <c:v>1.89388417</c:v>
                </c:pt>
                <c:pt idx="1210">
                  <c:v>1.89582389</c:v>
                </c:pt>
                <c:pt idx="1211">
                  <c:v>1.89600111</c:v>
                </c:pt>
                <c:pt idx="1212">
                  <c:v>1.89603056</c:v>
                </c:pt>
                <c:pt idx="1213">
                  <c:v>1.8988775</c:v>
                </c:pt>
                <c:pt idx="1214">
                  <c:v>1.8996158299999999</c:v>
                </c:pt>
                <c:pt idx="1215">
                  <c:v>1.89976056</c:v>
                </c:pt>
                <c:pt idx="1216">
                  <c:v>1.9003986100000001</c:v>
                </c:pt>
                <c:pt idx="1217">
                  <c:v>1.9016394400000001</c:v>
                </c:pt>
                <c:pt idx="1218">
                  <c:v>1.9024300000000001</c:v>
                </c:pt>
                <c:pt idx="1219">
                  <c:v>1.90344639</c:v>
                </c:pt>
                <c:pt idx="1220">
                  <c:v>1.9036186100000001</c:v>
                </c:pt>
                <c:pt idx="1221">
                  <c:v>1.9089583299999999</c:v>
                </c:pt>
                <c:pt idx="1222">
                  <c:v>1.9102347200000001</c:v>
                </c:pt>
                <c:pt idx="1223">
                  <c:v>1.91052222</c:v>
                </c:pt>
                <c:pt idx="1224">
                  <c:v>1.9106155600000001</c:v>
                </c:pt>
                <c:pt idx="1225">
                  <c:v>1.91206528</c:v>
                </c:pt>
                <c:pt idx="1226">
                  <c:v>1.91297611</c:v>
                </c:pt>
                <c:pt idx="1227">
                  <c:v>1.91336222</c:v>
                </c:pt>
                <c:pt idx="1228">
                  <c:v>1.9142319400000001</c:v>
                </c:pt>
                <c:pt idx="1229">
                  <c:v>1.9149777800000001</c:v>
                </c:pt>
                <c:pt idx="1230">
                  <c:v>1.9155486100000001</c:v>
                </c:pt>
                <c:pt idx="1231">
                  <c:v>1.9189197200000001</c:v>
                </c:pt>
                <c:pt idx="1232">
                  <c:v>1.9218758300000001</c:v>
                </c:pt>
                <c:pt idx="1233">
                  <c:v>1.9229944400000001</c:v>
                </c:pt>
                <c:pt idx="1234">
                  <c:v>1.9230647199999999</c:v>
                </c:pt>
                <c:pt idx="1235">
                  <c:v>1.9230700000000001</c:v>
                </c:pt>
                <c:pt idx="1236">
                  <c:v>1.92487333</c:v>
                </c:pt>
                <c:pt idx="1237">
                  <c:v>1.9249888900000001</c:v>
                </c:pt>
                <c:pt idx="1238">
                  <c:v>1.9261516700000001</c:v>
                </c:pt>
                <c:pt idx="1239">
                  <c:v>1.9272241699999999</c:v>
                </c:pt>
                <c:pt idx="1240">
                  <c:v>1.93022556</c:v>
                </c:pt>
                <c:pt idx="1241">
                  <c:v>1.93225417</c:v>
                </c:pt>
                <c:pt idx="1242">
                  <c:v>1.93446472</c:v>
                </c:pt>
                <c:pt idx="1243">
                  <c:v>1.9350063900000001</c:v>
                </c:pt>
                <c:pt idx="1244">
                  <c:v>1.93516833</c:v>
                </c:pt>
                <c:pt idx="1245">
                  <c:v>1.93525167</c:v>
                </c:pt>
                <c:pt idx="1246">
                  <c:v>1.9378850000000001</c:v>
                </c:pt>
                <c:pt idx="1247">
                  <c:v>1.93798694</c:v>
                </c:pt>
                <c:pt idx="1248">
                  <c:v>1.9405336099999999</c:v>
                </c:pt>
                <c:pt idx="1249">
                  <c:v>1.9409016699999999</c:v>
                </c:pt>
                <c:pt idx="1250">
                  <c:v>1.94201</c:v>
                </c:pt>
                <c:pt idx="1251">
                  <c:v>1.94246667</c:v>
                </c:pt>
                <c:pt idx="1252">
                  <c:v>1.94469333</c:v>
                </c:pt>
                <c:pt idx="1253">
                  <c:v>1.9450499999999999</c:v>
                </c:pt>
                <c:pt idx="1254">
                  <c:v>1.94617083</c:v>
                </c:pt>
                <c:pt idx="1255">
                  <c:v>1.9462522200000001</c:v>
                </c:pt>
                <c:pt idx="1256">
                  <c:v>1.9512827800000001</c:v>
                </c:pt>
                <c:pt idx="1257">
                  <c:v>1.95302833</c:v>
                </c:pt>
                <c:pt idx="1258">
                  <c:v>1.9544025</c:v>
                </c:pt>
                <c:pt idx="1259">
                  <c:v>1.9544208300000001</c:v>
                </c:pt>
                <c:pt idx="1260">
                  <c:v>1.9549330599999999</c:v>
                </c:pt>
                <c:pt idx="1261">
                  <c:v>1.95562806</c:v>
                </c:pt>
                <c:pt idx="1262">
                  <c:v>1.9572136099999999</c:v>
                </c:pt>
                <c:pt idx="1263">
                  <c:v>1.9577038899999999</c:v>
                </c:pt>
                <c:pt idx="1264">
                  <c:v>1.9585158300000001</c:v>
                </c:pt>
                <c:pt idx="1265">
                  <c:v>1.9594541700000001</c:v>
                </c:pt>
                <c:pt idx="1266">
                  <c:v>1.9601222199999999</c:v>
                </c:pt>
                <c:pt idx="1267">
                  <c:v>1.960615</c:v>
                </c:pt>
                <c:pt idx="1268">
                  <c:v>1.96152667</c:v>
                </c:pt>
                <c:pt idx="1269">
                  <c:v>1.96227639</c:v>
                </c:pt>
                <c:pt idx="1270">
                  <c:v>1.96687306</c:v>
                </c:pt>
                <c:pt idx="1271">
                  <c:v>1.9672016699999999</c:v>
                </c:pt>
                <c:pt idx="1272">
                  <c:v>1.96766833</c:v>
                </c:pt>
                <c:pt idx="1273">
                  <c:v>1.9692736099999999</c:v>
                </c:pt>
                <c:pt idx="1274">
                  <c:v>1.9713052799999999</c:v>
                </c:pt>
                <c:pt idx="1275">
                  <c:v>1.97137556</c:v>
                </c:pt>
                <c:pt idx="1276">
                  <c:v>1.973225</c:v>
                </c:pt>
                <c:pt idx="1277">
                  <c:v>1.97848417</c:v>
                </c:pt>
                <c:pt idx="1278">
                  <c:v>1.9794958300000001</c:v>
                </c:pt>
                <c:pt idx="1279">
                  <c:v>1.9800275000000001</c:v>
                </c:pt>
                <c:pt idx="1280">
                  <c:v>1.98150056</c:v>
                </c:pt>
                <c:pt idx="1281">
                  <c:v>1.98228611</c:v>
                </c:pt>
                <c:pt idx="1282">
                  <c:v>1.98417778</c:v>
                </c:pt>
                <c:pt idx="1283">
                  <c:v>1.9851572200000001</c:v>
                </c:pt>
                <c:pt idx="1284">
                  <c:v>1.9860341699999999</c:v>
                </c:pt>
                <c:pt idx="1285">
                  <c:v>1.9860988900000001</c:v>
                </c:pt>
                <c:pt idx="1286">
                  <c:v>1.9879388899999999</c:v>
                </c:pt>
                <c:pt idx="1287">
                  <c:v>1.9900694400000001</c:v>
                </c:pt>
                <c:pt idx="1288">
                  <c:v>1.99211417</c:v>
                </c:pt>
                <c:pt idx="1289">
                  <c:v>1.9940205600000001</c:v>
                </c:pt>
                <c:pt idx="1290">
                  <c:v>1.99486111</c:v>
                </c:pt>
                <c:pt idx="1291">
                  <c:v>1.99488361</c:v>
                </c:pt>
                <c:pt idx="1292">
                  <c:v>1.99706056</c:v>
                </c:pt>
                <c:pt idx="1293">
                  <c:v>1.9971286100000001</c:v>
                </c:pt>
                <c:pt idx="1294">
                  <c:v>1.99911222</c:v>
                </c:pt>
                <c:pt idx="1295">
                  <c:v>1.9998758299999999</c:v>
                </c:pt>
                <c:pt idx="1296">
                  <c:v>2.0018569400000001</c:v>
                </c:pt>
                <c:pt idx="1297">
                  <c:v>2.0039766700000001</c:v>
                </c:pt>
                <c:pt idx="1298">
                  <c:v>2.0041536099999999</c:v>
                </c:pt>
                <c:pt idx="1299">
                  <c:v>2.0065824999999999</c:v>
                </c:pt>
                <c:pt idx="1300">
                  <c:v>2.0083466699999999</c:v>
                </c:pt>
                <c:pt idx="1301">
                  <c:v>2.0103586099999999</c:v>
                </c:pt>
                <c:pt idx="1302">
                  <c:v>2.0116311100000002</c:v>
                </c:pt>
                <c:pt idx="1303">
                  <c:v>2.0116672200000001</c:v>
                </c:pt>
                <c:pt idx="1304">
                  <c:v>2.0124566700000002</c:v>
                </c:pt>
                <c:pt idx="1305">
                  <c:v>2.0147024999999998</c:v>
                </c:pt>
                <c:pt idx="1306">
                  <c:v>2.01717083</c:v>
                </c:pt>
                <c:pt idx="1307">
                  <c:v>2.0198561100000001</c:v>
                </c:pt>
                <c:pt idx="1308">
                  <c:v>2.02075111</c:v>
                </c:pt>
                <c:pt idx="1309">
                  <c:v>2.0227094399999999</c:v>
                </c:pt>
                <c:pt idx="1310">
                  <c:v>2.0249986099999999</c:v>
                </c:pt>
                <c:pt idx="1311">
                  <c:v>2.0278075000000002</c:v>
                </c:pt>
                <c:pt idx="1312">
                  <c:v>2.0318677799999998</c:v>
                </c:pt>
                <c:pt idx="1313">
                  <c:v>2.03298472</c:v>
                </c:pt>
                <c:pt idx="1314">
                  <c:v>2.03616361</c:v>
                </c:pt>
                <c:pt idx="1315">
                  <c:v>2.0375213900000002</c:v>
                </c:pt>
                <c:pt idx="1316">
                  <c:v>2.0378086099999999</c:v>
                </c:pt>
                <c:pt idx="1317">
                  <c:v>2.03807056</c:v>
                </c:pt>
                <c:pt idx="1318">
                  <c:v>2.0404802800000001</c:v>
                </c:pt>
                <c:pt idx="1319">
                  <c:v>2.04054833</c:v>
                </c:pt>
                <c:pt idx="1320">
                  <c:v>2.0447941699999999</c:v>
                </c:pt>
                <c:pt idx="1321">
                  <c:v>2.0472827800000002</c:v>
                </c:pt>
                <c:pt idx="1322">
                  <c:v>2.0525127799999998</c:v>
                </c:pt>
                <c:pt idx="1323">
                  <c:v>2.0528261099999998</c:v>
                </c:pt>
                <c:pt idx="1324">
                  <c:v>2.0544694400000001</c:v>
                </c:pt>
                <c:pt idx="1325">
                  <c:v>2.05546278</c:v>
                </c:pt>
                <c:pt idx="1326">
                  <c:v>2.0554847199999999</c:v>
                </c:pt>
                <c:pt idx="1327">
                  <c:v>2.0603558300000002</c:v>
                </c:pt>
                <c:pt idx="1328">
                  <c:v>2.0631161100000002</c:v>
                </c:pt>
                <c:pt idx="1329">
                  <c:v>2.0633219399999998</c:v>
                </c:pt>
                <c:pt idx="1330">
                  <c:v>2.06384167</c:v>
                </c:pt>
                <c:pt idx="1331">
                  <c:v>2.0654211099999999</c:v>
                </c:pt>
                <c:pt idx="1332">
                  <c:v>2.0656175000000001</c:v>
                </c:pt>
                <c:pt idx="1333">
                  <c:v>2.0689308300000002</c:v>
                </c:pt>
                <c:pt idx="1334">
                  <c:v>2.0691522199999999</c:v>
                </c:pt>
                <c:pt idx="1335">
                  <c:v>2.0718544400000001</c:v>
                </c:pt>
                <c:pt idx="1336">
                  <c:v>2.07314139</c:v>
                </c:pt>
                <c:pt idx="1337">
                  <c:v>2.0771458300000001</c:v>
                </c:pt>
                <c:pt idx="1338">
                  <c:v>2.0776383300000001</c:v>
                </c:pt>
                <c:pt idx="1339">
                  <c:v>2.07822833</c:v>
                </c:pt>
                <c:pt idx="1340">
                  <c:v>2.07948639</c:v>
                </c:pt>
                <c:pt idx="1341">
                  <c:v>2.0820194399999998</c:v>
                </c:pt>
                <c:pt idx="1342">
                  <c:v>2.0849774999999999</c:v>
                </c:pt>
                <c:pt idx="1343">
                  <c:v>2.0875261100000002</c:v>
                </c:pt>
                <c:pt idx="1344">
                  <c:v>2.09087917</c:v>
                </c:pt>
                <c:pt idx="1345">
                  <c:v>2.0952730599999998</c:v>
                </c:pt>
                <c:pt idx="1346">
                  <c:v>2.0973552799999999</c:v>
                </c:pt>
                <c:pt idx="1347">
                  <c:v>2.0974055599999999</c:v>
                </c:pt>
                <c:pt idx="1348">
                  <c:v>2.1013549999999999</c:v>
                </c:pt>
                <c:pt idx="1349">
                  <c:v>2.1018069399999999</c:v>
                </c:pt>
                <c:pt idx="1350">
                  <c:v>2.1054791700000002</c:v>
                </c:pt>
                <c:pt idx="1351">
                  <c:v>2.1058030599999999</c:v>
                </c:pt>
                <c:pt idx="1352">
                  <c:v>2.1084624999999999</c:v>
                </c:pt>
                <c:pt idx="1353">
                  <c:v>2.1097252800000001</c:v>
                </c:pt>
                <c:pt idx="1354">
                  <c:v>2.11048444</c:v>
                </c:pt>
                <c:pt idx="1355">
                  <c:v>2.1123611100000002</c:v>
                </c:pt>
                <c:pt idx="1356">
                  <c:v>2.1136041699999999</c:v>
                </c:pt>
                <c:pt idx="1357">
                  <c:v>2.1146558299999998</c:v>
                </c:pt>
                <c:pt idx="1358">
                  <c:v>2.1150213899999999</c:v>
                </c:pt>
                <c:pt idx="1359">
                  <c:v>2.1177069400000001</c:v>
                </c:pt>
                <c:pt idx="1360">
                  <c:v>2.1184338899999999</c:v>
                </c:pt>
                <c:pt idx="1361">
                  <c:v>2.1231163899999999</c:v>
                </c:pt>
                <c:pt idx="1362">
                  <c:v>2.1254527799999998</c:v>
                </c:pt>
                <c:pt idx="1363">
                  <c:v>2.1262363899999999</c:v>
                </c:pt>
                <c:pt idx="1364">
                  <c:v>2.1295380599999998</c:v>
                </c:pt>
                <c:pt idx="1365">
                  <c:v>2.1317050000000002</c:v>
                </c:pt>
                <c:pt idx="1366">
                  <c:v>2.1346727799999998</c:v>
                </c:pt>
                <c:pt idx="1367">
                  <c:v>2.1346797199999998</c:v>
                </c:pt>
                <c:pt idx="1368">
                  <c:v>2.1448847199999999</c:v>
                </c:pt>
                <c:pt idx="1369">
                  <c:v>2.14601</c:v>
                </c:pt>
                <c:pt idx="1370">
                  <c:v>2.1464286100000001</c:v>
                </c:pt>
                <c:pt idx="1371">
                  <c:v>2.1497674999999998</c:v>
                </c:pt>
                <c:pt idx="1372">
                  <c:v>2.1508777800000001</c:v>
                </c:pt>
                <c:pt idx="1373">
                  <c:v>2.1509466700000002</c:v>
                </c:pt>
                <c:pt idx="1374">
                  <c:v>2.1531305600000001</c:v>
                </c:pt>
                <c:pt idx="1375">
                  <c:v>2.1547974999999999</c:v>
                </c:pt>
                <c:pt idx="1376">
                  <c:v>2.1579855600000002</c:v>
                </c:pt>
                <c:pt idx="1377">
                  <c:v>2.1580416699999998</c:v>
                </c:pt>
                <c:pt idx="1378">
                  <c:v>2.1580805600000001</c:v>
                </c:pt>
                <c:pt idx="1379">
                  <c:v>2.1597219399999998</c:v>
                </c:pt>
                <c:pt idx="1380">
                  <c:v>2.1608316699999999</c:v>
                </c:pt>
                <c:pt idx="1381">
                  <c:v>2.1652366700000001</c:v>
                </c:pt>
                <c:pt idx="1382">
                  <c:v>2.1653088899999999</c:v>
                </c:pt>
                <c:pt idx="1383">
                  <c:v>2.1683080600000002</c:v>
                </c:pt>
                <c:pt idx="1384">
                  <c:v>2.1696033300000002</c:v>
                </c:pt>
                <c:pt idx="1385">
                  <c:v>2.17038083</c:v>
                </c:pt>
                <c:pt idx="1386">
                  <c:v>2.17055167</c:v>
                </c:pt>
                <c:pt idx="1387">
                  <c:v>2.1726419400000001</c:v>
                </c:pt>
                <c:pt idx="1388">
                  <c:v>2.1740566700000001</c:v>
                </c:pt>
                <c:pt idx="1389">
                  <c:v>2.1751550000000002</c:v>
                </c:pt>
                <c:pt idx="1390">
                  <c:v>2.17680278</c:v>
                </c:pt>
                <c:pt idx="1391">
                  <c:v>2.1769375000000002</c:v>
                </c:pt>
                <c:pt idx="1392">
                  <c:v>2.1770566699999998</c:v>
                </c:pt>
                <c:pt idx="1393">
                  <c:v>2.17844667</c:v>
                </c:pt>
                <c:pt idx="1394">
                  <c:v>2.1814144400000002</c:v>
                </c:pt>
                <c:pt idx="1395">
                  <c:v>2.1842069400000002</c:v>
                </c:pt>
                <c:pt idx="1396">
                  <c:v>2.1844119399999999</c:v>
                </c:pt>
                <c:pt idx="1397">
                  <c:v>2.1858166699999999</c:v>
                </c:pt>
                <c:pt idx="1398">
                  <c:v>2.1870002799999999</c:v>
                </c:pt>
                <c:pt idx="1399">
                  <c:v>2.1883499999999998</c:v>
                </c:pt>
                <c:pt idx="1400">
                  <c:v>2.1902472199999998</c:v>
                </c:pt>
                <c:pt idx="1401">
                  <c:v>2.1912199999999999</c:v>
                </c:pt>
                <c:pt idx="1402">
                  <c:v>2.1916616699999998</c:v>
                </c:pt>
                <c:pt idx="1403">
                  <c:v>2.1928308300000001</c:v>
                </c:pt>
                <c:pt idx="1404">
                  <c:v>2.1946441700000001</c:v>
                </c:pt>
                <c:pt idx="1405">
                  <c:v>2.1967727799999999</c:v>
                </c:pt>
                <c:pt idx="1406">
                  <c:v>2.1983113900000002</c:v>
                </c:pt>
                <c:pt idx="1407">
                  <c:v>2.1986383300000001</c:v>
                </c:pt>
                <c:pt idx="1408">
                  <c:v>2.2010761099999998</c:v>
                </c:pt>
                <c:pt idx="1409">
                  <c:v>2.2035444399999999</c:v>
                </c:pt>
                <c:pt idx="1410">
                  <c:v>2.20774194</c:v>
                </c:pt>
                <c:pt idx="1411">
                  <c:v>2.2084733299999999</c:v>
                </c:pt>
                <c:pt idx="1412">
                  <c:v>2.2105725000000001</c:v>
                </c:pt>
                <c:pt idx="1413">
                  <c:v>2.2110836100000002</c:v>
                </c:pt>
                <c:pt idx="1414">
                  <c:v>2.21288917</c:v>
                </c:pt>
                <c:pt idx="1415">
                  <c:v>2.2167391699999999</c:v>
                </c:pt>
                <c:pt idx="1416">
                  <c:v>2.21756222</c:v>
                </c:pt>
                <c:pt idx="1417">
                  <c:v>2.2191069400000001</c:v>
                </c:pt>
                <c:pt idx="1418">
                  <c:v>2.22033083</c:v>
                </c:pt>
                <c:pt idx="1419">
                  <c:v>2.22557333</c:v>
                </c:pt>
                <c:pt idx="1420">
                  <c:v>2.2261088899999999</c:v>
                </c:pt>
                <c:pt idx="1421">
                  <c:v>2.2278897199999999</c:v>
                </c:pt>
                <c:pt idx="1422">
                  <c:v>2.2289738899999998</c:v>
                </c:pt>
                <c:pt idx="1423">
                  <c:v>2.2305519399999998</c:v>
                </c:pt>
                <c:pt idx="1424">
                  <c:v>2.2326661099999998</c:v>
                </c:pt>
                <c:pt idx="1425">
                  <c:v>2.2333875000000001</c:v>
                </c:pt>
                <c:pt idx="1426">
                  <c:v>2.2337058299999999</c:v>
                </c:pt>
                <c:pt idx="1427">
                  <c:v>2.2367155599999999</c:v>
                </c:pt>
                <c:pt idx="1428">
                  <c:v>2.23750611</c:v>
                </c:pt>
                <c:pt idx="1429">
                  <c:v>2.2378794399999999</c:v>
                </c:pt>
                <c:pt idx="1430">
                  <c:v>2.23891361</c:v>
                </c:pt>
                <c:pt idx="1431">
                  <c:v>2.2389488900000001</c:v>
                </c:pt>
                <c:pt idx="1432">
                  <c:v>2.2421341699999999</c:v>
                </c:pt>
                <c:pt idx="1433">
                  <c:v>2.2436474999999998</c:v>
                </c:pt>
                <c:pt idx="1434">
                  <c:v>2.2443847200000002</c:v>
                </c:pt>
                <c:pt idx="1435">
                  <c:v>2.24543056</c:v>
                </c:pt>
                <c:pt idx="1436">
                  <c:v>2.2462344399999998</c:v>
                </c:pt>
                <c:pt idx="1437">
                  <c:v>2.24665611</c:v>
                </c:pt>
                <c:pt idx="1438">
                  <c:v>2.2476794400000002</c:v>
                </c:pt>
                <c:pt idx="1439">
                  <c:v>2.24871833</c:v>
                </c:pt>
                <c:pt idx="1440">
                  <c:v>2.2491202800000001</c:v>
                </c:pt>
                <c:pt idx="1441">
                  <c:v>2.25053861</c:v>
                </c:pt>
                <c:pt idx="1442">
                  <c:v>2.2515386099999999</c:v>
                </c:pt>
                <c:pt idx="1443">
                  <c:v>2.2572119399999999</c:v>
                </c:pt>
                <c:pt idx="1444">
                  <c:v>2.2573949999999998</c:v>
                </c:pt>
                <c:pt idx="1445">
                  <c:v>2.25779694</c:v>
                </c:pt>
                <c:pt idx="1446">
                  <c:v>2.25949694</c:v>
                </c:pt>
                <c:pt idx="1447">
                  <c:v>2.2626761100000001</c:v>
                </c:pt>
                <c:pt idx="1448">
                  <c:v>2.26525833</c:v>
                </c:pt>
                <c:pt idx="1449">
                  <c:v>2.2653161100000001</c:v>
                </c:pt>
                <c:pt idx="1450">
                  <c:v>2.26665889</c:v>
                </c:pt>
                <c:pt idx="1451">
                  <c:v>2.2676097199999998</c:v>
                </c:pt>
                <c:pt idx="1452">
                  <c:v>2.2685455600000002</c:v>
                </c:pt>
                <c:pt idx="1453">
                  <c:v>2.2703111100000002</c:v>
                </c:pt>
                <c:pt idx="1454">
                  <c:v>2.27129972</c:v>
                </c:pt>
                <c:pt idx="1455">
                  <c:v>2.2729819400000002</c:v>
                </c:pt>
                <c:pt idx="1456">
                  <c:v>2.2745466699999999</c:v>
                </c:pt>
                <c:pt idx="1457">
                  <c:v>2.27501</c:v>
                </c:pt>
                <c:pt idx="1458">
                  <c:v>2.2759580599999998</c:v>
                </c:pt>
                <c:pt idx="1459">
                  <c:v>2.2779097199999998</c:v>
                </c:pt>
                <c:pt idx="1460">
                  <c:v>2.2798138899999998</c:v>
                </c:pt>
                <c:pt idx="1461">
                  <c:v>2.2806508299999999</c:v>
                </c:pt>
                <c:pt idx="1462">
                  <c:v>2.2831227799999998</c:v>
                </c:pt>
                <c:pt idx="1463">
                  <c:v>2.2840574999999999</c:v>
                </c:pt>
                <c:pt idx="1464">
                  <c:v>2.2856377800000001</c:v>
                </c:pt>
                <c:pt idx="1465">
                  <c:v>2.2875077799999999</c:v>
                </c:pt>
                <c:pt idx="1466">
                  <c:v>2.2888647199999999</c:v>
                </c:pt>
                <c:pt idx="1467">
                  <c:v>2.29393417</c:v>
                </c:pt>
                <c:pt idx="1468">
                  <c:v>2.29412722</c:v>
                </c:pt>
                <c:pt idx="1469">
                  <c:v>2.2942638899999999</c:v>
                </c:pt>
                <c:pt idx="1470">
                  <c:v>2.2962347200000002</c:v>
                </c:pt>
                <c:pt idx="1471">
                  <c:v>2.29746139</c:v>
                </c:pt>
                <c:pt idx="1472">
                  <c:v>2.3037541699999999</c:v>
                </c:pt>
                <c:pt idx="1473">
                  <c:v>2.3041988899999999</c:v>
                </c:pt>
                <c:pt idx="1474">
                  <c:v>2.3049486099999998</c:v>
                </c:pt>
                <c:pt idx="1475">
                  <c:v>2.3051936099999999</c:v>
                </c:pt>
                <c:pt idx="1476">
                  <c:v>2.3073911100000002</c:v>
                </c:pt>
                <c:pt idx="1477">
                  <c:v>2.3092013900000001</c:v>
                </c:pt>
                <c:pt idx="1478">
                  <c:v>2.3092719399999999</c:v>
                </c:pt>
                <c:pt idx="1479">
                  <c:v>2.3096100000000002</c:v>
                </c:pt>
                <c:pt idx="1480">
                  <c:v>2.3110816700000001</c:v>
                </c:pt>
                <c:pt idx="1481">
                  <c:v>2.31297139</c:v>
                </c:pt>
                <c:pt idx="1482">
                  <c:v>2.3136691699999998</c:v>
                </c:pt>
                <c:pt idx="1483">
                  <c:v>2.3142788900000002</c:v>
                </c:pt>
                <c:pt idx="1484">
                  <c:v>2.3155225000000002</c:v>
                </c:pt>
                <c:pt idx="1485">
                  <c:v>2.31667917</c:v>
                </c:pt>
                <c:pt idx="1486">
                  <c:v>2.3180547200000001</c:v>
                </c:pt>
                <c:pt idx="1487">
                  <c:v>2.3180886100000002</c:v>
                </c:pt>
                <c:pt idx="1488">
                  <c:v>2.3186172200000001</c:v>
                </c:pt>
                <c:pt idx="1489">
                  <c:v>2.3202302800000001</c:v>
                </c:pt>
                <c:pt idx="1490">
                  <c:v>2.3203913900000002</c:v>
                </c:pt>
                <c:pt idx="1491">
                  <c:v>2.3218505600000001</c:v>
                </c:pt>
                <c:pt idx="1492">
                  <c:v>2.32321278</c:v>
                </c:pt>
                <c:pt idx="1493">
                  <c:v>2.3237602800000001</c:v>
                </c:pt>
                <c:pt idx="1494">
                  <c:v>2.3239575000000001</c:v>
                </c:pt>
                <c:pt idx="1495">
                  <c:v>2.3247816700000001</c:v>
                </c:pt>
                <c:pt idx="1496">
                  <c:v>2.3258538899999999</c:v>
                </c:pt>
                <c:pt idx="1497">
                  <c:v>2.3267375000000001</c:v>
                </c:pt>
                <c:pt idx="1498">
                  <c:v>2.3318336099999999</c:v>
                </c:pt>
                <c:pt idx="1499">
                  <c:v>2.33196417</c:v>
                </c:pt>
                <c:pt idx="1500">
                  <c:v>2.3322736100000001</c:v>
                </c:pt>
                <c:pt idx="1501">
                  <c:v>2.33353389</c:v>
                </c:pt>
                <c:pt idx="1502">
                  <c:v>2.3340649999999998</c:v>
                </c:pt>
                <c:pt idx="1503">
                  <c:v>2.3341302800000001</c:v>
                </c:pt>
                <c:pt idx="1504">
                  <c:v>2.3359494399999998</c:v>
                </c:pt>
                <c:pt idx="1505">
                  <c:v>2.3360405599999998</c:v>
                </c:pt>
                <c:pt idx="1506">
                  <c:v>2.3371775000000001</c:v>
                </c:pt>
                <c:pt idx="1507">
                  <c:v>2.3448830599999999</c:v>
                </c:pt>
                <c:pt idx="1508">
                  <c:v>2.3449227800000001</c:v>
                </c:pt>
                <c:pt idx="1509">
                  <c:v>2.3452383299999999</c:v>
                </c:pt>
                <c:pt idx="1510">
                  <c:v>2.3471894400000002</c:v>
                </c:pt>
                <c:pt idx="1511">
                  <c:v>2.3480075</c:v>
                </c:pt>
                <c:pt idx="1512">
                  <c:v>2.3492388900000001</c:v>
                </c:pt>
                <c:pt idx="1513">
                  <c:v>2.3500580599999998</c:v>
                </c:pt>
                <c:pt idx="1514">
                  <c:v>2.3505322199999998</c:v>
                </c:pt>
                <c:pt idx="1515">
                  <c:v>2.3518697199999998</c:v>
                </c:pt>
                <c:pt idx="1516">
                  <c:v>2.3587913899999999</c:v>
                </c:pt>
                <c:pt idx="1517">
                  <c:v>2.3594597199999998</c:v>
                </c:pt>
                <c:pt idx="1518">
                  <c:v>2.3607961099999999</c:v>
                </c:pt>
                <c:pt idx="1519">
                  <c:v>2.3609655599999999</c:v>
                </c:pt>
                <c:pt idx="1520">
                  <c:v>2.3624583299999999</c:v>
                </c:pt>
                <c:pt idx="1521">
                  <c:v>2.3653291699999999</c:v>
                </c:pt>
                <c:pt idx="1522">
                  <c:v>2.3689933299999999</c:v>
                </c:pt>
                <c:pt idx="1523">
                  <c:v>2.36914778</c:v>
                </c:pt>
                <c:pt idx="1524">
                  <c:v>2.3701236099999998</c:v>
                </c:pt>
                <c:pt idx="1525">
                  <c:v>2.37059278</c:v>
                </c:pt>
                <c:pt idx="1526">
                  <c:v>2.37247583</c:v>
                </c:pt>
                <c:pt idx="1527">
                  <c:v>2.3737724999999998</c:v>
                </c:pt>
                <c:pt idx="1528">
                  <c:v>2.37408917</c:v>
                </c:pt>
                <c:pt idx="1529">
                  <c:v>2.3753730599999998</c:v>
                </c:pt>
                <c:pt idx="1530">
                  <c:v>2.3762652800000001</c:v>
                </c:pt>
                <c:pt idx="1531">
                  <c:v>2.37948972</c:v>
                </c:pt>
                <c:pt idx="1532">
                  <c:v>2.38046194</c:v>
                </c:pt>
                <c:pt idx="1533">
                  <c:v>2.38064389</c:v>
                </c:pt>
                <c:pt idx="1534">
                  <c:v>2.38076139</c:v>
                </c:pt>
                <c:pt idx="1535">
                  <c:v>2.3809827800000001</c:v>
                </c:pt>
                <c:pt idx="1536">
                  <c:v>2.38226972</c:v>
                </c:pt>
                <c:pt idx="1537">
                  <c:v>2.3828</c:v>
                </c:pt>
                <c:pt idx="1538">
                  <c:v>2.38409556</c:v>
                </c:pt>
                <c:pt idx="1539">
                  <c:v>2.3843013900000001</c:v>
                </c:pt>
                <c:pt idx="1540">
                  <c:v>2.3860147199999999</c:v>
                </c:pt>
                <c:pt idx="1541">
                  <c:v>2.3864733299999998</c:v>
                </c:pt>
                <c:pt idx="1542">
                  <c:v>2.3876925</c:v>
                </c:pt>
                <c:pt idx="1543">
                  <c:v>2.3885911100000001</c:v>
                </c:pt>
                <c:pt idx="1544">
                  <c:v>2.3952786100000001</c:v>
                </c:pt>
                <c:pt idx="1545">
                  <c:v>2.3959272199999999</c:v>
                </c:pt>
                <c:pt idx="1546">
                  <c:v>2.39623111</c:v>
                </c:pt>
                <c:pt idx="1547">
                  <c:v>2.3988944399999999</c:v>
                </c:pt>
                <c:pt idx="1548">
                  <c:v>2.3994044400000001</c:v>
                </c:pt>
                <c:pt idx="1549">
                  <c:v>2.40183167</c:v>
                </c:pt>
                <c:pt idx="1550">
                  <c:v>2.4025655600000002</c:v>
                </c:pt>
                <c:pt idx="1551">
                  <c:v>2.4075480599999999</c:v>
                </c:pt>
                <c:pt idx="1552">
                  <c:v>2.4088402800000002</c:v>
                </c:pt>
                <c:pt idx="1553">
                  <c:v>2.4088708300000001</c:v>
                </c:pt>
                <c:pt idx="1554">
                  <c:v>2.4104336100000001</c:v>
                </c:pt>
                <c:pt idx="1555">
                  <c:v>2.4113152800000002</c:v>
                </c:pt>
                <c:pt idx="1556">
                  <c:v>2.4127688900000002</c:v>
                </c:pt>
                <c:pt idx="1557">
                  <c:v>2.4133044400000001</c:v>
                </c:pt>
                <c:pt idx="1558">
                  <c:v>2.4141588899999999</c:v>
                </c:pt>
                <c:pt idx="1559">
                  <c:v>2.4148902799999998</c:v>
                </c:pt>
                <c:pt idx="1560">
                  <c:v>2.4165913899999998</c:v>
                </c:pt>
                <c:pt idx="1561">
                  <c:v>2.41674583</c:v>
                </c:pt>
                <c:pt idx="1562">
                  <c:v>2.4187008300000001</c:v>
                </c:pt>
                <c:pt idx="1563">
                  <c:v>2.4206119400000001</c:v>
                </c:pt>
                <c:pt idx="1564">
                  <c:v>2.4222277800000001</c:v>
                </c:pt>
                <c:pt idx="1565">
                  <c:v>2.42344611</c:v>
                </c:pt>
                <c:pt idx="1566">
                  <c:v>2.42367</c:v>
                </c:pt>
                <c:pt idx="1567">
                  <c:v>2.4250630599999998</c:v>
                </c:pt>
                <c:pt idx="1568">
                  <c:v>2.4261666700000002</c:v>
                </c:pt>
                <c:pt idx="1569">
                  <c:v>2.4280247199999998</c:v>
                </c:pt>
                <c:pt idx="1570">
                  <c:v>2.4280391699999999</c:v>
                </c:pt>
                <c:pt idx="1571">
                  <c:v>2.4298308300000002</c:v>
                </c:pt>
                <c:pt idx="1572">
                  <c:v>2.43041222</c:v>
                </c:pt>
                <c:pt idx="1573">
                  <c:v>2.4318752799999999</c:v>
                </c:pt>
                <c:pt idx="1574">
                  <c:v>2.4322872200000001</c:v>
                </c:pt>
                <c:pt idx="1575">
                  <c:v>2.43383583</c:v>
                </c:pt>
                <c:pt idx="1576">
                  <c:v>2.4352244399999998</c:v>
                </c:pt>
                <c:pt idx="1577">
                  <c:v>2.43638222</c:v>
                </c:pt>
                <c:pt idx="1578">
                  <c:v>2.4370030599999999</c:v>
                </c:pt>
                <c:pt idx="1579">
                  <c:v>2.4370866699999998</c:v>
                </c:pt>
                <c:pt idx="1580">
                  <c:v>2.4396677800000002</c:v>
                </c:pt>
                <c:pt idx="1581">
                  <c:v>2.44095</c:v>
                </c:pt>
                <c:pt idx="1582">
                  <c:v>2.4420808300000001</c:v>
                </c:pt>
                <c:pt idx="1583">
                  <c:v>2.44268778</c:v>
                </c:pt>
                <c:pt idx="1584">
                  <c:v>2.4445758299999998</c:v>
                </c:pt>
                <c:pt idx="1585">
                  <c:v>2.4454075</c:v>
                </c:pt>
                <c:pt idx="1586">
                  <c:v>2.4475775</c:v>
                </c:pt>
                <c:pt idx="1587">
                  <c:v>2.4514747200000002</c:v>
                </c:pt>
                <c:pt idx="1588">
                  <c:v>2.4556594399999998</c:v>
                </c:pt>
                <c:pt idx="1589">
                  <c:v>2.4560091700000002</c:v>
                </c:pt>
                <c:pt idx="1590">
                  <c:v>2.45716</c:v>
                </c:pt>
                <c:pt idx="1591">
                  <c:v>2.45977611</c:v>
                </c:pt>
                <c:pt idx="1592">
                  <c:v>2.46185806</c:v>
                </c:pt>
                <c:pt idx="1593">
                  <c:v>2.4631447199999998</c:v>
                </c:pt>
                <c:pt idx="1594">
                  <c:v>2.46493333</c:v>
                </c:pt>
                <c:pt idx="1595">
                  <c:v>2.4656833300000001</c:v>
                </c:pt>
                <c:pt idx="1596">
                  <c:v>2.4702744399999998</c:v>
                </c:pt>
                <c:pt idx="1597">
                  <c:v>2.4704072199999998</c:v>
                </c:pt>
                <c:pt idx="1598">
                  <c:v>2.4714900000000002</c:v>
                </c:pt>
                <c:pt idx="1599">
                  <c:v>2.4733469399999999</c:v>
                </c:pt>
                <c:pt idx="1600">
                  <c:v>2.4740769399999998</c:v>
                </c:pt>
                <c:pt idx="1601">
                  <c:v>2.4759080600000001</c:v>
                </c:pt>
                <c:pt idx="1602">
                  <c:v>2.4783116700000001</c:v>
                </c:pt>
                <c:pt idx="1603">
                  <c:v>2.479285</c:v>
                </c:pt>
                <c:pt idx="1604">
                  <c:v>2.4795372200000001</c:v>
                </c:pt>
                <c:pt idx="1605">
                  <c:v>2.4797555600000001</c:v>
                </c:pt>
                <c:pt idx="1606">
                  <c:v>2.48146778</c:v>
                </c:pt>
                <c:pt idx="1607">
                  <c:v>2.4835036100000001</c:v>
                </c:pt>
                <c:pt idx="1608">
                  <c:v>2.4835352799999999</c:v>
                </c:pt>
                <c:pt idx="1609">
                  <c:v>2.48574889</c:v>
                </c:pt>
                <c:pt idx="1610">
                  <c:v>2.4883525</c:v>
                </c:pt>
                <c:pt idx="1611">
                  <c:v>2.4905627799999999</c:v>
                </c:pt>
                <c:pt idx="1612">
                  <c:v>2.4931769400000001</c:v>
                </c:pt>
                <c:pt idx="1613">
                  <c:v>2.4946769400000002</c:v>
                </c:pt>
                <c:pt idx="1614">
                  <c:v>2.4948172199999998</c:v>
                </c:pt>
                <c:pt idx="1615">
                  <c:v>2.4974002799999999</c:v>
                </c:pt>
                <c:pt idx="1616">
                  <c:v>2.5004430599999998</c:v>
                </c:pt>
                <c:pt idx="1617">
                  <c:v>2.5032855600000001</c:v>
                </c:pt>
                <c:pt idx="1618">
                  <c:v>2.5050047200000001</c:v>
                </c:pt>
                <c:pt idx="1619">
                  <c:v>2.5051194400000001</c:v>
                </c:pt>
                <c:pt idx="1620">
                  <c:v>2.5062475000000002</c:v>
                </c:pt>
                <c:pt idx="1621">
                  <c:v>2.5078719399999998</c:v>
                </c:pt>
                <c:pt idx="1622">
                  <c:v>2.5095269400000002</c:v>
                </c:pt>
                <c:pt idx="1623">
                  <c:v>2.5151322199999999</c:v>
                </c:pt>
                <c:pt idx="1624">
                  <c:v>2.51779083</c:v>
                </c:pt>
                <c:pt idx="1625">
                  <c:v>2.518205</c:v>
                </c:pt>
                <c:pt idx="1626">
                  <c:v>2.5192033299999999</c:v>
                </c:pt>
                <c:pt idx="1627">
                  <c:v>2.5239055600000002</c:v>
                </c:pt>
                <c:pt idx="1628">
                  <c:v>2.5297980600000001</c:v>
                </c:pt>
                <c:pt idx="1629">
                  <c:v>2.53248278</c:v>
                </c:pt>
                <c:pt idx="1630">
                  <c:v>2.5325572200000002</c:v>
                </c:pt>
                <c:pt idx="1631">
                  <c:v>2.5357938899999999</c:v>
                </c:pt>
                <c:pt idx="1632">
                  <c:v>2.5369383299999999</c:v>
                </c:pt>
                <c:pt idx="1633">
                  <c:v>2.5390447200000001</c:v>
                </c:pt>
                <c:pt idx="1634">
                  <c:v>2.5402002800000001</c:v>
                </c:pt>
                <c:pt idx="1635">
                  <c:v>2.54262028</c:v>
                </c:pt>
                <c:pt idx="1636">
                  <c:v>2.54483222</c:v>
                </c:pt>
                <c:pt idx="1637">
                  <c:v>2.5454611100000002</c:v>
                </c:pt>
                <c:pt idx="1638">
                  <c:v>2.54687778</c:v>
                </c:pt>
                <c:pt idx="1639">
                  <c:v>2.54794667</c:v>
                </c:pt>
                <c:pt idx="1640">
                  <c:v>2.55246</c:v>
                </c:pt>
                <c:pt idx="1641">
                  <c:v>2.5530269400000001</c:v>
                </c:pt>
                <c:pt idx="1642">
                  <c:v>2.5534872200000001</c:v>
                </c:pt>
                <c:pt idx="1643">
                  <c:v>2.5579355600000002</c:v>
                </c:pt>
                <c:pt idx="1644">
                  <c:v>2.5592147199999999</c:v>
                </c:pt>
                <c:pt idx="1645">
                  <c:v>2.55991583</c:v>
                </c:pt>
                <c:pt idx="1646">
                  <c:v>2.5615861099999999</c:v>
                </c:pt>
                <c:pt idx="1647">
                  <c:v>2.56292111</c:v>
                </c:pt>
                <c:pt idx="1648">
                  <c:v>2.5643008300000001</c:v>
                </c:pt>
                <c:pt idx="1649">
                  <c:v>2.5658580600000001</c:v>
                </c:pt>
                <c:pt idx="1650">
                  <c:v>2.56685556</c:v>
                </c:pt>
                <c:pt idx="1651">
                  <c:v>2.57018222</c:v>
                </c:pt>
                <c:pt idx="1652">
                  <c:v>2.5712419400000002</c:v>
                </c:pt>
                <c:pt idx="1653">
                  <c:v>2.5731327799999999</c:v>
                </c:pt>
                <c:pt idx="1654">
                  <c:v>2.5739805599999999</c:v>
                </c:pt>
                <c:pt idx="1655">
                  <c:v>2.5743800000000001</c:v>
                </c:pt>
                <c:pt idx="1656">
                  <c:v>2.5756452799999998</c:v>
                </c:pt>
                <c:pt idx="1657">
                  <c:v>2.5780247200000002</c:v>
                </c:pt>
                <c:pt idx="1658">
                  <c:v>2.5789241700000001</c:v>
                </c:pt>
                <c:pt idx="1659">
                  <c:v>2.5789830600000001</c:v>
                </c:pt>
                <c:pt idx="1660">
                  <c:v>2.5802719399999998</c:v>
                </c:pt>
                <c:pt idx="1661">
                  <c:v>2.5813936100000001</c:v>
                </c:pt>
                <c:pt idx="1662">
                  <c:v>2.58384028</c:v>
                </c:pt>
                <c:pt idx="1663">
                  <c:v>2.5839011099999998</c:v>
                </c:pt>
                <c:pt idx="1664">
                  <c:v>2.5858188900000001</c:v>
                </c:pt>
                <c:pt idx="1665">
                  <c:v>2.5858402800000002</c:v>
                </c:pt>
                <c:pt idx="1666">
                  <c:v>2.5861994400000001</c:v>
                </c:pt>
                <c:pt idx="1667">
                  <c:v>2.5883191700000001</c:v>
                </c:pt>
                <c:pt idx="1668">
                  <c:v>2.5883252799999998</c:v>
                </c:pt>
                <c:pt idx="1669">
                  <c:v>2.5904175</c:v>
                </c:pt>
                <c:pt idx="1670">
                  <c:v>2.5904233300000001</c:v>
                </c:pt>
                <c:pt idx="1671">
                  <c:v>2.5920847199999999</c:v>
                </c:pt>
                <c:pt idx="1672">
                  <c:v>2.59224583</c:v>
                </c:pt>
                <c:pt idx="1673">
                  <c:v>2.59596917</c:v>
                </c:pt>
                <c:pt idx="1674">
                  <c:v>2.6004305599999999</c:v>
                </c:pt>
                <c:pt idx="1675">
                  <c:v>2.6004841700000001</c:v>
                </c:pt>
                <c:pt idx="1676">
                  <c:v>2.60050194</c:v>
                </c:pt>
                <c:pt idx="1677">
                  <c:v>2.6009672199999998</c:v>
                </c:pt>
                <c:pt idx="1678">
                  <c:v>2.6056980599999999</c:v>
                </c:pt>
                <c:pt idx="1679">
                  <c:v>2.6062238899999999</c:v>
                </c:pt>
                <c:pt idx="1680">
                  <c:v>2.6079177800000002</c:v>
                </c:pt>
                <c:pt idx="1681">
                  <c:v>2.6093816699999999</c:v>
                </c:pt>
                <c:pt idx="1682">
                  <c:v>2.6110350000000002</c:v>
                </c:pt>
                <c:pt idx="1683">
                  <c:v>2.6112488900000002</c:v>
                </c:pt>
                <c:pt idx="1684">
                  <c:v>2.6121108300000002</c:v>
                </c:pt>
                <c:pt idx="1685">
                  <c:v>2.61516583</c:v>
                </c:pt>
                <c:pt idx="1686">
                  <c:v>2.6165652800000001</c:v>
                </c:pt>
                <c:pt idx="1687">
                  <c:v>2.61910278</c:v>
                </c:pt>
                <c:pt idx="1688">
                  <c:v>2.6195208299999999</c:v>
                </c:pt>
                <c:pt idx="1689">
                  <c:v>2.6209055600000002</c:v>
                </c:pt>
                <c:pt idx="1690">
                  <c:v>2.6213530600000001</c:v>
                </c:pt>
                <c:pt idx="1691">
                  <c:v>2.6232380599999998</c:v>
                </c:pt>
                <c:pt idx="1692">
                  <c:v>2.6252886100000001</c:v>
                </c:pt>
                <c:pt idx="1693">
                  <c:v>2.6269927800000001</c:v>
                </c:pt>
                <c:pt idx="1694">
                  <c:v>2.6296666700000002</c:v>
                </c:pt>
                <c:pt idx="1695">
                  <c:v>2.6311297200000001</c:v>
                </c:pt>
                <c:pt idx="1696">
                  <c:v>2.6316841700000002</c:v>
                </c:pt>
                <c:pt idx="1697">
                  <c:v>2.6321719400000001</c:v>
                </c:pt>
                <c:pt idx="1698">
                  <c:v>2.6328736099999999</c:v>
                </c:pt>
                <c:pt idx="1699">
                  <c:v>2.6355388899999999</c:v>
                </c:pt>
                <c:pt idx="1700">
                  <c:v>2.6355852799999999</c:v>
                </c:pt>
                <c:pt idx="1701">
                  <c:v>2.6384105600000001</c:v>
                </c:pt>
                <c:pt idx="1702">
                  <c:v>2.6399466700000001</c:v>
                </c:pt>
                <c:pt idx="1703">
                  <c:v>2.6440049999999999</c:v>
                </c:pt>
                <c:pt idx="1704">
                  <c:v>2.6441888900000001</c:v>
                </c:pt>
                <c:pt idx="1705">
                  <c:v>2.6443572199999998</c:v>
                </c:pt>
                <c:pt idx="1706">
                  <c:v>2.6465005599999998</c:v>
                </c:pt>
                <c:pt idx="1707">
                  <c:v>2.64662</c:v>
                </c:pt>
                <c:pt idx="1708">
                  <c:v>2.64715167</c:v>
                </c:pt>
                <c:pt idx="1709">
                  <c:v>2.6484608299999999</c:v>
                </c:pt>
                <c:pt idx="1710">
                  <c:v>2.6499272199999999</c:v>
                </c:pt>
                <c:pt idx="1711">
                  <c:v>2.6499738900000001</c:v>
                </c:pt>
                <c:pt idx="1712">
                  <c:v>2.6519447199999999</c:v>
                </c:pt>
                <c:pt idx="1713">
                  <c:v>2.6523783299999999</c:v>
                </c:pt>
                <c:pt idx="1714">
                  <c:v>2.6536824999999999</c:v>
                </c:pt>
                <c:pt idx="1715">
                  <c:v>2.6544258300000001</c:v>
                </c:pt>
                <c:pt idx="1716">
                  <c:v>2.6558094400000001</c:v>
                </c:pt>
                <c:pt idx="1717">
                  <c:v>2.6588344400000001</c:v>
                </c:pt>
                <c:pt idx="1718">
                  <c:v>2.6603141699999999</c:v>
                </c:pt>
                <c:pt idx="1719">
                  <c:v>2.66213028</c:v>
                </c:pt>
                <c:pt idx="1720">
                  <c:v>2.6640169399999998</c:v>
                </c:pt>
                <c:pt idx="1721">
                  <c:v>2.6646902799999999</c:v>
                </c:pt>
                <c:pt idx="1722">
                  <c:v>2.66845833</c:v>
                </c:pt>
                <c:pt idx="1723">
                  <c:v>2.6692186100000002</c:v>
                </c:pt>
                <c:pt idx="1724">
                  <c:v>2.6698325000000001</c:v>
                </c:pt>
                <c:pt idx="1725">
                  <c:v>2.67246389</c:v>
                </c:pt>
                <c:pt idx="1726">
                  <c:v>2.67502</c:v>
                </c:pt>
                <c:pt idx="1727">
                  <c:v>2.6777447200000002</c:v>
                </c:pt>
                <c:pt idx="1728">
                  <c:v>2.6806461100000001</c:v>
                </c:pt>
                <c:pt idx="1729">
                  <c:v>2.6823266700000001</c:v>
                </c:pt>
                <c:pt idx="1730">
                  <c:v>2.68287583</c:v>
                </c:pt>
                <c:pt idx="1731">
                  <c:v>2.6867019399999998</c:v>
                </c:pt>
                <c:pt idx="1732">
                  <c:v>2.6872875000000001</c:v>
                </c:pt>
                <c:pt idx="1733">
                  <c:v>2.6907922200000001</c:v>
                </c:pt>
                <c:pt idx="1734">
                  <c:v>2.6916875</c:v>
                </c:pt>
                <c:pt idx="1735">
                  <c:v>2.6996238899999998</c:v>
                </c:pt>
                <c:pt idx="1736">
                  <c:v>2.6997849999999999</c:v>
                </c:pt>
                <c:pt idx="1737">
                  <c:v>2.7032741699999998</c:v>
                </c:pt>
                <c:pt idx="1738">
                  <c:v>2.7076699999999998</c:v>
                </c:pt>
                <c:pt idx="1739">
                  <c:v>2.7082855600000002</c:v>
                </c:pt>
                <c:pt idx="1740">
                  <c:v>2.7135099999999999</c:v>
                </c:pt>
                <c:pt idx="1741">
                  <c:v>2.7171333299999998</c:v>
                </c:pt>
                <c:pt idx="1742">
                  <c:v>2.7179313899999999</c:v>
                </c:pt>
                <c:pt idx="1743">
                  <c:v>2.7197369400000002</c:v>
                </c:pt>
                <c:pt idx="1744">
                  <c:v>2.7197863899999999</c:v>
                </c:pt>
                <c:pt idx="1745">
                  <c:v>2.7202397199999999</c:v>
                </c:pt>
                <c:pt idx="1746">
                  <c:v>2.7241525000000002</c:v>
                </c:pt>
                <c:pt idx="1747">
                  <c:v>2.7253175000000001</c:v>
                </c:pt>
                <c:pt idx="1748">
                  <c:v>2.7261494399999999</c:v>
                </c:pt>
                <c:pt idx="1749">
                  <c:v>2.7273358299999999</c:v>
                </c:pt>
                <c:pt idx="1750">
                  <c:v>2.7299963900000002</c:v>
                </c:pt>
                <c:pt idx="1751">
                  <c:v>2.7339291700000001</c:v>
                </c:pt>
                <c:pt idx="1752">
                  <c:v>2.73491917</c:v>
                </c:pt>
                <c:pt idx="1753">
                  <c:v>2.7351008299999999</c:v>
                </c:pt>
                <c:pt idx="1754">
                  <c:v>2.73586222</c:v>
                </c:pt>
                <c:pt idx="1755">
                  <c:v>2.7375752800000002</c:v>
                </c:pt>
                <c:pt idx="1756">
                  <c:v>2.7400722200000001</c:v>
                </c:pt>
                <c:pt idx="1757">
                  <c:v>2.7426236099999999</c:v>
                </c:pt>
                <c:pt idx="1758">
                  <c:v>2.7446419400000002</c:v>
                </c:pt>
                <c:pt idx="1759">
                  <c:v>2.7451430600000002</c:v>
                </c:pt>
                <c:pt idx="1760">
                  <c:v>2.7463500000000001</c:v>
                </c:pt>
                <c:pt idx="1761">
                  <c:v>2.74699333</c:v>
                </c:pt>
                <c:pt idx="1762">
                  <c:v>2.7514022200000001</c:v>
                </c:pt>
                <c:pt idx="1763">
                  <c:v>2.7534283300000002</c:v>
                </c:pt>
                <c:pt idx="1764">
                  <c:v>2.75376222</c:v>
                </c:pt>
                <c:pt idx="1765">
                  <c:v>2.7543530600000001</c:v>
                </c:pt>
                <c:pt idx="1766">
                  <c:v>2.7559205599999999</c:v>
                </c:pt>
                <c:pt idx="1767">
                  <c:v>2.7567958300000002</c:v>
                </c:pt>
                <c:pt idx="1768">
                  <c:v>2.7588441700000002</c:v>
                </c:pt>
                <c:pt idx="1769">
                  <c:v>2.76076722</c:v>
                </c:pt>
                <c:pt idx="1770">
                  <c:v>2.7632202800000001</c:v>
                </c:pt>
                <c:pt idx="1771">
                  <c:v>2.7662008299999998</c:v>
                </c:pt>
                <c:pt idx="1772">
                  <c:v>2.7670066699999998</c:v>
                </c:pt>
                <c:pt idx="1773">
                  <c:v>2.7695852799999998</c:v>
                </c:pt>
                <c:pt idx="1774">
                  <c:v>2.7699097199999998</c:v>
                </c:pt>
                <c:pt idx="1775">
                  <c:v>2.7705830599999999</c:v>
                </c:pt>
                <c:pt idx="1776">
                  <c:v>2.77582306</c:v>
                </c:pt>
                <c:pt idx="1777">
                  <c:v>2.7765136099999999</c:v>
                </c:pt>
                <c:pt idx="1778">
                  <c:v>2.7769480600000001</c:v>
                </c:pt>
                <c:pt idx="1779">
                  <c:v>2.7793830599999998</c:v>
                </c:pt>
                <c:pt idx="1780">
                  <c:v>2.78234111</c:v>
                </c:pt>
                <c:pt idx="1781">
                  <c:v>2.7842563899999999</c:v>
                </c:pt>
                <c:pt idx="1782">
                  <c:v>2.7860927800000002</c:v>
                </c:pt>
                <c:pt idx="1783">
                  <c:v>2.7867411099999999</c:v>
                </c:pt>
                <c:pt idx="1784">
                  <c:v>2.7916069399999999</c:v>
                </c:pt>
                <c:pt idx="1785">
                  <c:v>2.79260083</c:v>
                </c:pt>
                <c:pt idx="1786">
                  <c:v>2.7934297199999998</c:v>
                </c:pt>
                <c:pt idx="1787">
                  <c:v>2.7974833299999999</c:v>
                </c:pt>
                <c:pt idx="1788">
                  <c:v>2.7977538900000001</c:v>
                </c:pt>
                <c:pt idx="1789">
                  <c:v>2.7999202799999998</c:v>
                </c:pt>
                <c:pt idx="1790">
                  <c:v>2.80223333</c:v>
                </c:pt>
                <c:pt idx="1791">
                  <c:v>2.80311361</c:v>
                </c:pt>
                <c:pt idx="1792">
                  <c:v>2.8061208299999998</c:v>
                </c:pt>
                <c:pt idx="1793">
                  <c:v>2.80626278</c:v>
                </c:pt>
                <c:pt idx="1794">
                  <c:v>2.8066058300000001</c:v>
                </c:pt>
                <c:pt idx="1795">
                  <c:v>2.8090788899999999</c:v>
                </c:pt>
                <c:pt idx="1796">
                  <c:v>2.8095908299999999</c:v>
                </c:pt>
                <c:pt idx="1797">
                  <c:v>2.8125533300000001</c:v>
                </c:pt>
                <c:pt idx="1798">
                  <c:v>2.8143008300000001</c:v>
                </c:pt>
                <c:pt idx="1799">
                  <c:v>2.8168613900000001</c:v>
                </c:pt>
                <c:pt idx="1800">
                  <c:v>2.8169747200000002</c:v>
                </c:pt>
                <c:pt idx="1801">
                  <c:v>2.8184122199999999</c:v>
                </c:pt>
                <c:pt idx="1802">
                  <c:v>2.8185388900000001</c:v>
                </c:pt>
                <c:pt idx="1803">
                  <c:v>2.8214533300000002</c:v>
                </c:pt>
                <c:pt idx="1804">
                  <c:v>2.8251274999999998</c:v>
                </c:pt>
                <c:pt idx="1805">
                  <c:v>2.8253033300000001</c:v>
                </c:pt>
                <c:pt idx="1806">
                  <c:v>2.8271086099999998</c:v>
                </c:pt>
                <c:pt idx="1807">
                  <c:v>2.8288280600000002</c:v>
                </c:pt>
                <c:pt idx="1808">
                  <c:v>2.8311963900000001</c:v>
                </c:pt>
                <c:pt idx="1809">
                  <c:v>2.8312755599999999</c:v>
                </c:pt>
                <c:pt idx="1810">
                  <c:v>2.8334283299999998</c:v>
                </c:pt>
                <c:pt idx="1811">
                  <c:v>2.8340911100000001</c:v>
                </c:pt>
                <c:pt idx="1812">
                  <c:v>2.83830472</c:v>
                </c:pt>
                <c:pt idx="1813">
                  <c:v>2.8398627799999998</c:v>
                </c:pt>
                <c:pt idx="1814">
                  <c:v>2.8402525000000001</c:v>
                </c:pt>
                <c:pt idx="1815">
                  <c:v>2.84202639</c:v>
                </c:pt>
                <c:pt idx="1816">
                  <c:v>2.8428580600000002</c:v>
                </c:pt>
                <c:pt idx="1817">
                  <c:v>2.84473639</c:v>
                </c:pt>
                <c:pt idx="1818">
                  <c:v>2.8467491699999998</c:v>
                </c:pt>
                <c:pt idx="1819">
                  <c:v>2.8473380599999998</c:v>
                </c:pt>
                <c:pt idx="1820">
                  <c:v>2.8492313899999999</c:v>
                </c:pt>
                <c:pt idx="1821">
                  <c:v>2.8506</c:v>
                </c:pt>
                <c:pt idx="1822">
                  <c:v>2.8517408299999998</c:v>
                </c:pt>
                <c:pt idx="1823">
                  <c:v>2.8520247200000002</c:v>
                </c:pt>
                <c:pt idx="1824">
                  <c:v>2.8546019399999998</c:v>
                </c:pt>
                <c:pt idx="1825">
                  <c:v>2.8563202799999998</c:v>
                </c:pt>
                <c:pt idx="1826">
                  <c:v>2.8573669399999999</c:v>
                </c:pt>
                <c:pt idx="1827">
                  <c:v>2.85845444</c:v>
                </c:pt>
                <c:pt idx="1828">
                  <c:v>2.8598374999999998</c:v>
                </c:pt>
                <c:pt idx="1829">
                  <c:v>2.86192139</c:v>
                </c:pt>
                <c:pt idx="1830">
                  <c:v>2.8619827799999999</c:v>
                </c:pt>
                <c:pt idx="1831">
                  <c:v>2.8621694400000002</c:v>
                </c:pt>
                <c:pt idx="1832">
                  <c:v>2.8648444400000002</c:v>
                </c:pt>
                <c:pt idx="1833">
                  <c:v>2.86511972</c:v>
                </c:pt>
                <c:pt idx="1834">
                  <c:v>2.8664163899999999</c:v>
                </c:pt>
                <c:pt idx="1835">
                  <c:v>2.8665952799999999</c:v>
                </c:pt>
                <c:pt idx="1836">
                  <c:v>2.8693291699999999</c:v>
                </c:pt>
                <c:pt idx="1837">
                  <c:v>2.8714577800000001</c:v>
                </c:pt>
                <c:pt idx="1838">
                  <c:v>2.8735402799999998</c:v>
                </c:pt>
                <c:pt idx="1839">
                  <c:v>2.87392833</c:v>
                </c:pt>
                <c:pt idx="1840">
                  <c:v>2.8754319399999999</c:v>
                </c:pt>
                <c:pt idx="1841">
                  <c:v>2.8768752800000001</c:v>
                </c:pt>
                <c:pt idx="1842">
                  <c:v>2.8784280600000001</c:v>
                </c:pt>
                <c:pt idx="1843">
                  <c:v>2.8798172200000001</c:v>
                </c:pt>
                <c:pt idx="1844">
                  <c:v>2.88419889</c:v>
                </c:pt>
                <c:pt idx="1845">
                  <c:v>2.88575194</c:v>
                </c:pt>
                <c:pt idx="1846">
                  <c:v>2.88715667</c:v>
                </c:pt>
                <c:pt idx="1847">
                  <c:v>2.8912619400000001</c:v>
                </c:pt>
                <c:pt idx="1848">
                  <c:v>2.8922691700000001</c:v>
                </c:pt>
                <c:pt idx="1849">
                  <c:v>2.89250389</c:v>
                </c:pt>
                <c:pt idx="1850">
                  <c:v>2.8936255599999998</c:v>
                </c:pt>
                <c:pt idx="1851">
                  <c:v>2.8974494399999999</c:v>
                </c:pt>
                <c:pt idx="1852">
                  <c:v>2.89899694</c:v>
                </c:pt>
                <c:pt idx="1853">
                  <c:v>2.9001111100000001</c:v>
                </c:pt>
                <c:pt idx="1854">
                  <c:v>2.9026255600000002</c:v>
                </c:pt>
                <c:pt idx="1855">
                  <c:v>2.9055666699999998</c:v>
                </c:pt>
                <c:pt idx="1856">
                  <c:v>2.9059144400000001</c:v>
                </c:pt>
                <c:pt idx="1857">
                  <c:v>2.9061597199999998</c:v>
                </c:pt>
                <c:pt idx="1858">
                  <c:v>2.9063491699999999</c:v>
                </c:pt>
                <c:pt idx="1859">
                  <c:v>2.9091499999999999</c:v>
                </c:pt>
                <c:pt idx="1860">
                  <c:v>2.9105527800000002</c:v>
                </c:pt>
                <c:pt idx="1861">
                  <c:v>2.91210389</c:v>
                </c:pt>
                <c:pt idx="1862">
                  <c:v>2.91274583</c:v>
                </c:pt>
                <c:pt idx="1863">
                  <c:v>2.9128483300000001</c:v>
                </c:pt>
                <c:pt idx="1864">
                  <c:v>2.91324556</c:v>
                </c:pt>
                <c:pt idx="1865">
                  <c:v>2.9141163899999998</c:v>
                </c:pt>
                <c:pt idx="1866">
                  <c:v>2.9142141700000002</c:v>
                </c:pt>
                <c:pt idx="1867">
                  <c:v>2.9172277800000002</c:v>
                </c:pt>
                <c:pt idx="1868">
                  <c:v>2.9194144400000002</c:v>
                </c:pt>
                <c:pt idx="1869">
                  <c:v>2.9198775000000001</c:v>
                </c:pt>
                <c:pt idx="1870">
                  <c:v>2.9201663899999999</c:v>
                </c:pt>
                <c:pt idx="1871">
                  <c:v>2.9233786099999999</c:v>
                </c:pt>
                <c:pt idx="1872">
                  <c:v>2.9248233300000002</c:v>
                </c:pt>
                <c:pt idx="1873">
                  <c:v>2.9252252799999998</c:v>
                </c:pt>
                <c:pt idx="1874">
                  <c:v>2.9277827799999998</c:v>
                </c:pt>
                <c:pt idx="1875">
                  <c:v>2.9285566699999999</c:v>
                </c:pt>
                <c:pt idx="1876">
                  <c:v>2.93038417</c:v>
                </c:pt>
                <c:pt idx="1877">
                  <c:v>2.9306797200000001</c:v>
                </c:pt>
                <c:pt idx="1878">
                  <c:v>2.9315905600000001</c:v>
                </c:pt>
                <c:pt idx="1879">
                  <c:v>2.93244639</c:v>
                </c:pt>
                <c:pt idx="1880">
                  <c:v>2.93320056</c:v>
                </c:pt>
                <c:pt idx="1881">
                  <c:v>2.9347627799999998</c:v>
                </c:pt>
                <c:pt idx="1882">
                  <c:v>2.9367874999999999</c:v>
                </c:pt>
                <c:pt idx="1883">
                  <c:v>2.9384086100000002</c:v>
                </c:pt>
                <c:pt idx="1884">
                  <c:v>2.93951056</c:v>
                </c:pt>
                <c:pt idx="1885">
                  <c:v>2.9408052800000002</c:v>
                </c:pt>
                <c:pt idx="1886">
                  <c:v>2.9411630600000001</c:v>
                </c:pt>
                <c:pt idx="1887">
                  <c:v>2.9426083300000001</c:v>
                </c:pt>
                <c:pt idx="1888">
                  <c:v>2.9433641700000002</c:v>
                </c:pt>
                <c:pt idx="1889">
                  <c:v>2.9440647200000001</c:v>
                </c:pt>
                <c:pt idx="1890">
                  <c:v>2.9445561100000002</c:v>
                </c:pt>
                <c:pt idx="1891">
                  <c:v>2.9446855599999999</c:v>
                </c:pt>
                <c:pt idx="1892">
                  <c:v>2.94842944</c:v>
                </c:pt>
                <c:pt idx="1893">
                  <c:v>2.9503602799999999</c:v>
                </c:pt>
                <c:pt idx="1894">
                  <c:v>2.9513894399999998</c:v>
                </c:pt>
                <c:pt idx="1895">
                  <c:v>2.9520741699999999</c:v>
                </c:pt>
                <c:pt idx="1896">
                  <c:v>2.95267583</c:v>
                </c:pt>
                <c:pt idx="1897">
                  <c:v>2.9538230599999999</c:v>
                </c:pt>
                <c:pt idx="1898">
                  <c:v>2.9543694399999998</c:v>
                </c:pt>
                <c:pt idx="1899">
                  <c:v>2.9544958299999999</c:v>
                </c:pt>
                <c:pt idx="1900">
                  <c:v>2.9545275000000002</c:v>
                </c:pt>
                <c:pt idx="1901">
                  <c:v>2.9587611100000002</c:v>
                </c:pt>
                <c:pt idx="1902">
                  <c:v>2.95961111</c:v>
                </c:pt>
                <c:pt idx="1903">
                  <c:v>2.9607025</c:v>
                </c:pt>
                <c:pt idx="1904">
                  <c:v>2.96243028</c:v>
                </c:pt>
                <c:pt idx="1905">
                  <c:v>2.96373833</c:v>
                </c:pt>
                <c:pt idx="1906">
                  <c:v>2.96456528</c:v>
                </c:pt>
                <c:pt idx="1907">
                  <c:v>2.9658697200000002</c:v>
                </c:pt>
                <c:pt idx="1908">
                  <c:v>2.9661333299999999</c:v>
                </c:pt>
                <c:pt idx="1909">
                  <c:v>2.9678874999999998</c:v>
                </c:pt>
                <c:pt idx="1910">
                  <c:v>2.9690750000000001</c:v>
                </c:pt>
                <c:pt idx="1911">
                  <c:v>2.9691744400000002</c:v>
                </c:pt>
                <c:pt idx="1912">
                  <c:v>2.9726194399999999</c:v>
                </c:pt>
                <c:pt idx="1913">
                  <c:v>2.9743536100000001</c:v>
                </c:pt>
                <c:pt idx="1914">
                  <c:v>2.9744822200000001</c:v>
                </c:pt>
                <c:pt idx="1915">
                  <c:v>2.9773211100000001</c:v>
                </c:pt>
                <c:pt idx="1916">
                  <c:v>2.9775961099999999</c:v>
                </c:pt>
                <c:pt idx="1917">
                  <c:v>2.9783875000000002</c:v>
                </c:pt>
                <c:pt idx="1918">
                  <c:v>2.9784816699999999</c:v>
                </c:pt>
                <c:pt idx="1919">
                  <c:v>2.98006444</c:v>
                </c:pt>
                <c:pt idx="1920">
                  <c:v>2.9815730600000001</c:v>
                </c:pt>
                <c:pt idx="1921">
                  <c:v>2.9835955599999999</c:v>
                </c:pt>
                <c:pt idx="1922">
                  <c:v>2.9864230599999999</c:v>
                </c:pt>
                <c:pt idx="1923">
                  <c:v>2.9867327800000001</c:v>
                </c:pt>
                <c:pt idx="1924">
                  <c:v>2.986745</c:v>
                </c:pt>
                <c:pt idx="1925">
                  <c:v>2.9927030600000002</c:v>
                </c:pt>
                <c:pt idx="1926">
                  <c:v>2.9937808299999999</c:v>
                </c:pt>
                <c:pt idx="1927">
                  <c:v>2.9950477800000002</c:v>
                </c:pt>
                <c:pt idx="1928">
                  <c:v>2.9988755600000001</c:v>
                </c:pt>
                <c:pt idx="1929">
                  <c:v>2.9996638899999999</c:v>
                </c:pt>
                <c:pt idx="1930">
                  <c:v>3.00293528</c:v>
                </c:pt>
                <c:pt idx="1931">
                  <c:v>3.0032791699999999</c:v>
                </c:pt>
                <c:pt idx="1932">
                  <c:v>3.0054752800000002</c:v>
                </c:pt>
                <c:pt idx="1933">
                  <c:v>3.00701361</c:v>
                </c:pt>
                <c:pt idx="1934">
                  <c:v>3.00839306</c:v>
                </c:pt>
                <c:pt idx="1935">
                  <c:v>3.0085230599999999</c:v>
                </c:pt>
                <c:pt idx="1936">
                  <c:v>3.0100005599999999</c:v>
                </c:pt>
                <c:pt idx="1937">
                  <c:v>3.0120358299999999</c:v>
                </c:pt>
                <c:pt idx="1938">
                  <c:v>3.0129619399999998</c:v>
                </c:pt>
                <c:pt idx="1939">
                  <c:v>3.0143744400000001</c:v>
                </c:pt>
                <c:pt idx="1940">
                  <c:v>3.0159250000000002</c:v>
                </c:pt>
                <c:pt idx="1941">
                  <c:v>3.01768028</c:v>
                </c:pt>
                <c:pt idx="1942">
                  <c:v>3.0186000000000002</c:v>
                </c:pt>
                <c:pt idx="1943">
                  <c:v>3.0202399999999998</c:v>
                </c:pt>
                <c:pt idx="1944">
                  <c:v>3.0229891699999998</c:v>
                </c:pt>
                <c:pt idx="1945">
                  <c:v>3.0235902800000001</c:v>
                </c:pt>
                <c:pt idx="1946">
                  <c:v>3.0289825000000001</c:v>
                </c:pt>
                <c:pt idx="1947">
                  <c:v>3.03164167</c:v>
                </c:pt>
                <c:pt idx="1948">
                  <c:v>3.0317669399999998</c:v>
                </c:pt>
                <c:pt idx="1949">
                  <c:v>3.0318455599999998</c:v>
                </c:pt>
                <c:pt idx="1950">
                  <c:v>3.0337550000000002</c:v>
                </c:pt>
                <c:pt idx="1951">
                  <c:v>3.03480528</c:v>
                </c:pt>
                <c:pt idx="1952">
                  <c:v>3.0350308300000002</c:v>
                </c:pt>
                <c:pt idx="1953">
                  <c:v>3.0420086099999999</c:v>
                </c:pt>
                <c:pt idx="1954">
                  <c:v>3.04361361</c:v>
                </c:pt>
                <c:pt idx="1955">
                  <c:v>3.0439175000000001</c:v>
                </c:pt>
                <c:pt idx="1956">
                  <c:v>3.0457058300000002</c:v>
                </c:pt>
                <c:pt idx="1957">
                  <c:v>3.0487788899999999</c:v>
                </c:pt>
                <c:pt idx="1958">
                  <c:v>3.0492833300000002</c:v>
                </c:pt>
                <c:pt idx="1959">
                  <c:v>3.05087222</c:v>
                </c:pt>
                <c:pt idx="1960">
                  <c:v>3.0525950000000002</c:v>
                </c:pt>
                <c:pt idx="1961">
                  <c:v>3.05499944</c:v>
                </c:pt>
                <c:pt idx="1962">
                  <c:v>3.0551094399999998</c:v>
                </c:pt>
                <c:pt idx="1963">
                  <c:v>3.05531278</c:v>
                </c:pt>
                <c:pt idx="1964">
                  <c:v>3.0567711100000001</c:v>
                </c:pt>
                <c:pt idx="1965">
                  <c:v>3.0570008299999998</c:v>
                </c:pt>
                <c:pt idx="1966">
                  <c:v>3.05905833</c:v>
                </c:pt>
                <c:pt idx="1967">
                  <c:v>3.0602366700000001</c:v>
                </c:pt>
                <c:pt idx="1968">
                  <c:v>3.0652905600000002</c:v>
                </c:pt>
                <c:pt idx="1969">
                  <c:v>3.0656261100000002</c:v>
                </c:pt>
                <c:pt idx="1970">
                  <c:v>3.06577806</c:v>
                </c:pt>
                <c:pt idx="1971">
                  <c:v>3.0671047200000001</c:v>
                </c:pt>
                <c:pt idx="1972">
                  <c:v>3.07178306</c:v>
                </c:pt>
                <c:pt idx="1973">
                  <c:v>3.0720661100000002</c:v>
                </c:pt>
                <c:pt idx="1974">
                  <c:v>3.0725305600000001</c:v>
                </c:pt>
                <c:pt idx="1975">
                  <c:v>3.0733561100000002</c:v>
                </c:pt>
                <c:pt idx="1976">
                  <c:v>3.0756774999999998</c:v>
                </c:pt>
                <c:pt idx="1977">
                  <c:v>3.0759552800000001</c:v>
                </c:pt>
                <c:pt idx="1978">
                  <c:v>3.0769263900000001</c:v>
                </c:pt>
                <c:pt idx="1979">
                  <c:v>3.07759472</c:v>
                </c:pt>
                <c:pt idx="1980">
                  <c:v>3.0792741700000001</c:v>
                </c:pt>
                <c:pt idx="1981">
                  <c:v>3.0817161099999999</c:v>
                </c:pt>
                <c:pt idx="1982">
                  <c:v>3.0827902800000002</c:v>
                </c:pt>
                <c:pt idx="1983">
                  <c:v>3.08280222</c:v>
                </c:pt>
                <c:pt idx="1984">
                  <c:v>3.0833230600000001</c:v>
                </c:pt>
                <c:pt idx="1985">
                  <c:v>3.0859049999999999</c:v>
                </c:pt>
                <c:pt idx="1986">
                  <c:v>3.0873580600000001</c:v>
                </c:pt>
                <c:pt idx="1987">
                  <c:v>3.0878197200000002</c:v>
                </c:pt>
                <c:pt idx="1988">
                  <c:v>3.08982972</c:v>
                </c:pt>
                <c:pt idx="1989">
                  <c:v>3.09489028</c:v>
                </c:pt>
                <c:pt idx="1990">
                  <c:v>3.09509167</c:v>
                </c:pt>
                <c:pt idx="1991">
                  <c:v>3.0952913899999999</c:v>
                </c:pt>
                <c:pt idx="1992">
                  <c:v>3.0958363900000001</c:v>
                </c:pt>
                <c:pt idx="1993">
                  <c:v>3.0988633299999999</c:v>
                </c:pt>
                <c:pt idx="1994">
                  <c:v>3.1001766700000002</c:v>
                </c:pt>
                <c:pt idx="1995">
                  <c:v>3.10249861</c:v>
                </c:pt>
                <c:pt idx="1996">
                  <c:v>3.1052047200000001</c:v>
                </c:pt>
                <c:pt idx="1997">
                  <c:v>3.1060469400000001</c:v>
                </c:pt>
                <c:pt idx="1998">
                  <c:v>3.1069455600000002</c:v>
                </c:pt>
                <c:pt idx="1999">
                  <c:v>3.1082813900000001</c:v>
                </c:pt>
                <c:pt idx="2000">
                  <c:v>3.1095752800000001</c:v>
                </c:pt>
                <c:pt idx="2001">
                  <c:v>3.1105394400000002</c:v>
                </c:pt>
                <c:pt idx="2002">
                  <c:v>3.1117844400000001</c:v>
                </c:pt>
                <c:pt idx="2003">
                  <c:v>3.1118613900000001</c:v>
                </c:pt>
                <c:pt idx="2004">
                  <c:v>3.11389417</c:v>
                </c:pt>
                <c:pt idx="2005">
                  <c:v>3.1150858299999999</c:v>
                </c:pt>
                <c:pt idx="2006">
                  <c:v>3.1151374999999999</c:v>
                </c:pt>
                <c:pt idx="2007">
                  <c:v>3.11927194</c:v>
                </c:pt>
                <c:pt idx="2008">
                  <c:v>3.1202213900000002</c:v>
                </c:pt>
                <c:pt idx="2009">
                  <c:v>3.1206119399999999</c:v>
                </c:pt>
                <c:pt idx="2010">
                  <c:v>3.12099167</c:v>
                </c:pt>
                <c:pt idx="2011">
                  <c:v>3.1229658300000001</c:v>
                </c:pt>
                <c:pt idx="2012">
                  <c:v>3.1313691700000001</c:v>
                </c:pt>
                <c:pt idx="2013">
                  <c:v>3.1327213899999999</c:v>
                </c:pt>
                <c:pt idx="2014">
                  <c:v>3.1328491700000001</c:v>
                </c:pt>
                <c:pt idx="2015">
                  <c:v>3.1357544399999999</c:v>
                </c:pt>
                <c:pt idx="2016">
                  <c:v>3.1364130600000002</c:v>
                </c:pt>
                <c:pt idx="2017">
                  <c:v>3.13729361</c:v>
                </c:pt>
                <c:pt idx="2018">
                  <c:v>3.1376497200000002</c:v>
                </c:pt>
                <c:pt idx="2019">
                  <c:v>3.1381461100000001</c:v>
                </c:pt>
                <c:pt idx="2020">
                  <c:v>3.1393944399999998</c:v>
                </c:pt>
                <c:pt idx="2021">
                  <c:v>3.1399322199999999</c:v>
                </c:pt>
                <c:pt idx="2022">
                  <c:v>3.1399925</c:v>
                </c:pt>
                <c:pt idx="2023">
                  <c:v>3.1417466699999999</c:v>
                </c:pt>
                <c:pt idx="2024">
                  <c:v>3.1423341699999998</c:v>
                </c:pt>
                <c:pt idx="2025">
                  <c:v>3.1432588899999998</c:v>
                </c:pt>
                <c:pt idx="2026">
                  <c:v>3.14418167</c:v>
                </c:pt>
                <c:pt idx="2027">
                  <c:v>3.1455486100000001</c:v>
                </c:pt>
                <c:pt idx="2028">
                  <c:v>3.14674056</c:v>
                </c:pt>
                <c:pt idx="2029">
                  <c:v>3.1469602800000001</c:v>
                </c:pt>
                <c:pt idx="2030">
                  <c:v>3.1471100000000001</c:v>
                </c:pt>
                <c:pt idx="2031">
                  <c:v>3.1476911099999998</c:v>
                </c:pt>
                <c:pt idx="2032">
                  <c:v>3.1501686100000001</c:v>
                </c:pt>
                <c:pt idx="2033">
                  <c:v>3.1506458300000002</c:v>
                </c:pt>
                <c:pt idx="2034">
                  <c:v>3.1532425000000002</c:v>
                </c:pt>
                <c:pt idx="2035">
                  <c:v>3.1535674999999999</c:v>
                </c:pt>
                <c:pt idx="2036">
                  <c:v>3.1536908299999999</c:v>
                </c:pt>
                <c:pt idx="2037">
                  <c:v>3.1576147200000002</c:v>
                </c:pt>
                <c:pt idx="2038">
                  <c:v>3.15856833</c:v>
                </c:pt>
                <c:pt idx="2039">
                  <c:v>3.16001083</c:v>
                </c:pt>
                <c:pt idx="2040">
                  <c:v>3.1601455600000001</c:v>
                </c:pt>
                <c:pt idx="2041">
                  <c:v>3.16016583</c:v>
                </c:pt>
                <c:pt idx="2042">
                  <c:v>3.1607191700000001</c:v>
                </c:pt>
                <c:pt idx="2043">
                  <c:v>3.1667652799999999</c:v>
                </c:pt>
                <c:pt idx="2044">
                  <c:v>3.16832556</c:v>
                </c:pt>
                <c:pt idx="2045">
                  <c:v>3.1697766700000001</c:v>
                </c:pt>
                <c:pt idx="2046">
                  <c:v>3.1698061100000001</c:v>
                </c:pt>
                <c:pt idx="2047">
                  <c:v>3.1720322200000002</c:v>
                </c:pt>
                <c:pt idx="2048">
                  <c:v>3.1721136099999998</c:v>
                </c:pt>
                <c:pt idx="2049">
                  <c:v>3.1762225000000002</c:v>
                </c:pt>
                <c:pt idx="2050">
                  <c:v>3.1772072200000001</c:v>
                </c:pt>
                <c:pt idx="2051">
                  <c:v>3.1795200000000001</c:v>
                </c:pt>
                <c:pt idx="2052">
                  <c:v>3.1795291699999999</c:v>
                </c:pt>
                <c:pt idx="2053">
                  <c:v>3.1803949999999999</c:v>
                </c:pt>
                <c:pt idx="2054">
                  <c:v>3.1846111100000001</c:v>
                </c:pt>
                <c:pt idx="2055">
                  <c:v>3.1862166699999999</c:v>
                </c:pt>
                <c:pt idx="2056">
                  <c:v>3.1865622199999999</c:v>
                </c:pt>
                <c:pt idx="2057">
                  <c:v>3.1899333300000001</c:v>
                </c:pt>
                <c:pt idx="2058">
                  <c:v>3.1901627800000001</c:v>
                </c:pt>
                <c:pt idx="2059">
                  <c:v>3.1919986100000002</c:v>
                </c:pt>
                <c:pt idx="2060">
                  <c:v>3.1920508299999999</c:v>
                </c:pt>
                <c:pt idx="2061">
                  <c:v>3.1935236100000002</c:v>
                </c:pt>
                <c:pt idx="2062">
                  <c:v>3.1959552800000002</c:v>
                </c:pt>
                <c:pt idx="2063">
                  <c:v>3.1964663899999999</c:v>
                </c:pt>
                <c:pt idx="2064">
                  <c:v>3.1967622200000001</c:v>
                </c:pt>
                <c:pt idx="2065">
                  <c:v>3.19693139</c:v>
                </c:pt>
                <c:pt idx="2066">
                  <c:v>3.1979566699999999</c:v>
                </c:pt>
                <c:pt idx="2067">
                  <c:v>3.20007917</c:v>
                </c:pt>
                <c:pt idx="2068">
                  <c:v>3.2054005600000002</c:v>
                </c:pt>
                <c:pt idx="2069">
                  <c:v>3.2059108300000001</c:v>
                </c:pt>
                <c:pt idx="2070">
                  <c:v>3.2067866700000001</c:v>
                </c:pt>
                <c:pt idx="2071">
                  <c:v>3.2075294400000001</c:v>
                </c:pt>
                <c:pt idx="2072">
                  <c:v>3.2077272200000002</c:v>
                </c:pt>
                <c:pt idx="2073">
                  <c:v>3.2088988899999999</c:v>
                </c:pt>
                <c:pt idx="2074">
                  <c:v>3.2109505600000001</c:v>
                </c:pt>
                <c:pt idx="2075">
                  <c:v>3.2126716700000002</c:v>
                </c:pt>
                <c:pt idx="2076">
                  <c:v>3.21365722</c:v>
                </c:pt>
                <c:pt idx="2077">
                  <c:v>3.2147852800000001</c:v>
                </c:pt>
                <c:pt idx="2078">
                  <c:v>3.21485778</c:v>
                </c:pt>
                <c:pt idx="2079">
                  <c:v>3.2171569400000002</c:v>
                </c:pt>
                <c:pt idx="2080">
                  <c:v>3.2182513899999998</c:v>
                </c:pt>
                <c:pt idx="2081">
                  <c:v>3.2204452799999999</c:v>
                </c:pt>
                <c:pt idx="2082">
                  <c:v>3.22066667</c:v>
                </c:pt>
                <c:pt idx="2083">
                  <c:v>3.2215797199999998</c:v>
                </c:pt>
                <c:pt idx="2084">
                  <c:v>3.2223613900000001</c:v>
                </c:pt>
                <c:pt idx="2085">
                  <c:v>3.2225838900000001</c:v>
                </c:pt>
                <c:pt idx="2086">
                  <c:v>3.2242602800000002</c:v>
                </c:pt>
                <c:pt idx="2087">
                  <c:v>3.2247933299999998</c:v>
                </c:pt>
                <c:pt idx="2088">
                  <c:v>3.2265027800000001</c:v>
                </c:pt>
                <c:pt idx="2089">
                  <c:v>3.2272155599999999</c:v>
                </c:pt>
                <c:pt idx="2090">
                  <c:v>3.2274966699999998</c:v>
                </c:pt>
                <c:pt idx="2091">
                  <c:v>3.2277747200000002</c:v>
                </c:pt>
                <c:pt idx="2092">
                  <c:v>3.2307774999999999</c:v>
                </c:pt>
                <c:pt idx="2093">
                  <c:v>3.23205806</c:v>
                </c:pt>
                <c:pt idx="2094">
                  <c:v>3.2323697199999999</c:v>
                </c:pt>
                <c:pt idx="2095">
                  <c:v>3.23275194</c:v>
                </c:pt>
                <c:pt idx="2096">
                  <c:v>3.2338427799999998</c:v>
                </c:pt>
                <c:pt idx="2097">
                  <c:v>3.23397917</c:v>
                </c:pt>
                <c:pt idx="2098">
                  <c:v>3.2364044399999998</c:v>
                </c:pt>
                <c:pt idx="2099">
                  <c:v>3.2367280599999999</c:v>
                </c:pt>
                <c:pt idx="2100">
                  <c:v>3.2367333299999999</c:v>
                </c:pt>
                <c:pt idx="2101">
                  <c:v>3.2385716699999998</c:v>
                </c:pt>
                <c:pt idx="2102">
                  <c:v>3.2391802799999998</c:v>
                </c:pt>
                <c:pt idx="2103">
                  <c:v>3.23944667</c:v>
                </c:pt>
                <c:pt idx="2104">
                  <c:v>3.2411916700000001</c:v>
                </c:pt>
                <c:pt idx="2105">
                  <c:v>3.2427241699999998</c:v>
                </c:pt>
                <c:pt idx="2106">
                  <c:v>3.24273028</c:v>
                </c:pt>
                <c:pt idx="2107">
                  <c:v>3.2442466699999999</c:v>
                </c:pt>
                <c:pt idx="2108">
                  <c:v>3.2450797200000001</c:v>
                </c:pt>
                <c:pt idx="2109">
                  <c:v>3.2453769399999999</c:v>
                </c:pt>
                <c:pt idx="2110">
                  <c:v>3.2467074999999999</c:v>
                </c:pt>
                <c:pt idx="2111">
                  <c:v>3.24839806</c:v>
                </c:pt>
                <c:pt idx="2112">
                  <c:v>3.2484097200000002</c:v>
                </c:pt>
                <c:pt idx="2113">
                  <c:v>3.2494783300000001</c:v>
                </c:pt>
                <c:pt idx="2114">
                  <c:v>3.2505461100000002</c:v>
                </c:pt>
                <c:pt idx="2115">
                  <c:v>3.2514305600000002</c:v>
                </c:pt>
                <c:pt idx="2116">
                  <c:v>3.2514819400000001</c:v>
                </c:pt>
                <c:pt idx="2117">
                  <c:v>3.2527438900000001</c:v>
                </c:pt>
                <c:pt idx="2118">
                  <c:v>3.2531238899999999</c:v>
                </c:pt>
                <c:pt idx="2119">
                  <c:v>3.2546566700000001</c:v>
                </c:pt>
                <c:pt idx="2120">
                  <c:v>3.2546922199999999</c:v>
                </c:pt>
                <c:pt idx="2121">
                  <c:v>3.2551283299999998</c:v>
                </c:pt>
                <c:pt idx="2122">
                  <c:v>3.2571552800000001</c:v>
                </c:pt>
                <c:pt idx="2123">
                  <c:v>3.2588791700000002</c:v>
                </c:pt>
                <c:pt idx="2124">
                  <c:v>3.2592933300000002</c:v>
                </c:pt>
                <c:pt idx="2125">
                  <c:v>3.2596697200000002</c:v>
                </c:pt>
                <c:pt idx="2126">
                  <c:v>3.26145861</c:v>
                </c:pt>
                <c:pt idx="2127">
                  <c:v>3.2626027799999999</c:v>
                </c:pt>
                <c:pt idx="2128">
                  <c:v>3.2639002800000001</c:v>
                </c:pt>
                <c:pt idx="2129">
                  <c:v>3.2647627799999999</c:v>
                </c:pt>
                <c:pt idx="2130">
                  <c:v>3.2651400000000002</c:v>
                </c:pt>
                <c:pt idx="2131">
                  <c:v>3.26560278</c:v>
                </c:pt>
                <c:pt idx="2132">
                  <c:v>3.2670163900000002</c:v>
                </c:pt>
                <c:pt idx="2133">
                  <c:v>3.2670472199999998</c:v>
                </c:pt>
                <c:pt idx="2134">
                  <c:v>3.2675955600000002</c:v>
                </c:pt>
                <c:pt idx="2135">
                  <c:v>3.2687711099999999</c:v>
                </c:pt>
                <c:pt idx="2136">
                  <c:v>3.2696833299999999</c:v>
                </c:pt>
                <c:pt idx="2137">
                  <c:v>3.2705066700000001</c:v>
                </c:pt>
                <c:pt idx="2138">
                  <c:v>3.2734111100000001</c:v>
                </c:pt>
                <c:pt idx="2139">
                  <c:v>3.2748569399999998</c:v>
                </c:pt>
                <c:pt idx="2140">
                  <c:v>3.2787716699999998</c:v>
                </c:pt>
                <c:pt idx="2141">
                  <c:v>3.2793913899999998</c:v>
                </c:pt>
                <c:pt idx="2142">
                  <c:v>3.28000194</c:v>
                </c:pt>
                <c:pt idx="2143">
                  <c:v>3.281485</c:v>
                </c:pt>
                <c:pt idx="2144">
                  <c:v>3.2821130599999999</c:v>
                </c:pt>
                <c:pt idx="2145">
                  <c:v>3.2821213899999999</c:v>
                </c:pt>
                <c:pt idx="2146">
                  <c:v>3.2846074999999999</c:v>
                </c:pt>
                <c:pt idx="2147">
                  <c:v>3.2850755600000001</c:v>
                </c:pt>
                <c:pt idx="2148">
                  <c:v>3.2851141699999999</c:v>
                </c:pt>
                <c:pt idx="2149">
                  <c:v>3.2862341700000002</c:v>
                </c:pt>
                <c:pt idx="2150">
                  <c:v>3.2873319400000001</c:v>
                </c:pt>
                <c:pt idx="2151">
                  <c:v>3.2904538900000002</c:v>
                </c:pt>
                <c:pt idx="2152">
                  <c:v>3.2922516700000002</c:v>
                </c:pt>
                <c:pt idx="2153">
                  <c:v>3.2984494400000002</c:v>
                </c:pt>
                <c:pt idx="2154">
                  <c:v>3.2985647199999999</c:v>
                </c:pt>
                <c:pt idx="2155">
                  <c:v>3.2987016699999998</c:v>
                </c:pt>
                <c:pt idx="2156">
                  <c:v>3.2993600000000001</c:v>
                </c:pt>
                <c:pt idx="2157">
                  <c:v>3.3009913900000001</c:v>
                </c:pt>
                <c:pt idx="2158">
                  <c:v>3.3035488900000001</c:v>
                </c:pt>
                <c:pt idx="2159">
                  <c:v>3.3054183300000002</c:v>
                </c:pt>
                <c:pt idx="2160">
                  <c:v>3.3066047200000002</c:v>
                </c:pt>
                <c:pt idx="2161">
                  <c:v>3.3068244400000002</c:v>
                </c:pt>
                <c:pt idx="2162">
                  <c:v>3.3075491700000001</c:v>
                </c:pt>
                <c:pt idx="2163">
                  <c:v>3.3092433300000001</c:v>
                </c:pt>
                <c:pt idx="2164">
                  <c:v>3.3093727799999999</c:v>
                </c:pt>
                <c:pt idx="2165">
                  <c:v>3.3103141699999998</c:v>
                </c:pt>
                <c:pt idx="2166">
                  <c:v>3.312325</c:v>
                </c:pt>
                <c:pt idx="2167">
                  <c:v>3.3134100000000002</c:v>
                </c:pt>
                <c:pt idx="2168">
                  <c:v>3.3139513900000002</c:v>
                </c:pt>
                <c:pt idx="2169">
                  <c:v>3.31420972</c:v>
                </c:pt>
                <c:pt idx="2170">
                  <c:v>3.3159897200000001</c:v>
                </c:pt>
                <c:pt idx="2171">
                  <c:v>3.3181952799999999</c:v>
                </c:pt>
                <c:pt idx="2172">
                  <c:v>3.3183413900000001</c:v>
                </c:pt>
                <c:pt idx="2173">
                  <c:v>3.32065389</c:v>
                </c:pt>
                <c:pt idx="2174">
                  <c:v>3.3212202799999999</c:v>
                </c:pt>
                <c:pt idx="2175">
                  <c:v>3.3221041699999998</c:v>
                </c:pt>
                <c:pt idx="2176">
                  <c:v>3.3241816700000002</c:v>
                </c:pt>
                <c:pt idx="2177">
                  <c:v>3.3242250000000002</c:v>
                </c:pt>
                <c:pt idx="2178">
                  <c:v>3.3270633300000001</c:v>
                </c:pt>
                <c:pt idx="2179">
                  <c:v>3.3270888900000002</c:v>
                </c:pt>
                <c:pt idx="2180">
                  <c:v>3.3285886100000002</c:v>
                </c:pt>
                <c:pt idx="2181">
                  <c:v>3.33057056</c:v>
                </c:pt>
                <c:pt idx="2182">
                  <c:v>3.3314536100000001</c:v>
                </c:pt>
                <c:pt idx="2183">
                  <c:v>3.33293083</c:v>
                </c:pt>
                <c:pt idx="2184">
                  <c:v>3.3329844400000002</c:v>
                </c:pt>
                <c:pt idx="2185">
                  <c:v>3.3365344399999999</c:v>
                </c:pt>
                <c:pt idx="2186">
                  <c:v>3.3374091699999999</c:v>
                </c:pt>
                <c:pt idx="2187">
                  <c:v>3.3383911099999999</c:v>
                </c:pt>
                <c:pt idx="2188">
                  <c:v>3.3391472200000001</c:v>
                </c:pt>
                <c:pt idx="2189">
                  <c:v>3.3416263900000001</c:v>
                </c:pt>
                <c:pt idx="2190">
                  <c:v>3.3424313899999998</c:v>
                </c:pt>
                <c:pt idx="2191">
                  <c:v>3.3425197199999999</c:v>
                </c:pt>
                <c:pt idx="2192">
                  <c:v>3.3437002800000002</c:v>
                </c:pt>
                <c:pt idx="2193">
                  <c:v>3.3443652799999999</c:v>
                </c:pt>
                <c:pt idx="2194">
                  <c:v>3.34539806</c:v>
                </c:pt>
                <c:pt idx="2195">
                  <c:v>3.3497497200000002</c:v>
                </c:pt>
                <c:pt idx="2196">
                  <c:v>3.3500174999999999</c:v>
                </c:pt>
                <c:pt idx="2197">
                  <c:v>3.35043611</c:v>
                </c:pt>
                <c:pt idx="2198">
                  <c:v>3.3561211100000001</c:v>
                </c:pt>
                <c:pt idx="2199">
                  <c:v>3.35650417</c:v>
                </c:pt>
                <c:pt idx="2200">
                  <c:v>3.3623205600000001</c:v>
                </c:pt>
                <c:pt idx="2201">
                  <c:v>3.3646847200000001</c:v>
                </c:pt>
                <c:pt idx="2202">
                  <c:v>3.3648252799999998</c:v>
                </c:pt>
                <c:pt idx="2203">
                  <c:v>3.36816972</c:v>
                </c:pt>
                <c:pt idx="2204">
                  <c:v>3.37039833</c:v>
                </c:pt>
                <c:pt idx="2205">
                  <c:v>3.3706700000000001</c:v>
                </c:pt>
                <c:pt idx="2206">
                  <c:v>3.3725563900000002</c:v>
                </c:pt>
                <c:pt idx="2207">
                  <c:v>3.3744205599999999</c:v>
                </c:pt>
                <c:pt idx="2208">
                  <c:v>3.3754466700000001</c:v>
                </c:pt>
                <c:pt idx="2209">
                  <c:v>3.3763969399999998</c:v>
                </c:pt>
                <c:pt idx="2210">
                  <c:v>3.37648028</c:v>
                </c:pt>
                <c:pt idx="2211">
                  <c:v>3.37837722</c:v>
                </c:pt>
                <c:pt idx="2212">
                  <c:v>3.3804436099999999</c:v>
                </c:pt>
                <c:pt idx="2213">
                  <c:v>3.3822441699999999</c:v>
                </c:pt>
                <c:pt idx="2214">
                  <c:v>3.3823936099999998</c:v>
                </c:pt>
                <c:pt idx="2215">
                  <c:v>3.3827936099999998</c:v>
                </c:pt>
                <c:pt idx="2216">
                  <c:v>3.3845774999999998</c:v>
                </c:pt>
                <c:pt idx="2217">
                  <c:v>3.38573667</c:v>
                </c:pt>
                <c:pt idx="2218">
                  <c:v>3.3866536100000002</c:v>
                </c:pt>
                <c:pt idx="2219">
                  <c:v>3.3874569399999999</c:v>
                </c:pt>
                <c:pt idx="2220">
                  <c:v>3.3879183300000002</c:v>
                </c:pt>
                <c:pt idx="2221">
                  <c:v>3.38973111</c:v>
                </c:pt>
                <c:pt idx="2222">
                  <c:v>3.3900594399999999</c:v>
                </c:pt>
                <c:pt idx="2223">
                  <c:v>3.3910611099999999</c:v>
                </c:pt>
                <c:pt idx="2224">
                  <c:v>3.3929958299999998</c:v>
                </c:pt>
                <c:pt idx="2225">
                  <c:v>3.39401083</c:v>
                </c:pt>
                <c:pt idx="2226">
                  <c:v>3.3954844400000002</c:v>
                </c:pt>
                <c:pt idx="2227">
                  <c:v>3.3972344400000001</c:v>
                </c:pt>
                <c:pt idx="2228">
                  <c:v>3.3979622200000001</c:v>
                </c:pt>
                <c:pt idx="2229">
                  <c:v>3.3998611099999998</c:v>
                </c:pt>
                <c:pt idx="2230">
                  <c:v>3.4005375</c:v>
                </c:pt>
                <c:pt idx="2231">
                  <c:v>3.4013291699999999</c:v>
                </c:pt>
                <c:pt idx="2232">
                  <c:v>3.4032691700000002</c:v>
                </c:pt>
                <c:pt idx="2233">
                  <c:v>3.40433056</c:v>
                </c:pt>
                <c:pt idx="2234">
                  <c:v>3.4045786100000002</c:v>
                </c:pt>
                <c:pt idx="2235">
                  <c:v>3.4056324999999998</c:v>
                </c:pt>
                <c:pt idx="2236">
                  <c:v>3.4073372200000001</c:v>
                </c:pt>
                <c:pt idx="2237">
                  <c:v>3.4089091699999998</c:v>
                </c:pt>
                <c:pt idx="2238">
                  <c:v>3.4107086099999999</c:v>
                </c:pt>
                <c:pt idx="2239">
                  <c:v>3.41091056</c:v>
                </c:pt>
                <c:pt idx="2240">
                  <c:v>3.4161644400000002</c:v>
                </c:pt>
                <c:pt idx="2241">
                  <c:v>3.4178183299999998</c:v>
                </c:pt>
                <c:pt idx="2242">
                  <c:v>3.4180591699999998</c:v>
                </c:pt>
                <c:pt idx="2243">
                  <c:v>3.4201575000000002</c:v>
                </c:pt>
                <c:pt idx="2244">
                  <c:v>3.4201927799999998</c:v>
                </c:pt>
                <c:pt idx="2245">
                  <c:v>3.42368278</c:v>
                </c:pt>
                <c:pt idx="2246">
                  <c:v>3.4273736100000001</c:v>
                </c:pt>
                <c:pt idx="2247">
                  <c:v>3.4277836100000001</c:v>
                </c:pt>
                <c:pt idx="2248">
                  <c:v>3.4288011100000002</c:v>
                </c:pt>
                <c:pt idx="2249">
                  <c:v>3.4298597200000001</c:v>
                </c:pt>
                <c:pt idx="2250">
                  <c:v>3.43263944</c:v>
                </c:pt>
                <c:pt idx="2251">
                  <c:v>3.4346447200000001</c:v>
                </c:pt>
                <c:pt idx="2252">
                  <c:v>3.4346636099999999</c:v>
                </c:pt>
                <c:pt idx="2253">
                  <c:v>3.4347863900000002</c:v>
                </c:pt>
                <c:pt idx="2254">
                  <c:v>3.4379302799999998</c:v>
                </c:pt>
                <c:pt idx="2255">
                  <c:v>3.43909917</c:v>
                </c:pt>
                <c:pt idx="2256">
                  <c:v>3.439775</c:v>
                </c:pt>
                <c:pt idx="2257">
                  <c:v>3.4400277799999999</c:v>
                </c:pt>
                <c:pt idx="2258">
                  <c:v>3.4449013900000001</c:v>
                </c:pt>
                <c:pt idx="2259">
                  <c:v>3.4454966699999998</c:v>
                </c:pt>
                <c:pt idx="2260">
                  <c:v>3.44626667</c:v>
                </c:pt>
                <c:pt idx="2261">
                  <c:v>3.4472155600000001</c:v>
                </c:pt>
                <c:pt idx="2262">
                  <c:v>3.4516825</c:v>
                </c:pt>
                <c:pt idx="2263">
                  <c:v>3.4545063900000001</c:v>
                </c:pt>
                <c:pt idx="2264">
                  <c:v>3.4589022200000001</c:v>
                </c:pt>
                <c:pt idx="2265">
                  <c:v>3.4594302799999999</c:v>
                </c:pt>
                <c:pt idx="2266">
                  <c:v>3.46158528</c:v>
                </c:pt>
                <c:pt idx="2267">
                  <c:v>3.4623736100000002</c:v>
                </c:pt>
                <c:pt idx="2268">
                  <c:v>3.4640969400000001</c:v>
                </c:pt>
                <c:pt idx="2269">
                  <c:v>3.4672438900000002</c:v>
                </c:pt>
                <c:pt idx="2270">
                  <c:v>3.4681313899999999</c:v>
                </c:pt>
                <c:pt idx="2271">
                  <c:v>3.47008333</c:v>
                </c:pt>
                <c:pt idx="2272">
                  <c:v>3.4704769400000002</c:v>
                </c:pt>
                <c:pt idx="2273">
                  <c:v>3.4717324999999999</c:v>
                </c:pt>
                <c:pt idx="2274">
                  <c:v>3.4723547199999998</c:v>
                </c:pt>
                <c:pt idx="2275">
                  <c:v>3.4731338900000002</c:v>
                </c:pt>
                <c:pt idx="2276">
                  <c:v>3.4743594400000002</c:v>
                </c:pt>
                <c:pt idx="2277">
                  <c:v>3.4759950000000002</c:v>
                </c:pt>
                <c:pt idx="2278">
                  <c:v>3.4773000000000001</c:v>
                </c:pt>
                <c:pt idx="2279">
                  <c:v>3.4781749999999998</c:v>
                </c:pt>
                <c:pt idx="2280">
                  <c:v>3.4797322199999998</c:v>
                </c:pt>
                <c:pt idx="2281">
                  <c:v>3.4804711099999999</c:v>
                </c:pt>
                <c:pt idx="2282">
                  <c:v>3.48062417</c:v>
                </c:pt>
                <c:pt idx="2283">
                  <c:v>3.4835811099999998</c:v>
                </c:pt>
                <c:pt idx="2284">
                  <c:v>3.48534444</c:v>
                </c:pt>
                <c:pt idx="2285">
                  <c:v>3.48756333</c:v>
                </c:pt>
                <c:pt idx="2286">
                  <c:v>3.4878011099999999</c:v>
                </c:pt>
                <c:pt idx="2287">
                  <c:v>3.4879727800000002</c:v>
                </c:pt>
                <c:pt idx="2288">
                  <c:v>3.4896799999999999</c:v>
                </c:pt>
                <c:pt idx="2289">
                  <c:v>3.49281306</c:v>
                </c:pt>
                <c:pt idx="2290">
                  <c:v>3.4933925000000001</c:v>
                </c:pt>
                <c:pt idx="2291">
                  <c:v>3.4936880600000002</c:v>
                </c:pt>
                <c:pt idx="2292">
                  <c:v>3.4952536099999998</c:v>
                </c:pt>
                <c:pt idx="2293">
                  <c:v>3.49948806</c:v>
                </c:pt>
                <c:pt idx="2294">
                  <c:v>3.4995608300000001</c:v>
                </c:pt>
                <c:pt idx="2295">
                  <c:v>3.50077806</c:v>
                </c:pt>
                <c:pt idx="2296">
                  <c:v>3.5040241700000001</c:v>
                </c:pt>
                <c:pt idx="2297">
                  <c:v>3.5045347200000001</c:v>
                </c:pt>
                <c:pt idx="2298">
                  <c:v>3.5056625000000001</c:v>
                </c:pt>
                <c:pt idx="2299">
                  <c:v>3.50678556</c:v>
                </c:pt>
                <c:pt idx="2300">
                  <c:v>3.5083933300000001</c:v>
                </c:pt>
                <c:pt idx="2301">
                  <c:v>3.5093158299999998</c:v>
                </c:pt>
                <c:pt idx="2302">
                  <c:v>3.5109513899999998</c:v>
                </c:pt>
                <c:pt idx="2303">
                  <c:v>3.5133022199999999</c:v>
                </c:pt>
                <c:pt idx="2304">
                  <c:v>3.51370278</c:v>
                </c:pt>
                <c:pt idx="2305">
                  <c:v>3.5158019399999998</c:v>
                </c:pt>
                <c:pt idx="2306">
                  <c:v>3.5192041700000001</c:v>
                </c:pt>
                <c:pt idx="2307">
                  <c:v>3.51956472</c:v>
                </c:pt>
                <c:pt idx="2308">
                  <c:v>3.5223708299999998</c:v>
                </c:pt>
                <c:pt idx="2309">
                  <c:v>3.5262588899999998</c:v>
                </c:pt>
                <c:pt idx="2310">
                  <c:v>3.5294433299999999</c:v>
                </c:pt>
                <c:pt idx="2311">
                  <c:v>3.5319002799999999</c:v>
                </c:pt>
                <c:pt idx="2312">
                  <c:v>3.5329633299999998</c:v>
                </c:pt>
                <c:pt idx="2313">
                  <c:v>3.5330650000000001</c:v>
                </c:pt>
                <c:pt idx="2314">
                  <c:v>3.53387333</c:v>
                </c:pt>
                <c:pt idx="2315">
                  <c:v>3.5352147199999999</c:v>
                </c:pt>
                <c:pt idx="2316">
                  <c:v>3.5380386100000001</c:v>
                </c:pt>
                <c:pt idx="2317">
                  <c:v>3.5383752799999999</c:v>
                </c:pt>
                <c:pt idx="2318">
                  <c:v>3.54027694</c:v>
                </c:pt>
                <c:pt idx="2319">
                  <c:v>3.54074139</c:v>
                </c:pt>
                <c:pt idx="2320">
                  <c:v>3.5428477799999998</c:v>
                </c:pt>
                <c:pt idx="2321">
                  <c:v>3.54390333</c:v>
                </c:pt>
                <c:pt idx="2322">
                  <c:v>3.5466822200000001</c:v>
                </c:pt>
                <c:pt idx="2323">
                  <c:v>3.5485647199999999</c:v>
                </c:pt>
                <c:pt idx="2324">
                  <c:v>3.54945222</c:v>
                </c:pt>
                <c:pt idx="2325">
                  <c:v>3.55477</c:v>
                </c:pt>
                <c:pt idx="2326">
                  <c:v>3.5556338900000002</c:v>
                </c:pt>
                <c:pt idx="2327">
                  <c:v>3.5588725000000001</c:v>
                </c:pt>
                <c:pt idx="2328">
                  <c:v>3.5615700000000001</c:v>
                </c:pt>
                <c:pt idx="2329">
                  <c:v>3.56208861</c:v>
                </c:pt>
                <c:pt idx="2330">
                  <c:v>3.5629024999999999</c:v>
                </c:pt>
                <c:pt idx="2331">
                  <c:v>3.5645294399999998</c:v>
                </c:pt>
                <c:pt idx="2332">
                  <c:v>3.5672447200000001</c:v>
                </c:pt>
                <c:pt idx="2333">
                  <c:v>3.5675558299999999</c:v>
                </c:pt>
                <c:pt idx="2334">
                  <c:v>3.57090028</c:v>
                </c:pt>
                <c:pt idx="2335">
                  <c:v>3.5730522200000001</c:v>
                </c:pt>
                <c:pt idx="2336">
                  <c:v>3.5734236099999999</c:v>
                </c:pt>
                <c:pt idx="2337">
                  <c:v>3.5811263900000001</c:v>
                </c:pt>
                <c:pt idx="2338">
                  <c:v>3.5852483300000002</c:v>
                </c:pt>
                <c:pt idx="2339">
                  <c:v>3.5900155599999999</c:v>
                </c:pt>
                <c:pt idx="2340">
                  <c:v>3.5912286099999999</c:v>
                </c:pt>
                <c:pt idx="2341">
                  <c:v>3.5948108300000001</c:v>
                </c:pt>
                <c:pt idx="2342">
                  <c:v>3.5969574999999998</c:v>
                </c:pt>
                <c:pt idx="2343">
                  <c:v>3.5986280599999998</c:v>
                </c:pt>
                <c:pt idx="2344">
                  <c:v>3.6002927800000002</c:v>
                </c:pt>
                <c:pt idx="2345">
                  <c:v>3.6020636100000001</c:v>
                </c:pt>
                <c:pt idx="2346">
                  <c:v>3.6042658300000001</c:v>
                </c:pt>
                <c:pt idx="2347">
                  <c:v>3.6060824999999999</c:v>
                </c:pt>
                <c:pt idx="2348">
                  <c:v>3.6078677799999999</c:v>
                </c:pt>
                <c:pt idx="2349">
                  <c:v>3.6079244400000001</c:v>
                </c:pt>
                <c:pt idx="2350">
                  <c:v>3.6119686099999999</c:v>
                </c:pt>
                <c:pt idx="2351">
                  <c:v>3.6178727799999999</c:v>
                </c:pt>
                <c:pt idx="2352">
                  <c:v>3.6204086100000001</c:v>
                </c:pt>
                <c:pt idx="2353">
                  <c:v>3.6223177799999999</c:v>
                </c:pt>
                <c:pt idx="2354">
                  <c:v>3.62818833</c:v>
                </c:pt>
                <c:pt idx="2355">
                  <c:v>3.6282280600000001</c:v>
                </c:pt>
                <c:pt idx="2356">
                  <c:v>3.62922389</c:v>
                </c:pt>
                <c:pt idx="2357">
                  <c:v>3.63263194</c:v>
                </c:pt>
                <c:pt idx="2358">
                  <c:v>3.6379941699999998</c:v>
                </c:pt>
                <c:pt idx="2359">
                  <c:v>3.6385172200000002</c:v>
                </c:pt>
                <c:pt idx="2360">
                  <c:v>3.6401205600000002</c:v>
                </c:pt>
                <c:pt idx="2361">
                  <c:v>3.64680917</c:v>
                </c:pt>
                <c:pt idx="2362">
                  <c:v>3.64891028</c:v>
                </c:pt>
                <c:pt idx="2363">
                  <c:v>3.6530763899999998</c:v>
                </c:pt>
                <c:pt idx="2364">
                  <c:v>3.6555788900000001</c:v>
                </c:pt>
                <c:pt idx="2365">
                  <c:v>3.6561261100000002</c:v>
                </c:pt>
                <c:pt idx="2366">
                  <c:v>3.6680088899999999</c:v>
                </c:pt>
                <c:pt idx="2367">
                  <c:v>3.6737166700000001</c:v>
                </c:pt>
                <c:pt idx="2368">
                  <c:v>3.6754449999999999</c:v>
                </c:pt>
                <c:pt idx="2369">
                  <c:v>3.6760755600000001</c:v>
                </c:pt>
                <c:pt idx="2370">
                  <c:v>3.6794433299999998</c:v>
                </c:pt>
                <c:pt idx="2371">
                  <c:v>3.6810797200000001</c:v>
                </c:pt>
                <c:pt idx="2372">
                  <c:v>3.6849066700000002</c:v>
                </c:pt>
                <c:pt idx="2373">
                  <c:v>3.68854667</c:v>
                </c:pt>
                <c:pt idx="2374">
                  <c:v>3.6943966700000002</c:v>
                </c:pt>
                <c:pt idx="2375">
                  <c:v>3.6970377800000001</c:v>
                </c:pt>
                <c:pt idx="2376">
                  <c:v>3.7003094399999998</c:v>
                </c:pt>
                <c:pt idx="2377">
                  <c:v>3.70398139</c:v>
                </c:pt>
                <c:pt idx="2378">
                  <c:v>3.70596222</c:v>
                </c:pt>
                <c:pt idx="2379">
                  <c:v>3.7063077799999999</c:v>
                </c:pt>
                <c:pt idx="2380">
                  <c:v>3.7093119400000001</c:v>
                </c:pt>
                <c:pt idx="2381">
                  <c:v>3.71357194</c:v>
                </c:pt>
                <c:pt idx="2382">
                  <c:v>3.7163830600000001</c:v>
                </c:pt>
                <c:pt idx="2383">
                  <c:v>3.71664583</c:v>
                </c:pt>
                <c:pt idx="2384">
                  <c:v>3.7194336099999998</c:v>
                </c:pt>
                <c:pt idx="2385">
                  <c:v>3.7234533299999999</c:v>
                </c:pt>
                <c:pt idx="2386">
                  <c:v>3.725365</c:v>
                </c:pt>
                <c:pt idx="2387">
                  <c:v>3.7288636099999999</c:v>
                </c:pt>
                <c:pt idx="2388">
                  <c:v>3.7326969399999999</c:v>
                </c:pt>
                <c:pt idx="2389">
                  <c:v>3.7355174999999998</c:v>
                </c:pt>
                <c:pt idx="2390">
                  <c:v>3.7371177800000002</c:v>
                </c:pt>
                <c:pt idx="2391">
                  <c:v>3.7371916700000001</c:v>
                </c:pt>
                <c:pt idx="2392">
                  <c:v>3.7405677800000001</c:v>
                </c:pt>
                <c:pt idx="2393">
                  <c:v>3.74160417</c:v>
                </c:pt>
                <c:pt idx="2394">
                  <c:v>3.7460049999999998</c:v>
                </c:pt>
                <c:pt idx="2395">
                  <c:v>3.7460974999999999</c:v>
                </c:pt>
                <c:pt idx="2396">
                  <c:v>3.7515508299999998</c:v>
                </c:pt>
                <c:pt idx="2397">
                  <c:v>3.7562613900000001</c:v>
                </c:pt>
                <c:pt idx="2398">
                  <c:v>3.75883083</c:v>
                </c:pt>
                <c:pt idx="2399">
                  <c:v>3.7593027800000001</c:v>
                </c:pt>
                <c:pt idx="2400">
                  <c:v>3.7621191700000001</c:v>
                </c:pt>
                <c:pt idx="2401">
                  <c:v>3.76321722</c:v>
                </c:pt>
                <c:pt idx="2402">
                  <c:v>3.7690711100000001</c:v>
                </c:pt>
                <c:pt idx="2403">
                  <c:v>3.7698836099999999</c:v>
                </c:pt>
                <c:pt idx="2404">
                  <c:v>3.7710341700000001</c:v>
                </c:pt>
                <c:pt idx="2405">
                  <c:v>3.7749280600000001</c:v>
                </c:pt>
                <c:pt idx="2406">
                  <c:v>3.7753383299999999</c:v>
                </c:pt>
                <c:pt idx="2407">
                  <c:v>3.7754655600000002</c:v>
                </c:pt>
                <c:pt idx="2408">
                  <c:v>3.7815249999999998</c:v>
                </c:pt>
                <c:pt idx="2409">
                  <c:v>3.7821755600000002</c:v>
                </c:pt>
                <c:pt idx="2410">
                  <c:v>3.7826925</c:v>
                </c:pt>
                <c:pt idx="2411">
                  <c:v>3.78568639</c:v>
                </c:pt>
                <c:pt idx="2412">
                  <c:v>3.78802306</c:v>
                </c:pt>
                <c:pt idx="2413">
                  <c:v>3.7895433299999999</c:v>
                </c:pt>
                <c:pt idx="2414">
                  <c:v>3.7910069399999999</c:v>
                </c:pt>
                <c:pt idx="2415">
                  <c:v>3.7915944399999999</c:v>
                </c:pt>
                <c:pt idx="2416">
                  <c:v>3.79165639</c:v>
                </c:pt>
                <c:pt idx="2417">
                  <c:v>3.79395667</c:v>
                </c:pt>
                <c:pt idx="2418">
                  <c:v>3.79470778</c:v>
                </c:pt>
                <c:pt idx="2419">
                  <c:v>3.7969138899999999</c:v>
                </c:pt>
                <c:pt idx="2420">
                  <c:v>3.8010577799999998</c:v>
                </c:pt>
                <c:pt idx="2421">
                  <c:v>3.8017527800000002</c:v>
                </c:pt>
                <c:pt idx="2422">
                  <c:v>3.80273028</c:v>
                </c:pt>
                <c:pt idx="2423">
                  <c:v>3.8057008300000001</c:v>
                </c:pt>
                <c:pt idx="2424">
                  <c:v>3.8101347200000002</c:v>
                </c:pt>
                <c:pt idx="2425">
                  <c:v>3.8119874999999999</c:v>
                </c:pt>
                <c:pt idx="2426">
                  <c:v>3.8129622200000002</c:v>
                </c:pt>
                <c:pt idx="2427">
                  <c:v>3.8146186100000001</c:v>
                </c:pt>
                <c:pt idx="2428">
                  <c:v>3.8165297200000001</c:v>
                </c:pt>
                <c:pt idx="2429">
                  <c:v>3.8170486100000001</c:v>
                </c:pt>
                <c:pt idx="2430">
                  <c:v>3.8174061099999999</c:v>
                </c:pt>
                <c:pt idx="2431">
                  <c:v>3.8233363900000001</c:v>
                </c:pt>
                <c:pt idx="2432">
                  <c:v>3.8253386100000002</c:v>
                </c:pt>
                <c:pt idx="2433">
                  <c:v>3.8261122200000002</c:v>
                </c:pt>
                <c:pt idx="2434">
                  <c:v>3.8293252799999999</c:v>
                </c:pt>
                <c:pt idx="2435">
                  <c:v>3.8318672199999999</c:v>
                </c:pt>
                <c:pt idx="2436">
                  <c:v>3.8339513900000002</c:v>
                </c:pt>
                <c:pt idx="2437">
                  <c:v>3.8391388900000001</c:v>
                </c:pt>
                <c:pt idx="2438">
                  <c:v>3.8409213900000001</c:v>
                </c:pt>
                <c:pt idx="2439">
                  <c:v>3.8417691700000001</c:v>
                </c:pt>
                <c:pt idx="2440">
                  <c:v>3.8428902800000002</c:v>
                </c:pt>
                <c:pt idx="2441">
                  <c:v>3.8460577800000002</c:v>
                </c:pt>
                <c:pt idx="2442">
                  <c:v>3.8472466700000001</c:v>
                </c:pt>
                <c:pt idx="2443">
                  <c:v>3.8478655599999998</c:v>
                </c:pt>
                <c:pt idx="2444">
                  <c:v>3.85500167</c:v>
                </c:pt>
                <c:pt idx="2445">
                  <c:v>3.8551752800000001</c:v>
                </c:pt>
                <c:pt idx="2446">
                  <c:v>3.85818444</c:v>
                </c:pt>
                <c:pt idx="2447">
                  <c:v>3.8613261099999998</c:v>
                </c:pt>
                <c:pt idx="2448">
                  <c:v>3.8618133299999999</c:v>
                </c:pt>
                <c:pt idx="2449">
                  <c:v>3.8647675000000001</c:v>
                </c:pt>
                <c:pt idx="2450">
                  <c:v>3.86528889</c:v>
                </c:pt>
                <c:pt idx="2451">
                  <c:v>3.8683636099999998</c:v>
                </c:pt>
                <c:pt idx="2452">
                  <c:v>3.87069778</c:v>
                </c:pt>
                <c:pt idx="2453">
                  <c:v>3.8713516700000001</c:v>
                </c:pt>
                <c:pt idx="2454">
                  <c:v>3.87387528</c:v>
                </c:pt>
                <c:pt idx="2455">
                  <c:v>3.8764477799999999</c:v>
                </c:pt>
                <c:pt idx="2456">
                  <c:v>3.8767080599999999</c:v>
                </c:pt>
                <c:pt idx="2457">
                  <c:v>3.8779344400000002</c:v>
                </c:pt>
                <c:pt idx="2458">
                  <c:v>3.8882183299999999</c:v>
                </c:pt>
                <c:pt idx="2459">
                  <c:v>3.8884750000000001</c:v>
                </c:pt>
                <c:pt idx="2460">
                  <c:v>3.8911799999999999</c:v>
                </c:pt>
                <c:pt idx="2461">
                  <c:v>3.8948375</c:v>
                </c:pt>
                <c:pt idx="2462">
                  <c:v>3.8958050000000002</c:v>
                </c:pt>
                <c:pt idx="2463">
                  <c:v>3.8984736099999999</c:v>
                </c:pt>
                <c:pt idx="2464">
                  <c:v>3.8987805600000001</c:v>
                </c:pt>
                <c:pt idx="2465">
                  <c:v>3.9002719400000001</c:v>
                </c:pt>
                <c:pt idx="2466">
                  <c:v>3.90288083</c:v>
                </c:pt>
                <c:pt idx="2467">
                  <c:v>3.9056513900000001</c:v>
                </c:pt>
                <c:pt idx="2468">
                  <c:v>3.90655361</c:v>
                </c:pt>
                <c:pt idx="2469">
                  <c:v>3.9072791699999998</c:v>
                </c:pt>
                <c:pt idx="2470">
                  <c:v>3.9088322199999999</c:v>
                </c:pt>
                <c:pt idx="2471">
                  <c:v>3.9091022199999998</c:v>
                </c:pt>
                <c:pt idx="2472">
                  <c:v>3.9121363900000001</c:v>
                </c:pt>
                <c:pt idx="2473">
                  <c:v>3.9146252800000001</c:v>
                </c:pt>
                <c:pt idx="2474">
                  <c:v>3.9146888899999999</c:v>
                </c:pt>
                <c:pt idx="2475">
                  <c:v>3.9187188900000001</c:v>
                </c:pt>
                <c:pt idx="2476">
                  <c:v>3.9219677800000001</c:v>
                </c:pt>
                <c:pt idx="2477">
                  <c:v>3.92793028</c:v>
                </c:pt>
                <c:pt idx="2478">
                  <c:v>3.9305644399999999</c:v>
                </c:pt>
                <c:pt idx="2479">
                  <c:v>3.93077861</c:v>
                </c:pt>
                <c:pt idx="2480">
                  <c:v>3.93296833</c:v>
                </c:pt>
                <c:pt idx="2481">
                  <c:v>3.93930917</c:v>
                </c:pt>
                <c:pt idx="2482">
                  <c:v>3.9395713899999998</c:v>
                </c:pt>
                <c:pt idx="2483">
                  <c:v>3.94078222</c:v>
                </c:pt>
                <c:pt idx="2484">
                  <c:v>3.9441830599999999</c:v>
                </c:pt>
                <c:pt idx="2485">
                  <c:v>3.9467597200000002</c:v>
                </c:pt>
                <c:pt idx="2486">
                  <c:v>3.9484008300000002</c:v>
                </c:pt>
                <c:pt idx="2487">
                  <c:v>3.9490513900000002</c:v>
                </c:pt>
                <c:pt idx="2488">
                  <c:v>3.9495033300000002</c:v>
                </c:pt>
                <c:pt idx="2489">
                  <c:v>3.9503816700000001</c:v>
                </c:pt>
                <c:pt idx="2490">
                  <c:v>3.9548575000000001</c:v>
                </c:pt>
                <c:pt idx="2491">
                  <c:v>3.9615547200000001</c:v>
                </c:pt>
                <c:pt idx="2492">
                  <c:v>3.96368528</c:v>
                </c:pt>
                <c:pt idx="2493">
                  <c:v>3.9637469400000001</c:v>
                </c:pt>
                <c:pt idx="2494">
                  <c:v>3.9650322199999999</c:v>
                </c:pt>
                <c:pt idx="2495">
                  <c:v>3.9652497200000001</c:v>
                </c:pt>
                <c:pt idx="2496">
                  <c:v>3.96829111</c:v>
                </c:pt>
                <c:pt idx="2497">
                  <c:v>3.9688975000000002</c:v>
                </c:pt>
                <c:pt idx="2498">
                  <c:v>3.9725072199999998</c:v>
                </c:pt>
                <c:pt idx="2499">
                  <c:v>3.9741105600000002</c:v>
                </c:pt>
                <c:pt idx="2500">
                  <c:v>3.9754813900000001</c:v>
                </c:pt>
                <c:pt idx="2501">
                  <c:v>3.9762508300000001</c:v>
                </c:pt>
                <c:pt idx="2502">
                  <c:v>3.9779233299999999</c:v>
                </c:pt>
                <c:pt idx="2503">
                  <c:v>3.9799702799999999</c:v>
                </c:pt>
                <c:pt idx="2504">
                  <c:v>3.9821480600000001</c:v>
                </c:pt>
                <c:pt idx="2505">
                  <c:v>3.9843577799999998</c:v>
                </c:pt>
                <c:pt idx="2506">
                  <c:v>3.9857986099999998</c:v>
                </c:pt>
                <c:pt idx="2507">
                  <c:v>3.9882766699999999</c:v>
                </c:pt>
                <c:pt idx="2508">
                  <c:v>3.9896519399999999</c:v>
                </c:pt>
                <c:pt idx="2509">
                  <c:v>3.99451139</c:v>
                </c:pt>
                <c:pt idx="2510">
                  <c:v>3.99838111</c:v>
                </c:pt>
                <c:pt idx="2511">
                  <c:v>4.00179361</c:v>
                </c:pt>
                <c:pt idx="2512">
                  <c:v>4.0033652799999997</c:v>
                </c:pt>
                <c:pt idx="2513">
                  <c:v>4.0069808299999998</c:v>
                </c:pt>
                <c:pt idx="2514">
                  <c:v>4.0119255599999999</c:v>
                </c:pt>
                <c:pt idx="2515">
                  <c:v>4.0132963899999998</c:v>
                </c:pt>
                <c:pt idx="2516">
                  <c:v>4.0150647199999998</c:v>
                </c:pt>
                <c:pt idx="2517">
                  <c:v>4.0194316700000003</c:v>
                </c:pt>
                <c:pt idx="2518">
                  <c:v>4.0197333300000002</c:v>
                </c:pt>
                <c:pt idx="2519">
                  <c:v>4.0230383300000003</c:v>
                </c:pt>
                <c:pt idx="2520">
                  <c:v>4.02661917</c:v>
                </c:pt>
                <c:pt idx="2521">
                  <c:v>4.0295658300000001</c:v>
                </c:pt>
                <c:pt idx="2522">
                  <c:v>4.0326305600000003</c:v>
                </c:pt>
                <c:pt idx="2523">
                  <c:v>4.0341174999999998</c:v>
                </c:pt>
                <c:pt idx="2524">
                  <c:v>4.0473733300000001</c:v>
                </c:pt>
                <c:pt idx="2525">
                  <c:v>4.0479558300000003</c:v>
                </c:pt>
                <c:pt idx="2526">
                  <c:v>4.0556475000000001</c:v>
                </c:pt>
                <c:pt idx="2527">
                  <c:v>4.0562725000000004</c:v>
                </c:pt>
                <c:pt idx="2528">
                  <c:v>4.0567711099999997</c:v>
                </c:pt>
                <c:pt idx="2529">
                  <c:v>4.0627708299999998</c:v>
                </c:pt>
                <c:pt idx="2530">
                  <c:v>4.0652861099999997</c:v>
                </c:pt>
                <c:pt idx="2531">
                  <c:v>4.0655519399999998</c:v>
                </c:pt>
                <c:pt idx="2532">
                  <c:v>4.06588861</c:v>
                </c:pt>
                <c:pt idx="2533">
                  <c:v>4.0701772199999997</c:v>
                </c:pt>
                <c:pt idx="2534">
                  <c:v>4.0733805600000004</c:v>
                </c:pt>
                <c:pt idx="2535">
                  <c:v>4.07550028</c:v>
                </c:pt>
                <c:pt idx="2536">
                  <c:v>4.0758194400000001</c:v>
                </c:pt>
                <c:pt idx="2537">
                  <c:v>4.0785861099999998</c:v>
                </c:pt>
                <c:pt idx="2538">
                  <c:v>4.0817508299999998</c:v>
                </c:pt>
                <c:pt idx="2539">
                  <c:v>4.0818361100000002</c:v>
                </c:pt>
                <c:pt idx="2540">
                  <c:v>4.0860727800000003</c:v>
                </c:pt>
                <c:pt idx="2541">
                  <c:v>4.0876038899999996</c:v>
                </c:pt>
                <c:pt idx="2542">
                  <c:v>4.0918455600000003</c:v>
                </c:pt>
                <c:pt idx="2543">
                  <c:v>4.1082302799999999</c:v>
                </c:pt>
                <c:pt idx="2544">
                  <c:v>4.1094691699999997</c:v>
                </c:pt>
                <c:pt idx="2545">
                  <c:v>4.1138708299999998</c:v>
                </c:pt>
                <c:pt idx="2546">
                  <c:v>4.1155038900000003</c:v>
                </c:pt>
                <c:pt idx="2547">
                  <c:v>4.1168827800000001</c:v>
                </c:pt>
                <c:pt idx="2548">
                  <c:v>4.1198399999999999</c:v>
                </c:pt>
                <c:pt idx="2549">
                  <c:v>4.11988194</c:v>
                </c:pt>
                <c:pt idx="2550">
                  <c:v>4.1212630600000004</c:v>
                </c:pt>
                <c:pt idx="2551">
                  <c:v>4.12706222</c:v>
                </c:pt>
                <c:pt idx="2552">
                  <c:v>4.1286250000000004</c:v>
                </c:pt>
                <c:pt idx="2553">
                  <c:v>4.1328072200000001</c:v>
                </c:pt>
                <c:pt idx="2554">
                  <c:v>4.1330202800000002</c:v>
                </c:pt>
                <c:pt idx="2555">
                  <c:v>4.1358608300000004</c:v>
                </c:pt>
                <c:pt idx="2556">
                  <c:v>4.1390947200000001</c:v>
                </c:pt>
                <c:pt idx="2557">
                  <c:v>4.13956444</c:v>
                </c:pt>
                <c:pt idx="2558">
                  <c:v>4.1404055599999996</c:v>
                </c:pt>
                <c:pt idx="2559">
                  <c:v>4.14605611</c:v>
                </c:pt>
                <c:pt idx="2560">
                  <c:v>4.1461772200000002</c:v>
                </c:pt>
                <c:pt idx="2561">
                  <c:v>4.1506600000000002</c:v>
                </c:pt>
                <c:pt idx="2562">
                  <c:v>4.1537850000000001</c:v>
                </c:pt>
                <c:pt idx="2563">
                  <c:v>4.1561700000000004</c:v>
                </c:pt>
                <c:pt idx="2564">
                  <c:v>4.1640211100000002</c:v>
                </c:pt>
                <c:pt idx="2565">
                  <c:v>4.1649025000000002</c:v>
                </c:pt>
                <c:pt idx="2566">
                  <c:v>4.1693088899999999</c:v>
                </c:pt>
                <c:pt idx="2567">
                  <c:v>4.1699849999999996</c:v>
                </c:pt>
                <c:pt idx="2568">
                  <c:v>4.1712249999999997</c:v>
                </c:pt>
                <c:pt idx="2569">
                  <c:v>4.1720086099999998</c:v>
                </c:pt>
                <c:pt idx="2570">
                  <c:v>4.1737011099999997</c:v>
                </c:pt>
                <c:pt idx="2571">
                  <c:v>4.1809863900000002</c:v>
                </c:pt>
                <c:pt idx="2572">
                  <c:v>4.1813730600000003</c:v>
                </c:pt>
                <c:pt idx="2573">
                  <c:v>4.1831444400000004</c:v>
                </c:pt>
                <c:pt idx="2574">
                  <c:v>4.18678667</c:v>
                </c:pt>
                <c:pt idx="2575">
                  <c:v>4.1868308299999999</c:v>
                </c:pt>
                <c:pt idx="2576">
                  <c:v>4.1926658300000001</c:v>
                </c:pt>
                <c:pt idx="2577">
                  <c:v>4.1931258299999996</c:v>
                </c:pt>
                <c:pt idx="2578">
                  <c:v>4.1986719399999997</c:v>
                </c:pt>
                <c:pt idx="2579">
                  <c:v>4.1993747199999998</c:v>
                </c:pt>
                <c:pt idx="2580">
                  <c:v>4.20567694</c:v>
                </c:pt>
                <c:pt idx="2581">
                  <c:v>4.2074166699999997</c:v>
                </c:pt>
                <c:pt idx="2582">
                  <c:v>4.2096302799999998</c:v>
                </c:pt>
                <c:pt idx="2583">
                  <c:v>4.2129533300000004</c:v>
                </c:pt>
                <c:pt idx="2584">
                  <c:v>4.2140933299999999</c:v>
                </c:pt>
                <c:pt idx="2585">
                  <c:v>4.2167563899999996</c:v>
                </c:pt>
                <c:pt idx="2586">
                  <c:v>4.2173527799999997</c:v>
                </c:pt>
                <c:pt idx="2587">
                  <c:v>4.2204838899999997</c:v>
                </c:pt>
                <c:pt idx="2588">
                  <c:v>4.2206727800000001</c:v>
                </c:pt>
                <c:pt idx="2589">
                  <c:v>4.2208438900000003</c:v>
                </c:pt>
                <c:pt idx="2590">
                  <c:v>4.2264850000000003</c:v>
                </c:pt>
                <c:pt idx="2591">
                  <c:v>4.2347816700000003</c:v>
                </c:pt>
                <c:pt idx="2592">
                  <c:v>4.2354366700000003</c:v>
                </c:pt>
                <c:pt idx="2593">
                  <c:v>4.2382855599999996</c:v>
                </c:pt>
                <c:pt idx="2594">
                  <c:v>4.2398699999999998</c:v>
                </c:pt>
                <c:pt idx="2595">
                  <c:v>4.2420622200000002</c:v>
                </c:pt>
                <c:pt idx="2596">
                  <c:v>4.2444533299999998</c:v>
                </c:pt>
                <c:pt idx="2597">
                  <c:v>4.2450133299999999</c:v>
                </c:pt>
                <c:pt idx="2598">
                  <c:v>4.2458533300000001</c:v>
                </c:pt>
                <c:pt idx="2599">
                  <c:v>4.2530097199999997</c:v>
                </c:pt>
                <c:pt idx="2600">
                  <c:v>4.2536505599999996</c:v>
                </c:pt>
                <c:pt idx="2601">
                  <c:v>4.2605638900000002</c:v>
                </c:pt>
                <c:pt idx="2602">
                  <c:v>4.2606333300000001</c:v>
                </c:pt>
                <c:pt idx="2603">
                  <c:v>4.2667180599999996</c:v>
                </c:pt>
                <c:pt idx="2604">
                  <c:v>4.2737952799999999</c:v>
                </c:pt>
                <c:pt idx="2605">
                  <c:v>4.2751066700000004</c:v>
                </c:pt>
                <c:pt idx="2606">
                  <c:v>4.2842466699999999</c:v>
                </c:pt>
                <c:pt idx="2607">
                  <c:v>4.2854458299999996</c:v>
                </c:pt>
                <c:pt idx="2608">
                  <c:v>4.2931952799999999</c:v>
                </c:pt>
                <c:pt idx="2609">
                  <c:v>4.2932252799999997</c:v>
                </c:pt>
                <c:pt idx="2610">
                  <c:v>4.29432306</c:v>
                </c:pt>
                <c:pt idx="2611">
                  <c:v>4.3028991699999999</c:v>
                </c:pt>
                <c:pt idx="2612">
                  <c:v>4.3033241699999998</c:v>
                </c:pt>
                <c:pt idx="2613">
                  <c:v>4.3034616699999999</c:v>
                </c:pt>
                <c:pt idx="2614">
                  <c:v>4.3105466699999999</c:v>
                </c:pt>
                <c:pt idx="2615">
                  <c:v>4.3107949999999997</c:v>
                </c:pt>
                <c:pt idx="2616">
                  <c:v>4.31112611</c:v>
                </c:pt>
                <c:pt idx="2617">
                  <c:v>4.3148911099999996</c:v>
                </c:pt>
                <c:pt idx="2618">
                  <c:v>4.3168480599999999</c:v>
                </c:pt>
                <c:pt idx="2619">
                  <c:v>4.3175130599999996</c:v>
                </c:pt>
                <c:pt idx="2620">
                  <c:v>4.3184622199999998</c:v>
                </c:pt>
                <c:pt idx="2621">
                  <c:v>4.32512556</c:v>
                </c:pt>
                <c:pt idx="2622">
                  <c:v>4.3253208299999999</c:v>
                </c:pt>
                <c:pt idx="2623">
                  <c:v>4.3254733300000003</c:v>
                </c:pt>
                <c:pt idx="2624">
                  <c:v>4.3303833300000001</c:v>
                </c:pt>
                <c:pt idx="2625">
                  <c:v>4.3333725000000003</c:v>
                </c:pt>
                <c:pt idx="2626">
                  <c:v>4.33637417</c:v>
                </c:pt>
                <c:pt idx="2627">
                  <c:v>4.3368144400000004</c:v>
                </c:pt>
                <c:pt idx="2628">
                  <c:v>4.3418133299999999</c:v>
                </c:pt>
                <c:pt idx="2629">
                  <c:v>4.3482161100000001</c:v>
                </c:pt>
                <c:pt idx="2630">
                  <c:v>4.3485666700000003</c:v>
                </c:pt>
                <c:pt idx="2631">
                  <c:v>4.3494066699999996</c:v>
                </c:pt>
                <c:pt idx="2632">
                  <c:v>4.3522669399999998</c:v>
                </c:pt>
                <c:pt idx="2633">
                  <c:v>4.3546111099999996</c:v>
                </c:pt>
                <c:pt idx="2634">
                  <c:v>4.3556049999999997</c:v>
                </c:pt>
                <c:pt idx="2635">
                  <c:v>4.3603277800000004</c:v>
                </c:pt>
                <c:pt idx="2636">
                  <c:v>4.3641536099999998</c:v>
                </c:pt>
                <c:pt idx="2637">
                  <c:v>4.3641547200000002</c:v>
                </c:pt>
                <c:pt idx="2638">
                  <c:v>4.3661391700000003</c:v>
                </c:pt>
                <c:pt idx="2639">
                  <c:v>4.3702100000000002</c:v>
                </c:pt>
                <c:pt idx="2640">
                  <c:v>4.3705936100000002</c:v>
                </c:pt>
                <c:pt idx="2641">
                  <c:v>4.3714597199999998</c:v>
                </c:pt>
                <c:pt idx="2642">
                  <c:v>4.3756597199999998</c:v>
                </c:pt>
                <c:pt idx="2643">
                  <c:v>4.37845306</c:v>
                </c:pt>
                <c:pt idx="2644">
                  <c:v>4.3837380599999998</c:v>
                </c:pt>
                <c:pt idx="2645">
                  <c:v>4.3885430599999999</c:v>
                </c:pt>
                <c:pt idx="2646">
                  <c:v>4.3898333300000001</c:v>
                </c:pt>
                <c:pt idx="2647">
                  <c:v>4.39363306</c:v>
                </c:pt>
                <c:pt idx="2648">
                  <c:v>4.3959877799999996</c:v>
                </c:pt>
                <c:pt idx="2649">
                  <c:v>4.3978711099999996</c:v>
                </c:pt>
                <c:pt idx="2650">
                  <c:v>4.4010027799999998</c:v>
                </c:pt>
                <c:pt idx="2651">
                  <c:v>4.4047155599999996</c:v>
                </c:pt>
                <c:pt idx="2652">
                  <c:v>4.4091913900000002</c:v>
                </c:pt>
                <c:pt idx="2653">
                  <c:v>4.4124386099999997</c:v>
                </c:pt>
                <c:pt idx="2654">
                  <c:v>4.4129838899999996</c:v>
                </c:pt>
                <c:pt idx="2655">
                  <c:v>4.4165972199999999</c:v>
                </c:pt>
                <c:pt idx="2656">
                  <c:v>4.4204666699999997</c:v>
                </c:pt>
                <c:pt idx="2657">
                  <c:v>4.4251752800000004</c:v>
                </c:pt>
                <c:pt idx="2658">
                  <c:v>4.4254205600000001</c:v>
                </c:pt>
                <c:pt idx="2659">
                  <c:v>4.4256997199999999</c:v>
                </c:pt>
                <c:pt idx="2660">
                  <c:v>4.42615333</c:v>
                </c:pt>
                <c:pt idx="2661">
                  <c:v>4.4307030599999999</c:v>
                </c:pt>
                <c:pt idx="2662">
                  <c:v>4.4344797199999997</c:v>
                </c:pt>
                <c:pt idx="2663">
                  <c:v>4.4349611099999997</c:v>
                </c:pt>
                <c:pt idx="2664">
                  <c:v>4.4369602800000001</c:v>
                </c:pt>
                <c:pt idx="2665">
                  <c:v>4.4371258300000003</c:v>
                </c:pt>
                <c:pt idx="2666">
                  <c:v>4.4448100000000004</c:v>
                </c:pt>
                <c:pt idx="2667">
                  <c:v>4.4451477800000001</c:v>
                </c:pt>
                <c:pt idx="2668">
                  <c:v>4.4452336099999998</c:v>
                </c:pt>
                <c:pt idx="2669">
                  <c:v>4.4474202800000002</c:v>
                </c:pt>
                <c:pt idx="2670">
                  <c:v>4.4486875000000001</c:v>
                </c:pt>
                <c:pt idx="2671">
                  <c:v>4.4611294399999997</c:v>
                </c:pt>
                <c:pt idx="2672">
                  <c:v>4.4621086099999996</c:v>
                </c:pt>
                <c:pt idx="2673">
                  <c:v>4.4645316700000004</c:v>
                </c:pt>
                <c:pt idx="2674">
                  <c:v>4.4665747199999997</c:v>
                </c:pt>
                <c:pt idx="2675">
                  <c:v>4.4669013900000003</c:v>
                </c:pt>
                <c:pt idx="2676">
                  <c:v>4.4726944399999997</c:v>
                </c:pt>
                <c:pt idx="2677">
                  <c:v>4.4741024999999999</c:v>
                </c:pt>
                <c:pt idx="2678">
                  <c:v>4.4776583299999997</c:v>
                </c:pt>
                <c:pt idx="2679">
                  <c:v>4.4785172199999996</c:v>
                </c:pt>
                <c:pt idx="2680">
                  <c:v>4.4816599999999998</c:v>
                </c:pt>
                <c:pt idx="2681">
                  <c:v>4.4861933299999999</c:v>
                </c:pt>
                <c:pt idx="2682">
                  <c:v>4.4900852799999997</c:v>
                </c:pt>
                <c:pt idx="2683">
                  <c:v>4.4913991700000002</c:v>
                </c:pt>
                <c:pt idx="2684">
                  <c:v>4.49735306</c:v>
                </c:pt>
                <c:pt idx="2685">
                  <c:v>4.4979341699999997</c:v>
                </c:pt>
                <c:pt idx="2686">
                  <c:v>4.5007824999999997</c:v>
                </c:pt>
                <c:pt idx="2687">
                  <c:v>4.50120889</c:v>
                </c:pt>
                <c:pt idx="2688">
                  <c:v>4.5104052799999996</c:v>
                </c:pt>
                <c:pt idx="2689">
                  <c:v>4.5104638899999996</c:v>
                </c:pt>
                <c:pt idx="2690">
                  <c:v>4.5142266700000002</c:v>
                </c:pt>
                <c:pt idx="2691">
                  <c:v>4.5154544400000001</c:v>
                </c:pt>
                <c:pt idx="2692">
                  <c:v>4.5184550000000003</c:v>
                </c:pt>
                <c:pt idx="2693">
                  <c:v>4.5203569400000001</c:v>
                </c:pt>
                <c:pt idx="2694">
                  <c:v>4.5206024999999999</c:v>
                </c:pt>
                <c:pt idx="2695">
                  <c:v>4.5266438899999999</c:v>
                </c:pt>
                <c:pt idx="2696">
                  <c:v>4.5307147199999998</c:v>
                </c:pt>
                <c:pt idx="2697">
                  <c:v>4.5308280600000002</c:v>
                </c:pt>
                <c:pt idx="2698">
                  <c:v>4.5373227800000002</c:v>
                </c:pt>
                <c:pt idx="2699">
                  <c:v>4.5425241700000001</c:v>
                </c:pt>
                <c:pt idx="2700">
                  <c:v>4.5425933299999999</c:v>
                </c:pt>
                <c:pt idx="2701">
                  <c:v>4.5438666699999999</c:v>
                </c:pt>
                <c:pt idx="2702">
                  <c:v>4.5481336099999998</c:v>
                </c:pt>
                <c:pt idx="2703">
                  <c:v>4.5499322199999996</c:v>
                </c:pt>
                <c:pt idx="2704">
                  <c:v>4.5514111100000001</c:v>
                </c:pt>
                <c:pt idx="2705">
                  <c:v>4.5525797199999998</c:v>
                </c:pt>
                <c:pt idx="2706">
                  <c:v>4.5538058299999999</c:v>
                </c:pt>
                <c:pt idx="2707">
                  <c:v>4.5616874999999997</c:v>
                </c:pt>
                <c:pt idx="2708">
                  <c:v>4.5664266700000002</c:v>
                </c:pt>
                <c:pt idx="2709">
                  <c:v>4.5748752799999997</c:v>
                </c:pt>
                <c:pt idx="2710">
                  <c:v>4.5759800000000004</c:v>
                </c:pt>
                <c:pt idx="2711">
                  <c:v>4.5811938899999998</c:v>
                </c:pt>
                <c:pt idx="2712">
                  <c:v>4.5822977800000002</c:v>
                </c:pt>
                <c:pt idx="2713">
                  <c:v>4.5835558299999999</c:v>
                </c:pt>
                <c:pt idx="2714">
                  <c:v>4.5840477799999997</c:v>
                </c:pt>
                <c:pt idx="2715">
                  <c:v>4.58803611</c:v>
                </c:pt>
                <c:pt idx="2716">
                  <c:v>4.5881594400000001</c:v>
                </c:pt>
                <c:pt idx="2717">
                  <c:v>4.5902680599999997</c:v>
                </c:pt>
                <c:pt idx="2718">
                  <c:v>4.5937336100000001</c:v>
                </c:pt>
                <c:pt idx="2719">
                  <c:v>4.5941561100000001</c:v>
                </c:pt>
                <c:pt idx="2720">
                  <c:v>4.59574528</c:v>
                </c:pt>
                <c:pt idx="2721">
                  <c:v>4.59657889</c:v>
                </c:pt>
                <c:pt idx="2722">
                  <c:v>4.6043294399999999</c:v>
                </c:pt>
                <c:pt idx="2723">
                  <c:v>4.60597806</c:v>
                </c:pt>
                <c:pt idx="2724">
                  <c:v>4.6060344400000002</c:v>
                </c:pt>
                <c:pt idx="2725">
                  <c:v>4.6085305600000002</c:v>
                </c:pt>
                <c:pt idx="2726">
                  <c:v>4.6087972199999996</c:v>
                </c:pt>
                <c:pt idx="2727">
                  <c:v>4.6139113900000002</c:v>
                </c:pt>
                <c:pt idx="2728">
                  <c:v>4.6148325000000003</c:v>
                </c:pt>
                <c:pt idx="2729">
                  <c:v>4.6163369400000001</c:v>
                </c:pt>
                <c:pt idx="2730">
                  <c:v>4.6201313900000001</c:v>
                </c:pt>
                <c:pt idx="2731">
                  <c:v>4.6202202799999998</c:v>
                </c:pt>
                <c:pt idx="2732">
                  <c:v>4.62053139</c:v>
                </c:pt>
                <c:pt idx="2733">
                  <c:v>4.6236355600000003</c:v>
                </c:pt>
                <c:pt idx="2734">
                  <c:v>4.6304141699999999</c:v>
                </c:pt>
                <c:pt idx="2735">
                  <c:v>4.6334524999999998</c:v>
                </c:pt>
                <c:pt idx="2736">
                  <c:v>4.6337074999999999</c:v>
                </c:pt>
                <c:pt idx="2737">
                  <c:v>4.6344472200000002</c:v>
                </c:pt>
                <c:pt idx="2738">
                  <c:v>4.6373072200000003</c:v>
                </c:pt>
                <c:pt idx="2739">
                  <c:v>4.6384833299999997</c:v>
                </c:pt>
                <c:pt idx="2740">
                  <c:v>4.6410941699999997</c:v>
                </c:pt>
                <c:pt idx="2741">
                  <c:v>4.6423177799999999</c:v>
                </c:pt>
                <c:pt idx="2742">
                  <c:v>4.6434152800000001</c:v>
                </c:pt>
                <c:pt idx="2743">
                  <c:v>4.6460249999999998</c:v>
                </c:pt>
                <c:pt idx="2744">
                  <c:v>4.6466174999999996</c:v>
                </c:pt>
                <c:pt idx="2745">
                  <c:v>4.6470833300000001</c:v>
                </c:pt>
                <c:pt idx="2746">
                  <c:v>4.6549952799999996</c:v>
                </c:pt>
                <c:pt idx="2747">
                  <c:v>4.6573561100000003</c:v>
                </c:pt>
                <c:pt idx="2748">
                  <c:v>4.6575863899999996</c:v>
                </c:pt>
                <c:pt idx="2749">
                  <c:v>4.6608749999999999</c:v>
                </c:pt>
                <c:pt idx="2750">
                  <c:v>4.66155528</c:v>
                </c:pt>
                <c:pt idx="2751">
                  <c:v>4.66472</c:v>
                </c:pt>
                <c:pt idx="2752">
                  <c:v>4.6677163899999998</c:v>
                </c:pt>
                <c:pt idx="2753">
                  <c:v>4.6737897200000003</c:v>
                </c:pt>
                <c:pt idx="2754">
                  <c:v>4.6751366699999997</c:v>
                </c:pt>
                <c:pt idx="2755">
                  <c:v>4.6776499999999999</c:v>
                </c:pt>
                <c:pt idx="2756">
                  <c:v>4.6835105600000002</c:v>
                </c:pt>
                <c:pt idx="2757">
                  <c:v>4.6839747200000001</c:v>
                </c:pt>
                <c:pt idx="2758">
                  <c:v>4.6883694399999998</c:v>
                </c:pt>
                <c:pt idx="2759">
                  <c:v>4.69189056</c:v>
                </c:pt>
                <c:pt idx="2760">
                  <c:v>4.6941058299999998</c:v>
                </c:pt>
                <c:pt idx="2761">
                  <c:v>4.6942575</c:v>
                </c:pt>
                <c:pt idx="2762">
                  <c:v>4.70356972</c:v>
                </c:pt>
                <c:pt idx="2763">
                  <c:v>4.7086227799999998</c:v>
                </c:pt>
                <c:pt idx="2764">
                  <c:v>4.7097924999999998</c:v>
                </c:pt>
                <c:pt idx="2765">
                  <c:v>4.7145225000000002</c:v>
                </c:pt>
                <c:pt idx="2766">
                  <c:v>4.7152497200000001</c:v>
                </c:pt>
                <c:pt idx="2767">
                  <c:v>4.7201813899999996</c:v>
                </c:pt>
                <c:pt idx="2768">
                  <c:v>4.7273416700000004</c:v>
                </c:pt>
                <c:pt idx="2769">
                  <c:v>4.7313211099999997</c:v>
                </c:pt>
                <c:pt idx="2770">
                  <c:v>4.73471917</c:v>
                </c:pt>
                <c:pt idx="2771">
                  <c:v>4.7408763900000004</c:v>
                </c:pt>
                <c:pt idx="2772">
                  <c:v>4.7419461099999998</c:v>
                </c:pt>
                <c:pt idx="2773">
                  <c:v>4.7500861099999998</c:v>
                </c:pt>
                <c:pt idx="2774">
                  <c:v>4.7502736099999998</c:v>
                </c:pt>
                <c:pt idx="2775">
                  <c:v>4.7574061099999998</c:v>
                </c:pt>
                <c:pt idx="2776">
                  <c:v>4.7594833300000001</c:v>
                </c:pt>
                <c:pt idx="2777">
                  <c:v>4.7644219400000001</c:v>
                </c:pt>
                <c:pt idx="2778">
                  <c:v>4.7647458299999998</c:v>
                </c:pt>
                <c:pt idx="2779">
                  <c:v>4.7648774999999999</c:v>
                </c:pt>
                <c:pt idx="2780">
                  <c:v>4.77363917</c:v>
                </c:pt>
                <c:pt idx="2781">
                  <c:v>4.7779380600000003</c:v>
                </c:pt>
                <c:pt idx="2782">
                  <c:v>4.7784922200000004</c:v>
                </c:pt>
                <c:pt idx="2783">
                  <c:v>4.7838975000000001</c:v>
                </c:pt>
                <c:pt idx="2784">
                  <c:v>4.7839797199999996</c:v>
                </c:pt>
                <c:pt idx="2785">
                  <c:v>4.7898275000000003</c:v>
                </c:pt>
                <c:pt idx="2786">
                  <c:v>4.79974861</c:v>
                </c:pt>
                <c:pt idx="2787">
                  <c:v>4.8030116700000001</c:v>
                </c:pt>
                <c:pt idx="2788">
                  <c:v>4.8042724999999997</c:v>
                </c:pt>
                <c:pt idx="2789">
                  <c:v>4.8089386100000002</c:v>
                </c:pt>
                <c:pt idx="2790">
                  <c:v>4.8099122200000002</c:v>
                </c:pt>
                <c:pt idx="2791">
                  <c:v>4.8108111100000004</c:v>
                </c:pt>
                <c:pt idx="2792">
                  <c:v>4.8174708300000004</c:v>
                </c:pt>
                <c:pt idx="2793">
                  <c:v>4.8177811100000003</c:v>
                </c:pt>
                <c:pt idx="2794">
                  <c:v>4.8186619400000001</c:v>
                </c:pt>
                <c:pt idx="2795">
                  <c:v>4.8186827799999996</c:v>
                </c:pt>
                <c:pt idx="2796">
                  <c:v>4.8239094400000004</c:v>
                </c:pt>
                <c:pt idx="2797">
                  <c:v>4.8247269399999997</c:v>
                </c:pt>
                <c:pt idx="2798">
                  <c:v>4.8251994399999996</c:v>
                </c:pt>
                <c:pt idx="2799">
                  <c:v>4.8270605599999996</c:v>
                </c:pt>
                <c:pt idx="2800">
                  <c:v>4.8274136099999998</c:v>
                </c:pt>
                <c:pt idx="2801">
                  <c:v>4.8298894399999996</c:v>
                </c:pt>
                <c:pt idx="2802">
                  <c:v>4.8307099999999998</c:v>
                </c:pt>
                <c:pt idx="2803">
                  <c:v>4.8313016700000002</c:v>
                </c:pt>
                <c:pt idx="2804">
                  <c:v>4.8355041700000001</c:v>
                </c:pt>
                <c:pt idx="2805">
                  <c:v>4.83613889</c:v>
                </c:pt>
                <c:pt idx="2806">
                  <c:v>4.8399111100000001</c:v>
                </c:pt>
                <c:pt idx="2807">
                  <c:v>4.8406266699999998</c:v>
                </c:pt>
                <c:pt idx="2808">
                  <c:v>4.8429238899999998</c:v>
                </c:pt>
                <c:pt idx="2809">
                  <c:v>4.8434238900000004</c:v>
                </c:pt>
                <c:pt idx="2810">
                  <c:v>4.8458844399999998</c:v>
                </c:pt>
                <c:pt idx="2811">
                  <c:v>4.8478738899999998</c:v>
                </c:pt>
                <c:pt idx="2812">
                  <c:v>4.8479536100000002</c:v>
                </c:pt>
                <c:pt idx="2813">
                  <c:v>4.84896028</c:v>
                </c:pt>
                <c:pt idx="2814">
                  <c:v>4.8507547200000003</c:v>
                </c:pt>
                <c:pt idx="2815">
                  <c:v>4.8507616699999998</c:v>
                </c:pt>
                <c:pt idx="2816">
                  <c:v>4.8577208299999999</c:v>
                </c:pt>
                <c:pt idx="2817">
                  <c:v>4.8594997199999996</c:v>
                </c:pt>
                <c:pt idx="2818">
                  <c:v>4.8610474999999997</c:v>
                </c:pt>
                <c:pt idx="2819">
                  <c:v>4.8621686100000003</c:v>
                </c:pt>
                <c:pt idx="2820">
                  <c:v>4.8672688900000001</c:v>
                </c:pt>
                <c:pt idx="2821">
                  <c:v>4.8698152800000001</c:v>
                </c:pt>
                <c:pt idx="2822">
                  <c:v>4.8699225000000004</c:v>
                </c:pt>
                <c:pt idx="2823">
                  <c:v>4.8709822200000001</c:v>
                </c:pt>
                <c:pt idx="2824">
                  <c:v>4.8725847199999999</c:v>
                </c:pt>
                <c:pt idx="2825">
                  <c:v>4.8740019400000003</c:v>
                </c:pt>
                <c:pt idx="2826">
                  <c:v>4.8746313900000002</c:v>
                </c:pt>
                <c:pt idx="2827">
                  <c:v>4.8746850000000004</c:v>
                </c:pt>
                <c:pt idx="2828">
                  <c:v>4.8770494400000004</c:v>
                </c:pt>
                <c:pt idx="2829">
                  <c:v>4.8783033299999996</c:v>
                </c:pt>
                <c:pt idx="2830">
                  <c:v>4.8786602800000001</c:v>
                </c:pt>
                <c:pt idx="2831">
                  <c:v>4.8828119399999999</c:v>
                </c:pt>
                <c:pt idx="2832">
                  <c:v>4.8829213899999999</c:v>
                </c:pt>
                <c:pt idx="2833">
                  <c:v>4.88420056</c:v>
                </c:pt>
                <c:pt idx="2834">
                  <c:v>4.8887169400000001</c:v>
                </c:pt>
                <c:pt idx="2835">
                  <c:v>4.8916830600000001</c:v>
                </c:pt>
                <c:pt idx="2836">
                  <c:v>4.8929236100000004</c:v>
                </c:pt>
                <c:pt idx="2837">
                  <c:v>4.8931611100000003</c:v>
                </c:pt>
                <c:pt idx="2838">
                  <c:v>4.89587694</c:v>
                </c:pt>
                <c:pt idx="2839">
                  <c:v>4.8961852800000001</c:v>
                </c:pt>
                <c:pt idx="2840">
                  <c:v>4.8966358300000001</c:v>
                </c:pt>
                <c:pt idx="2841">
                  <c:v>4.8976175</c:v>
                </c:pt>
                <c:pt idx="2842">
                  <c:v>4.8977777800000002</c:v>
                </c:pt>
                <c:pt idx="2843">
                  <c:v>4.9031711099999997</c:v>
                </c:pt>
                <c:pt idx="2844">
                  <c:v>4.9049897199999997</c:v>
                </c:pt>
                <c:pt idx="2845">
                  <c:v>4.9078716699999996</c:v>
                </c:pt>
                <c:pt idx="2846">
                  <c:v>4.9079244400000004</c:v>
                </c:pt>
                <c:pt idx="2847">
                  <c:v>4.9079644399999998</c:v>
                </c:pt>
                <c:pt idx="2848">
                  <c:v>4.9080833300000002</c:v>
                </c:pt>
                <c:pt idx="2849">
                  <c:v>4.9084372199999997</c:v>
                </c:pt>
                <c:pt idx="2850">
                  <c:v>4.9197727799999997</c:v>
                </c:pt>
                <c:pt idx="2851">
                  <c:v>4.92259139</c:v>
                </c:pt>
                <c:pt idx="2852">
                  <c:v>4.9228158300000002</c:v>
                </c:pt>
                <c:pt idx="2853">
                  <c:v>4.9230302799999999</c:v>
                </c:pt>
                <c:pt idx="2854">
                  <c:v>4.9255283299999997</c:v>
                </c:pt>
                <c:pt idx="2855">
                  <c:v>4.9256205599999996</c:v>
                </c:pt>
                <c:pt idx="2856">
                  <c:v>4.9291827799999997</c:v>
                </c:pt>
                <c:pt idx="2857">
                  <c:v>4.9314022199999998</c:v>
                </c:pt>
                <c:pt idx="2858">
                  <c:v>4.9344491699999997</c:v>
                </c:pt>
                <c:pt idx="2859">
                  <c:v>4.93469917</c:v>
                </c:pt>
                <c:pt idx="2860">
                  <c:v>4.9431877799999997</c:v>
                </c:pt>
                <c:pt idx="2861">
                  <c:v>4.94757056</c:v>
                </c:pt>
                <c:pt idx="2862">
                  <c:v>4.9490688900000004</c:v>
                </c:pt>
                <c:pt idx="2863">
                  <c:v>4.9494330599999996</c:v>
                </c:pt>
                <c:pt idx="2864">
                  <c:v>4.9536869399999999</c:v>
                </c:pt>
                <c:pt idx="2865">
                  <c:v>4.9549666700000001</c:v>
                </c:pt>
                <c:pt idx="2866">
                  <c:v>4.9608686100000003</c:v>
                </c:pt>
                <c:pt idx="2867">
                  <c:v>4.9636808300000004</c:v>
                </c:pt>
                <c:pt idx="2868">
                  <c:v>4.9696272199999996</c:v>
                </c:pt>
                <c:pt idx="2869">
                  <c:v>4.9711422199999999</c:v>
                </c:pt>
                <c:pt idx="2870">
                  <c:v>4.9744972199999999</c:v>
                </c:pt>
                <c:pt idx="2871">
                  <c:v>4.9753955599999999</c:v>
                </c:pt>
                <c:pt idx="2872">
                  <c:v>4.9754861100000003</c:v>
                </c:pt>
                <c:pt idx="2873">
                  <c:v>4.9842538899999997</c:v>
                </c:pt>
                <c:pt idx="2874">
                  <c:v>4.98431333</c:v>
                </c:pt>
                <c:pt idx="2875">
                  <c:v>4.9856586099999998</c:v>
                </c:pt>
                <c:pt idx="2876">
                  <c:v>4.9857144399999997</c:v>
                </c:pt>
                <c:pt idx="2877">
                  <c:v>4.9930727800000003</c:v>
                </c:pt>
                <c:pt idx="2878">
                  <c:v>4.9930980600000003</c:v>
                </c:pt>
                <c:pt idx="2879">
                  <c:v>4.9974633300000004</c:v>
                </c:pt>
                <c:pt idx="2880">
                  <c:v>5.0000900000000001</c:v>
                </c:pt>
                <c:pt idx="2881">
                  <c:v>5.0033675000000004</c:v>
                </c:pt>
                <c:pt idx="2882">
                  <c:v>5.0034072199999997</c:v>
                </c:pt>
                <c:pt idx="2883">
                  <c:v>5.0048388900000003</c:v>
                </c:pt>
                <c:pt idx="2884">
                  <c:v>5.0073808299999998</c:v>
                </c:pt>
                <c:pt idx="2885">
                  <c:v>5.0092830599999996</c:v>
                </c:pt>
                <c:pt idx="2886">
                  <c:v>5.0150913900000003</c:v>
                </c:pt>
                <c:pt idx="2887">
                  <c:v>5.0151086100000004</c:v>
                </c:pt>
                <c:pt idx="2888">
                  <c:v>5.0180611099999997</c:v>
                </c:pt>
                <c:pt idx="2889">
                  <c:v>5.0190161099999999</c:v>
                </c:pt>
                <c:pt idx="2890">
                  <c:v>5.0224341700000004</c:v>
                </c:pt>
                <c:pt idx="2891">
                  <c:v>5.0227483299999998</c:v>
                </c:pt>
                <c:pt idx="2892">
                  <c:v>5.0253713900000001</c:v>
                </c:pt>
                <c:pt idx="2893">
                  <c:v>5.0255291700000004</c:v>
                </c:pt>
                <c:pt idx="2894">
                  <c:v>5.0256002799999999</c:v>
                </c:pt>
                <c:pt idx="2895">
                  <c:v>5.0277627799999998</c:v>
                </c:pt>
                <c:pt idx="2896">
                  <c:v>5.0299800000000001</c:v>
                </c:pt>
                <c:pt idx="2897">
                  <c:v>5.0299980599999996</c:v>
                </c:pt>
                <c:pt idx="2898">
                  <c:v>5.0312572199999996</c:v>
                </c:pt>
                <c:pt idx="2899">
                  <c:v>5.0365741699999997</c:v>
                </c:pt>
                <c:pt idx="2900">
                  <c:v>5.0416683300000003</c:v>
                </c:pt>
                <c:pt idx="2901">
                  <c:v>5.0429636100000002</c:v>
                </c:pt>
                <c:pt idx="2902">
                  <c:v>5.0438744399999997</c:v>
                </c:pt>
                <c:pt idx="2903">
                  <c:v>5.04477917</c:v>
                </c:pt>
                <c:pt idx="2904">
                  <c:v>5.0476369400000003</c:v>
                </c:pt>
                <c:pt idx="2905">
                  <c:v>5.0490277800000003</c:v>
                </c:pt>
                <c:pt idx="2906">
                  <c:v>5.0504555599999996</c:v>
                </c:pt>
                <c:pt idx="2907">
                  <c:v>5.0506541699999996</c:v>
                </c:pt>
                <c:pt idx="2908">
                  <c:v>5.05069722</c:v>
                </c:pt>
                <c:pt idx="2909">
                  <c:v>5.0511855600000004</c:v>
                </c:pt>
                <c:pt idx="2910">
                  <c:v>5.0548950000000001</c:v>
                </c:pt>
                <c:pt idx="2911">
                  <c:v>5.0549591700000001</c:v>
                </c:pt>
                <c:pt idx="2912">
                  <c:v>5.0565441699999996</c:v>
                </c:pt>
                <c:pt idx="2913">
                  <c:v>5.0593711099999998</c:v>
                </c:pt>
                <c:pt idx="2914">
                  <c:v>5.0595013900000003</c:v>
                </c:pt>
                <c:pt idx="2915">
                  <c:v>5.0611469400000004</c:v>
                </c:pt>
                <c:pt idx="2916">
                  <c:v>5.0614777799999997</c:v>
                </c:pt>
                <c:pt idx="2917">
                  <c:v>5.0651858299999999</c:v>
                </c:pt>
                <c:pt idx="2918">
                  <c:v>5.0652608299999997</c:v>
                </c:pt>
                <c:pt idx="2919">
                  <c:v>5.0697311100000002</c:v>
                </c:pt>
                <c:pt idx="2920">
                  <c:v>5.0700330600000001</c:v>
                </c:pt>
                <c:pt idx="2921">
                  <c:v>5.0702800000000003</c:v>
                </c:pt>
                <c:pt idx="2922">
                  <c:v>5.0740372200000001</c:v>
                </c:pt>
                <c:pt idx="2923">
                  <c:v>5.0741730599999997</c:v>
                </c:pt>
                <c:pt idx="2924">
                  <c:v>5.0744880600000002</c:v>
                </c:pt>
                <c:pt idx="2925">
                  <c:v>5.0770011100000003</c:v>
                </c:pt>
                <c:pt idx="2926">
                  <c:v>5.0785958300000003</c:v>
                </c:pt>
                <c:pt idx="2927">
                  <c:v>5.0786825000000002</c:v>
                </c:pt>
                <c:pt idx="2928">
                  <c:v>5.08007528</c:v>
                </c:pt>
                <c:pt idx="2929">
                  <c:v>5.0818180599999998</c:v>
                </c:pt>
                <c:pt idx="2930">
                  <c:v>5.0845988899999996</c:v>
                </c:pt>
                <c:pt idx="2931">
                  <c:v>5.0892311100000001</c:v>
                </c:pt>
                <c:pt idx="2932">
                  <c:v>5.08942111</c:v>
                </c:pt>
                <c:pt idx="2933">
                  <c:v>5.0933408299999998</c:v>
                </c:pt>
                <c:pt idx="2934">
                  <c:v>5.0965702799999999</c:v>
                </c:pt>
                <c:pt idx="2935">
                  <c:v>5.09929861</c:v>
                </c:pt>
                <c:pt idx="2936">
                  <c:v>5.1023874999999999</c:v>
                </c:pt>
                <c:pt idx="2937">
                  <c:v>5.1025011100000004</c:v>
                </c:pt>
                <c:pt idx="2938">
                  <c:v>5.1115816699999996</c:v>
                </c:pt>
                <c:pt idx="2939">
                  <c:v>5.1172058299999996</c:v>
                </c:pt>
                <c:pt idx="2940">
                  <c:v>5.1180530600000003</c:v>
                </c:pt>
                <c:pt idx="2941">
                  <c:v>5.1185555599999999</c:v>
                </c:pt>
                <c:pt idx="2942">
                  <c:v>5.1186138899999998</c:v>
                </c:pt>
                <c:pt idx="2943">
                  <c:v>5.1216072199999996</c:v>
                </c:pt>
                <c:pt idx="2944">
                  <c:v>5.1240375</c:v>
                </c:pt>
                <c:pt idx="2945">
                  <c:v>5.1317186100000001</c:v>
                </c:pt>
                <c:pt idx="2946">
                  <c:v>5.1317983299999996</c:v>
                </c:pt>
                <c:pt idx="2947">
                  <c:v>5.13556583</c:v>
                </c:pt>
                <c:pt idx="2948">
                  <c:v>5.1357438899999996</c:v>
                </c:pt>
                <c:pt idx="2949">
                  <c:v>5.1415038900000001</c:v>
                </c:pt>
                <c:pt idx="2950">
                  <c:v>5.1434394399999999</c:v>
                </c:pt>
                <c:pt idx="2951">
                  <c:v>5.1463716699999997</c:v>
                </c:pt>
                <c:pt idx="2952">
                  <c:v>5.1464522199999996</c:v>
                </c:pt>
                <c:pt idx="2953">
                  <c:v>5.1493838900000002</c:v>
                </c:pt>
                <c:pt idx="2954">
                  <c:v>5.1495016700000003</c:v>
                </c:pt>
                <c:pt idx="2955">
                  <c:v>5.1532522199999997</c:v>
                </c:pt>
                <c:pt idx="2956">
                  <c:v>5.1537855600000002</c:v>
                </c:pt>
                <c:pt idx="2957">
                  <c:v>5.1558069399999997</c:v>
                </c:pt>
                <c:pt idx="2958">
                  <c:v>5.1564608300000003</c:v>
                </c:pt>
                <c:pt idx="2959">
                  <c:v>5.1578513900000003</c:v>
                </c:pt>
                <c:pt idx="2960">
                  <c:v>5.1579986099999999</c:v>
                </c:pt>
                <c:pt idx="2961">
                  <c:v>5.1616613899999999</c:v>
                </c:pt>
                <c:pt idx="2962">
                  <c:v>5.1665191699999999</c:v>
                </c:pt>
                <c:pt idx="2963">
                  <c:v>5.1670177800000001</c:v>
                </c:pt>
                <c:pt idx="2964">
                  <c:v>5.16785111</c:v>
                </c:pt>
                <c:pt idx="2965">
                  <c:v>5.1743658300000002</c:v>
                </c:pt>
                <c:pt idx="2966">
                  <c:v>5.1754102800000004</c:v>
                </c:pt>
                <c:pt idx="2967">
                  <c:v>5.1799713900000004</c:v>
                </c:pt>
                <c:pt idx="2968">
                  <c:v>5.1821036100000004</c:v>
                </c:pt>
                <c:pt idx="2969">
                  <c:v>5.18246889</c:v>
                </c:pt>
                <c:pt idx="2970">
                  <c:v>5.1830999999999996</c:v>
                </c:pt>
                <c:pt idx="2971">
                  <c:v>5.1867999999999999</c:v>
                </c:pt>
                <c:pt idx="2972">
                  <c:v>5.1872219399999997</c:v>
                </c:pt>
                <c:pt idx="2973">
                  <c:v>5.18979722</c:v>
                </c:pt>
                <c:pt idx="2974">
                  <c:v>5.1899611099999996</c:v>
                </c:pt>
                <c:pt idx="2975">
                  <c:v>5.1919019400000002</c:v>
                </c:pt>
                <c:pt idx="2976">
                  <c:v>5.1931647200000004</c:v>
                </c:pt>
                <c:pt idx="2977">
                  <c:v>5.1934305600000004</c:v>
                </c:pt>
                <c:pt idx="2978">
                  <c:v>5.1959927800000001</c:v>
                </c:pt>
                <c:pt idx="2979">
                  <c:v>5.1960047200000004</c:v>
                </c:pt>
                <c:pt idx="2980">
                  <c:v>5.1968936100000001</c:v>
                </c:pt>
                <c:pt idx="2981">
                  <c:v>5.1971136099999997</c:v>
                </c:pt>
                <c:pt idx="2982">
                  <c:v>5.2004405599999997</c:v>
                </c:pt>
                <c:pt idx="2983">
                  <c:v>5.2013772200000004</c:v>
                </c:pt>
                <c:pt idx="2984">
                  <c:v>5.2019102799999999</c:v>
                </c:pt>
                <c:pt idx="2985">
                  <c:v>5.2081861099999998</c:v>
                </c:pt>
                <c:pt idx="2986">
                  <c:v>5.2100091700000002</c:v>
                </c:pt>
                <c:pt idx="2987">
                  <c:v>5.2121811100000004</c:v>
                </c:pt>
                <c:pt idx="2988">
                  <c:v>5.2151641700000004</c:v>
                </c:pt>
                <c:pt idx="2989">
                  <c:v>5.2153208299999996</c:v>
                </c:pt>
                <c:pt idx="2990">
                  <c:v>5.2176130599999997</c:v>
                </c:pt>
                <c:pt idx="2991">
                  <c:v>5.2182533299999996</c:v>
                </c:pt>
                <c:pt idx="2992">
                  <c:v>5.2207441699999997</c:v>
                </c:pt>
                <c:pt idx="2993">
                  <c:v>5.2209675000000004</c:v>
                </c:pt>
                <c:pt idx="2994">
                  <c:v>5.2214150000000004</c:v>
                </c:pt>
                <c:pt idx="2995">
                  <c:v>5.2226827800000004</c:v>
                </c:pt>
                <c:pt idx="2996">
                  <c:v>5.2256127799999996</c:v>
                </c:pt>
                <c:pt idx="2997">
                  <c:v>5.2269202799999999</c:v>
                </c:pt>
                <c:pt idx="2998">
                  <c:v>5.2337208300000002</c:v>
                </c:pt>
                <c:pt idx="2999">
                  <c:v>5.2337924999999998</c:v>
                </c:pt>
                <c:pt idx="3000">
                  <c:v>5.2344061100000001</c:v>
                </c:pt>
                <c:pt idx="3001">
                  <c:v>5.2371158299999996</c:v>
                </c:pt>
                <c:pt idx="3002">
                  <c:v>5.2398036100000001</c:v>
                </c:pt>
                <c:pt idx="3003">
                  <c:v>5.24102917</c:v>
                </c:pt>
                <c:pt idx="3004">
                  <c:v>5.2417894399999998</c:v>
                </c:pt>
                <c:pt idx="3005">
                  <c:v>5.24384139</c:v>
                </c:pt>
                <c:pt idx="3006">
                  <c:v>5.2459183300000003</c:v>
                </c:pt>
                <c:pt idx="3007">
                  <c:v>5.24621944</c:v>
                </c:pt>
                <c:pt idx="3008">
                  <c:v>5.2481161099999998</c:v>
                </c:pt>
                <c:pt idx="3009">
                  <c:v>5.2483488899999999</c:v>
                </c:pt>
                <c:pt idx="3010">
                  <c:v>5.2492083300000001</c:v>
                </c:pt>
                <c:pt idx="3011">
                  <c:v>5.2511227800000002</c:v>
                </c:pt>
                <c:pt idx="3012">
                  <c:v>5.25364583</c:v>
                </c:pt>
                <c:pt idx="3013">
                  <c:v>5.2544722200000002</c:v>
                </c:pt>
                <c:pt idx="3014">
                  <c:v>5.2545066699999996</c:v>
                </c:pt>
                <c:pt idx="3015">
                  <c:v>5.2551674999999998</c:v>
                </c:pt>
                <c:pt idx="3016">
                  <c:v>5.2572552799999999</c:v>
                </c:pt>
                <c:pt idx="3017">
                  <c:v>5.2595891699999999</c:v>
                </c:pt>
                <c:pt idx="3018">
                  <c:v>5.25984944</c:v>
                </c:pt>
                <c:pt idx="3019">
                  <c:v>5.2598583300000001</c:v>
                </c:pt>
                <c:pt idx="3020">
                  <c:v>5.26033361</c:v>
                </c:pt>
                <c:pt idx="3021">
                  <c:v>5.26114222</c:v>
                </c:pt>
                <c:pt idx="3022">
                  <c:v>5.2622961100000003</c:v>
                </c:pt>
                <c:pt idx="3023">
                  <c:v>5.2625697200000001</c:v>
                </c:pt>
                <c:pt idx="3024">
                  <c:v>5.26427361</c:v>
                </c:pt>
                <c:pt idx="3025">
                  <c:v>5.2648377799999997</c:v>
                </c:pt>
                <c:pt idx="3026">
                  <c:v>5.2662752800000003</c:v>
                </c:pt>
                <c:pt idx="3027">
                  <c:v>5.2664061100000001</c:v>
                </c:pt>
                <c:pt idx="3028">
                  <c:v>5.2676241700000004</c:v>
                </c:pt>
                <c:pt idx="3029">
                  <c:v>5.2686544399999997</c:v>
                </c:pt>
                <c:pt idx="3030">
                  <c:v>5.2697849999999997</c:v>
                </c:pt>
                <c:pt idx="3031">
                  <c:v>5.2704011099999999</c:v>
                </c:pt>
                <c:pt idx="3032">
                  <c:v>5.2715369399999998</c:v>
                </c:pt>
                <c:pt idx="3033">
                  <c:v>5.2716441700000001</c:v>
                </c:pt>
                <c:pt idx="3034">
                  <c:v>5.2722613899999997</c:v>
                </c:pt>
                <c:pt idx="3035">
                  <c:v>5.2731250000000003</c:v>
                </c:pt>
                <c:pt idx="3036">
                  <c:v>5.27449806</c:v>
                </c:pt>
                <c:pt idx="3037">
                  <c:v>5.2747958300000004</c:v>
                </c:pt>
                <c:pt idx="3038">
                  <c:v>5.2753411100000003</c:v>
                </c:pt>
                <c:pt idx="3039">
                  <c:v>5.2778858299999998</c:v>
                </c:pt>
                <c:pt idx="3040">
                  <c:v>5.2779533299999999</c:v>
                </c:pt>
                <c:pt idx="3041">
                  <c:v>5.2792194400000003</c:v>
                </c:pt>
                <c:pt idx="3042">
                  <c:v>5.2819538899999996</c:v>
                </c:pt>
                <c:pt idx="3043">
                  <c:v>5.2830769399999999</c:v>
                </c:pt>
                <c:pt idx="3044">
                  <c:v>5.2839555599999999</c:v>
                </c:pt>
                <c:pt idx="3045">
                  <c:v>5.2852125000000001</c:v>
                </c:pt>
                <c:pt idx="3046">
                  <c:v>5.2860569399999999</c:v>
                </c:pt>
                <c:pt idx="3047">
                  <c:v>5.2865997199999999</c:v>
                </c:pt>
                <c:pt idx="3048">
                  <c:v>5.2893033300000001</c:v>
                </c:pt>
                <c:pt idx="3049">
                  <c:v>5.29040556</c:v>
                </c:pt>
                <c:pt idx="3050">
                  <c:v>5.2911361100000001</c:v>
                </c:pt>
                <c:pt idx="3051">
                  <c:v>5.2929874999999997</c:v>
                </c:pt>
                <c:pt idx="3052">
                  <c:v>5.2948424999999997</c:v>
                </c:pt>
                <c:pt idx="3053">
                  <c:v>5.2969563900000001</c:v>
                </c:pt>
                <c:pt idx="3054">
                  <c:v>5.2981244399999996</c:v>
                </c:pt>
                <c:pt idx="3055">
                  <c:v>5.2991758300000003</c:v>
                </c:pt>
                <c:pt idx="3056">
                  <c:v>5.3005566699999997</c:v>
                </c:pt>
                <c:pt idx="3057">
                  <c:v>5.3023686100000003</c:v>
                </c:pt>
                <c:pt idx="3058">
                  <c:v>5.3045136099999999</c:v>
                </c:pt>
                <c:pt idx="3059">
                  <c:v>5.3049724999999999</c:v>
                </c:pt>
                <c:pt idx="3060">
                  <c:v>5.3069236100000001</c:v>
                </c:pt>
                <c:pt idx="3061">
                  <c:v>5.3072024999999998</c:v>
                </c:pt>
                <c:pt idx="3062">
                  <c:v>5.3074627799999998</c:v>
                </c:pt>
                <c:pt idx="3063">
                  <c:v>5.3107977799999997</c:v>
                </c:pt>
                <c:pt idx="3064">
                  <c:v>5.3116397199999996</c:v>
                </c:pt>
                <c:pt idx="3065">
                  <c:v>5.3116730600000004</c:v>
                </c:pt>
                <c:pt idx="3066">
                  <c:v>5.3117663899999998</c:v>
                </c:pt>
                <c:pt idx="3067">
                  <c:v>5.3189819399999996</c:v>
                </c:pt>
                <c:pt idx="3068">
                  <c:v>5.3195244400000004</c:v>
                </c:pt>
                <c:pt idx="3069">
                  <c:v>5.3207644399999996</c:v>
                </c:pt>
                <c:pt idx="3070">
                  <c:v>5.3220144400000002</c:v>
                </c:pt>
                <c:pt idx="3071">
                  <c:v>5.3234811100000003</c:v>
                </c:pt>
                <c:pt idx="3072">
                  <c:v>5.3268033299999997</c:v>
                </c:pt>
                <c:pt idx="3073">
                  <c:v>5.3323725</c:v>
                </c:pt>
                <c:pt idx="3074">
                  <c:v>5.3332341699999999</c:v>
                </c:pt>
                <c:pt idx="3075">
                  <c:v>5.3367725000000004</c:v>
                </c:pt>
                <c:pt idx="3076">
                  <c:v>5.3383122199999997</c:v>
                </c:pt>
                <c:pt idx="3077">
                  <c:v>5.3406183299999999</c:v>
                </c:pt>
                <c:pt idx="3078">
                  <c:v>5.3414269399999998</c:v>
                </c:pt>
                <c:pt idx="3079">
                  <c:v>5.3426313900000002</c:v>
                </c:pt>
                <c:pt idx="3080">
                  <c:v>5.3443361100000004</c:v>
                </c:pt>
                <c:pt idx="3081">
                  <c:v>5.3443558299999996</c:v>
                </c:pt>
                <c:pt idx="3082">
                  <c:v>5.3470716700000001</c:v>
                </c:pt>
                <c:pt idx="3083">
                  <c:v>5.3487627800000004</c:v>
                </c:pt>
                <c:pt idx="3084">
                  <c:v>5.3504255599999997</c:v>
                </c:pt>
                <c:pt idx="3085">
                  <c:v>5.3508647199999997</c:v>
                </c:pt>
                <c:pt idx="3086">
                  <c:v>5.3515369399999999</c:v>
                </c:pt>
                <c:pt idx="3087">
                  <c:v>5.3546886100000002</c:v>
                </c:pt>
                <c:pt idx="3088">
                  <c:v>5.3592174999999997</c:v>
                </c:pt>
                <c:pt idx="3089">
                  <c:v>5.3609152800000004</c:v>
                </c:pt>
                <c:pt idx="3090">
                  <c:v>5.3617672199999999</c:v>
                </c:pt>
                <c:pt idx="3091">
                  <c:v>5.3647519399999997</c:v>
                </c:pt>
                <c:pt idx="3092">
                  <c:v>5.3648966700000003</c:v>
                </c:pt>
                <c:pt idx="3093">
                  <c:v>5.3651583299999999</c:v>
                </c:pt>
                <c:pt idx="3094">
                  <c:v>5.3692216699999999</c:v>
                </c:pt>
                <c:pt idx="3095">
                  <c:v>5.3692830599999999</c:v>
                </c:pt>
                <c:pt idx="3096">
                  <c:v>5.3712163899999998</c:v>
                </c:pt>
                <c:pt idx="3097">
                  <c:v>5.3722525000000001</c:v>
                </c:pt>
                <c:pt idx="3098">
                  <c:v>5.3736930599999999</c:v>
                </c:pt>
                <c:pt idx="3099">
                  <c:v>5.3767252799999996</c:v>
                </c:pt>
                <c:pt idx="3100">
                  <c:v>5.3787380599999999</c:v>
                </c:pt>
                <c:pt idx="3101">
                  <c:v>5.3795691699999999</c:v>
                </c:pt>
                <c:pt idx="3102">
                  <c:v>5.3799161099999999</c:v>
                </c:pt>
                <c:pt idx="3103">
                  <c:v>5.3812047200000004</c:v>
                </c:pt>
                <c:pt idx="3104">
                  <c:v>5.3823855600000003</c:v>
                </c:pt>
                <c:pt idx="3105">
                  <c:v>5.3870080600000003</c:v>
                </c:pt>
                <c:pt idx="3106">
                  <c:v>5.3876355599999997</c:v>
                </c:pt>
                <c:pt idx="3107">
                  <c:v>5.3886261099999997</c:v>
                </c:pt>
                <c:pt idx="3108">
                  <c:v>5.3887588900000001</c:v>
                </c:pt>
                <c:pt idx="3109">
                  <c:v>5.3917875000000004</c:v>
                </c:pt>
                <c:pt idx="3110">
                  <c:v>5.3934066700000001</c:v>
                </c:pt>
                <c:pt idx="3111">
                  <c:v>5.3934955599999999</c:v>
                </c:pt>
                <c:pt idx="3112">
                  <c:v>5.3945202800000001</c:v>
                </c:pt>
                <c:pt idx="3113">
                  <c:v>5.3958641700000003</c:v>
                </c:pt>
                <c:pt idx="3114">
                  <c:v>5.3963969399999998</c:v>
                </c:pt>
                <c:pt idx="3115">
                  <c:v>5.4004416700000002</c:v>
                </c:pt>
                <c:pt idx="3116">
                  <c:v>5.4025125000000003</c:v>
                </c:pt>
                <c:pt idx="3117">
                  <c:v>5.40464389</c:v>
                </c:pt>
                <c:pt idx="3118">
                  <c:v>5.4063125000000003</c:v>
                </c:pt>
                <c:pt idx="3119">
                  <c:v>5.4065591700000004</c:v>
                </c:pt>
                <c:pt idx="3120">
                  <c:v>5.4082530599999998</c:v>
                </c:pt>
                <c:pt idx="3121">
                  <c:v>5.4085194400000001</c:v>
                </c:pt>
                <c:pt idx="3122">
                  <c:v>5.40937833</c:v>
                </c:pt>
                <c:pt idx="3123">
                  <c:v>5.4119361100000001</c:v>
                </c:pt>
                <c:pt idx="3124">
                  <c:v>5.4124677800000001</c:v>
                </c:pt>
                <c:pt idx="3125">
                  <c:v>5.4126697200000002</c:v>
                </c:pt>
                <c:pt idx="3126">
                  <c:v>5.4144936100000001</c:v>
                </c:pt>
                <c:pt idx="3127">
                  <c:v>5.4167322200000001</c:v>
                </c:pt>
                <c:pt idx="3128">
                  <c:v>5.41789611</c:v>
                </c:pt>
                <c:pt idx="3129">
                  <c:v>5.4186419399999997</c:v>
                </c:pt>
                <c:pt idx="3130">
                  <c:v>5.4204125000000003</c:v>
                </c:pt>
                <c:pt idx="3131">
                  <c:v>5.42265278</c:v>
                </c:pt>
                <c:pt idx="3132">
                  <c:v>5.4234133299999998</c:v>
                </c:pt>
                <c:pt idx="3133">
                  <c:v>5.42409417</c:v>
                </c:pt>
                <c:pt idx="3134">
                  <c:v>5.4252536100000004</c:v>
                </c:pt>
                <c:pt idx="3135">
                  <c:v>5.4262661100000003</c:v>
                </c:pt>
                <c:pt idx="3136">
                  <c:v>5.4271258299999996</c:v>
                </c:pt>
                <c:pt idx="3137">
                  <c:v>5.4284372200000002</c:v>
                </c:pt>
                <c:pt idx="3138">
                  <c:v>5.4285419399999997</c:v>
                </c:pt>
                <c:pt idx="3139">
                  <c:v>5.42867722</c:v>
                </c:pt>
                <c:pt idx="3140">
                  <c:v>5.4360502799999999</c:v>
                </c:pt>
                <c:pt idx="3141">
                  <c:v>5.4369558299999996</c:v>
                </c:pt>
                <c:pt idx="3142">
                  <c:v>5.4377111100000004</c:v>
                </c:pt>
                <c:pt idx="3143">
                  <c:v>5.4416950000000002</c:v>
                </c:pt>
                <c:pt idx="3144">
                  <c:v>5.4421872200000001</c:v>
                </c:pt>
                <c:pt idx="3145">
                  <c:v>5.4447802799999998</c:v>
                </c:pt>
                <c:pt idx="3146">
                  <c:v>5.4448727799999999</c:v>
                </c:pt>
                <c:pt idx="3147">
                  <c:v>5.4457777800000002</c:v>
                </c:pt>
                <c:pt idx="3148">
                  <c:v>5.44679278</c:v>
                </c:pt>
                <c:pt idx="3149">
                  <c:v>5.4481705600000003</c:v>
                </c:pt>
                <c:pt idx="3150">
                  <c:v>5.4489419400000001</c:v>
                </c:pt>
                <c:pt idx="3151">
                  <c:v>5.4493386099999999</c:v>
                </c:pt>
                <c:pt idx="3152">
                  <c:v>5.4516608299999998</c:v>
                </c:pt>
                <c:pt idx="3153">
                  <c:v>5.4526508299999996</c:v>
                </c:pt>
                <c:pt idx="3154">
                  <c:v>5.4526691700000001</c:v>
                </c:pt>
                <c:pt idx="3155">
                  <c:v>5.4535436099999997</c:v>
                </c:pt>
                <c:pt idx="3156">
                  <c:v>5.4552244400000003</c:v>
                </c:pt>
                <c:pt idx="3157">
                  <c:v>5.4570941700000004</c:v>
                </c:pt>
                <c:pt idx="3158">
                  <c:v>5.4590333299999996</c:v>
                </c:pt>
                <c:pt idx="3159">
                  <c:v>5.4597122200000001</c:v>
                </c:pt>
                <c:pt idx="3160">
                  <c:v>5.4600125000000004</c:v>
                </c:pt>
                <c:pt idx="3161">
                  <c:v>5.4601033299999999</c:v>
                </c:pt>
                <c:pt idx="3162">
                  <c:v>5.4609091699999999</c:v>
                </c:pt>
                <c:pt idx="3163">
                  <c:v>5.4636344399999999</c:v>
                </c:pt>
                <c:pt idx="3164">
                  <c:v>5.46522167</c:v>
                </c:pt>
                <c:pt idx="3165">
                  <c:v>5.4653647200000002</c:v>
                </c:pt>
                <c:pt idx="3166">
                  <c:v>5.4679016699999998</c:v>
                </c:pt>
                <c:pt idx="3167">
                  <c:v>5.4689494400000003</c:v>
                </c:pt>
                <c:pt idx="3168">
                  <c:v>5.46980778</c:v>
                </c:pt>
                <c:pt idx="3169">
                  <c:v>5.4701472200000003</c:v>
                </c:pt>
                <c:pt idx="3170">
                  <c:v>5.4719586099999997</c:v>
                </c:pt>
                <c:pt idx="3171">
                  <c:v>5.47232611</c:v>
                </c:pt>
                <c:pt idx="3172">
                  <c:v>5.4742272200000004</c:v>
                </c:pt>
                <c:pt idx="3173">
                  <c:v>5.47423722</c:v>
                </c:pt>
                <c:pt idx="3174">
                  <c:v>5.4746602800000002</c:v>
                </c:pt>
                <c:pt idx="3175">
                  <c:v>5.4764769400000004</c:v>
                </c:pt>
                <c:pt idx="3176">
                  <c:v>5.4771680600000003</c:v>
                </c:pt>
                <c:pt idx="3177">
                  <c:v>5.4782311100000003</c:v>
                </c:pt>
                <c:pt idx="3178">
                  <c:v>5.4786913899999998</c:v>
                </c:pt>
                <c:pt idx="3179">
                  <c:v>5.4796463900000001</c:v>
                </c:pt>
                <c:pt idx="3180">
                  <c:v>5.4823944400000002</c:v>
                </c:pt>
                <c:pt idx="3181">
                  <c:v>5.4825858299999997</c:v>
                </c:pt>
                <c:pt idx="3182">
                  <c:v>5.4834505599999996</c:v>
                </c:pt>
                <c:pt idx="3183">
                  <c:v>5.4844916699999997</c:v>
                </c:pt>
                <c:pt idx="3184">
                  <c:v>5.4854022200000001</c:v>
                </c:pt>
                <c:pt idx="3185">
                  <c:v>5.4871027799999998</c:v>
                </c:pt>
                <c:pt idx="3186">
                  <c:v>5.4875122200000002</c:v>
                </c:pt>
                <c:pt idx="3187">
                  <c:v>5.4883911100000002</c:v>
                </c:pt>
                <c:pt idx="3188">
                  <c:v>5.4900855599999998</c:v>
                </c:pt>
                <c:pt idx="3189">
                  <c:v>5.49022861</c:v>
                </c:pt>
                <c:pt idx="3190">
                  <c:v>5.4920191699999998</c:v>
                </c:pt>
                <c:pt idx="3191">
                  <c:v>5.4922619399999997</c:v>
                </c:pt>
                <c:pt idx="3192">
                  <c:v>5.4940558299999998</c:v>
                </c:pt>
                <c:pt idx="3193">
                  <c:v>5.4944055599999997</c:v>
                </c:pt>
                <c:pt idx="3194">
                  <c:v>5.4945444400000003</c:v>
                </c:pt>
                <c:pt idx="3195">
                  <c:v>5.4988122199999996</c:v>
                </c:pt>
                <c:pt idx="3196">
                  <c:v>5.4988936099999997</c:v>
                </c:pt>
                <c:pt idx="3197">
                  <c:v>5.4992952800000001</c:v>
                </c:pt>
                <c:pt idx="3198">
                  <c:v>5.5011647200000002</c:v>
                </c:pt>
                <c:pt idx="3199">
                  <c:v>5.50257139</c:v>
                </c:pt>
                <c:pt idx="3200">
                  <c:v>5.5032677799999998</c:v>
                </c:pt>
                <c:pt idx="3201">
                  <c:v>5.5034263899999996</c:v>
                </c:pt>
                <c:pt idx="3202">
                  <c:v>5.5039752799999997</c:v>
                </c:pt>
                <c:pt idx="3203">
                  <c:v>5.5049652800000004</c:v>
                </c:pt>
                <c:pt idx="3204">
                  <c:v>5.50640778</c:v>
                </c:pt>
                <c:pt idx="3205">
                  <c:v>5.5066352800000002</c:v>
                </c:pt>
                <c:pt idx="3206">
                  <c:v>5.5077783299999998</c:v>
                </c:pt>
                <c:pt idx="3207">
                  <c:v>5.5093874999999999</c:v>
                </c:pt>
                <c:pt idx="3208">
                  <c:v>5.5096586099999998</c:v>
                </c:pt>
                <c:pt idx="3209">
                  <c:v>5.5108477799999998</c:v>
                </c:pt>
                <c:pt idx="3210">
                  <c:v>5.5127936100000001</c:v>
                </c:pt>
                <c:pt idx="3211">
                  <c:v>5.51372778</c:v>
                </c:pt>
                <c:pt idx="3212">
                  <c:v>5.5148613900000001</c:v>
                </c:pt>
                <c:pt idx="3213">
                  <c:v>5.5165238900000002</c:v>
                </c:pt>
                <c:pt idx="3214">
                  <c:v>5.5168499999999998</c:v>
                </c:pt>
                <c:pt idx="3215">
                  <c:v>5.5170011099999998</c:v>
                </c:pt>
                <c:pt idx="3216">
                  <c:v>5.5214638899999997</c:v>
                </c:pt>
                <c:pt idx="3217">
                  <c:v>5.5244977799999999</c:v>
                </c:pt>
                <c:pt idx="3218">
                  <c:v>5.5245058299999998</c:v>
                </c:pt>
                <c:pt idx="3219">
                  <c:v>5.5255541700000004</c:v>
                </c:pt>
                <c:pt idx="3220">
                  <c:v>5.5259936099999996</c:v>
                </c:pt>
                <c:pt idx="3221">
                  <c:v>5.5269102800000001</c:v>
                </c:pt>
                <c:pt idx="3222">
                  <c:v>5.5318230599999998</c:v>
                </c:pt>
                <c:pt idx="3223">
                  <c:v>5.5347188899999997</c:v>
                </c:pt>
                <c:pt idx="3224">
                  <c:v>5.5350758300000003</c:v>
                </c:pt>
                <c:pt idx="3225">
                  <c:v>5.53619722</c:v>
                </c:pt>
                <c:pt idx="3226">
                  <c:v>5.5377269399999998</c:v>
                </c:pt>
                <c:pt idx="3227">
                  <c:v>5.5387025000000003</c:v>
                </c:pt>
                <c:pt idx="3228">
                  <c:v>5.53945417</c:v>
                </c:pt>
                <c:pt idx="3229">
                  <c:v>5.54069667</c:v>
                </c:pt>
                <c:pt idx="3230">
                  <c:v>5.5421438900000002</c:v>
                </c:pt>
                <c:pt idx="3231">
                  <c:v>5.5464655599999997</c:v>
                </c:pt>
                <c:pt idx="3232">
                  <c:v>5.5466175</c:v>
                </c:pt>
                <c:pt idx="3233">
                  <c:v>5.5490500000000003</c:v>
                </c:pt>
                <c:pt idx="3234">
                  <c:v>5.5495083300000001</c:v>
                </c:pt>
                <c:pt idx="3235">
                  <c:v>5.5510291699999996</c:v>
                </c:pt>
                <c:pt idx="3236">
                  <c:v>5.55348972</c:v>
                </c:pt>
                <c:pt idx="3237">
                  <c:v>5.5541169400000001</c:v>
                </c:pt>
                <c:pt idx="3238">
                  <c:v>5.5567763899999996</c:v>
                </c:pt>
                <c:pt idx="3239">
                  <c:v>5.5568791700000002</c:v>
                </c:pt>
                <c:pt idx="3240">
                  <c:v>5.5569658300000002</c:v>
                </c:pt>
                <c:pt idx="3241">
                  <c:v>5.5594272199999999</c:v>
                </c:pt>
                <c:pt idx="3242">
                  <c:v>5.5599586099999998</c:v>
                </c:pt>
                <c:pt idx="3243">
                  <c:v>5.5614772200000004</c:v>
                </c:pt>
                <c:pt idx="3244">
                  <c:v>5.5624333300000002</c:v>
                </c:pt>
                <c:pt idx="3245">
                  <c:v>5.5628141700000002</c:v>
                </c:pt>
                <c:pt idx="3246">
                  <c:v>5.5645113899999998</c:v>
                </c:pt>
                <c:pt idx="3247">
                  <c:v>5.5658302800000001</c:v>
                </c:pt>
                <c:pt idx="3248">
                  <c:v>5.5669711099999999</c:v>
                </c:pt>
                <c:pt idx="3249">
                  <c:v>5.5670374999999996</c:v>
                </c:pt>
                <c:pt idx="3250">
                  <c:v>5.5714669399999996</c:v>
                </c:pt>
                <c:pt idx="3251">
                  <c:v>5.5732377800000004</c:v>
                </c:pt>
                <c:pt idx="3252">
                  <c:v>5.57579139</c:v>
                </c:pt>
                <c:pt idx="3253">
                  <c:v>5.5790947199999996</c:v>
                </c:pt>
                <c:pt idx="3254">
                  <c:v>5.5791813899999996</c:v>
                </c:pt>
                <c:pt idx="3255">
                  <c:v>5.5802444400000004</c:v>
                </c:pt>
                <c:pt idx="3256">
                  <c:v>5.5816830599999996</c:v>
                </c:pt>
                <c:pt idx="3257">
                  <c:v>5.5844994400000001</c:v>
                </c:pt>
                <c:pt idx="3258">
                  <c:v>5.58469806</c:v>
                </c:pt>
                <c:pt idx="3259">
                  <c:v>5.5849875000000004</c:v>
                </c:pt>
                <c:pt idx="3260">
                  <c:v>5.5865538900000002</c:v>
                </c:pt>
                <c:pt idx="3261">
                  <c:v>5.5890708299999998</c:v>
                </c:pt>
                <c:pt idx="3262">
                  <c:v>5.5891733300000004</c:v>
                </c:pt>
                <c:pt idx="3263">
                  <c:v>5.5908719400000004</c:v>
                </c:pt>
                <c:pt idx="3264">
                  <c:v>5.5909763899999998</c:v>
                </c:pt>
                <c:pt idx="3265">
                  <c:v>5.5940033299999996</c:v>
                </c:pt>
                <c:pt idx="3266">
                  <c:v>5.5954491700000002</c:v>
                </c:pt>
                <c:pt idx="3267">
                  <c:v>5.5979591700000002</c:v>
                </c:pt>
                <c:pt idx="3268">
                  <c:v>5.5989772200000001</c:v>
                </c:pt>
                <c:pt idx="3269">
                  <c:v>5.5996813899999998</c:v>
                </c:pt>
                <c:pt idx="3270">
                  <c:v>5.6015722200000004</c:v>
                </c:pt>
                <c:pt idx="3271">
                  <c:v>5.6016483299999997</c:v>
                </c:pt>
                <c:pt idx="3272">
                  <c:v>5.6069441700000002</c:v>
                </c:pt>
                <c:pt idx="3273">
                  <c:v>5.6080527800000004</c:v>
                </c:pt>
                <c:pt idx="3274">
                  <c:v>5.6086241699999997</c:v>
                </c:pt>
                <c:pt idx="3275">
                  <c:v>5.6109155599999996</c:v>
                </c:pt>
                <c:pt idx="3276">
                  <c:v>5.6115863900000003</c:v>
                </c:pt>
                <c:pt idx="3277">
                  <c:v>5.6120394400000002</c:v>
                </c:pt>
                <c:pt idx="3278">
                  <c:v>5.6169363900000002</c:v>
                </c:pt>
                <c:pt idx="3279">
                  <c:v>5.6174383299999997</c:v>
                </c:pt>
                <c:pt idx="3280">
                  <c:v>5.6188177799999997</c:v>
                </c:pt>
                <c:pt idx="3281">
                  <c:v>5.6205249999999998</c:v>
                </c:pt>
                <c:pt idx="3282">
                  <c:v>5.6230900000000004</c:v>
                </c:pt>
                <c:pt idx="3283">
                  <c:v>5.6234186099999999</c:v>
                </c:pt>
                <c:pt idx="3284">
                  <c:v>5.6236688900000003</c:v>
                </c:pt>
                <c:pt idx="3285">
                  <c:v>5.6249119399999996</c:v>
                </c:pt>
                <c:pt idx="3286">
                  <c:v>5.6290958299999998</c:v>
                </c:pt>
                <c:pt idx="3287">
                  <c:v>5.6293266700000002</c:v>
                </c:pt>
                <c:pt idx="3288">
                  <c:v>5.6313599999999999</c:v>
                </c:pt>
                <c:pt idx="3289">
                  <c:v>5.6316047200000003</c:v>
                </c:pt>
                <c:pt idx="3290">
                  <c:v>5.6323241700000004</c:v>
                </c:pt>
                <c:pt idx="3291">
                  <c:v>5.6362736099999999</c:v>
                </c:pt>
                <c:pt idx="3292">
                  <c:v>5.6362944400000003</c:v>
                </c:pt>
                <c:pt idx="3293">
                  <c:v>5.6382041699999998</c:v>
                </c:pt>
                <c:pt idx="3294">
                  <c:v>5.6382738899999998</c:v>
                </c:pt>
                <c:pt idx="3295">
                  <c:v>5.6400552800000003</c:v>
                </c:pt>
                <c:pt idx="3296">
                  <c:v>5.6418083299999999</c:v>
                </c:pt>
                <c:pt idx="3297">
                  <c:v>5.6421827799999997</c:v>
                </c:pt>
                <c:pt idx="3298">
                  <c:v>5.64310694</c:v>
                </c:pt>
                <c:pt idx="3299">
                  <c:v>5.6440925000000002</c:v>
                </c:pt>
                <c:pt idx="3300">
                  <c:v>5.6462302800000002</c:v>
                </c:pt>
                <c:pt idx="3301">
                  <c:v>5.6466116700000004</c:v>
                </c:pt>
                <c:pt idx="3302">
                  <c:v>5.6466750000000001</c:v>
                </c:pt>
                <c:pt idx="3303">
                  <c:v>5.6470652799999996</c:v>
                </c:pt>
                <c:pt idx="3304">
                  <c:v>5.64848222</c:v>
                </c:pt>
                <c:pt idx="3305">
                  <c:v>5.6502155600000004</c:v>
                </c:pt>
                <c:pt idx="3306">
                  <c:v>5.6510433300000003</c:v>
                </c:pt>
                <c:pt idx="3307">
                  <c:v>5.6525666699999997</c:v>
                </c:pt>
                <c:pt idx="3308">
                  <c:v>5.65403111</c:v>
                </c:pt>
                <c:pt idx="3309">
                  <c:v>5.6555474999999999</c:v>
                </c:pt>
                <c:pt idx="3310">
                  <c:v>5.6572580600000002</c:v>
                </c:pt>
                <c:pt idx="3311">
                  <c:v>5.6597088900000001</c:v>
                </c:pt>
                <c:pt idx="3312">
                  <c:v>5.660005</c:v>
                </c:pt>
                <c:pt idx="3313">
                  <c:v>5.6643611099999998</c:v>
                </c:pt>
                <c:pt idx="3314">
                  <c:v>5.66588139</c:v>
                </c:pt>
                <c:pt idx="3315">
                  <c:v>5.6674961100000001</c:v>
                </c:pt>
                <c:pt idx="3316">
                  <c:v>5.6702141700000004</c:v>
                </c:pt>
                <c:pt idx="3317">
                  <c:v>5.6706219400000002</c:v>
                </c:pt>
                <c:pt idx="3318">
                  <c:v>5.6717822199999999</c:v>
                </c:pt>
                <c:pt idx="3319">
                  <c:v>5.6744255600000004</c:v>
                </c:pt>
                <c:pt idx="3320">
                  <c:v>5.6747283299999998</c:v>
                </c:pt>
                <c:pt idx="3321">
                  <c:v>5.6763424999999996</c:v>
                </c:pt>
                <c:pt idx="3322">
                  <c:v>5.6775733300000004</c:v>
                </c:pt>
                <c:pt idx="3323">
                  <c:v>5.6776888899999998</c:v>
                </c:pt>
                <c:pt idx="3324">
                  <c:v>5.6780333299999999</c:v>
                </c:pt>
                <c:pt idx="3325">
                  <c:v>5.6800436100000002</c:v>
                </c:pt>
                <c:pt idx="3326">
                  <c:v>5.6822130599999996</c:v>
                </c:pt>
                <c:pt idx="3327">
                  <c:v>5.68244361</c:v>
                </c:pt>
                <c:pt idx="3328">
                  <c:v>5.6835136100000003</c:v>
                </c:pt>
                <c:pt idx="3329">
                  <c:v>5.6836452800000004</c:v>
                </c:pt>
                <c:pt idx="3330">
                  <c:v>5.6858275000000003</c:v>
                </c:pt>
                <c:pt idx="3331">
                  <c:v>5.6862022200000002</c:v>
                </c:pt>
                <c:pt idx="3332">
                  <c:v>5.69037389</c:v>
                </c:pt>
                <c:pt idx="3333">
                  <c:v>5.6912599999999998</c:v>
                </c:pt>
                <c:pt idx="3334">
                  <c:v>5.6940016699999996</c:v>
                </c:pt>
                <c:pt idx="3335">
                  <c:v>5.6942416700000003</c:v>
                </c:pt>
                <c:pt idx="3336">
                  <c:v>5.6953563899999997</c:v>
                </c:pt>
                <c:pt idx="3337">
                  <c:v>5.6965399999999997</c:v>
                </c:pt>
                <c:pt idx="3338">
                  <c:v>5.6979408300000003</c:v>
                </c:pt>
                <c:pt idx="3339">
                  <c:v>5.6998363899999998</c:v>
                </c:pt>
                <c:pt idx="3340">
                  <c:v>5.7009419399999999</c:v>
                </c:pt>
                <c:pt idx="3341">
                  <c:v>5.7012611099999999</c:v>
                </c:pt>
                <c:pt idx="3342">
                  <c:v>5.70286472</c:v>
                </c:pt>
                <c:pt idx="3343">
                  <c:v>5.7030386100000001</c:v>
                </c:pt>
                <c:pt idx="3344">
                  <c:v>5.7060411100000001</c:v>
                </c:pt>
                <c:pt idx="3345">
                  <c:v>5.7072338900000004</c:v>
                </c:pt>
                <c:pt idx="3346">
                  <c:v>5.7082249999999997</c:v>
                </c:pt>
                <c:pt idx="3347">
                  <c:v>5.7098263899999999</c:v>
                </c:pt>
                <c:pt idx="3348">
                  <c:v>5.7115324999999997</c:v>
                </c:pt>
                <c:pt idx="3349">
                  <c:v>5.7117605600000001</c:v>
                </c:pt>
                <c:pt idx="3350">
                  <c:v>5.7131763900000001</c:v>
                </c:pt>
                <c:pt idx="3351">
                  <c:v>5.71484389</c:v>
                </c:pt>
                <c:pt idx="3352">
                  <c:v>5.7159866700000004</c:v>
                </c:pt>
                <c:pt idx="3353">
                  <c:v>5.71830222</c:v>
                </c:pt>
                <c:pt idx="3354">
                  <c:v>5.7186091699999997</c:v>
                </c:pt>
                <c:pt idx="3355">
                  <c:v>5.7190488899999998</c:v>
                </c:pt>
                <c:pt idx="3356">
                  <c:v>5.7204419399999997</c:v>
                </c:pt>
                <c:pt idx="3357">
                  <c:v>5.7236516699999997</c:v>
                </c:pt>
                <c:pt idx="3358">
                  <c:v>5.72442472</c:v>
                </c:pt>
                <c:pt idx="3359">
                  <c:v>5.7248791700000004</c:v>
                </c:pt>
                <c:pt idx="3360">
                  <c:v>5.72492556</c:v>
                </c:pt>
                <c:pt idx="3361">
                  <c:v>5.7255952800000003</c:v>
                </c:pt>
                <c:pt idx="3362">
                  <c:v>5.7269377800000001</c:v>
                </c:pt>
                <c:pt idx="3363">
                  <c:v>5.7298405600000004</c:v>
                </c:pt>
                <c:pt idx="3364">
                  <c:v>5.730785</c:v>
                </c:pt>
                <c:pt idx="3365">
                  <c:v>5.7324669400000001</c:v>
                </c:pt>
                <c:pt idx="3366">
                  <c:v>5.7337630600000002</c:v>
                </c:pt>
                <c:pt idx="3367">
                  <c:v>5.7347033300000003</c:v>
                </c:pt>
                <c:pt idx="3368">
                  <c:v>5.7353102800000002</c:v>
                </c:pt>
                <c:pt idx="3369">
                  <c:v>5.7357216700000002</c:v>
                </c:pt>
                <c:pt idx="3370">
                  <c:v>5.7382733300000002</c:v>
                </c:pt>
                <c:pt idx="3371">
                  <c:v>5.7384358300000002</c:v>
                </c:pt>
                <c:pt idx="3372">
                  <c:v>5.7401266700000004</c:v>
                </c:pt>
                <c:pt idx="3373">
                  <c:v>5.7412005600000002</c:v>
                </c:pt>
                <c:pt idx="3374">
                  <c:v>5.74267444</c:v>
                </c:pt>
                <c:pt idx="3375">
                  <c:v>5.7429502799999996</c:v>
                </c:pt>
                <c:pt idx="3376">
                  <c:v>5.7450141700000001</c:v>
                </c:pt>
                <c:pt idx="3377">
                  <c:v>5.745965</c:v>
                </c:pt>
                <c:pt idx="3378">
                  <c:v>5.7473197200000001</c:v>
                </c:pt>
                <c:pt idx="3379">
                  <c:v>5.7485361099999999</c:v>
                </c:pt>
                <c:pt idx="3380">
                  <c:v>5.7486255599999998</c:v>
                </c:pt>
                <c:pt idx="3381">
                  <c:v>5.7503233299999996</c:v>
                </c:pt>
                <c:pt idx="3382">
                  <c:v>5.7508969399999996</c:v>
                </c:pt>
                <c:pt idx="3383">
                  <c:v>5.7531147200000001</c:v>
                </c:pt>
                <c:pt idx="3384">
                  <c:v>5.7533080600000002</c:v>
                </c:pt>
                <c:pt idx="3385">
                  <c:v>5.7545261099999996</c:v>
                </c:pt>
                <c:pt idx="3386">
                  <c:v>5.7558841699999999</c:v>
                </c:pt>
                <c:pt idx="3387">
                  <c:v>5.7559183300000001</c:v>
                </c:pt>
                <c:pt idx="3388">
                  <c:v>5.7575322199999999</c:v>
                </c:pt>
                <c:pt idx="3389">
                  <c:v>5.7600205600000001</c:v>
                </c:pt>
                <c:pt idx="3390">
                  <c:v>5.7610552799999999</c:v>
                </c:pt>
                <c:pt idx="3391">
                  <c:v>5.7621391700000002</c:v>
                </c:pt>
                <c:pt idx="3392">
                  <c:v>5.7626461100000004</c:v>
                </c:pt>
                <c:pt idx="3393">
                  <c:v>5.7633905600000004</c:v>
                </c:pt>
                <c:pt idx="3394">
                  <c:v>5.7693849999999998</c:v>
                </c:pt>
                <c:pt idx="3395">
                  <c:v>5.77263444</c:v>
                </c:pt>
                <c:pt idx="3396">
                  <c:v>5.7738166700000004</c:v>
                </c:pt>
                <c:pt idx="3397">
                  <c:v>5.7744683300000004</c:v>
                </c:pt>
                <c:pt idx="3398">
                  <c:v>5.7750583300000002</c:v>
                </c:pt>
                <c:pt idx="3399">
                  <c:v>5.7795530599999996</c:v>
                </c:pt>
                <c:pt idx="3400">
                  <c:v>5.7797191699999999</c:v>
                </c:pt>
                <c:pt idx="3401">
                  <c:v>5.7801958300000003</c:v>
                </c:pt>
                <c:pt idx="3402">
                  <c:v>5.7845599999999999</c:v>
                </c:pt>
                <c:pt idx="3403">
                  <c:v>5.7875805600000003</c:v>
                </c:pt>
                <c:pt idx="3404">
                  <c:v>5.7894916700000003</c:v>
                </c:pt>
                <c:pt idx="3405">
                  <c:v>5.7899925000000003</c:v>
                </c:pt>
                <c:pt idx="3406">
                  <c:v>5.7910838900000003</c:v>
                </c:pt>
                <c:pt idx="3407">
                  <c:v>5.7919380599999997</c:v>
                </c:pt>
                <c:pt idx="3408">
                  <c:v>5.7925391700000004</c:v>
                </c:pt>
                <c:pt idx="3409">
                  <c:v>5.7975516699999998</c:v>
                </c:pt>
                <c:pt idx="3410">
                  <c:v>5.7984816700000001</c:v>
                </c:pt>
                <c:pt idx="3411">
                  <c:v>5.8005538899999998</c:v>
                </c:pt>
                <c:pt idx="3412">
                  <c:v>5.80123722</c:v>
                </c:pt>
                <c:pt idx="3413">
                  <c:v>5.8022041700000004</c:v>
                </c:pt>
                <c:pt idx="3414">
                  <c:v>5.80259722</c:v>
                </c:pt>
                <c:pt idx="3415">
                  <c:v>5.8071533300000002</c:v>
                </c:pt>
                <c:pt idx="3416">
                  <c:v>5.8073013900000001</c:v>
                </c:pt>
                <c:pt idx="3417">
                  <c:v>5.8079580599999998</c:v>
                </c:pt>
                <c:pt idx="3418">
                  <c:v>5.81017194</c:v>
                </c:pt>
                <c:pt idx="3419">
                  <c:v>5.8109286100000004</c:v>
                </c:pt>
                <c:pt idx="3420">
                  <c:v>5.81134167</c:v>
                </c:pt>
                <c:pt idx="3421">
                  <c:v>5.8117347199999996</c:v>
                </c:pt>
                <c:pt idx="3422">
                  <c:v>5.8124675000000003</c:v>
                </c:pt>
                <c:pt idx="3423">
                  <c:v>5.8161836100000004</c:v>
                </c:pt>
                <c:pt idx="3424">
                  <c:v>5.8168291700000001</c:v>
                </c:pt>
                <c:pt idx="3425">
                  <c:v>5.8198608299999997</c:v>
                </c:pt>
                <c:pt idx="3426">
                  <c:v>5.8205077799999998</c:v>
                </c:pt>
                <c:pt idx="3427">
                  <c:v>5.8206227799999999</c:v>
                </c:pt>
                <c:pt idx="3428">
                  <c:v>5.8227791699999996</c:v>
                </c:pt>
                <c:pt idx="3429">
                  <c:v>5.8234513899999998</c:v>
                </c:pt>
                <c:pt idx="3430">
                  <c:v>5.8256555600000004</c:v>
                </c:pt>
                <c:pt idx="3431">
                  <c:v>5.8265599999999997</c:v>
                </c:pt>
                <c:pt idx="3432">
                  <c:v>5.8272133300000002</c:v>
                </c:pt>
                <c:pt idx="3433">
                  <c:v>5.8278355599999996</c:v>
                </c:pt>
                <c:pt idx="3434">
                  <c:v>5.8301208300000003</c:v>
                </c:pt>
                <c:pt idx="3435">
                  <c:v>5.8301841699999999</c:v>
                </c:pt>
                <c:pt idx="3436">
                  <c:v>5.8302086099999997</c:v>
                </c:pt>
                <c:pt idx="3437">
                  <c:v>5.8309838899999997</c:v>
                </c:pt>
                <c:pt idx="3438">
                  <c:v>5.8337188900000001</c:v>
                </c:pt>
                <c:pt idx="3439">
                  <c:v>5.8340219400000004</c:v>
                </c:pt>
                <c:pt idx="3440">
                  <c:v>5.8361380599999997</c:v>
                </c:pt>
                <c:pt idx="3441">
                  <c:v>5.8362558299999998</c:v>
                </c:pt>
                <c:pt idx="3442">
                  <c:v>5.8391461099999997</c:v>
                </c:pt>
                <c:pt idx="3443">
                  <c:v>5.8402294399999999</c:v>
                </c:pt>
                <c:pt idx="3444">
                  <c:v>5.8413152799999999</c:v>
                </c:pt>
                <c:pt idx="3445">
                  <c:v>5.8438738900000002</c:v>
                </c:pt>
                <c:pt idx="3446">
                  <c:v>5.84786056</c:v>
                </c:pt>
                <c:pt idx="3447">
                  <c:v>5.8491733300000002</c:v>
                </c:pt>
                <c:pt idx="3448">
                  <c:v>5.8501791699999997</c:v>
                </c:pt>
                <c:pt idx="3449">
                  <c:v>5.8509486099999997</c:v>
                </c:pt>
                <c:pt idx="3450">
                  <c:v>5.8560947199999998</c:v>
                </c:pt>
                <c:pt idx="3451">
                  <c:v>5.8582308300000001</c:v>
                </c:pt>
                <c:pt idx="3452">
                  <c:v>5.8583838899999998</c:v>
                </c:pt>
                <c:pt idx="3453">
                  <c:v>5.8594191699999998</c:v>
                </c:pt>
                <c:pt idx="3454">
                  <c:v>5.85953167</c:v>
                </c:pt>
                <c:pt idx="3455">
                  <c:v>5.8677852799999997</c:v>
                </c:pt>
                <c:pt idx="3456">
                  <c:v>5.8686244399999996</c:v>
                </c:pt>
                <c:pt idx="3457">
                  <c:v>5.8731002800000001</c:v>
                </c:pt>
                <c:pt idx="3458">
                  <c:v>5.8736822200000001</c:v>
                </c:pt>
                <c:pt idx="3459">
                  <c:v>5.8743097200000003</c:v>
                </c:pt>
                <c:pt idx="3460">
                  <c:v>5.8755661100000003</c:v>
                </c:pt>
                <c:pt idx="3461">
                  <c:v>5.8756305600000003</c:v>
                </c:pt>
                <c:pt idx="3462">
                  <c:v>5.8845147200000003</c:v>
                </c:pt>
                <c:pt idx="3463">
                  <c:v>5.8887691699999998</c:v>
                </c:pt>
                <c:pt idx="3464">
                  <c:v>5.8902141700000001</c:v>
                </c:pt>
                <c:pt idx="3465">
                  <c:v>5.8920777800000002</c:v>
                </c:pt>
                <c:pt idx="3466">
                  <c:v>5.8946127800000001</c:v>
                </c:pt>
                <c:pt idx="3467">
                  <c:v>5.8961147199999999</c:v>
                </c:pt>
                <c:pt idx="3468">
                  <c:v>5.8979150000000002</c:v>
                </c:pt>
                <c:pt idx="3469">
                  <c:v>5.9014663900000004</c:v>
                </c:pt>
                <c:pt idx="3470">
                  <c:v>5.9035480600000003</c:v>
                </c:pt>
                <c:pt idx="3471">
                  <c:v>5.9049038899999999</c:v>
                </c:pt>
                <c:pt idx="3472">
                  <c:v>5.9050705600000004</c:v>
                </c:pt>
                <c:pt idx="3473">
                  <c:v>5.9124186099999996</c:v>
                </c:pt>
                <c:pt idx="3474">
                  <c:v>5.91464722</c:v>
                </c:pt>
                <c:pt idx="3475">
                  <c:v>5.91562389</c:v>
                </c:pt>
                <c:pt idx="3476">
                  <c:v>5.9166977799999998</c:v>
                </c:pt>
                <c:pt idx="3477">
                  <c:v>5.9167816699999998</c:v>
                </c:pt>
                <c:pt idx="3478">
                  <c:v>5.9263677799999996</c:v>
                </c:pt>
                <c:pt idx="3479">
                  <c:v>5.9268730600000001</c:v>
                </c:pt>
                <c:pt idx="3480">
                  <c:v>5.9344913899999998</c:v>
                </c:pt>
                <c:pt idx="3481">
                  <c:v>5.9352388899999999</c:v>
                </c:pt>
                <c:pt idx="3482">
                  <c:v>5.94137833</c:v>
                </c:pt>
                <c:pt idx="3483">
                  <c:v>5.9429763900000001</c:v>
                </c:pt>
                <c:pt idx="3484">
                  <c:v>5.9469063899999997</c:v>
                </c:pt>
                <c:pt idx="3485">
                  <c:v>5.9475194399999998</c:v>
                </c:pt>
                <c:pt idx="3486">
                  <c:v>5.9520402800000003</c:v>
                </c:pt>
                <c:pt idx="3487">
                  <c:v>5.9571730599999997</c:v>
                </c:pt>
                <c:pt idx="3488">
                  <c:v>5.95764972</c:v>
                </c:pt>
                <c:pt idx="3489">
                  <c:v>5.9649855599999997</c:v>
                </c:pt>
                <c:pt idx="3490">
                  <c:v>5.9652113900000003</c:v>
                </c:pt>
                <c:pt idx="3491">
                  <c:v>5.9674491700000001</c:v>
                </c:pt>
                <c:pt idx="3492">
                  <c:v>5.9703166699999999</c:v>
                </c:pt>
                <c:pt idx="3493">
                  <c:v>5.9705466700000001</c:v>
                </c:pt>
                <c:pt idx="3494">
                  <c:v>5.97195667</c:v>
                </c:pt>
                <c:pt idx="3495">
                  <c:v>5.9723163899999996</c:v>
                </c:pt>
                <c:pt idx="3496">
                  <c:v>5.97548806</c:v>
                </c:pt>
                <c:pt idx="3497">
                  <c:v>5.9778436099999999</c:v>
                </c:pt>
                <c:pt idx="3498">
                  <c:v>5.9782774999999999</c:v>
                </c:pt>
                <c:pt idx="3499">
                  <c:v>5.9811736099999999</c:v>
                </c:pt>
                <c:pt idx="3500">
                  <c:v>5.9866952800000002</c:v>
                </c:pt>
                <c:pt idx="3501">
                  <c:v>5.9871041700000003</c:v>
                </c:pt>
                <c:pt idx="3502">
                  <c:v>5.9887775000000003</c:v>
                </c:pt>
                <c:pt idx="3503">
                  <c:v>5.9906613899999996</c:v>
                </c:pt>
                <c:pt idx="3504">
                  <c:v>5.9958477800000001</c:v>
                </c:pt>
                <c:pt idx="3505">
                  <c:v>5.9965124999999997</c:v>
                </c:pt>
                <c:pt idx="3506">
                  <c:v>6.0004627800000003</c:v>
                </c:pt>
                <c:pt idx="3507">
                  <c:v>6.0014013899999998</c:v>
                </c:pt>
                <c:pt idx="3508">
                  <c:v>6.0061097200000004</c:v>
                </c:pt>
                <c:pt idx="3509">
                  <c:v>6.0062305599999997</c:v>
                </c:pt>
                <c:pt idx="3510">
                  <c:v>6.0116563899999997</c:v>
                </c:pt>
                <c:pt idx="3511">
                  <c:v>6.0146938900000002</c:v>
                </c:pt>
                <c:pt idx="3512">
                  <c:v>6.01500389</c:v>
                </c:pt>
                <c:pt idx="3513">
                  <c:v>6.0192888900000003</c:v>
                </c:pt>
                <c:pt idx="3514">
                  <c:v>6.0224255600000003</c:v>
                </c:pt>
                <c:pt idx="3515">
                  <c:v>6.0235149999999997</c:v>
                </c:pt>
                <c:pt idx="3516">
                  <c:v>6.0238727799999996</c:v>
                </c:pt>
                <c:pt idx="3517">
                  <c:v>6.0294355599999996</c:v>
                </c:pt>
                <c:pt idx="3518">
                  <c:v>6.0300672200000003</c:v>
                </c:pt>
                <c:pt idx="3519">
                  <c:v>6.0324283300000001</c:v>
                </c:pt>
                <c:pt idx="3520">
                  <c:v>6.03250917</c:v>
                </c:pt>
                <c:pt idx="3521">
                  <c:v>6.0327405599999997</c:v>
                </c:pt>
                <c:pt idx="3522">
                  <c:v>6.03837139</c:v>
                </c:pt>
                <c:pt idx="3523">
                  <c:v>6.0397575000000003</c:v>
                </c:pt>
                <c:pt idx="3524">
                  <c:v>6.0403897200000003</c:v>
                </c:pt>
                <c:pt idx="3525">
                  <c:v>6.0414250000000003</c:v>
                </c:pt>
                <c:pt idx="3526">
                  <c:v>6.0466633300000003</c:v>
                </c:pt>
                <c:pt idx="3527">
                  <c:v>6.0473974999999998</c:v>
                </c:pt>
                <c:pt idx="3528">
                  <c:v>6.0506344399999996</c:v>
                </c:pt>
                <c:pt idx="3529">
                  <c:v>6.0514758300000002</c:v>
                </c:pt>
                <c:pt idx="3530">
                  <c:v>6.0523261100000001</c:v>
                </c:pt>
                <c:pt idx="3531">
                  <c:v>6.0536672200000003</c:v>
                </c:pt>
                <c:pt idx="3532">
                  <c:v>6.0544716699999999</c:v>
                </c:pt>
                <c:pt idx="3533">
                  <c:v>6.0586597199999996</c:v>
                </c:pt>
                <c:pt idx="3534">
                  <c:v>6.0590166700000001</c:v>
                </c:pt>
                <c:pt idx="3535">
                  <c:v>6.0590900000000003</c:v>
                </c:pt>
                <c:pt idx="3536">
                  <c:v>6.06689583</c:v>
                </c:pt>
                <c:pt idx="3537">
                  <c:v>6.0676866699999996</c:v>
                </c:pt>
                <c:pt idx="3538">
                  <c:v>6.0764022200000003</c:v>
                </c:pt>
                <c:pt idx="3539">
                  <c:v>6.0781102799999998</c:v>
                </c:pt>
                <c:pt idx="3540">
                  <c:v>6.0782022199999997</c:v>
                </c:pt>
                <c:pt idx="3541">
                  <c:v>6.08245361</c:v>
                </c:pt>
                <c:pt idx="3542">
                  <c:v>6.0825261099999999</c:v>
                </c:pt>
                <c:pt idx="3543">
                  <c:v>6.0825994400000001</c:v>
                </c:pt>
                <c:pt idx="3544">
                  <c:v>6.0884097199999996</c:v>
                </c:pt>
                <c:pt idx="3545">
                  <c:v>6.0914233299999996</c:v>
                </c:pt>
                <c:pt idx="3546">
                  <c:v>6.0941319399999996</c:v>
                </c:pt>
                <c:pt idx="3547">
                  <c:v>6.0971847199999996</c:v>
                </c:pt>
                <c:pt idx="3548">
                  <c:v>6.0987919399999999</c:v>
                </c:pt>
                <c:pt idx="3549">
                  <c:v>6.1000424999999998</c:v>
                </c:pt>
                <c:pt idx="3550">
                  <c:v>6.1001225000000003</c:v>
                </c:pt>
                <c:pt idx="3551">
                  <c:v>6.1047263899999997</c:v>
                </c:pt>
                <c:pt idx="3552">
                  <c:v>6.1067738900000004</c:v>
                </c:pt>
                <c:pt idx="3553">
                  <c:v>6.1073955599999996</c:v>
                </c:pt>
                <c:pt idx="3554">
                  <c:v>6.1089566700000004</c:v>
                </c:pt>
                <c:pt idx="3555">
                  <c:v>6.1120605599999998</c:v>
                </c:pt>
                <c:pt idx="3556">
                  <c:v>6.1138986099999997</c:v>
                </c:pt>
                <c:pt idx="3557">
                  <c:v>6.1146011099999997</c:v>
                </c:pt>
                <c:pt idx="3558">
                  <c:v>6.1148741700000002</c:v>
                </c:pt>
                <c:pt idx="3559">
                  <c:v>6.1189744399999997</c:v>
                </c:pt>
                <c:pt idx="3560">
                  <c:v>6.1191486099999999</c:v>
                </c:pt>
                <c:pt idx="3561">
                  <c:v>6.1246499999999999</c:v>
                </c:pt>
                <c:pt idx="3562">
                  <c:v>6.1264597199999997</c:v>
                </c:pt>
                <c:pt idx="3563">
                  <c:v>6.1275849999999998</c:v>
                </c:pt>
                <c:pt idx="3564">
                  <c:v>6.1277972199999997</c:v>
                </c:pt>
                <c:pt idx="3565">
                  <c:v>6.1280169400000002</c:v>
                </c:pt>
                <c:pt idx="3566">
                  <c:v>6.1367450000000003</c:v>
                </c:pt>
                <c:pt idx="3567">
                  <c:v>6.1380688900000004</c:v>
                </c:pt>
                <c:pt idx="3568">
                  <c:v>6.1426036100000001</c:v>
                </c:pt>
                <c:pt idx="3569">
                  <c:v>6.1432936099999997</c:v>
                </c:pt>
                <c:pt idx="3570">
                  <c:v>6.1449561099999999</c:v>
                </c:pt>
                <c:pt idx="3571">
                  <c:v>6.1455136100000001</c:v>
                </c:pt>
                <c:pt idx="3572">
                  <c:v>6.1456483300000002</c:v>
                </c:pt>
                <c:pt idx="3573">
                  <c:v>6.1456741700000004</c:v>
                </c:pt>
                <c:pt idx="3574">
                  <c:v>6.1523572199999998</c:v>
                </c:pt>
                <c:pt idx="3575">
                  <c:v>6.1527736099999997</c:v>
                </c:pt>
                <c:pt idx="3576">
                  <c:v>6.1563286100000001</c:v>
                </c:pt>
                <c:pt idx="3577">
                  <c:v>6.15659139</c:v>
                </c:pt>
                <c:pt idx="3578">
                  <c:v>6.1581672200000002</c:v>
                </c:pt>
                <c:pt idx="3579">
                  <c:v>6.1588099999999999</c:v>
                </c:pt>
                <c:pt idx="3580">
                  <c:v>6.1589244399999998</c:v>
                </c:pt>
                <c:pt idx="3581">
                  <c:v>6.1597597200000003</c:v>
                </c:pt>
                <c:pt idx="3582">
                  <c:v>6.16104333</c:v>
                </c:pt>
                <c:pt idx="3583">
                  <c:v>6.1617516700000001</c:v>
                </c:pt>
                <c:pt idx="3584">
                  <c:v>6.1627599999999996</c:v>
                </c:pt>
                <c:pt idx="3585">
                  <c:v>6.1638458299999996</c:v>
                </c:pt>
                <c:pt idx="3586">
                  <c:v>6.1644775000000003</c:v>
                </c:pt>
                <c:pt idx="3587">
                  <c:v>6.1661938899999997</c:v>
                </c:pt>
                <c:pt idx="3588">
                  <c:v>6.1689274999999997</c:v>
                </c:pt>
                <c:pt idx="3589">
                  <c:v>6.1697908300000002</c:v>
                </c:pt>
                <c:pt idx="3590">
                  <c:v>6.1700900000000001</c:v>
                </c:pt>
                <c:pt idx="3591">
                  <c:v>6.1719363899999999</c:v>
                </c:pt>
                <c:pt idx="3592">
                  <c:v>6.1720222199999997</c:v>
                </c:pt>
                <c:pt idx="3593">
                  <c:v>6.1721647199999996</c:v>
                </c:pt>
                <c:pt idx="3594">
                  <c:v>6.1769555599999997</c:v>
                </c:pt>
                <c:pt idx="3595">
                  <c:v>6.17805611</c:v>
                </c:pt>
                <c:pt idx="3596">
                  <c:v>6.1785805600000003</c:v>
                </c:pt>
                <c:pt idx="3597">
                  <c:v>6.1788613899999998</c:v>
                </c:pt>
                <c:pt idx="3598">
                  <c:v>6.1820113900000004</c:v>
                </c:pt>
                <c:pt idx="3599">
                  <c:v>6.1823661100000002</c:v>
                </c:pt>
                <c:pt idx="3600">
                  <c:v>6.1836411099999999</c:v>
                </c:pt>
                <c:pt idx="3601">
                  <c:v>6.1847155599999999</c:v>
                </c:pt>
                <c:pt idx="3602">
                  <c:v>6.1849863899999997</c:v>
                </c:pt>
                <c:pt idx="3603">
                  <c:v>6.1858933299999999</c:v>
                </c:pt>
                <c:pt idx="3604">
                  <c:v>6.1932533300000001</c:v>
                </c:pt>
                <c:pt idx="3605">
                  <c:v>6.1948449999999999</c:v>
                </c:pt>
                <c:pt idx="3606">
                  <c:v>6.1950000000000003</c:v>
                </c:pt>
                <c:pt idx="3607">
                  <c:v>6.1955911099999996</c:v>
                </c:pt>
                <c:pt idx="3608">
                  <c:v>6.1961222200000003</c:v>
                </c:pt>
                <c:pt idx="3609">
                  <c:v>6.1968008299999999</c:v>
                </c:pt>
                <c:pt idx="3610">
                  <c:v>6.2010397199999998</c:v>
                </c:pt>
                <c:pt idx="3611">
                  <c:v>6.2016527799999999</c:v>
                </c:pt>
                <c:pt idx="3612">
                  <c:v>6.2026525000000001</c:v>
                </c:pt>
                <c:pt idx="3613">
                  <c:v>6.2034088900000004</c:v>
                </c:pt>
                <c:pt idx="3614">
                  <c:v>6.2036597200000001</c:v>
                </c:pt>
                <c:pt idx="3615">
                  <c:v>6.2058411099999997</c:v>
                </c:pt>
                <c:pt idx="3616">
                  <c:v>6.2061313900000004</c:v>
                </c:pt>
                <c:pt idx="3617">
                  <c:v>6.2063758299999998</c:v>
                </c:pt>
                <c:pt idx="3618">
                  <c:v>6.20709278</c:v>
                </c:pt>
                <c:pt idx="3619">
                  <c:v>6.2081080599999998</c:v>
                </c:pt>
                <c:pt idx="3620">
                  <c:v>6.2126041699999996</c:v>
                </c:pt>
                <c:pt idx="3621">
                  <c:v>6.2127180600000003</c:v>
                </c:pt>
                <c:pt idx="3622">
                  <c:v>6.2129227800000004</c:v>
                </c:pt>
                <c:pt idx="3623">
                  <c:v>6.2151430599999999</c:v>
                </c:pt>
                <c:pt idx="3624">
                  <c:v>6.2154505599999998</c:v>
                </c:pt>
                <c:pt idx="3625">
                  <c:v>6.2159222200000004</c:v>
                </c:pt>
                <c:pt idx="3626">
                  <c:v>6.2177941700000003</c:v>
                </c:pt>
                <c:pt idx="3627">
                  <c:v>6.2178705599999997</c:v>
                </c:pt>
                <c:pt idx="3628">
                  <c:v>6.2188663899999996</c:v>
                </c:pt>
                <c:pt idx="3629">
                  <c:v>6.2193580600000002</c:v>
                </c:pt>
                <c:pt idx="3630">
                  <c:v>6.2195608299999998</c:v>
                </c:pt>
                <c:pt idx="3631">
                  <c:v>6.2198797199999998</c:v>
                </c:pt>
                <c:pt idx="3632">
                  <c:v>6.2204719400000004</c:v>
                </c:pt>
                <c:pt idx="3633">
                  <c:v>6.2234072200000004</c:v>
                </c:pt>
                <c:pt idx="3634">
                  <c:v>6.2247852799999999</c:v>
                </c:pt>
                <c:pt idx="3635">
                  <c:v>6.2254699999999996</c:v>
                </c:pt>
                <c:pt idx="3636">
                  <c:v>6.22720333</c:v>
                </c:pt>
                <c:pt idx="3637">
                  <c:v>6.2292305600000004</c:v>
                </c:pt>
                <c:pt idx="3638">
                  <c:v>6.2296183300000001</c:v>
                </c:pt>
                <c:pt idx="3639">
                  <c:v>6.2297122199999997</c:v>
                </c:pt>
                <c:pt idx="3640">
                  <c:v>6.2318752799999997</c:v>
                </c:pt>
                <c:pt idx="3641">
                  <c:v>6.2320213899999999</c:v>
                </c:pt>
                <c:pt idx="3642">
                  <c:v>6.2320394400000003</c:v>
                </c:pt>
                <c:pt idx="3643">
                  <c:v>6.2368394399999998</c:v>
                </c:pt>
                <c:pt idx="3644">
                  <c:v>6.2384666700000002</c:v>
                </c:pt>
                <c:pt idx="3645">
                  <c:v>6.2388141700000004</c:v>
                </c:pt>
                <c:pt idx="3646">
                  <c:v>6.2395755599999996</c:v>
                </c:pt>
                <c:pt idx="3647">
                  <c:v>6.2399288899999998</c:v>
                </c:pt>
                <c:pt idx="3648">
                  <c:v>6.2413030599999999</c:v>
                </c:pt>
                <c:pt idx="3649">
                  <c:v>6.2415497200000001</c:v>
                </c:pt>
                <c:pt idx="3650">
                  <c:v>6.2481777799999998</c:v>
                </c:pt>
                <c:pt idx="3651">
                  <c:v>6.2490147199999999</c:v>
                </c:pt>
                <c:pt idx="3652">
                  <c:v>6.2498697200000004</c:v>
                </c:pt>
                <c:pt idx="3653">
                  <c:v>6.2511966699999997</c:v>
                </c:pt>
                <c:pt idx="3654">
                  <c:v>6.2515869400000001</c:v>
                </c:pt>
                <c:pt idx="3655">
                  <c:v>6.2524413900000004</c:v>
                </c:pt>
                <c:pt idx="3656">
                  <c:v>6.2534680600000003</c:v>
                </c:pt>
                <c:pt idx="3657">
                  <c:v>6.2545158299999999</c:v>
                </c:pt>
                <c:pt idx="3658">
                  <c:v>6.25522417</c:v>
                </c:pt>
                <c:pt idx="3659">
                  <c:v>6.2556655599999997</c:v>
                </c:pt>
                <c:pt idx="3660">
                  <c:v>6.2573216699999996</c:v>
                </c:pt>
                <c:pt idx="3661">
                  <c:v>6.2589024999999996</c:v>
                </c:pt>
                <c:pt idx="3662">
                  <c:v>6.25934028</c:v>
                </c:pt>
                <c:pt idx="3663">
                  <c:v>6.2598405599999998</c:v>
                </c:pt>
                <c:pt idx="3664">
                  <c:v>6.26098833</c:v>
                </c:pt>
                <c:pt idx="3665">
                  <c:v>6.2615483300000001</c:v>
                </c:pt>
                <c:pt idx="3666">
                  <c:v>6.2618358299999999</c:v>
                </c:pt>
                <c:pt idx="3667">
                  <c:v>6.2622680600000002</c:v>
                </c:pt>
                <c:pt idx="3668">
                  <c:v>6.2629344400000004</c:v>
                </c:pt>
                <c:pt idx="3669">
                  <c:v>6.26377278</c:v>
                </c:pt>
                <c:pt idx="3670">
                  <c:v>6.2660147200000003</c:v>
                </c:pt>
                <c:pt idx="3671">
                  <c:v>6.2660466699999997</c:v>
                </c:pt>
                <c:pt idx="3672">
                  <c:v>6.2662313899999997</c:v>
                </c:pt>
                <c:pt idx="3673">
                  <c:v>6.2671430600000004</c:v>
                </c:pt>
                <c:pt idx="3674">
                  <c:v>6.2677825</c:v>
                </c:pt>
                <c:pt idx="3675">
                  <c:v>6.2681969400000002</c:v>
                </c:pt>
                <c:pt idx="3676">
                  <c:v>6.2701097199999998</c:v>
                </c:pt>
                <c:pt idx="3677">
                  <c:v>6.2706752799999999</c:v>
                </c:pt>
                <c:pt idx="3678">
                  <c:v>6.2714666699999997</c:v>
                </c:pt>
                <c:pt idx="3679">
                  <c:v>6.2718972199999996</c:v>
                </c:pt>
                <c:pt idx="3680">
                  <c:v>6.2720991699999997</c:v>
                </c:pt>
                <c:pt idx="3681">
                  <c:v>6.2721683300000004</c:v>
                </c:pt>
                <c:pt idx="3682">
                  <c:v>6.2754541699999997</c:v>
                </c:pt>
                <c:pt idx="3683">
                  <c:v>6.2775669399999998</c:v>
                </c:pt>
                <c:pt idx="3684">
                  <c:v>6.2784119399999998</c:v>
                </c:pt>
                <c:pt idx="3685">
                  <c:v>6.2794163899999997</c:v>
                </c:pt>
                <c:pt idx="3686">
                  <c:v>6.2819394400000004</c:v>
                </c:pt>
                <c:pt idx="3687">
                  <c:v>6.2821563899999999</c:v>
                </c:pt>
                <c:pt idx="3688">
                  <c:v>6.2823958299999996</c:v>
                </c:pt>
                <c:pt idx="3689">
                  <c:v>6.2831561100000002</c:v>
                </c:pt>
                <c:pt idx="3690">
                  <c:v>6.2842811100000002</c:v>
                </c:pt>
                <c:pt idx="3691">
                  <c:v>6.2853066699999998</c:v>
                </c:pt>
                <c:pt idx="3692">
                  <c:v>6.2866161099999998</c:v>
                </c:pt>
                <c:pt idx="3693">
                  <c:v>6.2867691700000004</c:v>
                </c:pt>
                <c:pt idx="3694">
                  <c:v>6.2876583300000002</c:v>
                </c:pt>
                <c:pt idx="3695">
                  <c:v>6.28820333</c:v>
                </c:pt>
                <c:pt idx="3696">
                  <c:v>6.2892266699999997</c:v>
                </c:pt>
                <c:pt idx="3697">
                  <c:v>6.2917077800000003</c:v>
                </c:pt>
                <c:pt idx="3698">
                  <c:v>6.2926322199999998</c:v>
                </c:pt>
                <c:pt idx="3699">
                  <c:v>6.29284306</c:v>
                </c:pt>
                <c:pt idx="3700">
                  <c:v>6.29401528</c:v>
                </c:pt>
                <c:pt idx="3701">
                  <c:v>6.2945086100000003</c:v>
                </c:pt>
                <c:pt idx="3702">
                  <c:v>6.2954625000000002</c:v>
                </c:pt>
                <c:pt idx="3703">
                  <c:v>6.2956147199999997</c:v>
                </c:pt>
                <c:pt idx="3704">
                  <c:v>6.2975275000000002</c:v>
                </c:pt>
                <c:pt idx="3705">
                  <c:v>6.2979986099999996</c:v>
                </c:pt>
                <c:pt idx="3706">
                  <c:v>6.2980541700000003</c:v>
                </c:pt>
                <c:pt idx="3707">
                  <c:v>6.2991122199999996</c:v>
                </c:pt>
                <c:pt idx="3708">
                  <c:v>6.3005138900000004</c:v>
                </c:pt>
                <c:pt idx="3709">
                  <c:v>6.3007747199999997</c:v>
                </c:pt>
                <c:pt idx="3710">
                  <c:v>6.30246861</c:v>
                </c:pt>
                <c:pt idx="3711">
                  <c:v>6.3027994400000003</c:v>
                </c:pt>
                <c:pt idx="3712">
                  <c:v>6.3035744400000002</c:v>
                </c:pt>
                <c:pt idx="3713">
                  <c:v>6.3039308299999997</c:v>
                </c:pt>
                <c:pt idx="3714">
                  <c:v>6.30495611</c:v>
                </c:pt>
                <c:pt idx="3715">
                  <c:v>6.3057169399999999</c:v>
                </c:pt>
                <c:pt idx="3716">
                  <c:v>6.30695972</c:v>
                </c:pt>
                <c:pt idx="3717">
                  <c:v>6.3076641699999998</c:v>
                </c:pt>
                <c:pt idx="3718">
                  <c:v>6.3087925</c:v>
                </c:pt>
                <c:pt idx="3719">
                  <c:v>6.3087988900000003</c:v>
                </c:pt>
                <c:pt idx="3720">
                  <c:v>6.3098377799999996</c:v>
                </c:pt>
                <c:pt idx="3721">
                  <c:v>6.3108280600000004</c:v>
                </c:pt>
                <c:pt idx="3722">
                  <c:v>6.3112836100000003</c:v>
                </c:pt>
                <c:pt idx="3723">
                  <c:v>6.3113508300000003</c:v>
                </c:pt>
                <c:pt idx="3724">
                  <c:v>6.31310444</c:v>
                </c:pt>
                <c:pt idx="3725">
                  <c:v>6.3131349999999999</c:v>
                </c:pt>
                <c:pt idx="3726">
                  <c:v>6.3146738899999999</c:v>
                </c:pt>
                <c:pt idx="3727">
                  <c:v>6.31495111</c:v>
                </c:pt>
                <c:pt idx="3728">
                  <c:v>6.3152680600000002</c:v>
                </c:pt>
                <c:pt idx="3729">
                  <c:v>6.3204872200000004</c:v>
                </c:pt>
                <c:pt idx="3730">
                  <c:v>6.3212797199999997</c:v>
                </c:pt>
                <c:pt idx="3731">
                  <c:v>6.3218158300000002</c:v>
                </c:pt>
                <c:pt idx="3732">
                  <c:v>6.3220447200000001</c:v>
                </c:pt>
                <c:pt idx="3733">
                  <c:v>6.3225966700000003</c:v>
                </c:pt>
                <c:pt idx="3734">
                  <c:v>6.3228008300000003</c:v>
                </c:pt>
                <c:pt idx="3735">
                  <c:v>6.3247291700000003</c:v>
                </c:pt>
                <c:pt idx="3736">
                  <c:v>6.3256199999999998</c:v>
                </c:pt>
                <c:pt idx="3737">
                  <c:v>6.3262630599999996</c:v>
                </c:pt>
                <c:pt idx="3738">
                  <c:v>6.32637056</c:v>
                </c:pt>
                <c:pt idx="3739">
                  <c:v>6.3264855600000001</c:v>
                </c:pt>
                <c:pt idx="3740">
                  <c:v>6.3284852799999998</c:v>
                </c:pt>
                <c:pt idx="3741">
                  <c:v>6.3288647200000003</c:v>
                </c:pt>
                <c:pt idx="3742">
                  <c:v>6.3289802799999997</c:v>
                </c:pt>
                <c:pt idx="3743">
                  <c:v>6.3307127799999998</c:v>
                </c:pt>
                <c:pt idx="3744">
                  <c:v>6.3314824999999999</c:v>
                </c:pt>
                <c:pt idx="3745">
                  <c:v>6.3324083299999998</c:v>
                </c:pt>
                <c:pt idx="3746">
                  <c:v>6.3332949999999997</c:v>
                </c:pt>
                <c:pt idx="3747">
                  <c:v>6.3341363900000003</c:v>
                </c:pt>
                <c:pt idx="3748">
                  <c:v>6.3345475000000002</c:v>
                </c:pt>
                <c:pt idx="3749">
                  <c:v>6.3351805600000004</c:v>
                </c:pt>
                <c:pt idx="3750">
                  <c:v>6.3354744399999996</c:v>
                </c:pt>
                <c:pt idx="3751">
                  <c:v>6.3380122200000004</c:v>
                </c:pt>
                <c:pt idx="3752">
                  <c:v>6.3383030600000003</c:v>
                </c:pt>
                <c:pt idx="3753">
                  <c:v>6.3388305599999999</c:v>
                </c:pt>
                <c:pt idx="3754">
                  <c:v>6.3407213899999997</c:v>
                </c:pt>
                <c:pt idx="3755">
                  <c:v>6.3407900000000001</c:v>
                </c:pt>
                <c:pt idx="3756">
                  <c:v>6.3408150000000001</c:v>
                </c:pt>
                <c:pt idx="3757">
                  <c:v>6.3427072200000003</c:v>
                </c:pt>
                <c:pt idx="3758">
                  <c:v>6.3432327800000001</c:v>
                </c:pt>
                <c:pt idx="3759">
                  <c:v>6.34336944</c:v>
                </c:pt>
                <c:pt idx="3760">
                  <c:v>6.3442222199999998</c:v>
                </c:pt>
                <c:pt idx="3761">
                  <c:v>6.3448705600000004</c:v>
                </c:pt>
                <c:pt idx="3762">
                  <c:v>6.34542333</c:v>
                </c:pt>
                <c:pt idx="3763">
                  <c:v>6.3499811099999999</c:v>
                </c:pt>
                <c:pt idx="3764">
                  <c:v>6.3500111099999996</c:v>
                </c:pt>
                <c:pt idx="3765">
                  <c:v>6.3515649999999999</c:v>
                </c:pt>
                <c:pt idx="3766">
                  <c:v>6.3520636100000001</c:v>
                </c:pt>
                <c:pt idx="3767">
                  <c:v>6.3539780600000002</c:v>
                </c:pt>
                <c:pt idx="3768">
                  <c:v>6.3545363899999998</c:v>
                </c:pt>
                <c:pt idx="3769">
                  <c:v>6.3550727800000004</c:v>
                </c:pt>
                <c:pt idx="3770">
                  <c:v>6.3566369399999996</c:v>
                </c:pt>
                <c:pt idx="3771">
                  <c:v>6.3584241700000002</c:v>
                </c:pt>
                <c:pt idx="3772">
                  <c:v>6.3589700000000002</c:v>
                </c:pt>
                <c:pt idx="3773">
                  <c:v>6.3595488900000001</c:v>
                </c:pt>
                <c:pt idx="3774">
                  <c:v>6.3603416700000004</c:v>
                </c:pt>
                <c:pt idx="3775">
                  <c:v>6.3613563900000001</c:v>
                </c:pt>
                <c:pt idx="3776">
                  <c:v>6.36173111</c:v>
                </c:pt>
                <c:pt idx="3777">
                  <c:v>6.36251722</c:v>
                </c:pt>
                <c:pt idx="3778">
                  <c:v>6.3627013899999998</c:v>
                </c:pt>
                <c:pt idx="3779">
                  <c:v>6.3648030599999998</c:v>
                </c:pt>
                <c:pt idx="3780">
                  <c:v>6.3652613899999997</c:v>
                </c:pt>
                <c:pt idx="3781">
                  <c:v>6.3662838900000001</c:v>
                </c:pt>
                <c:pt idx="3782">
                  <c:v>6.3663852800000003</c:v>
                </c:pt>
                <c:pt idx="3783">
                  <c:v>6.3673705600000003</c:v>
                </c:pt>
                <c:pt idx="3784">
                  <c:v>6.3683622199999999</c:v>
                </c:pt>
                <c:pt idx="3785">
                  <c:v>6.3686527799999997</c:v>
                </c:pt>
                <c:pt idx="3786">
                  <c:v>6.3692488899999997</c:v>
                </c:pt>
                <c:pt idx="3787">
                  <c:v>6.3706997200000002</c:v>
                </c:pt>
                <c:pt idx="3788">
                  <c:v>6.3707597199999997</c:v>
                </c:pt>
                <c:pt idx="3789">
                  <c:v>6.3748363899999996</c:v>
                </c:pt>
                <c:pt idx="3790">
                  <c:v>6.3751491700000003</c:v>
                </c:pt>
                <c:pt idx="3791">
                  <c:v>6.37663417</c:v>
                </c:pt>
                <c:pt idx="3792">
                  <c:v>6.3766924999999999</c:v>
                </c:pt>
                <c:pt idx="3793">
                  <c:v>6.3774486100000001</c:v>
                </c:pt>
                <c:pt idx="3794">
                  <c:v>6.3774822200000001</c:v>
                </c:pt>
                <c:pt idx="3795">
                  <c:v>6.3803799999999997</c:v>
                </c:pt>
                <c:pt idx="3796">
                  <c:v>6.3811233300000003</c:v>
                </c:pt>
                <c:pt idx="3797">
                  <c:v>6.3813447200000004</c:v>
                </c:pt>
                <c:pt idx="3798">
                  <c:v>6.3814488899999997</c:v>
                </c:pt>
                <c:pt idx="3799">
                  <c:v>6.3824949999999996</c:v>
                </c:pt>
                <c:pt idx="3800">
                  <c:v>6.3833697200000001</c:v>
                </c:pt>
                <c:pt idx="3801">
                  <c:v>6.3839072200000002</c:v>
                </c:pt>
                <c:pt idx="3802">
                  <c:v>6.3854111099999997</c:v>
                </c:pt>
                <c:pt idx="3803">
                  <c:v>6.3854855600000002</c:v>
                </c:pt>
                <c:pt idx="3804">
                  <c:v>6.3863888900000001</c:v>
                </c:pt>
                <c:pt idx="3805">
                  <c:v>6.3873244400000004</c:v>
                </c:pt>
                <c:pt idx="3806">
                  <c:v>6.3878438900000001</c:v>
                </c:pt>
                <c:pt idx="3807">
                  <c:v>6.3883413899999999</c:v>
                </c:pt>
                <c:pt idx="3808">
                  <c:v>6.3894113900000002</c:v>
                </c:pt>
                <c:pt idx="3809">
                  <c:v>6.3898038899999996</c:v>
                </c:pt>
                <c:pt idx="3810">
                  <c:v>6.3899522199999996</c:v>
                </c:pt>
                <c:pt idx="3811">
                  <c:v>6.3917463899999998</c:v>
                </c:pt>
                <c:pt idx="3812">
                  <c:v>6.3923500000000004</c:v>
                </c:pt>
                <c:pt idx="3813">
                  <c:v>6.3928725000000002</c:v>
                </c:pt>
                <c:pt idx="3814">
                  <c:v>6.3930908300000002</c:v>
                </c:pt>
                <c:pt idx="3815">
                  <c:v>6.3937647200000001</c:v>
                </c:pt>
                <c:pt idx="3816">
                  <c:v>6.3942605600000002</c:v>
                </c:pt>
                <c:pt idx="3817">
                  <c:v>6.3982413899999999</c:v>
                </c:pt>
                <c:pt idx="3818">
                  <c:v>6.3988102800000002</c:v>
                </c:pt>
                <c:pt idx="3819">
                  <c:v>6.3990650000000002</c:v>
                </c:pt>
                <c:pt idx="3820">
                  <c:v>6.3997197200000002</c:v>
                </c:pt>
                <c:pt idx="3821">
                  <c:v>6.4011608300000002</c:v>
                </c:pt>
                <c:pt idx="3822">
                  <c:v>6.4013919399999999</c:v>
                </c:pt>
                <c:pt idx="3823">
                  <c:v>6.4015113899999996</c:v>
                </c:pt>
                <c:pt idx="3824">
                  <c:v>6.4015374999999999</c:v>
                </c:pt>
                <c:pt idx="3825">
                  <c:v>6.4017283300000001</c:v>
                </c:pt>
                <c:pt idx="3826">
                  <c:v>6.4035152799999997</c:v>
                </c:pt>
                <c:pt idx="3827">
                  <c:v>6.40467472</c:v>
                </c:pt>
                <c:pt idx="3828">
                  <c:v>6.4047049999999999</c:v>
                </c:pt>
                <c:pt idx="3829">
                  <c:v>6.4059805599999997</c:v>
                </c:pt>
                <c:pt idx="3830">
                  <c:v>6.4061208299999999</c:v>
                </c:pt>
                <c:pt idx="3831">
                  <c:v>6.4065372199999997</c:v>
                </c:pt>
                <c:pt idx="3832">
                  <c:v>6.40787861</c:v>
                </c:pt>
                <c:pt idx="3833">
                  <c:v>6.4091050000000003</c:v>
                </c:pt>
                <c:pt idx="3834">
                  <c:v>6.40915722</c:v>
                </c:pt>
                <c:pt idx="3835">
                  <c:v>6.4091899999999997</c:v>
                </c:pt>
                <c:pt idx="3836">
                  <c:v>6.4109727799999998</c:v>
                </c:pt>
                <c:pt idx="3837">
                  <c:v>6.4116380599999996</c:v>
                </c:pt>
                <c:pt idx="3838">
                  <c:v>6.4118550000000001</c:v>
                </c:pt>
                <c:pt idx="3839">
                  <c:v>6.4128758299999999</c:v>
                </c:pt>
                <c:pt idx="3840">
                  <c:v>6.4135999999999997</c:v>
                </c:pt>
                <c:pt idx="3841">
                  <c:v>6.4151463900000003</c:v>
                </c:pt>
                <c:pt idx="3842">
                  <c:v>6.4157908299999997</c:v>
                </c:pt>
                <c:pt idx="3843">
                  <c:v>6.4165347199999996</c:v>
                </c:pt>
                <c:pt idx="3844">
                  <c:v>6.4168686099999999</c:v>
                </c:pt>
                <c:pt idx="3845">
                  <c:v>6.4176427800000004</c:v>
                </c:pt>
                <c:pt idx="3846">
                  <c:v>6.4177186099999997</c:v>
                </c:pt>
                <c:pt idx="3847">
                  <c:v>6.4231211100000003</c:v>
                </c:pt>
                <c:pt idx="3848">
                  <c:v>6.4237875000000004</c:v>
                </c:pt>
                <c:pt idx="3849">
                  <c:v>6.4238816700000001</c:v>
                </c:pt>
                <c:pt idx="3850">
                  <c:v>6.4249588900000001</c:v>
                </c:pt>
                <c:pt idx="3851">
                  <c:v>6.4251750000000003</c:v>
                </c:pt>
                <c:pt idx="3852">
                  <c:v>6.4266399999999999</c:v>
                </c:pt>
                <c:pt idx="3853">
                  <c:v>6.4270288899999999</c:v>
                </c:pt>
                <c:pt idx="3854">
                  <c:v>6.4278969400000001</c:v>
                </c:pt>
                <c:pt idx="3855">
                  <c:v>6.4283294399999997</c:v>
                </c:pt>
                <c:pt idx="3856">
                  <c:v>6.4296072200000003</c:v>
                </c:pt>
                <c:pt idx="3857">
                  <c:v>6.4310488899999996</c:v>
                </c:pt>
                <c:pt idx="3858">
                  <c:v>6.4311224999999999</c:v>
                </c:pt>
                <c:pt idx="3859">
                  <c:v>6.4327602800000001</c:v>
                </c:pt>
                <c:pt idx="3860">
                  <c:v>6.4329058300000002</c:v>
                </c:pt>
                <c:pt idx="3861">
                  <c:v>6.4337786100000001</c:v>
                </c:pt>
                <c:pt idx="3862">
                  <c:v>6.43484167</c:v>
                </c:pt>
                <c:pt idx="3863">
                  <c:v>6.4348483300000003</c:v>
                </c:pt>
                <c:pt idx="3864">
                  <c:v>6.4351258299999996</c:v>
                </c:pt>
                <c:pt idx="3865">
                  <c:v>6.43736278</c:v>
                </c:pt>
                <c:pt idx="3866">
                  <c:v>6.4378816700000003</c:v>
                </c:pt>
                <c:pt idx="3867">
                  <c:v>6.4386577799999998</c:v>
                </c:pt>
                <c:pt idx="3868">
                  <c:v>6.4390680600000003</c:v>
                </c:pt>
                <c:pt idx="3869">
                  <c:v>6.4395691700000004</c:v>
                </c:pt>
                <c:pt idx="3870">
                  <c:v>6.4411044400000002</c:v>
                </c:pt>
                <c:pt idx="3871">
                  <c:v>6.4417936100000004</c:v>
                </c:pt>
                <c:pt idx="3872">
                  <c:v>6.4418183300000003</c:v>
                </c:pt>
                <c:pt idx="3873">
                  <c:v>6.4421969399999996</c:v>
                </c:pt>
                <c:pt idx="3874">
                  <c:v>6.4428225000000001</c:v>
                </c:pt>
                <c:pt idx="3875">
                  <c:v>6.4480536099999997</c:v>
                </c:pt>
                <c:pt idx="3876">
                  <c:v>6.44869</c:v>
                </c:pt>
                <c:pt idx="3877">
                  <c:v>6.4488316699999997</c:v>
                </c:pt>
                <c:pt idx="3878">
                  <c:v>6.45055333</c:v>
                </c:pt>
                <c:pt idx="3879">
                  <c:v>6.4513147200000001</c:v>
                </c:pt>
                <c:pt idx="3880">
                  <c:v>6.4516188899999998</c:v>
                </c:pt>
                <c:pt idx="3881">
                  <c:v>6.4520916699999997</c:v>
                </c:pt>
                <c:pt idx="3882">
                  <c:v>6.4524749999999997</c:v>
                </c:pt>
                <c:pt idx="3883">
                  <c:v>6.4537672199999996</c:v>
                </c:pt>
                <c:pt idx="3884">
                  <c:v>6.45470583</c:v>
                </c:pt>
                <c:pt idx="3885">
                  <c:v>6.4557458299999997</c:v>
                </c:pt>
                <c:pt idx="3886">
                  <c:v>6.4561030600000002</c:v>
                </c:pt>
                <c:pt idx="3887">
                  <c:v>6.4564780600000002</c:v>
                </c:pt>
                <c:pt idx="3888">
                  <c:v>6.4577133299999998</c:v>
                </c:pt>
                <c:pt idx="3889">
                  <c:v>6.4582522200000003</c:v>
                </c:pt>
                <c:pt idx="3890">
                  <c:v>6.4587316699999997</c:v>
                </c:pt>
                <c:pt idx="3891">
                  <c:v>6.4598186100000001</c:v>
                </c:pt>
                <c:pt idx="3892">
                  <c:v>6.4601661100000003</c:v>
                </c:pt>
                <c:pt idx="3893">
                  <c:v>6.4605072200000002</c:v>
                </c:pt>
                <c:pt idx="3894">
                  <c:v>6.4608974999999997</c:v>
                </c:pt>
                <c:pt idx="3895">
                  <c:v>6.4612636099999996</c:v>
                </c:pt>
                <c:pt idx="3896">
                  <c:v>6.46336917</c:v>
                </c:pt>
                <c:pt idx="3897">
                  <c:v>6.4635816699999999</c:v>
                </c:pt>
                <c:pt idx="3898">
                  <c:v>6.4641930600000004</c:v>
                </c:pt>
                <c:pt idx="3899">
                  <c:v>6.4646130599999996</c:v>
                </c:pt>
                <c:pt idx="3900">
                  <c:v>6.4656694400000001</c:v>
                </c:pt>
                <c:pt idx="3901">
                  <c:v>6.4667963899999998</c:v>
                </c:pt>
                <c:pt idx="3902">
                  <c:v>6.4671461099999998</c:v>
                </c:pt>
                <c:pt idx="3903">
                  <c:v>6.4671641700000002</c:v>
                </c:pt>
                <c:pt idx="3904">
                  <c:v>6.4676274999999999</c:v>
                </c:pt>
                <c:pt idx="3905">
                  <c:v>6.4679966699999998</c:v>
                </c:pt>
                <c:pt idx="3906">
                  <c:v>6.4695397200000002</c:v>
                </c:pt>
                <c:pt idx="3907">
                  <c:v>6.4714958300000003</c:v>
                </c:pt>
                <c:pt idx="3908">
                  <c:v>6.47251083</c:v>
                </c:pt>
                <c:pt idx="3909">
                  <c:v>6.47264806</c:v>
                </c:pt>
                <c:pt idx="3910">
                  <c:v>6.4734886100000004</c:v>
                </c:pt>
                <c:pt idx="3911">
                  <c:v>6.4737972199999998</c:v>
                </c:pt>
                <c:pt idx="3912">
                  <c:v>6.4740602799999998</c:v>
                </c:pt>
                <c:pt idx="3913">
                  <c:v>6.4745102799999996</c:v>
                </c:pt>
                <c:pt idx="3914">
                  <c:v>6.47549361</c:v>
                </c:pt>
                <c:pt idx="3915">
                  <c:v>6.4755688899999999</c:v>
                </c:pt>
                <c:pt idx="3916">
                  <c:v>6.4765863899999996</c:v>
                </c:pt>
                <c:pt idx="3917">
                  <c:v>6.4767233299999996</c:v>
                </c:pt>
                <c:pt idx="3918">
                  <c:v>6.4780572200000002</c:v>
                </c:pt>
                <c:pt idx="3919">
                  <c:v>6.4781738899999999</c:v>
                </c:pt>
                <c:pt idx="3920">
                  <c:v>6.47967944</c:v>
                </c:pt>
                <c:pt idx="3921">
                  <c:v>6.4799602800000002</c:v>
                </c:pt>
                <c:pt idx="3922">
                  <c:v>6.48148167</c:v>
                </c:pt>
                <c:pt idx="3923">
                  <c:v>6.4817911099999996</c:v>
                </c:pt>
                <c:pt idx="3924">
                  <c:v>6.4832905600000004</c:v>
                </c:pt>
                <c:pt idx="3925">
                  <c:v>6.48412889</c:v>
                </c:pt>
                <c:pt idx="3926">
                  <c:v>6.4871241700000004</c:v>
                </c:pt>
                <c:pt idx="3927">
                  <c:v>6.4878352799999996</c:v>
                </c:pt>
                <c:pt idx="3928">
                  <c:v>6.4907288899999998</c:v>
                </c:pt>
                <c:pt idx="3929">
                  <c:v>6.4951522199999996</c:v>
                </c:pt>
                <c:pt idx="3930">
                  <c:v>6.4989236100000003</c:v>
                </c:pt>
                <c:pt idx="3931">
                  <c:v>6.4995955600000004</c:v>
                </c:pt>
                <c:pt idx="3932">
                  <c:v>6.5018955600000004</c:v>
                </c:pt>
                <c:pt idx="3933">
                  <c:v>6.5034786100000002</c:v>
                </c:pt>
                <c:pt idx="3934">
                  <c:v>6.5040569399999999</c:v>
                </c:pt>
                <c:pt idx="3935">
                  <c:v>6.5070816699999998</c:v>
                </c:pt>
                <c:pt idx="3936">
                  <c:v>6.5093444399999996</c:v>
                </c:pt>
                <c:pt idx="3937">
                  <c:v>6.5138130600000004</c:v>
                </c:pt>
                <c:pt idx="3938">
                  <c:v>6.5146649999999999</c:v>
                </c:pt>
                <c:pt idx="3939">
                  <c:v>6.5167827799999998</c:v>
                </c:pt>
                <c:pt idx="3940">
                  <c:v>6.5173836100000004</c:v>
                </c:pt>
                <c:pt idx="3941">
                  <c:v>6.5194972199999999</c:v>
                </c:pt>
                <c:pt idx="3942">
                  <c:v>6.52413417</c:v>
                </c:pt>
                <c:pt idx="3943">
                  <c:v>6.5267747199999997</c:v>
                </c:pt>
                <c:pt idx="3944">
                  <c:v>6.5291227799999998</c:v>
                </c:pt>
                <c:pt idx="3945">
                  <c:v>6.5350147200000004</c:v>
                </c:pt>
                <c:pt idx="3946">
                  <c:v>6.5380138900000002</c:v>
                </c:pt>
                <c:pt idx="3947">
                  <c:v>6.5412902800000001</c:v>
                </c:pt>
                <c:pt idx="3948">
                  <c:v>6.54246778</c:v>
                </c:pt>
                <c:pt idx="3949">
                  <c:v>6.5454430600000002</c:v>
                </c:pt>
                <c:pt idx="3950">
                  <c:v>6.5474883300000002</c:v>
                </c:pt>
                <c:pt idx="3951">
                  <c:v>6.5499230600000002</c:v>
                </c:pt>
                <c:pt idx="3952">
                  <c:v>6.5504830600000004</c:v>
                </c:pt>
                <c:pt idx="3953">
                  <c:v>6.5534736100000002</c:v>
                </c:pt>
                <c:pt idx="3954">
                  <c:v>6.5543661100000001</c:v>
                </c:pt>
                <c:pt idx="3955">
                  <c:v>6.5573499999999996</c:v>
                </c:pt>
                <c:pt idx="3956">
                  <c:v>6.5578966699999999</c:v>
                </c:pt>
                <c:pt idx="3957">
                  <c:v>6.5608941700000001</c:v>
                </c:pt>
                <c:pt idx="3958">
                  <c:v>6.5617966699999997</c:v>
                </c:pt>
                <c:pt idx="3959">
                  <c:v>6.5638705599999998</c:v>
                </c:pt>
                <c:pt idx="3960">
                  <c:v>6.5662508300000004</c:v>
                </c:pt>
                <c:pt idx="3961">
                  <c:v>6.5668697199999997</c:v>
                </c:pt>
                <c:pt idx="3962">
                  <c:v>6.5684430599999999</c:v>
                </c:pt>
                <c:pt idx="3963">
                  <c:v>6.5707019400000002</c:v>
                </c:pt>
                <c:pt idx="3964">
                  <c:v>6.5713127800000004</c:v>
                </c:pt>
                <c:pt idx="3965">
                  <c:v>6.5725436100000003</c:v>
                </c:pt>
                <c:pt idx="3966">
                  <c:v>6.5743005600000002</c:v>
                </c:pt>
                <c:pt idx="3967">
                  <c:v>6.57502472</c:v>
                </c:pt>
                <c:pt idx="3968">
                  <c:v>6.5756169399999997</c:v>
                </c:pt>
                <c:pt idx="3969">
                  <c:v>6.5771952799999998</c:v>
                </c:pt>
                <c:pt idx="3970">
                  <c:v>6.5775733299999999</c:v>
                </c:pt>
                <c:pt idx="3971">
                  <c:v>6.5806922200000004</c:v>
                </c:pt>
                <c:pt idx="3972">
                  <c:v>6.5831072199999996</c:v>
                </c:pt>
                <c:pt idx="3973">
                  <c:v>6.5842152799999996</c:v>
                </c:pt>
                <c:pt idx="3974">
                  <c:v>6.5880263899999996</c:v>
                </c:pt>
                <c:pt idx="3975">
                  <c:v>6.5926077799999998</c:v>
                </c:pt>
                <c:pt idx="3976">
                  <c:v>6.5999613899999998</c:v>
                </c:pt>
                <c:pt idx="3977">
                  <c:v>6.6013052800000001</c:v>
                </c:pt>
                <c:pt idx="3978">
                  <c:v>6.6063505600000001</c:v>
                </c:pt>
                <c:pt idx="3979">
                  <c:v>6.6089152799999997</c:v>
                </c:pt>
                <c:pt idx="3980">
                  <c:v>6.61156889</c:v>
                </c:pt>
                <c:pt idx="3981">
                  <c:v>6.6173455600000004</c:v>
                </c:pt>
                <c:pt idx="3982">
                  <c:v>6.6207891700000001</c:v>
                </c:pt>
                <c:pt idx="3983">
                  <c:v>6.6252313899999997</c:v>
                </c:pt>
                <c:pt idx="3984">
                  <c:v>6.6282511099999999</c:v>
                </c:pt>
                <c:pt idx="3985">
                  <c:v>6.6312213900000003</c:v>
                </c:pt>
                <c:pt idx="3986">
                  <c:v>6.6356691699999999</c:v>
                </c:pt>
                <c:pt idx="3987">
                  <c:v>6.6386574999999999</c:v>
                </c:pt>
                <c:pt idx="3988">
                  <c:v>6.6431047200000002</c:v>
                </c:pt>
                <c:pt idx="3989">
                  <c:v>6.6475305599999999</c:v>
                </c:pt>
                <c:pt idx="3990">
                  <c:v>6.6505180599999996</c:v>
                </c:pt>
                <c:pt idx="3991">
                  <c:v>6.6549672199999996</c:v>
                </c:pt>
                <c:pt idx="3992">
                  <c:v>6.659395</c:v>
                </c:pt>
                <c:pt idx="3993">
                  <c:v>6.6697944400000004</c:v>
                </c:pt>
                <c:pt idx="3994">
                  <c:v>6.6742324999999996</c:v>
                </c:pt>
                <c:pt idx="3995">
                  <c:v>6.6772416699999999</c:v>
                </c:pt>
                <c:pt idx="3996">
                  <c:v>6.6816166700000004</c:v>
                </c:pt>
                <c:pt idx="3997">
                  <c:v>6.6845830599999996</c:v>
                </c:pt>
                <c:pt idx="3998">
                  <c:v>6.6875900000000001</c:v>
                </c:pt>
                <c:pt idx="3999">
                  <c:v>6.6920875000000004</c:v>
                </c:pt>
                <c:pt idx="4000">
                  <c:v>6.7024305599999998</c:v>
                </c:pt>
                <c:pt idx="4001">
                  <c:v>6.7069133299999999</c:v>
                </c:pt>
                <c:pt idx="4002">
                  <c:v>6.7099444400000001</c:v>
                </c:pt>
                <c:pt idx="4003">
                  <c:v>6.71582306</c:v>
                </c:pt>
                <c:pt idx="4004">
                  <c:v>6.7202561100000002</c:v>
                </c:pt>
                <c:pt idx="4005">
                  <c:v>6.7232700000000003</c:v>
                </c:pt>
                <c:pt idx="4006">
                  <c:v>6.7277347199999999</c:v>
                </c:pt>
                <c:pt idx="4007">
                  <c:v>6.73071222</c:v>
                </c:pt>
                <c:pt idx="4008">
                  <c:v>6.7351461099999996</c:v>
                </c:pt>
                <c:pt idx="4009">
                  <c:v>6.73967194</c:v>
                </c:pt>
                <c:pt idx="4010">
                  <c:v>6.7440302799999996</c:v>
                </c:pt>
                <c:pt idx="4011">
                  <c:v>6.7547136099999996</c:v>
                </c:pt>
                <c:pt idx="4012">
                  <c:v>6.7650563899999998</c:v>
                </c:pt>
                <c:pt idx="4013">
                  <c:v>6.7659149999999997</c:v>
                </c:pt>
                <c:pt idx="4014">
                  <c:v>6.7739291699999997</c:v>
                </c:pt>
                <c:pt idx="4015">
                  <c:v>6.7769758299999996</c:v>
                </c:pt>
                <c:pt idx="4016">
                  <c:v>6.7813894399999999</c:v>
                </c:pt>
                <c:pt idx="4017">
                  <c:v>6.7976127799999997</c:v>
                </c:pt>
                <c:pt idx="4018">
                  <c:v>6.8080422199999999</c:v>
                </c:pt>
                <c:pt idx="4019">
                  <c:v>6.8138905599999999</c:v>
                </c:pt>
                <c:pt idx="4020">
                  <c:v>6.8184141699999996</c:v>
                </c:pt>
                <c:pt idx="4021">
                  <c:v>6.8228433300000004</c:v>
                </c:pt>
                <c:pt idx="4022">
                  <c:v>6.8258049999999999</c:v>
                </c:pt>
                <c:pt idx="4023">
                  <c:v>6.83759111</c:v>
                </c:pt>
                <c:pt idx="4024">
                  <c:v>6.8420891700000004</c:v>
                </c:pt>
                <c:pt idx="4025">
                  <c:v>6.8465372200000001</c:v>
                </c:pt>
                <c:pt idx="4026">
                  <c:v>6.8510519399999996</c:v>
                </c:pt>
                <c:pt idx="4027">
                  <c:v>6.8554513899999998</c:v>
                </c:pt>
                <c:pt idx="4028">
                  <c:v>6.8598913899999996</c:v>
                </c:pt>
                <c:pt idx="4029">
                  <c:v>6.8629283299999999</c:v>
                </c:pt>
                <c:pt idx="4030">
                  <c:v>6.86883278</c:v>
                </c:pt>
                <c:pt idx="4031">
                  <c:v>6.8747741700000002</c:v>
                </c:pt>
                <c:pt idx="4032">
                  <c:v>6.8806183299999999</c:v>
                </c:pt>
                <c:pt idx="4033">
                  <c:v>6.8850730599999999</c:v>
                </c:pt>
                <c:pt idx="4034">
                  <c:v>6.8897897199999996</c:v>
                </c:pt>
                <c:pt idx="4035">
                  <c:v>6.8958433299999999</c:v>
                </c:pt>
                <c:pt idx="4036">
                  <c:v>6.9016858299999999</c:v>
                </c:pt>
                <c:pt idx="4037">
                  <c:v>6.9075913900000003</c:v>
                </c:pt>
                <c:pt idx="4038">
                  <c:v>6.9121169399999998</c:v>
                </c:pt>
                <c:pt idx="4039">
                  <c:v>6.9164769399999999</c:v>
                </c:pt>
                <c:pt idx="4040">
                  <c:v>6.9209250000000004</c:v>
                </c:pt>
                <c:pt idx="4041">
                  <c:v>6.9327547200000001</c:v>
                </c:pt>
                <c:pt idx="4042">
                  <c:v>6.9371480600000002</c:v>
                </c:pt>
                <c:pt idx="4043">
                  <c:v>6.94750611</c:v>
                </c:pt>
                <c:pt idx="4044">
                  <c:v>6.9534541699999997</c:v>
                </c:pt>
                <c:pt idx="4045">
                  <c:v>6.9683655599999996</c:v>
                </c:pt>
                <c:pt idx="4046">
                  <c:v>6.9725788900000003</c:v>
                </c:pt>
                <c:pt idx="4047">
                  <c:v>6.97992583</c:v>
                </c:pt>
                <c:pt idx="4048">
                  <c:v>6.9828958300000004</c:v>
                </c:pt>
                <c:pt idx="4049">
                  <c:v>6.98588056</c:v>
                </c:pt>
                <c:pt idx="4050">
                  <c:v>6.98742222</c:v>
                </c:pt>
                <c:pt idx="4051">
                  <c:v>6.9904063900000004</c:v>
                </c:pt>
                <c:pt idx="4052">
                  <c:v>6.9933961099999999</c:v>
                </c:pt>
                <c:pt idx="4053">
                  <c:v>6.9978372200000001</c:v>
                </c:pt>
                <c:pt idx="4054">
                  <c:v>7.0023302799999998</c:v>
                </c:pt>
                <c:pt idx="4055">
                  <c:v>7.0053047199999998</c:v>
                </c:pt>
                <c:pt idx="4056">
                  <c:v>7.0082958299999998</c:v>
                </c:pt>
                <c:pt idx="4057">
                  <c:v>7.0112672199999997</c:v>
                </c:pt>
                <c:pt idx="4058">
                  <c:v>7.0157013900000003</c:v>
                </c:pt>
                <c:pt idx="4059">
                  <c:v>7.0173097200000001</c:v>
                </c:pt>
                <c:pt idx="4060">
                  <c:v>7.0191133299999997</c:v>
                </c:pt>
                <c:pt idx="4061">
                  <c:v>7.0282375000000004</c:v>
                </c:pt>
                <c:pt idx="4062">
                  <c:v>7.0320397200000002</c:v>
                </c:pt>
                <c:pt idx="4063">
                  <c:v>7.0379161100000003</c:v>
                </c:pt>
                <c:pt idx="4064">
                  <c:v>7.0390863899999996</c:v>
                </c:pt>
                <c:pt idx="4065">
                  <c:v>7.0423655600000004</c:v>
                </c:pt>
                <c:pt idx="4066">
                  <c:v>7.0435977799999998</c:v>
                </c:pt>
                <c:pt idx="4067">
                  <c:v>7.0480472199999999</c:v>
                </c:pt>
                <c:pt idx="4068">
                  <c:v>7.0497216700000003</c:v>
                </c:pt>
                <c:pt idx="4069">
                  <c:v>7.0512913900000003</c:v>
                </c:pt>
                <c:pt idx="4070">
                  <c:v>7.05287167</c:v>
                </c:pt>
                <c:pt idx="4071">
                  <c:v>7.0544480600000004</c:v>
                </c:pt>
                <c:pt idx="4072">
                  <c:v>7.0574383300000001</c:v>
                </c:pt>
                <c:pt idx="4073">
                  <c:v>7.0604583300000003</c:v>
                </c:pt>
                <c:pt idx="4074">
                  <c:v>7.0648822200000003</c:v>
                </c:pt>
                <c:pt idx="4075">
                  <c:v>7.0693858299999999</c:v>
                </c:pt>
                <c:pt idx="4076">
                  <c:v>7.0752341699999999</c:v>
                </c:pt>
                <c:pt idx="4077">
                  <c:v>7.0796894400000001</c:v>
                </c:pt>
                <c:pt idx="4078">
                  <c:v>7.0856086100000004</c:v>
                </c:pt>
                <c:pt idx="4079">
                  <c:v>7.0915022199999997</c:v>
                </c:pt>
                <c:pt idx="4080">
                  <c:v>7.0973944400000004</c:v>
                </c:pt>
                <c:pt idx="4081">
                  <c:v>7.1018463900000004</c:v>
                </c:pt>
                <c:pt idx="4082">
                  <c:v>7.1077636100000001</c:v>
                </c:pt>
                <c:pt idx="4083">
                  <c:v>7.11363667</c:v>
                </c:pt>
                <c:pt idx="4084">
                  <c:v>7.1195975000000002</c:v>
                </c:pt>
                <c:pt idx="4085">
                  <c:v>7.1240494400000003</c:v>
                </c:pt>
                <c:pt idx="4086">
                  <c:v>7.1273347200000003</c:v>
                </c:pt>
                <c:pt idx="4087">
                  <c:v>7.1354080599999996</c:v>
                </c:pt>
                <c:pt idx="4088">
                  <c:v>7.1379822199999996</c:v>
                </c:pt>
                <c:pt idx="4089">
                  <c:v>7.1415919399999996</c:v>
                </c:pt>
                <c:pt idx="4090">
                  <c:v>7.1435683299999999</c:v>
                </c:pt>
                <c:pt idx="4091">
                  <c:v>7.1460669399999999</c:v>
                </c:pt>
                <c:pt idx="4092">
                  <c:v>7.1476300000000004</c:v>
                </c:pt>
                <c:pt idx="4093">
                  <c:v>7.1520366700000002</c:v>
                </c:pt>
                <c:pt idx="4094">
                  <c:v>7.1565713899999999</c:v>
                </c:pt>
                <c:pt idx="4095">
                  <c:v>7.1609274999999997</c:v>
                </c:pt>
                <c:pt idx="4096">
                  <c:v>7.1671158300000002</c:v>
                </c:pt>
                <c:pt idx="4097">
                  <c:v>7.1775305600000001</c:v>
                </c:pt>
                <c:pt idx="4098">
                  <c:v>7.18186444</c:v>
                </c:pt>
                <c:pt idx="4099">
                  <c:v>7.1863008300000004</c:v>
                </c:pt>
                <c:pt idx="4100">
                  <c:v>7.1996897200000003</c:v>
                </c:pt>
                <c:pt idx="4101">
                  <c:v>7.2040855600000002</c:v>
                </c:pt>
                <c:pt idx="4102">
                  <c:v>7.2085327799999996</c:v>
                </c:pt>
                <c:pt idx="4103">
                  <c:v>7.2129977800000002</c:v>
                </c:pt>
                <c:pt idx="4104">
                  <c:v>7.2322463900000002</c:v>
                </c:pt>
                <c:pt idx="4105">
                  <c:v>7.2366952800000002</c:v>
                </c:pt>
                <c:pt idx="4106">
                  <c:v>7.2425913900000003</c:v>
                </c:pt>
                <c:pt idx="4107">
                  <c:v>7.2485447199999999</c:v>
                </c:pt>
                <c:pt idx="4108">
                  <c:v>7.2529430599999998</c:v>
                </c:pt>
                <c:pt idx="4109">
                  <c:v>7.2588488900000003</c:v>
                </c:pt>
                <c:pt idx="4110">
                  <c:v>7.2633591700000002</c:v>
                </c:pt>
                <c:pt idx="4111">
                  <c:v>7.2839352799999997</c:v>
                </c:pt>
                <c:pt idx="4112">
                  <c:v>7.28695556</c:v>
                </c:pt>
                <c:pt idx="4113">
                  <c:v>7.2899391700000002</c:v>
                </c:pt>
                <c:pt idx="4114">
                  <c:v>7.2943583299999997</c:v>
                </c:pt>
                <c:pt idx="4115">
                  <c:v>7.2987988899999996</c:v>
                </c:pt>
                <c:pt idx="4116">
                  <c:v>7.3020563899999997</c:v>
                </c:pt>
                <c:pt idx="4117">
                  <c:v>7.30506528</c:v>
                </c:pt>
                <c:pt idx="4118">
                  <c:v>7.3095822200000002</c:v>
                </c:pt>
                <c:pt idx="4119">
                  <c:v>7.3360994399999999</c:v>
                </c:pt>
                <c:pt idx="4120">
                  <c:v>7.3479727800000001</c:v>
                </c:pt>
                <c:pt idx="4121">
                  <c:v>7.3538783299999997</c:v>
                </c:pt>
                <c:pt idx="4122">
                  <c:v>7.3597691699999999</c:v>
                </c:pt>
                <c:pt idx="4123">
                  <c:v>7.3657025000000003</c:v>
                </c:pt>
                <c:pt idx="4124">
                  <c:v>7.3716405600000003</c:v>
                </c:pt>
                <c:pt idx="4125">
                  <c:v>7.3922819400000002</c:v>
                </c:pt>
                <c:pt idx="4126">
                  <c:v>7.3967813900000001</c:v>
                </c:pt>
                <c:pt idx="4127">
                  <c:v>7.4100294399999997</c:v>
                </c:pt>
                <c:pt idx="4128">
                  <c:v>7.4144891700000004</c:v>
                </c:pt>
                <c:pt idx="4129">
                  <c:v>7.4277711100000001</c:v>
                </c:pt>
                <c:pt idx="4130">
                  <c:v>7.4337041700000004</c:v>
                </c:pt>
                <c:pt idx="4131">
                  <c:v>7.4399305599999996</c:v>
                </c:pt>
                <c:pt idx="4132">
                  <c:v>7.4457286099999997</c:v>
                </c:pt>
                <c:pt idx="4133">
                  <c:v>7.4516422200000001</c:v>
                </c:pt>
                <c:pt idx="4134">
                  <c:v>7.4634844400000002</c:v>
                </c:pt>
                <c:pt idx="4135">
                  <c:v>7.4679058300000003</c:v>
                </c:pt>
                <c:pt idx="4136">
                  <c:v>7.4724258299999997</c:v>
                </c:pt>
                <c:pt idx="4137">
                  <c:v>7.4930472200000002</c:v>
                </c:pt>
                <c:pt idx="4138">
                  <c:v>7.49894528</c:v>
                </c:pt>
                <c:pt idx="4139">
                  <c:v>7.5034286100000003</c:v>
                </c:pt>
                <c:pt idx="4140">
                  <c:v>7.5151938899999999</c:v>
                </c:pt>
                <c:pt idx="4141">
                  <c:v>7.5313302799999997</c:v>
                </c:pt>
                <c:pt idx="4142">
                  <c:v>7.5343136099999999</c:v>
                </c:pt>
                <c:pt idx="4143">
                  <c:v>7.5387927799999996</c:v>
                </c:pt>
                <c:pt idx="4144">
                  <c:v>7.5550375000000001</c:v>
                </c:pt>
                <c:pt idx="4145">
                  <c:v>7.5744188899999996</c:v>
                </c:pt>
                <c:pt idx="4146">
                  <c:v>7.5964722199999999</c:v>
                </c:pt>
                <c:pt idx="4147">
                  <c:v>7.6024044399999999</c:v>
                </c:pt>
                <c:pt idx="4148">
                  <c:v>7.6097572199999997</c:v>
                </c:pt>
                <c:pt idx="4149">
                  <c:v>7.6157288899999998</c:v>
                </c:pt>
                <c:pt idx="4150">
                  <c:v>7.6201716700000004</c:v>
                </c:pt>
                <c:pt idx="4151">
                  <c:v>7.6246344400000003</c:v>
                </c:pt>
                <c:pt idx="4152">
                  <c:v>7.6305336099999996</c:v>
                </c:pt>
                <c:pt idx="4153">
                  <c:v>7.63503167</c:v>
                </c:pt>
                <c:pt idx="4154">
                  <c:v>7.6375397200000004</c:v>
                </c:pt>
                <c:pt idx="4155">
                  <c:v>7.6383933300000004</c:v>
                </c:pt>
                <c:pt idx="4156">
                  <c:v>7.6394641700000001</c:v>
                </c:pt>
                <c:pt idx="4157">
                  <c:v>7.6411249999999997</c:v>
                </c:pt>
                <c:pt idx="4158">
                  <c:v>7.6411499999999997</c:v>
                </c:pt>
                <c:pt idx="4159">
                  <c:v>7.64380389</c:v>
                </c:pt>
                <c:pt idx="4160">
                  <c:v>7.6439227799999996</c:v>
                </c:pt>
                <c:pt idx="4161">
                  <c:v>7.6462441700000001</c:v>
                </c:pt>
                <c:pt idx="4162">
                  <c:v>7.6467725</c:v>
                </c:pt>
                <c:pt idx="4163">
                  <c:v>7.6540088900000001</c:v>
                </c:pt>
                <c:pt idx="4164">
                  <c:v>7.65590306</c:v>
                </c:pt>
                <c:pt idx="4165">
                  <c:v>7.6602938900000002</c:v>
                </c:pt>
                <c:pt idx="4166">
                  <c:v>7.6603361100000003</c:v>
                </c:pt>
                <c:pt idx="4167">
                  <c:v>7.6603383300000001</c:v>
                </c:pt>
                <c:pt idx="4168">
                  <c:v>7.6603399999999997</c:v>
                </c:pt>
                <c:pt idx="4169">
                  <c:v>7.6603508299999996</c:v>
                </c:pt>
                <c:pt idx="4170">
                  <c:v>7.6637391700000004</c:v>
                </c:pt>
                <c:pt idx="4171">
                  <c:v>7.6639127800000004</c:v>
                </c:pt>
                <c:pt idx="4172">
                  <c:v>7.6644983299999998</c:v>
                </c:pt>
                <c:pt idx="4173">
                  <c:v>7.6646375000000004</c:v>
                </c:pt>
                <c:pt idx="4174">
                  <c:v>7.6647108299999998</c:v>
                </c:pt>
                <c:pt idx="4175">
                  <c:v>7.6680802799999999</c:v>
                </c:pt>
                <c:pt idx="4176">
                  <c:v>7.6686375</c:v>
                </c:pt>
                <c:pt idx="4177">
                  <c:v>7.6700377800000004</c:v>
                </c:pt>
                <c:pt idx="4178">
                  <c:v>7.6705058299999997</c:v>
                </c:pt>
                <c:pt idx="4179">
                  <c:v>7.6725944400000001</c:v>
                </c:pt>
                <c:pt idx="4180">
                  <c:v>7.6732436100000001</c:v>
                </c:pt>
                <c:pt idx="4181">
                  <c:v>7.6734044399999997</c:v>
                </c:pt>
                <c:pt idx="4182">
                  <c:v>7.6739508299999999</c:v>
                </c:pt>
                <c:pt idx="4183">
                  <c:v>7.6751144399999998</c:v>
                </c:pt>
                <c:pt idx="4184">
                  <c:v>7.6762838899999997</c:v>
                </c:pt>
                <c:pt idx="4185">
                  <c:v>7.6770536099999998</c:v>
                </c:pt>
                <c:pt idx="4186">
                  <c:v>7.6778063899999998</c:v>
                </c:pt>
                <c:pt idx="4187">
                  <c:v>7.6798316700000004</c:v>
                </c:pt>
                <c:pt idx="4188">
                  <c:v>7.6806725</c:v>
                </c:pt>
                <c:pt idx="4189">
                  <c:v>7.6834377800000002</c:v>
                </c:pt>
                <c:pt idx="4190">
                  <c:v>7.6835902799999998</c:v>
                </c:pt>
                <c:pt idx="4191">
                  <c:v>7.6836794399999997</c:v>
                </c:pt>
                <c:pt idx="4192">
                  <c:v>7.6847516699999998</c:v>
                </c:pt>
                <c:pt idx="4193">
                  <c:v>7.6857908300000002</c:v>
                </c:pt>
                <c:pt idx="4194">
                  <c:v>7.68657667</c:v>
                </c:pt>
                <c:pt idx="4195">
                  <c:v>7.6874172200000004</c:v>
                </c:pt>
                <c:pt idx="4196">
                  <c:v>7.68811833</c:v>
                </c:pt>
                <c:pt idx="4197">
                  <c:v>7.6888455599999999</c:v>
                </c:pt>
                <c:pt idx="4198">
                  <c:v>7.6895816699999999</c:v>
                </c:pt>
                <c:pt idx="4199">
                  <c:v>7.6902727799999999</c:v>
                </c:pt>
                <c:pt idx="4200">
                  <c:v>7.6903155600000002</c:v>
                </c:pt>
                <c:pt idx="4201">
                  <c:v>7.6904966699999999</c:v>
                </c:pt>
                <c:pt idx="4202">
                  <c:v>7.6928469399999999</c:v>
                </c:pt>
                <c:pt idx="4203">
                  <c:v>7.6935038899999997</c:v>
                </c:pt>
                <c:pt idx="4204">
                  <c:v>7.6939922200000002</c:v>
                </c:pt>
                <c:pt idx="4205">
                  <c:v>7.6940147200000002</c:v>
                </c:pt>
                <c:pt idx="4206">
                  <c:v>7.6958005600000003</c:v>
                </c:pt>
                <c:pt idx="4207">
                  <c:v>7.6965019400000001</c:v>
                </c:pt>
                <c:pt idx="4208">
                  <c:v>7.6965055600000003</c:v>
                </c:pt>
                <c:pt idx="4209">
                  <c:v>7.6978205600000003</c:v>
                </c:pt>
                <c:pt idx="4210">
                  <c:v>7.6983722200000004</c:v>
                </c:pt>
                <c:pt idx="4211">
                  <c:v>7.6995830600000001</c:v>
                </c:pt>
                <c:pt idx="4212">
                  <c:v>7.7002141699999997</c:v>
                </c:pt>
                <c:pt idx="4213">
                  <c:v>7.7022441700000002</c:v>
                </c:pt>
                <c:pt idx="4214">
                  <c:v>7.7023705600000003</c:v>
                </c:pt>
                <c:pt idx="4215">
                  <c:v>7.7038047199999999</c:v>
                </c:pt>
                <c:pt idx="4216">
                  <c:v>7.7042294399999998</c:v>
                </c:pt>
                <c:pt idx="4217">
                  <c:v>7.7051358299999997</c:v>
                </c:pt>
                <c:pt idx="4218">
                  <c:v>7.7055522200000004</c:v>
                </c:pt>
                <c:pt idx="4219">
                  <c:v>7.7061172200000003</c:v>
                </c:pt>
                <c:pt idx="4220">
                  <c:v>7.7065791700000004</c:v>
                </c:pt>
                <c:pt idx="4221">
                  <c:v>7.7068080600000002</c:v>
                </c:pt>
                <c:pt idx="4222">
                  <c:v>7.7072977800000002</c:v>
                </c:pt>
                <c:pt idx="4223">
                  <c:v>7.7080486099999996</c:v>
                </c:pt>
                <c:pt idx="4224">
                  <c:v>7.7088688899999998</c:v>
                </c:pt>
                <c:pt idx="4225">
                  <c:v>7.7093633300000004</c:v>
                </c:pt>
                <c:pt idx="4226">
                  <c:v>7.7094455599999998</c:v>
                </c:pt>
                <c:pt idx="4227">
                  <c:v>7.7109305600000004</c:v>
                </c:pt>
                <c:pt idx="4228">
                  <c:v>7.71107472</c:v>
                </c:pt>
                <c:pt idx="4229">
                  <c:v>7.7128325000000002</c:v>
                </c:pt>
                <c:pt idx="4230">
                  <c:v>7.7138602799999996</c:v>
                </c:pt>
                <c:pt idx="4231">
                  <c:v>7.7141427800000004</c:v>
                </c:pt>
                <c:pt idx="4232">
                  <c:v>7.7149400000000004</c:v>
                </c:pt>
                <c:pt idx="4233">
                  <c:v>7.71760556</c:v>
                </c:pt>
                <c:pt idx="4234">
                  <c:v>7.7181858300000004</c:v>
                </c:pt>
                <c:pt idx="4235">
                  <c:v>7.7182386100000002</c:v>
                </c:pt>
                <c:pt idx="4236">
                  <c:v>7.7185836099999996</c:v>
                </c:pt>
                <c:pt idx="4237">
                  <c:v>7.7198597199999996</c:v>
                </c:pt>
                <c:pt idx="4238">
                  <c:v>7.7205824999999999</c:v>
                </c:pt>
                <c:pt idx="4239">
                  <c:v>7.7206716699999998</c:v>
                </c:pt>
                <c:pt idx="4240">
                  <c:v>7.7215800000000003</c:v>
                </c:pt>
                <c:pt idx="4241">
                  <c:v>7.7220694400000003</c:v>
                </c:pt>
                <c:pt idx="4242">
                  <c:v>7.7224700000000004</c:v>
                </c:pt>
                <c:pt idx="4243">
                  <c:v>7.7228086100000004</c:v>
                </c:pt>
                <c:pt idx="4244">
                  <c:v>7.7241769400000004</c:v>
                </c:pt>
                <c:pt idx="4245">
                  <c:v>7.7254330600000003</c:v>
                </c:pt>
                <c:pt idx="4246">
                  <c:v>7.7260327799999997</c:v>
                </c:pt>
                <c:pt idx="4247">
                  <c:v>7.7270649999999996</c:v>
                </c:pt>
                <c:pt idx="4248">
                  <c:v>7.7362725000000001</c:v>
                </c:pt>
                <c:pt idx="4249">
                  <c:v>7.7363544400000004</c:v>
                </c:pt>
                <c:pt idx="4250">
                  <c:v>7.7363708300000003</c:v>
                </c:pt>
                <c:pt idx="4251">
                  <c:v>7.7365683299999999</c:v>
                </c:pt>
                <c:pt idx="4252">
                  <c:v>7.7370400000000004</c:v>
                </c:pt>
                <c:pt idx="4253">
                  <c:v>7.7386916699999997</c:v>
                </c:pt>
                <c:pt idx="4254">
                  <c:v>7.7391111099999996</c:v>
                </c:pt>
                <c:pt idx="4255">
                  <c:v>7.7394363899999998</c:v>
                </c:pt>
                <c:pt idx="4256">
                  <c:v>7.73996028</c:v>
                </c:pt>
                <c:pt idx="4257">
                  <c:v>7.7416591700000001</c:v>
                </c:pt>
                <c:pt idx="4258">
                  <c:v>7.7421388899999997</c:v>
                </c:pt>
                <c:pt idx="4259">
                  <c:v>7.7429477799999997</c:v>
                </c:pt>
                <c:pt idx="4260">
                  <c:v>7.7438752800000001</c:v>
                </c:pt>
                <c:pt idx="4261">
                  <c:v>7.7442144400000004</c:v>
                </c:pt>
                <c:pt idx="4262">
                  <c:v>7.7444569400000001</c:v>
                </c:pt>
                <c:pt idx="4263">
                  <c:v>7.7444608300000004</c:v>
                </c:pt>
                <c:pt idx="4264">
                  <c:v>7.74532417</c:v>
                </c:pt>
                <c:pt idx="4265">
                  <c:v>7.7460891700000003</c:v>
                </c:pt>
                <c:pt idx="4266">
                  <c:v>7.7466616699999999</c:v>
                </c:pt>
                <c:pt idx="4267">
                  <c:v>7.7595802799999998</c:v>
                </c:pt>
                <c:pt idx="4268">
                  <c:v>7.7599452800000002</c:v>
                </c:pt>
                <c:pt idx="4269">
                  <c:v>7.7601691700000002</c:v>
                </c:pt>
                <c:pt idx="4270">
                  <c:v>7.7604211100000002</c:v>
                </c:pt>
                <c:pt idx="4271">
                  <c:v>7.7604597200000001</c:v>
                </c:pt>
                <c:pt idx="4272">
                  <c:v>7.7616036099999999</c:v>
                </c:pt>
                <c:pt idx="4273">
                  <c:v>7.7619191699999996</c:v>
                </c:pt>
                <c:pt idx="4274">
                  <c:v>7.7623947199999996</c:v>
                </c:pt>
                <c:pt idx="4275">
                  <c:v>7.7626833299999998</c:v>
                </c:pt>
                <c:pt idx="4276">
                  <c:v>7.7631866699999996</c:v>
                </c:pt>
                <c:pt idx="4277">
                  <c:v>7.7641294399999996</c:v>
                </c:pt>
                <c:pt idx="4278">
                  <c:v>7.7649430600000002</c:v>
                </c:pt>
                <c:pt idx="4279">
                  <c:v>7.7650480599999998</c:v>
                </c:pt>
                <c:pt idx="4280">
                  <c:v>7.7660116700000001</c:v>
                </c:pt>
                <c:pt idx="4281">
                  <c:v>7.7660383299999998</c:v>
                </c:pt>
                <c:pt idx="4282">
                  <c:v>7.7667077799999999</c:v>
                </c:pt>
                <c:pt idx="4283">
                  <c:v>7.7673013900000001</c:v>
                </c:pt>
                <c:pt idx="4284">
                  <c:v>7.7674505600000003</c:v>
                </c:pt>
                <c:pt idx="4285">
                  <c:v>7.7680852800000002</c:v>
                </c:pt>
                <c:pt idx="4286">
                  <c:v>7.7690502800000001</c:v>
                </c:pt>
                <c:pt idx="4287">
                  <c:v>7.7701997199999999</c:v>
                </c:pt>
                <c:pt idx="4288">
                  <c:v>7.7714038900000002</c:v>
                </c:pt>
                <c:pt idx="4289">
                  <c:v>7.7721605599999997</c:v>
                </c:pt>
                <c:pt idx="4290">
                  <c:v>7.7730519400000002</c:v>
                </c:pt>
                <c:pt idx="4291">
                  <c:v>7.7743619400000004</c:v>
                </c:pt>
                <c:pt idx="4292">
                  <c:v>7.7769686099999999</c:v>
                </c:pt>
                <c:pt idx="4293">
                  <c:v>7.7782547199999996</c:v>
                </c:pt>
                <c:pt idx="4294">
                  <c:v>7.7786350000000004</c:v>
                </c:pt>
                <c:pt idx="4295">
                  <c:v>7.77878472</c:v>
                </c:pt>
                <c:pt idx="4296">
                  <c:v>7.77881</c:v>
                </c:pt>
                <c:pt idx="4297">
                  <c:v>7.7807230599999997</c:v>
                </c:pt>
                <c:pt idx="4298">
                  <c:v>7.78121361</c:v>
                </c:pt>
                <c:pt idx="4299">
                  <c:v>7.7829141699999997</c:v>
                </c:pt>
                <c:pt idx="4300">
                  <c:v>7.7834163900000002</c:v>
                </c:pt>
                <c:pt idx="4301">
                  <c:v>7.7848802800000003</c:v>
                </c:pt>
                <c:pt idx="4302">
                  <c:v>7.7858183299999997</c:v>
                </c:pt>
                <c:pt idx="4303">
                  <c:v>7.7859063900000001</c:v>
                </c:pt>
                <c:pt idx="4304">
                  <c:v>7.7865277800000001</c:v>
                </c:pt>
                <c:pt idx="4305">
                  <c:v>7.7869405599999997</c:v>
                </c:pt>
                <c:pt idx="4306">
                  <c:v>7.78771389</c:v>
                </c:pt>
                <c:pt idx="4307">
                  <c:v>7.7879363899999996</c:v>
                </c:pt>
                <c:pt idx="4308">
                  <c:v>7.7889244399999997</c:v>
                </c:pt>
                <c:pt idx="4309">
                  <c:v>7.7895477800000004</c:v>
                </c:pt>
                <c:pt idx="4310">
                  <c:v>7.78966694</c:v>
                </c:pt>
                <c:pt idx="4311">
                  <c:v>7.7907458299999996</c:v>
                </c:pt>
                <c:pt idx="4312">
                  <c:v>7.7911141700000002</c:v>
                </c:pt>
                <c:pt idx="4313">
                  <c:v>7.7930147200000004</c:v>
                </c:pt>
                <c:pt idx="4314">
                  <c:v>7.7939680600000001</c:v>
                </c:pt>
                <c:pt idx="4315">
                  <c:v>7.8014175000000003</c:v>
                </c:pt>
                <c:pt idx="4316">
                  <c:v>7.8017316699999997</c:v>
                </c:pt>
                <c:pt idx="4317">
                  <c:v>7.8017358300000001</c:v>
                </c:pt>
                <c:pt idx="4318">
                  <c:v>7.80233139</c:v>
                </c:pt>
                <c:pt idx="4319">
                  <c:v>7.8032191700000002</c:v>
                </c:pt>
                <c:pt idx="4320">
                  <c:v>7.8040525000000001</c:v>
                </c:pt>
                <c:pt idx="4321">
                  <c:v>7.8042688900000003</c:v>
                </c:pt>
                <c:pt idx="4322">
                  <c:v>7.8059888900000001</c:v>
                </c:pt>
                <c:pt idx="4323">
                  <c:v>7.8067086100000003</c:v>
                </c:pt>
                <c:pt idx="4324">
                  <c:v>7.8071427800000004</c:v>
                </c:pt>
                <c:pt idx="4325">
                  <c:v>7.8081694400000003</c:v>
                </c:pt>
                <c:pt idx="4326">
                  <c:v>7.8089777800000002</c:v>
                </c:pt>
                <c:pt idx="4327">
                  <c:v>7.8094377799999997</c:v>
                </c:pt>
                <c:pt idx="4328">
                  <c:v>7.8103333299999997</c:v>
                </c:pt>
                <c:pt idx="4329">
                  <c:v>7.8105288899999996</c:v>
                </c:pt>
                <c:pt idx="4330">
                  <c:v>7.8113172200000003</c:v>
                </c:pt>
                <c:pt idx="4331">
                  <c:v>7.81298972</c:v>
                </c:pt>
                <c:pt idx="4332">
                  <c:v>7.8136638899999999</c:v>
                </c:pt>
                <c:pt idx="4333">
                  <c:v>7.81440833</c:v>
                </c:pt>
                <c:pt idx="4334">
                  <c:v>7.8149583299999996</c:v>
                </c:pt>
                <c:pt idx="4335">
                  <c:v>7.8155844400000003</c:v>
                </c:pt>
                <c:pt idx="4336">
                  <c:v>7.8170058300000003</c:v>
                </c:pt>
                <c:pt idx="4337">
                  <c:v>7.8173227799999996</c:v>
                </c:pt>
                <c:pt idx="4338">
                  <c:v>7.8183194399999998</c:v>
                </c:pt>
                <c:pt idx="4339">
                  <c:v>7.8188083300000004</c:v>
                </c:pt>
                <c:pt idx="4340">
                  <c:v>7.82004944</c:v>
                </c:pt>
                <c:pt idx="4341">
                  <c:v>7.82070167</c:v>
                </c:pt>
                <c:pt idx="4342">
                  <c:v>7.8208402799999996</c:v>
                </c:pt>
                <c:pt idx="4343">
                  <c:v>7.8216761100000003</c:v>
                </c:pt>
                <c:pt idx="4344">
                  <c:v>7.8222922199999996</c:v>
                </c:pt>
                <c:pt idx="4345">
                  <c:v>7.8232291700000003</c:v>
                </c:pt>
                <c:pt idx="4346">
                  <c:v>7.8255455600000001</c:v>
                </c:pt>
                <c:pt idx="4347">
                  <c:v>7.8275136099999996</c:v>
                </c:pt>
                <c:pt idx="4348">
                  <c:v>7.8281080599999999</c:v>
                </c:pt>
                <c:pt idx="4349">
                  <c:v>7.8283597199999999</c:v>
                </c:pt>
                <c:pt idx="4350">
                  <c:v>7.8291161100000002</c:v>
                </c:pt>
                <c:pt idx="4351">
                  <c:v>7.8292152799999997</c:v>
                </c:pt>
                <c:pt idx="4352">
                  <c:v>7.82983444</c:v>
                </c:pt>
                <c:pt idx="4353">
                  <c:v>7.8315524999999999</c:v>
                </c:pt>
                <c:pt idx="4354">
                  <c:v>7.83219361</c:v>
                </c:pt>
                <c:pt idx="4355">
                  <c:v>7.8352000000000004</c:v>
                </c:pt>
                <c:pt idx="4356">
                  <c:v>7.8361180600000004</c:v>
                </c:pt>
                <c:pt idx="4357">
                  <c:v>7.83628722</c:v>
                </c:pt>
                <c:pt idx="4358">
                  <c:v>7.8366552799999996</c:v>
                </c:pt>
                <c:pt idx="4359">
                  <c:v>7.8377044400000004</c:v>
                </c:pt>
                <c:pt idx="4360">
                  <c:v>7.8395252800000002</c:v>
                </c:pt>
                <c:pt idx="4361">
                  <c:v>7.8397194399999997</c:v>
                </c:pt>
                <c:pt idx="4362">
                  <c:v>7.8411641699999999</c:v>
                </c:pt>
                <c:pt idx="4363">
                  <c:v>7.84181361</c:v>
                </c:pt>
                <c:pt idx="4364">
                  <c:v>7.8429686099999998</c:v>
                </c:pt>
                <c:pt idx="4365">
                  <c:v>7.8430969399999997</c:v>
                </c:pt>
                <c:pt idx="4366">
                  <c:v>7.8439305600000004</c:v>
                </c:pt>
                <c:pt idx="4367">
                  <c:v>7.8465063900000001</c:v>
                </c:pt>
                <c:pt idx="4368">
                  <c:v>7.8489883300000001</c:v>
                </c:pt>
                <c:pt idx="4369">
                  <c:v>7.8500241700000002</c:v>
                </c:pt>
                <c:pt idx="4370">
                  <c:v>7.8508952799999996</c:v>
                </c:pt>
                <c:pt idx="4371">
                  <c:v>7.85207444</c:v>
                </c:pt>
                <c:pt idx="4372">
                  <c:v>7.8521719399999999</c:v>
                </c:pt>
                <c:pt idx="4373">
                  <c:v>7.8522883300000004</c:v>
                </c:pt>
                <c:pt idx="4374">
                  <c:v>7.8524336100000003</c:v>
                </c:pt>
                <c:pt idx="4375">
                  <c:v>7.8525186099999997</c:v>
                </c:pt>
                <c:pt idx="4376">
                  <c:v>7.8542194399999996</c:v>
                </c:pt>
                <c:pt idx="4377">
                  <c:v>7.8548966699999996</c:v>
                </c:pt>
                <c:pt idx="4378">
                  <c:v>7.8557394399999998</c:v>
                </c:pt>
                <c:pt idx="4379">
                  <c:v>7.8569580600000002</c:v>
                </c:pt>
                <c:pt idx="4380">
                  <c:v>7.8580697199999996</c:v>
                </c:pt>
                <c:pt idx="4381">
                  <c:v>7.8586941699999997</c:v>
                </c:pt>
                <c:pt idx="4382">
                  <c:v>7.8598094400000003</c:v>
                </c:pt>
                <c:pt idx="4383">
                  <c:v>7.8599413900000004</c:v>
                </c:pt>
                <c:pt idx="4384">
                  <c:v>7.8620458299999996</c:v>
                </c:pt>
                <c:pt idx="4385">
                  <c:v>7.8621669399999998</c:v>
                </c:pt>
                <c:pt idx="4386">
                  <c:v>7.8627225000000003</c:v>
                </c:pt>
                <c:pt idx="4387">
                  <c:v>7.8646313900000004</c:v>
                </c:pt>
                <c:pt idx="4388">
                  <c:v>7.8670872200000002</c:v>
                </c:pt>
                <c:pt idx="4389">
                  <c:v>7.8672947200000003</c:v>
                </c:pt>
                <c:pt idx="4390">
                  <c:v>7.86877944</c:v>
                </c:pt>
                <c:pt idx="4391">
                  <c:v>7.8702177799999999</c:v>
                </c:pt>
                <c:pt idx="4392">
                  <c:v>7.8720722199999997</c:v>
                </c:pt>
                <c:pt idx="4393">
                  <c:v>7.8722294399999999</c:v>
                </c:pt>
                <c:pt idx="4394">
                  <c:v>7.8742016699999997</c:v>
                </c:pt>
                <c:pt idx="4395">
                  <c:v>7.8745288899999997</c:v>
                </c:pt>
                <c:pt idx="4396">
                  <c:v>7.8745611100000001</c:v>
                </c:pt>
                <c:pt idx="4397">
                  <c:v>7.8761330599999999</c:v>
                </c:pt>
                <c:pt idx="4398">
                  <c:v>7.8775566699999997</c:v>
                </c:pt>
                <c:pt idx="4399">
                  <c:v>7.8776797199999997</c:v>
                </c:pt>
                <c:pt idx="4400">
                  <c:v>7.8777769400000004</c:v>
                </c:pt>
                <c:pt idx="4401">
                  <c:v>7.8795225000000002</c:v>
                </c:pt>
                <c:pt idx="4402">
                  <c:v>7.88115056</c:v>
                </c:pt>
                <c:pt idx="4403">
                  <c:v>7.8813444400000003</c:v>
                </c:pt>
                <c:pt idx="4404">
                  <c:v>7.8836719400000002</c:v>
                </c:pt>
                <c:pt idx="4405">
                  <c:v>7.8842908300000003</c:v>
                </c:pt>
                <c:pt idx="4406">
                  <c:v>7.8845141700000001</c:v>
                </c:pt>
                <c:pt idx="4407">
                  <c:v>7.8870563899999997</c:v>
                </c:pt>
                <c:pt idx="4408">
                  <c:v>7.8881505599999997</c:v>
                </c:pt>
                <c:pt idx="4409">
                  <c:v>7.8890141700000003</c:v>
                </c:pt>
                <c:pt idx="4410">
                  <c:v>7.88922028</c:v>
                </c:pt>
                <c:pt idx="4411">
                  <c:v>7.88975472</c:v>
                </c:pt>
                <c:pt idx="4412">
                  <c:v>7.8908563899999997</c:v>
                </c:pt>
                <c:pt idx="4413">
                  <c:v>7.89191194</c:v>
                </c:pt>
                <c:pt idx="4414">
                  <c:v>7.8943583300000002</c:v>
                </c:pt>
                <c:pt idx="4415">
                  <c:v>7.8945699999999999</c:v>
                </c:pt>
                <c:pt idx="4416">
                  <c:v>7.8971711100000004</c:v>
                </c:pt>
                <c:pt idx="4417">
                  <c:v>7.8976730599999998</c:v>
                </c:pt>
                <c:pt idx="4418">
                  <c:v>7.8992530600000004</c:v>
                </c:pt>
                <c:pt idx="4419">
                  <c:v>7.9021383299999997</c:v>
                </c:pt>
                <c:pt idx="4420">
                  <c:v>7.9028258300000003</c:v>
                </c:pt>
                <c:pt idx="4421">
                  <c:v>7.9035213899999999</c:v>
                </c:pt>
                <c:pt idx="4422">
                  <c:v>7.9037661100000003</c:v>
                </c:pt>
                <c:pt idx="4423">
                  <c:v>7.9049969400000002</c:v>
                </c:pt>
                <c:pt idx="4424">
                  <c:v>7.9068497200000003</c:v>
                </c:pt>
                <c:pt idx="4425">
                  <c:v>7.9068755599999996</c:v>
                </c:pt>
                <c:pt idx="4426">
                  <c:v>7.9072511099999998</c:v>
                </c:pt>
                <c:pt idx="4427">
                  <c:v>7.9090974999999997</c:v>
                </c:pt>
                <c:pt idx="4428">
                  <c:v>7.9091188900000002</c:v>
                </c:pt>
                <c:pt idx="4429">
                  <c:v>7.9092197200000003</c:v>
                </c:pt>
                <c:pt idx="4430">
                  <c:v>7.9109850000000002</c:v>
                </c:pt>
                <c:pt idx="4431">
                  <c:v>7.91114389</c:v>
                </c:pt>
                <c:pt idx="4432">
                  <c:v>7.9117361099999997</c:v>
                </c:pt>
                <c:pt idx="4433">
                  <c:v>7.91311111</c:v>
                </c:pt>
                <c:pt idx="4434">
                  <c:v>7.9137186100000001</c:v>
                </c:pt>
                <c:pt idx="4435">
                  <c:v>7.91496917</c:v>
                </c:pt>
                <c:pt idx="4436">
                  <c:v>7.9160047200000001</c:v>
                </c:pt>
                <c:pt idx="4437">
                  <c:v>7.9161680600000004</c:v>
                </c:pt>
                <c:pt idx="4438">
                  <c:v>7.9165150000000004</c:v>
                </c:pt>
                <c:pt idx="4439">
                  <c:v>7.9181886099999996</c:v>
                </c:pt>
                <c:pt idx="4440">
                  <c:v>7.9182413900000004</c:v>
                </c:pt>
                <c:pt idx="4441">
                  <c:v>7.9183116699999996</c:v>
                </c:pt>
                <c:pt idx="4442">
                  <c:v>7.9184275</c:v>
                </c:pt>
                <c:pt idx="4443">
                  <c:v>7.9217094399999999</c:v>
                </c:pt>
                <c:pt idx="4444">
                  <c:v>7.9219530599999999</c:v>
                </c:pt>
                <c:pt idx="4445">
                  <c:v>7.9241438899999999</c:v>
                </c:pt>
                <c:pt idx="4446">
                  <c:v>7.9274530600000004</c:v>
                </c:pt>
                <c:pt idx="4447">
                  <c:v>7.92779583</c:v>
                </c:pt>
                <c:pt idx="4448">
                  <c:v>7.9283558300000001</c:v>
                </c:pt>
                <c:pt idx="4449">
                  <c:v>7.9292361099999997</c:v>
                </c:pt>
                <c:pt idx="4450">
                  <c:v>7.9296924999999998</c:v>
                </c:pt>
                <c:pt idx="4451">
                  <c:v>7.9307777799999997</c:v>
                </c:pt>
                <c:pt idx="4452">
                  <c:v>7.9318155600000004</c:v>
                </c:pt>
                <c:pt idx="4453">
                  <c:v>7.9318375000000003</c:v>
                </c:pt>
                <c:pt idx="4454">
                  <c:v>7.9319305599999996</c:v>
                </c:pt>
                <c:pt idx="4455">
                  <c:v>7.9334336099999998</c:v>
                </c:pt>
                <c:pt idx="4456">
                  <c:v>7.9348080599999999</c:v>
                </c:pt>
                <c:pt idx="4457">
                  <c:v>7.9374925000000003</c:v>
                </c:pt>
                <c:pt idx="4458">
                  <c:v>7.9385430599999998</c:v>
                </c:pt>
                <c:pt idx="4459">
                  <c:v>7.9396219400000003</c:v>
                </c:pt>
                <c:pt idx="4460">
                  <c:v>7.9396647199999997</c:v>
                </c:pt>
                <c:pt idx="4461">
                  <c:v>7.9396800000000001</c:v>
                </c:pt>
                <c:pt idx="4462">
                  <c:v>7.9411722200000003</c:v>
                </c:pt>
                <c:pt idx="4463">
                  <c:v>7.9420927800000003</c:v>
                </c:pt>
                <c:pt idx="4464">
                  <c:v>7.9439091700000004</c:v>
                </c:pt>
                <c:pt idx="4465">
                  <c:v>7.94419889</c:v>
                </c:pt>
                <c:pt idx="4466">
                  <c:v>7.94528167</c:v>
                </c:pt>
                <c:pt idx="4467">
                  <c:v>7.94604306</c:v>
                </c:pt>
                <c:pt idx="4468">
                  <c:v>7.9468366699999997</c:v>
                </c:pt>
                <c:pt idx="4469">
                  <c:v>7.9469325</c:v>
                </c:pt>
                <c:pt idx="4470">
                  <c:v>7.9484477800000004</c:v>
                </c:pt>
                <c:pt idx="4471">
                  <c:v>7.9485447200000001</c:v>
                </c:pt>
                <c:pt idx="4472">
                  <c:v>7.9494991700000002</c:v>
                </c:pt>
                <c:pt idx="4473">
                  <c:v>7.9498591699999999</c:v>
                </c:pt>
                <c:pt idx="4474">
                  <c:v>7.9514755600000004</c:v>
                </c:pt>
                <c:pt idx="4475">
                  <c:v>7.9534144400000004</c:v>
                </c:pt>
                <c:pt idx="4476">
                  <c:v>7.9535483300000003</c:v>
                </c:pt>
                <c:pt idx="4477">
                  <c:v>7.95860667</c:v>
                </c:pt>
                <c:pt idx="4478">
                  <c:v>7.9598199999999997</c:v>
                </c:pt>
                <c:pt idx="4479">
                  <c:v>7.9602313899999997</c:v>
                </c:pt>
                <c:pt idx="4480">
                  <c:v>7.9605947199999996</c:v>
                </c:pt>
                <c:pt idx="4481">
                  <c:v>7.9616524999999996</c:v>
                </c:pt>
                <c:pt idx="4482">
                  <c:v>7.9626463899999997</c:v>
                </c:pt>
                <c:pt idx="4483">
                  <c:v>7.96392056</c:v>
                </c:pt>
                <c:pt idx="4484">
                  <c:v>7.9645405599999997</c:v>
                </c:pt>
                <c:pt idx="4485">
                  <c:v>7.9673608299999996</c:v>
                </c:pt>
                <c:pt idx="4486">
                  <c:v>7.9675277800000002</c:v>
                </c:pt>
                <c:pt idx="4487">
                  <c:v>7.9692244399999996</c:v>
                </c:pt>
                <c:pt idx="4488">
                  <c:v>7.9693366699999997</c:v>
                </c:pt>
                <c:pt idx="4489">
                  <c:v>7.9700208300000002</c:v>
                </c:pt>
                <c:pt idx="4490">
                  <c:v>7.9707024999999998</c:v>
                </c:pt>
                <c:pt idx="4491">
                  <c:v>7.9707222199999999</c:v>
                </c:pt>
                <c:pt idx="4492">
                  <c:v>7.9729405599999996</c:v>
                </c:pt>
                <c:pt idx="4493">
                  <c:v>7.9733011100000004</c:v>
                </c:pt>
                <c:pt idx="4494">
                  <c:v>7.9748263899999996</c:v>
                </c:pt>
                <c:pt idx="4495">
                  <c:v>7.9759536100000004</c:v>
                </c:pt>
                <c:pt idx="4496">
                  <c:v>7.9825763900000002</c:v>
                </c:pt>
                <c:pt idx="4497">
                  <c:v>7.9831952800000003</c:v>
                </c:pt>
                <c:pt idx="4498">
                  <c:v>7.9832938899999997</c:v>
                </c:pt>
                <c:pt idx="4499">
                  <c:v>7.9844069400000004</c:v>
                </c:pt>
                <c:pt idx="4500">
                  <c:v>7.9864363899999997</c:v>
                </c:pt>
                <c:pt idx="4501">
                  <c:v>7.9864388899999996</c:v>
                </c:pt>
                <c:pt idx="4502">
                  <c:v>7.9873855599999999</c:v>
                </c:pt>
                <c:pt idx="4503">
                  <c:v>7.9877725000000002</c:v>
                </c:pt>
                <c:pt idx="4504">
                  <c:v>7.98938667</c:v>
                </c:pt>
                <c:pt idx="4505">
                  <c:v>7.98940889</c:v>
                </c:pt>
                <c:pt idx="4506">
                  <c:v>7.98943972</c:v>
                </c:pt>
                <c:pt idx="4507">
                  <c:v>7.9902644399999998</c:v>
                </c:pt>
                <c:pt idx="4508">
                  <c:v>7.99076611</c:v>
                </c:pt>
                <c:pt idx="4509">
                  <c:v>7.9916225000000001</c:v>
                </c:pt>
                <c:pt idx="4510">
                  <c:v>7.9924244399999997</c:v>
                </c:pt>
                <c:pt idx="4511">
                  <c:v>7.9939972199999998</c:v>
                </c:pt>
                <c:pt idx="4512">
                  <c:v>7.9957455599999996</c:v>
                </c:pt>
                <c:pt idx="4513">
                  <c:v>7.9968683299999999</c:v>
                </c:pt>
                <c:pt idx="4514">
                  <c:v>8.0014433300000007</c:v>
                </c:pt>
                <c:pt idx="4515">
                  <c:v>8.0016855600000003</c:v>
                </c:pt>
                <c:pt idx="4516">
                  <c:v>8.0018613900000002</c:v>
                </c:pt>
                <c:pt idx="4517">
                  <c:v>8.0022608300000009</c:v>
                </c:pt>
                <c:pt idx="4518">
                  <c:v>8.0037694399999992</c:v>
                </c:pt>
                <c:pt idx="4519">
                  <c:v>8.0048216700000001</c:v>
                </c:pt>
                <c:pt idx="4520">
                  <c:v>8.0056600000000007</c:v>
                </c:pt>
                <c:pt idx="4521">
                  <c:v>8.0056875000000005</c:v>
                </c:pt>
                <c:pt idx="4522">
                  <c:v>8.0058933299999993</c:v>
                </c:pt>
                <c:pt idx="4523">
                  <c:v>8.0074191700000004</c:v>
                </c:pt>
                <c:pt idx="4524">
                  <c:v>8.0078155599999992</c:v>
                </c:pt>
                <c:pt idx="4525">
                  <c:v>8.0081066700000001</c:v>
                </c:pt>
                <c:pt idx="4526">
                  <c:v>8.0093999999999994</c:v>
                </c:pt>
                <c:pt idx="4527">
                  <c:v>8.0102147200000005</c:v>
                </c:pt>
                <c:pt idx="4528">
                  <c:v>8.0110177799999995</c:v>
                </c:pt>
                <c:pt idx="4529">
                  <c:v>8.0112861100000003</c:v>
                </c:pt>
                <c:pt idx="4530">
                  <c:v>8.0116213900000002</c:v>
                </c:pt>
                <c:pt idx="4531">
                  <c:v>8.0128794400000007</c:v>
                </c:pt>
                <c:pt idx="4532">
                  <c:v>8.0139636099999993</c:v>
                </c:pt>
                <c:pt idx="4533">
                  <c:v>8.0144788899999995</c:v>
                </c:pt>
                <c:pt idx="4534">
                  <c:v>8.0159386099999992</c:v>
                </c:pt>
                <c:pt idx="4535">
                  <c:v>8.0171394399999993</c:v>
                </c:pt>
                <c:pt idx="4536">
                  <c:v>8.0172766699999993</c:v>
                </c:pt>
                <c:pt idx="4537">
                  <c:v>8.0186241700000007</c:v>
                </c:pt>
                <c:pt idx="4538">
                  <c:v>8.0194341700000003</c:v>
                </c:pt>
                <c:pt idx="4539">
                  <c:v>8.0197800000000008</c:v>
                </c:pt>
                <c:pt idx="4540">
                  <c:v>8.0200499999999995</c:v>
                </c:pt>
                <c:pt idx="4541">
                  <c:v>8.0209769400000006</c:v>
                </c:pt>
                <c:pt idx="4542">
                  <c:v>8.02104222</c:v>
                </c:pt>
                <c:pt idx="4543">
                  <c:v>8.0218616699999998</c:v>
                </c:pt>
                <c:pt idx="4544">
                  <c:v>8.0240077799999998</c:v>
                </c:pt>
                <c:pt idx="4545">
                  <c:v>8.0257230600000007</c:v>
                </c:pt>
                <c:pt idx="4546">
                  <c:v>8.0265577799999992</c:v>
                </c:pt>
                <c:pt idx="4547">
                  <c:v>8.0275283300000009</c:v>
                </c:pt>
                <c:pt idx="4548">
                  <c:v>8.0296294400000008</c:v>
                </c:pt>
                <c:pt idx="4549">
                  <c:v>8.03013361</c:v>
                </c:pt>
                <c:pt idx="4550">
                  <c:v>8.0311358300000002</c:v>
                </c:pt>
                <c:pt idx="4551">
                  <c:v>8.0320958299999994</c:v>
                </c:pt>
                <c:pt idx="4552">
                  <c:v>8.0327613899999992</c:v>
                </c:pt>
                <c:pt idx="4553">
                  <c:v>8.0332375000000003</c:v>
                </c:pt>
                <c:pt idx="4554">
                  <c:v>8.0347852799999995</c:v>
                </c:pt>
                <c:pt idx="4555">
                  <c:v>8.0357527799999993</c:v>
                </c:pt>
                <c:pt idx="4556">
                  <c:v>8.03614389</c:v>
                </c:pt>
                <c:pt idx="4557">
                  <c:v>8.0361613900000002</c:v>
                </c:pt>
                <c:pt idx="4558">
                  <c:v>8.0375241699999993</c:v>
                </c:pt>
                <c:pt idx="4559">
                  <c:v>8.0383747200000002</c:v>
                </c:pt>
                <c:pt idx="4560">
                  <c:v>8.0398147200000007</c:v>
                </c:pt>
                <c:pt idx="4561">
                  <c:v>8.0430616700000002</c:v>
                </c:pt>
                <c:pt idx="4562">
                  <c:v>8.0441902800000005</c:v>
                </c:pt>
                <c:pt idx="4563">
                  <c:v>8.0445677799999995</c:v>
                </c:pt>
                <c:pt idx="4564">
                  <c:v>8.0445791700000004</c:v>
                </c:pt>
                <c:pt idx="4565">
                  <c:v>8.0456933300000006</c:v>
                </c:pt>
                <c:pt idx="4566">
                  <c:v>8.0464372199999996</c:v>
                </c:pt>
                <c:pt idx="4567">
                  <c:v>8.0476177799999995</c:v>
                </c:pt>
                <c:pt idx="4568">
                  <c:v>8.0477072199999995</c:v>
                </c:pt>
                <c:pt idx="4569">
                  <c:v>8.0487822199999997</c:v>
                </c:pt>
                <c:pt idx="4570">
                  <c:v>8.0503800000000005</c:v>
                </c:pt>
                <c:pt idx="4571">
                  <c:v>8.0533647199999994</c:v>
                </c:pt>
                <c:pt idx="4572">
                  <c:v>8.0545127799999996</c:v>
                </c:pt>
                <c:pt idx="4573">
                  <c:v>8.0546033300000008</c:v>
                </c:pt>
                <c:pt idx="4574">
                  <c:v>8.0563572200000007</c:v>
                </c:pt>
                <c:pt idx="4575">
                  <c:v>8.0565886100000004</c:v>
                </c:pt>
                <c:pt idx="4576">
                  <c:v>8.0573552799999995</c:v>
                </c:pt>
                <c:pt idx="4577">
                  <c:v>8.0579383300000007</c:v>
                </c:pt>
                <c:pt idx="4578">
                  <c:v>8.0580611100000006</c:v>
                </c:pt>
                <c:pt idx="4579">
                  <c:v>8.0591591699999992</c:v>
                </c:pt>
                <c:pt idx="4580">
                  <c:v>8.0645127799999994</c:v>
                </c:pt>
                <c:pt idx="4581">
                  <c:v>8.0646747199999993</c:v>
                </c:pt>
                <c:pt idx="4582">
                  <c:v>8.0665652800000007</c:v>
                </c:pt>
                <c:pt idx="4583">
                  <c:v>8.0676958299999999</c:v>
                </c:pt>
                <c:pt idx="4584">
                  <c:v>8.0688122199999999</c:v>
                </c:pt>
                <c:pt idx="4585">
                  <c:v>8.0696683300000007</c:v>
                </c:pt>
                <c:pt idx="4586">
                  <c:v>8.0704069399999998</c:v>
                </c:pt>
                <c:pt idx="4587">
                  <c:v>8.0726436100000001</c:v>
                </c:pt>
                <c:pt idx="4588">
                  <c:v>8.0738299999999992</c:v>
                </c:pt>
                <c:pt idx="4589">
                  <c:v>8.0747594399999993</c:v>
                </c:pt>
                <c:pt idx="4590">
                  <c:v>8.0767483299999991</c:v>
                </c:pt>
                <c:pt idx="4591">
                  <c:v>8.0783277800000004</c:v>
                </c:pt>
                <c:pt idx="4592">
                  <c:v>8.0797425</c:v>
                </c:pt>
                <c:pt idx="4593">
                  <c:v>8.0799816700000004</c:v>
                </c:pt>
                <c:pt idx="4594">
                  <c:v>8.0827261099999994</c:v>
                </c:pt>
                <c:pt idx="4595">
                  <c:v>8.0843416700000006</c:v>
                </c:pt>
                <c:pt idx="4596">
                  <c:v>8.0844850000000008</c:v>
                </c:pt>
                <c:pt idx="4597">
                  <c:v>8.0860355599999991</c:v>
                </c:pt>
                <c:pt idx="4598">
                  <c:v>8.0910961100000005</c:v>
                </c:pt>
                <c:pt idx="4599">
                  <c:v>8.0912211099999993</c:v>
                </c:pt>
                <c:pt idx="4600">
                  <c:v>8.0929155599999998</c:v>
                </c:pt>
                <c:pt idx="4601">
                  <c:v>8.0931563900000008</c:v>
                </c:pt>
                <c:pt idx="4602">
                  <c:v>8.0944138900000002</c:v>
                </c:pt>
                <c:pt idx="4603">
                  <c:v>8.0958866700000005</c:v>
                </c:pt>
                <c:pt idx="4604">
                  <c:v>8.0973530599999997</c:v>
                </c:pt>
                <c:pt idx="4605">
                  <c:v>8.1004694399999995</c:v>
                </c:pt>
                <c:pt idx="4606">
                  <c:v>8.1004747199999994</c:v>
                </c:pt>
                <c:pt idx="4607">
                  <c:v>8.1033377800000004</c:v>
                </c:pt>
                <c:pt idx="4608">
                  <c:v>8.1034061099999999</c:v>
                </c:pt>
                <c:pt idx="4609">
                  <c:v>8.10413417</c:v>
                </c:pt>
                <c:pt idx="4610">
                  <c:v>8.1052827799999996</c:v>
                </c:pt>
                <c:pt idx="4611">
                  <c:v>8.1064361100000006</c:v>
                </c:pt>
                <c:pt idx="4612">
                  <c:v>8.1081055600000003</c:v>
                </c:pt>
                <c:pt idx="4613">
                  <c:v>8.1088655599999999</c:v>
                </c:pt>
                <c:pt idx="4614">
                  <c:v>8.1094969399999997</c:v>
                </c:pt>
                <c:pt idx="4615">
                  <c:v>8.1120800000000006</c:v>
                </c:pt>
                <c:pt idx="4616">
                  <c:v>8.1131894399999993</c:v>
                </c:pt>
                <c:pt idx="4617">
                  <c:v>8.1138674999999996</c:v>
                </c:pt>
                <c:pt idx="4618">
                  <c:v>8.1151733299999993</c:v>
                </c:pt>
                <c:pt idx="4619">
                  <c:v>8.1167274999999997</c:v>
                </c:pt>
                <c:pt idx="4620">
                  <c:v>8.1174511099999993</c:v>
                </c:pt>
                <c:pt idx="4621">
                  <c:v>8.1284708299999995</c:v>
                </c:pt>
                <c:pt idx="4622">
                  <c:v>8.1298994400000009</c:v>
                </c:pt>
                <c:pt idx="4623">
                  <c:v>8.1309188900000002</c:v>
                </c:pt>
                <c:pt idx="4624">
                  <c:v>8.1359080600000002</c:v>
                </c:pt>
                <c:pt idx="4625">
                  <c:v>8.1400966700000001</c:v>
                </c:pt>
                <c:pt idx="4626">
                  <c:v>8.3923780600000004</c:v>
                </c:pt>
                <c:pt idx="4627">
                  <c:v>8.3953794399999992</c:v>
                </c:pt>
                <c:pt idx="4628">
                  <c:v>8.3968311100000008</c:v>
                </c:pt>
                <c:pt idx="4629">
                  <c:v>8.3977074999999992</c:v>
                </c:pt>
                <c:pt idx="4630">
                  <c:v>8.3986930599999994</c:v>
                </c:pt>
                <c:pt idx="4631">
                  <c:v>8.4049672199999996</c:v>
                </c:pt>
                <c:pt idx="4632">
                  <c:v>8.4084033300000005</c:v>
                </c:pt>
                <c:pt idx="4633">
                  <c:v>8.4093286099999993</c:v>
                </c:pt>
                <c:pt idx="4634">
                  <c:v>8.4136766699999992</c:v>
                </c:pt>
                <c:pt idx="4635">
                  <c:v>8.4157333300000001</c:v>
                </c:pt>
                <c:pt idx="4636">
                  <c:v>8.4201358299999995</c:v>
                </c:pt>
                <c:pt idx="4637">
                  <c:v>8.42142722</c:v>
                </c:pt>
                <c:pt idx="4638">
                  <c:v>8.4245036100000004</c:v>
                </c:pt>
                <c:pt idx="4639">
                  <c:v>8.4264061100000003</c:v>
                </c:pt>
                <c:pt idx="4640">
                  <c:v>8.4272944400000007</c:v>
                </c:pt>
                <c:pt idx="4641">
                  <c:v>8.4294200000000004</c:v>
                </c:pt>
                <c:pt idx="4642">
                  <c:v>8.4332155600000007</c:v>
                </c:pt>
                <c:pt idx="4643">
                  <c:v>8.4347755600000003</c:v>
                </c:pt>
                <c:pt idx="4644">
                  <c:v>8.4377791700000007</c:v>
                </c:pt>
                <c:pt idx="4645">
                  <c:v>8.4393486099999997</c:v>
                </c:pt>
                <c:pt idx="4646">
                  <c:v>8.4423588899999995</c:v>
                </c:pt>
                <c:pt idx="4647">
                  <c:v>8.4439074999999999</c:v>
                </c:pt>
                <c:pt idx="4648">
                  <c:v>8.4450497200000001</c:v>
                </c:pt>
                <c:pt idx="4649">
                  <c:v>8.4469311099999995</c:v>
                </c:pt>
                <c:pt idx="4650">
                  <c:v>8.4498033299999999</c:v>
                </c:pt>
                <c:pt idx="4651">
                  <c:v>8.4513469400000005</c:v>
                </c:pt>
                <c:pt idx="4652">
                  <c:v>8.4528833300000006</c:v>
                </c:pt>
                <c:pt idx="4653">
                  <c:v>8.4544472200000005</c:v>
                </c:pt>
                <c:pt idx="4654">
                  <c:v>8.4574513899999992</c:v>
                </c:pt>
                <c:pt idx="4655">
                  <c:v>8.4583286100000006</c:v>
                </c:pt>
                <c:pt idx="4656">
                  <c:v>8.46617833</c:v>
                </c:pt>
                <c:pt idx="4657">
                  <c:v>8.4691861100000008</c:v>
                </c:pt>
                <c:pt idx="4658">
                  <c:v>8.47054917</c:v>
                </c:pt>
                <c:pt idx="4659">
                  <c:v>8.4721736100000005</c:v>
                </c:pt>
                <c:pt idx="4660">
                  <c:v>8.4736108300000001</c:v>
                </c:pt>
                <c:pt idx="4661">
                  <c:v>8.4837891699999997</c:v>
                </c:pt>
                <c:pt idx="4662">
                  <c:v>8.4852600000000002</c:v>
                </c:pt>
                <c:pt idx="4663">
                  <c:v>8.4867558299999999</c:v>
                </c:pt>
                <c:pt idx="4664">
                  <c:v>8.4896722199999992</c:v>
                </c:pt>
                <c:pt idx="4665">
                  <c:v>8.4913952800000008</c:v>
                </c:pt>
                <c:pt idx="4666">
                  <c:v>8.4921161099999996</c:v>
                </c:pt>
                <c:pt idx="4667">
                  <c:v>8.4955391700000007</c:v>
                </c:pt>
                <c:pt idx="4668">
                  <c:v>8.4970916699999997</c:v>
                </c:pt>
                <c:pt idx="4669">
                  <c:v>8.49833806</c:v>
                </c:pt>
                <c:pt idx="4670">
                  <c:v>8.4998808300000004</c:v>
                </c:pt>
                <c:pt idx="4671">
                  <c:v>8.5035697199999998</c:v>
                </c:pt>
                <c:pt idx="4672">
                  <c:v>8.5044580599999993</c:v>
                </c:pt>
                <c:pt idx="4673">
                  <c:v>8.5061636099999998</c:v>
                </c:pt>
                <c:pt idx="4674">
                  <c:v>8.5143219400000003</c:v>
                </c:pt>
                <c:pt idx="4675">
                  <c:v>8.5174869399999995</c:v>
                </c:pt>
                <c:pt idx="4676">
                  <c:v>8.5190544399999997</c:v>
                </c:pt>
                <c:pt idx="4677">
                  <c:v>8.5208280599999995</c:v>
                </c:pt>
                <c:pt idx="4678">
                  <c:v>8.5220302799999992</c:v>
                </c:pt>
                <c:pt idx="4679">
                  <c:v>8.5225763899999993</c:v>
                </c:pt>
                <c:pt idx="4680">
                  <c:v>8.5247322200000006</c:v>
                </c:pt>
                <c:pt idx="4681">
                  <c:v>8.5264849999999992</c:v>
                </c:pt>
                <c:pt idx="4682">
                  <c:v>8.5266575000000007</c:v>
                </c:pt>
                <c:pt idx="4683">
                  <c:v>8.5275919400000006</c:v>
                </c:pt>
                <c:pt idx="4684">
                  <c:v>8.5289227800000003</c:v>
                </c:pt>
                <c:pt idx="4685">
                  <c:v>8.5302213899999995</c:v>
                </c:pt>
                <c:pt idx="4686">
                  <c:v>8.5346155600000007</c:v>
                </c:pt>
                <c:pt idx="4687">
                  <c:v>8.5350180600000005</c:v>
                </c:pt>
                <c:pt idx="4688">
                  <c:v>8.53800472</c:v>
                </c:pt>
                <c:pt idx="4689">
                  <c:v>8.5380894400000003</c:v>
                </c:pt>
                <c:pt idx="4690">
                  <c:v>8.5389380599999996</c:v>
                </c:pt>
                <c:pt idx="4691">
                  <c:v>8.5398300000000003</c:v>
                </c:pt>
                <c:pt idx="4692">
                  <c:v>8.5404516699999995</c:v>
                </c:pt>
                <c:pt idx="4693">
                  <c:v>8.5406088899999997</c:v>
                </c:pt>
                <c:pt idx="4694">
                  <c:v>8.5453822200000005</c:v>
                </c:pt>
                <c:pt idx="4695">
                  <c:v>8.5455500000000004</c:v>
                </c:pt>
                <c:pt idx="4696">
                  <c:v>8.5483713899999998</c:v>
                </c:pt>
                <c:pt idx="4697">
                  <c:v>8.5494672200000004</c:v>
                </c:pt>
                <c:pt idx="4698">
                  <c:v>8.5510888900000008</c:v>
                </c:pt>
                <c:pt idx="4699">
                  <c:v>8.5526366700000001</c:v>
                </c:pt>
                <c:pt idx="4700">
                  <c:v>8.5539536100000007</c:v>
                </c:pt>
                <c:pt idx="4701">
                  <c:v>8.5543302800000003</c:v>
                </c:pt>
                <c:pt idx="4702">
                  <c:v>8.5556900000000002</c:v>
                </c:pt>
                <c:pt idx="4703">
                  <c:v>8.5564205599999994</c:v>
                </c:pt>
                <c:pt idx="4704">
                  <c:v>8.5577483300000008</c:v>
                </c:pt>
                <c:pt idx="4705">
                  <c:v>8.5582855599999998</c:v>
                </c:pt>
                <c:pt idx="4706">
                  <c:v>8.5595258300000001</c:v>
                </c:pt>
                <c:pt idx="4707">
                  <c:v>8.5600325000000002</c:v>
                </c:pt>
                <c:pt idx="4708">
                  <c:v>8.5609116699999994</c:v>
                </c:pt>
                <c:pt idx="4709">
                  <c:v>8.5620025000000002</c:v>
                </c:pt>
                <c:pt idx="4710">
                  <c:v>8.5629744399999996</c:v>
                </c:pt>
                <c:pt idx="4711">
                  <c:v>8.5630991699999992</c:v>
                </c:pt>
                <c:pt idx="4712">
                  <c:v>8.5674975</c:v>
                </c:pt>
                <c:pt idx="4713">
                  <c:v>8.5685736099999996</c:v>
                </c:pt>
                <c:pt idx="4714">
                  <c:v>8.5686661100000006</c:v>
                </c:pt>
                <c:pt idx="4715">
                  <c:v>8.5701947199999999</c:v>
                </c:pt>
                <c:pt idx="4716">
                  <c:v>8.57109861</c:v>
                </c:pt>
                <c:pt idx="4717">
                  <c:v>8.5715777800000001</c:v>
                </c:pt>
                <c:pt idx="4718">
                  <c:v>8.5724572200000004</c:v>
                </c:pt>
                <c:pt idx="4719">
                  <c:v>8.5732025000000007</c:v>
                </c:pt>
                <c:pt idx="4720">
                  <c:v>8.5745205599999998</c:v>
                </c:pt>
                <c:pt idx="4721">
                  <c:v>8.5757536099999996</c:v>
                </c:pt>
                <c:pt idx="4722">
                  <c:v>8.5758663899999998</c:v>
                </c:pt>
                <c:pt idx="4723">
                  <c:v>8.5773711099999996</c:v>
                </c:pt>
                <c:pt idx="4724">
                  <c:v>8.5798541700000008</c:v>
                </c:pt>
                <c:pt idx="4725">
                  <c:v>8.5808716700000005</c:v>
                </c:pt>
                <c:pt idx="4726">
                  <c:v>8.58151917</c:v>
                </c:pt>
                <c:pt idx="4727">
                  <c:v>8.582865</c:v>
                </c:pt>
                <c:pt idx="4728">
                  <c:v>8.5841644400000003</c:v>
                </c:pt>
                <c:pt idx="4729">
                  <c:v>8.58462806</c:v>
                </c:pt>
                <c:pt idx="4730">
                  <c:v>8.5862786100000008</c:v>
                </c:pt>
                <c:pt idx="4731">
                  <c:v>8.5878150000000009</c:v>
                </c:pt>
                <c:pt idx="4732">
                  <c:v>8.5891500000000001</c:v>
                </c:pt>
                <c:pt idx="4733">
                  <c:v>8.5911819400000002</c:v>
                </c:pt>
                <c:pt idx="4734">
                  <c:v>8.5914808300000001</c:v>
                </c:pt>
                <c:pt idx="4735">
                  <c:v>8.5925416699999992</c:v>
                </c:pt>
                <c:pt idx="4736">
                  <c:v>8.5952238899999998</c:v>
                </c:pt>
                <c:pt idx="4737">
                  <c:v>8.5958997200000002</c:v>
                </c:pt>
                <c:pt idx="4738">
                  <c:v>8.5981752799999995</c:v>
                </c:pt>
                <c:pt idx="4739">
                  <c:v>8.6029805600000007</c:v>
                </c:pt>
                <c:pt idx="4740">
                  <c:v>8.6039452799999996</c:v>
                </c:pt>
                <c:pt idx="4741">
                  <c:v>8.6045194400000007</c:v>
                </c:pt>
                <c:pt idx="4742">
                  <c:v>8.6054511100000006</c:v>
                </c:pt>
                <c:pt idx="4743">
                  <c:v>8.6076819400000009</c:v>
                </c:pt>
                <c:pt idx="4744">
                  <c:v>8.6104733299999996</c:v>
                </c:pt>
                <c:pt idx="4745">
                  <c:v>8.6116944400000008</c:v>
                </c:pt>
                <c:pt idx="4746">
                  <c:v>8.6124219400000008</c:v>
                </c:pt>
                <c:pt idx="4747">
                  <c:v>8.6140008300000002</c:v>
                </c:pt>
                <c:pt idx="4748">
                  <c:v>8.6149558299999995</c:v>
                </c:pt>
                <c:pt idx="4749">
                  <c:v>8.6156036100000009</c:v>
                </c:pt>
                <c:pt idx="4750">
                  <c:v>8.6157233299999998</c:v>
                </c:pt>
                <c:pt idx="4751">
                  <c:v>8.6173177800000005</c:v>
                </c:pt>
                <c:pt idx="4752">
                  <c:v>8.6175986099999999</c:v>
                </c:pt>
                <c:pt idx="4753">
                  <c:v>8.6186138900000007</c:v>
                </c:pt>
                <c:pt idx="4754">
                  <c:v>8.6192169399999994</c:v>
                </c:pt>
                <c:pt idx="4755">
                  <c:v>8.6194947200000005</c:v>
                </c:pt>
                <c:pt idx="4756">
                  <c:v>8.6205872200000009</c:v>
                </c:pt>
                <c:pt idx="4757">
                  <c:v>8.6215880600000006</c:v>
                </c:pt>
                <c:pt idx="4758">
                  <c:v>8.6231691700000006</c:v>
                </c:pt>
                <c:pt idx="4759">
                  <c:v>8.6240325000000002</c:v>
                </c:pt>
                <c:pt idx="4760">
                  <c:v>8.6250238899999996</c:v>
                </c:pt>
                <c:pt idx="4761">
                  <c:v>8.6254261099999994</c:v>
                </c:pt>
                <c:pt idx="4762">
                  <c:v>8.6261572199999996</c:v>
                </c:pt>
                <c:pt idx="4763">
                  <c:v>8.6261955599999993</c:v>
                </c:pt>
                <c:pt idx="4764">
                  <c:v>8.6273819399999994</c:v>
                </c:pt>
                <c:pt idx="4765">
                  <c:v>8.6279505600000004</c:v>
                </c:pt>
                <c:pt idx="4766">
                  <c:v>8.6280244400000008</c:v>
                </c:pt>
                <c:pt idx="4767">
                  <c:v>8.6287688899999999</c:v>
                </c:pt>
                <c:pt idx="4768">
                  <c:v>8.6296252800000008</c:v>
                </c:pt>
                <c:pt idx="4769">
                  <c:v>8.6296791699999993</c:v>
                </c:pt>
                <c:pt idx="4770">
                  <c:v>8.6315258299999993</c:v>
                </c:pt>
                <c:pt idx="4771">
                  <c:v>8.6332172200000006</c:v>
                </c:pt>
                <c:pt idx="4772">
                  <c:v>8.6377424999999999</c:v>
                </c:pt>
                <c:pt idx="4773">
                  <c:v>8.63775111</c:v>
                </c:pt>
                <c:pt idx="4774">
                  <c:v>8.6378850000000007</c:v>
                </c:pt>
                <c:pt idx="4775">
                  <c:v>8.63821306</c:v>
                </c:pt>
                <c:pt idx="4776">
                  <c:v>8.6392244399999996</c:v>
                </c:pt>
                <c:pt idx="4777">
                  <c:v>8.6395761100000001</c:v>
                </c:pt>
                <c:pt idx="4778">
                  <c:v>8.6409697199999993</c:v>
                </c:pt>
                <c:pt idx="4779">
                  <c:v>8.6422113899999999</c:v>
                </c:pt>
                <c:pt idx="4780">
                  <c:v>8.6422875000000001</c:v>
                </c:pt>
                <c:pt idx="4781">
                  <c:v>8.6425480599999993</c:v>
                </c:pt>
                <c:pt idx="4782">
                  <c:v>8.6428836100000002</c:v>
                </c:pt>
                <c:pt idx="4783">
                  <c:v>8.6445027799999998</c:v>
                </c:pt>
                <c:pt idx="4784">
                  <c:v>8.6449127800000003</c:v>
                </c:pt>
                <c:pt idx="4785">
                  <c:v>8.6452799999999996</c:v>
                </c:pt>
                <c:pt idx="4786">
                  <c:v>8.6469805599999994</c:v>
                </c:pt>
                <c:pt idx="4787">
                  <c:v>8.6482674999999993</c:v>
                </c:pt>
                <c:pt idx="4788">
                  <c:v>8.6496319400000008</c:v>
                </c:pt>
                <c:pt idx="4789">
                  <c:v>8.6499474999999997</c:v>
                </c:pt>
                <c:pt idx="4790">
                  <c:v>8.6510541700000001</c:v>
                </c:pt>
                <c:pt idx="4791">
                  <c:v>8.6510911099999994</c:v>
                </c:pt>
                <c:pt idx="4792">
                  <c:v>8.65200806</c:v>
                </c:pt>
                <c:pt idx="4793">
                  <c:v>8.6524141700000001</c:v>
                </c:pt>
                <c:pt idx="4794">
                  <c:v>8.6538394400000005</c:v>
                </c:pt>
                <c:pt idx="4795">
                  <c:v>8.6555547199999996</c:v>
                </c:pt>
                <c:pt idx="4796">
                  <c:v>8.6568488899999991</c:v>
                </c:pt>
                <c:pt idx="4797">
                  <c:v>8.6569780600000001</c:v>
                </c:pt>
                <c:pt idx="4798">
                  <c:v>8.6572894399999996</c:v>
                </c:pt>
                <c:pt idx="4799">
                  <c:v>8.65793444</c:v>
                </c:pt>
                <c:pt idx="4800">
                  <c:v>8.6594172199999999</c:v>
                </c:pt>
                <c:pt idx="4801">
                  <c:v>8.6604711099999996</c:v>
                </c:pt>
                <c:pt idx="4802">
                  <c:v>8.6623316700000004</c:v>
                </c:pt>
                <c:pt idx="4803">
                  <c:v>8.6632400000000001</c:v>
                </c:pt>
                <c:pt idx="4804">
                  <c:v>8.6636877800000001</c:v>
                </c:pt>
                <c:pt idx="4805">
                  <c:v>8.6656780599999994</c:v>
                </c:pt>
                <c:pt idx="4806">
                  <c:v>8.6672311099999995</c:v>
                </c:pt>
                <c:pt idx="4807">
                  <c:v>8.6684711100000005</c:v>
                </c:pt>
                <c:pt idx="4808">
                  <c:v>8.66928667</c:v>
                </c:pt>
                <c:pt idx="4809">
                  <c:v>8.6695980600000002</c:v>
                </c:pt>
                <c:pt idx="4810">
                  <c:v>8.6721013899999999</c:v>
                </c:pt>
                <c:pt idx="4811">
                  <c:v>8.6736608299999993</c:v>
                </c:pt>
                <c:pt idx="4812">
                  <c:v>8.6751022199999994</c:v>
                </c:pt>
                <c:pt idx="4813">
                  <c:v>8.6759977799999994</c:v>
                </c:pt>
                <c:pt idx="4814">
                  <c:v>8.6771586099999993</c:v>
                </c:pt>
                <c:pt idx="4815">
                  <c:v>8.6773052800000006</c:v>
                </c:pt>
                <c:pt idx="4816">
                  <c:v>8.6775761100000004</c:v>
                </c:pt>
                <c:pt idx="4817">
                  <c:v>8.6787347199999996</c:v>
                </c:pt>
                <c:pt idx="4818">
                  <c:v>8.6798597199999996</c:v>
                </c:pt>
                <c:pt idx="4819">
                  <c:v>8.6804886099999994</c:v>
                </c:pt>
                <c:pt idx="4820">
                  <c:v>8.6810527799999999</c:v>
                </c:pt>
                <c:pt idx="4821">
                  <c:v>8.6832483299999996</c:v>
                </c:pt>
                <c:pt idx="4822">
                  <c:v>8.6856494400000006</c:v>
                </c:pt>
                <c:pt idx="4823">
                  <c:v>8.6879166699999999</c:v>
                </c:pt>
                <c:pt idx="4824">
                  <c:v>8.6879463900000005</c:v>
                </c:pt>
                <c:pt idx="4825">
                  <c:v>8.6879505600000009</c:v>
                </c:pt>
                <c:pt idx="4826">
                  <c:v>8.6879758299999992</c:v>
                </c:pt>
                <c:pt idx="4827">
                  <c:v>8.6879838899999999</c:v>
                </c:pt>
                <c:pt idx="4828">
                  <c:v>8.6895041699999993</c:v>
                </c:pt>
                <c:pt idx="4829">
                  <c:v>8.6895972199999996</c:v>
                </c:pt>
                <c:pt idx="4830">
                  <c:v>8.6896680600000007</c:v>
                </c:pt>
                <c:pt idx="4831">
                  <c:v>8.6920947200000001</c:v>
                </c:pt>
                <c:pt idx="4832">
                  <c:v>8.6932547200000005</c:v>
                </c:pt>
                <c:pt idx="4833">
                  <c:v>8.6933861100000005</c:v>
                </c:pt>
                <c:pt idx="4834">
                  <c:v>8.6935297200000008</c:v>
                </c:pt>
                <c:pt idx="4835">
                  <c:v>8.6959638899999998</c:v>
                </c:pt>
                <c:pt idx="4836">
                  <c:v>8.6966902800000003</c:v>
                </c:pt>
                <c:pt idx="4837">
                  <c:v>8.6981022200000009</c:v>
                </c:pt>
                <c:pt idx="4838">
                  <c:v>8.6995166699999995</c:v>
                </c:pt>
                <c:pt idx="4839">
                  <c:v>8.6999816699999997</c:v>
                </c:pt>
                <c:pt idx="4840">
                  <c:v>8.7013961099999992</c:v>
                </c:pt>
                <c:pt idx="4841">
                  <c:v>8.7014549999999993</c:v>
                </c:pt>
                <c:pt idx="4842">
                  <c:v>8.7031013900000005</c:v>
                </c:pt>
                <c:pt idx="4843">
                  <c:v>8.7040341699999999</c:v>
                </c:pt>
                <c:pt idx="4844">
                  <c:v>8.7048286099999999</c:v>
                </c:pt>
                <c:pt idx="4845">
                  <c:v>8.7054061100000002</c:v>
                </c:pt>
                <c:pt idx="4846">
                  <c:v>8.7068899999999996</c:v>
                </c:pt>
                <c:pt idx="4847">
                  <c:v>8.7074111100000007</c:v>
                </c:pt>
                <c:pt idx="4848">
                  <c:v>8.7081661100000005</c:v>
                </c:pt>
                <c:pt idx="4849">
                  <c:v>8.7092436099999997</c:v>
                </c:pt>
                <c:pt idx="4850">
                  <c:v>8.7093802799999995</c:v>
                </c:pt>
                <c:pt idx="4851">
                  <c:v>8.7097102799999995</c:v>
                </c:pt>
                <c:pt idx="4852">
                  <c:v>8.7105813899999998</c:v>
                </c:pt>
                <c:pt idx="4853">
                  <c:v>8.7128472200000004</c:v>
                </c:pt>
                <c:pt idx="4854">
                  <c:v>8.7134155599999996</c:v>
                </c:pt>
                <c:pt idx="4855">
                  <c:v>8.7136522200000002</c:v>
                </c:pt>
                <c:pt idx="4856">
                  <c:v>8.7155919399999995</c:v>
                </c:pt>
                <c:pt idx="4857">
                  <c:v>8.7163002800000005</c:v>
                </c:pt>
                <c:pt idx="4858">
                  <c:v>8.7169233300000002</c:v>
                </c:pt>
                <c:pt idx="4859">
                  <c:v>8.7170349999999992</c:v>
                </c:pt>
                <c:pt idx="4860">
                  <c:v>8.7176188900000007</c:v>
                </c:pt>
                <c:pt idx="4861">
                  <c:v>8.7188077800000006</c:v>
                </c:pt>
                <c:pt idx="4862">
                  <c:v>8.7194980599999994</c:v>
                </c:pt>
                <c:pt idx="4863">
                  <c:v>8.7205233300000007</c:v>
                </c:pt>
                <c:pt idx="4864">
                  <c:v>8.7213913900000009</c:v>
                </c:pt>
                <c:pt idx="4865">
                  <c:v>8.7226797200000004</c:v>
                </c:pt>
                <c:pt idx="4866">
                  <c:v>8.7236502799999993</c:v>
                </c:pt>
                <c:pt idx="4867">
                  <c:v>8.7256708300000003</c:v>
                </c:pt>
                <c:pt idx="4868">
                  <c:v>8.7258183299999992</c:v>
                </c:pt>
                <c:pt idx="4869">
                  <c:v>8.7258705600000006</c:v>
                </c:pt>
                <c:pt idx="4870">
                  <c:v>8.7273036099999999</c:v>
                </c:pt>
                <c:pt idx="4871">
                  <c:v>8.7274844399999996</c:v>
                </c:pt>
                <c:pt idx="4872">
                  <c:v>8.7291580599999996</c:v>
                </c:pt>
                <c:pt idx="4873">
                  <c:v>8.7307963900000001</c:v>
                </c:pt>
                <c:pt idx="4874">
                  <c:v>8.7308038900000007</c:v>
                </c:pt>
                <c:pt idx="4875">
                  <c:v>8.7314338899999999</c:v>
                </c:pt>
                <c:pt idx="4876">
                  <c:v>8.7321955599999992</c:v>
                </c:pt>
                <c:pt idx="4877">
                  <c:v>8.7340286099999993</c:v>
                </c:pt>
                <c:pt idx="4878">
                  <c:v>8.7344086099999991</c:v>
                </c:pt>
                <c:pt idx="4879">
                  <c:v>8.7359041699999995</c:v>
                </c:pt>
                <c:pt idx="4880">
                  <c:v>8.7360216699999995</c:v>
                </c:pt>
                <c:pt idx="4881">
                  <c:v>8.7370847200000004</c:v>
                </c:pt>
                <c:pt idx="4882">
                  <c:v>8.7374074999999998</c:v>
                </c:pt>
                <c:pt idx="4883">
                  <c:v>8.7383863900000005</c:v>
                </c:pt>
                <c:pt idx="4884">
                  <c:v>8.7384491700000009</c:v>
                </c:pt>
                <c:pt idx="4885">
                  <c:v>8.7384808300000003</c:v>
                </c:pt>
                <c:pt idx="4886">
                  <c:v>8.7403444399999994</c:v>
                </c:pt>
                <c:pt idx="4887">
                  <c:v>8.7404449999999994</c:v>
                </c:pt>
                <c:pt idx="4888">
                  <c:v>8.7416563899999993</c:v>
                </c:pt>
                <c:pt idx="4889">
                  <c:v>8.7418872200000006</c:v>
                </c:pt>
                <c:pt idx="4890">
                  <c:v>8.7431033300000003</c:v>
                </c:pt>
                <c:pt idx="4891">
                  <c:v>8.7438527799999992</c:v>
                </c:pt>
                <c:pt idx="4892">
                  <c:v>8.7439688899999997</c:v>
                </c:pt>
                <c:pt idx="4893">
                  <c:v>8.74526</c:v>
                </c:pt>
                <c:pt idx="4894">
                  <c:v>8.7462397200000002</c:v>
                </c:pt>
                <c:pt idx="4895">
                  <c:v>8.7468933300000007</c:v>
                </c:pt>
                <c:pt idx="4896">
                  <c:v>8.7478724999999997</c:v>
                </c:pt>
                <c:pt idx="4897">
                  <c:v>8.7488855599999997</c:v>
                </c:pt>
                <c:pt idx="4898">
                  <c:v>8.7490455600000008</c:v>
                </c:pt>
                <c:pt idx="4899">
                  <c:v>8.7503661099999999</c:v>
                </c:pt>
                <c:pt idx="4900">
                  <c:v>8.7515477799999992</c:v>
                </c:pt>
                <c:pt idx="4901">
                  <c:v>8.7522491700000007</c:v>
                </c:pt>
                <c:pt idx="4902">
                  <c:v>8.7522644399999994</c:v>
                </c:pt>
                <c:pt idx="4903">
                  <c:v>8.7525802800000001</c:v>
                </c:pt>
                <c:pt idx="4904">
                  <c:v>8.7544483300000007</c:v>
                </c:pt>
                <c:pt idx="4905">
                  <c:v>8.7558747199999996</c:v>
                </c:pt>
                <c:pt idx="4906">
                  <c:v>8.7560805599999991</c:v>
                </c:pt>
                <c:pt idx="4907">
                  <c:v>8.7561791699999993</c:v>
                </c:pt>
                <c:pt idx="4908">
                  <c:v>8.7564397199999995</c:v>
                </c:pt>
                <c:pt idx="4909">
                  <c:v>8.7572683300000005</c:v>
                </c:pt>
                <c:pt idx="4910">
                  <c:v>8.7583791699999995</c:v>
                </c:pt>
                <c:pt idx="4911">
                  <c:v>8.7591233299999995</c:v>
                </c:pt>
                <c:pt idx="4912">
                  <c:v>8.7592377799999994</c:v>
                </c:pt>
                <c:pt idx="4913">
                  <c:v>8.7597072199999992</c:v>
                </c:pt>
                <c:pt idx="4914">
                  <c:v>8.7615238899999994</c:v>
                </c:pt>
                <c:pt idx="4915">
                  <c:v>8.7617469400000001</c:v>
                </c:pt>
                <c:pt idx="4916">
                  <c:v>8.7618377800000005</c:v>
                </c:pt>
                <c:pt idx="4917">
                  <c:v>8.7623441700000004</c:v>
                </c:pt>
                <c:pt idx="4918">
                  <c:v>8.7639455599999998</c:v>
                </c:pt>
                <c:pt idx="4919">
                  <c:v>8.7646058300000007</c:v>
                </c:pt>
                <c:pt idx="4920">
                  <c:v>8.7648297199999998</c:v>
                </c:pt>
                <c:pt idx="4921">
                  <c:v>8.7654691699999994</c:v>
                </c:pt>
                <c:pt idx="4922">
                  <c:v>8.7678052799999993</c:v>
                </c:pt>
                <c:pt idx="4923">
                  <c:v>8.7678155600000007</c:v>
                </c:pt>
                <c:pt idx="4924">
                  <c:v>8.7678827800000008</c:v>
                </c:pt>
                <c:pt idx="4925">
                  <c:v>8.7694899999999993</c:v>
                </c:pt>
                <c:pt idx="4926">
                  <c:v>8.7701177799999996</c:v>
                </c:pt>
                <c:pt idx="4927">
                  <c:v>8.7710172199999992</c:v>
                </c:pt>
                <c:pt idx="4928">
                  <c:v>8.7710744399999996</c:v>
                </c:pt>
                <c:pt idx="4929">
                  <c:v>8.7733288900000002</c:v>
                </c:pt>
                <c:pt idx="4930">
                  <c:v>8.7733344399999993</c:v>
                </c:pt>
                <c:pt idx="4931">
                  <c:v>8.7737738899999993</c:v>
                </c:pt>
                <c:pt idx="4932">
                  <c:v>8.7742469399999994</c:v>
                </c:pt>
                <c:pt idx="4933">
                  <c:v>8.77460722</c:v>
                </c:pt>
                <c:pt idx="4934">
                  <c:v>8.7758361100000002</c:v>
                </c:pt>
                <c:pt idx="4935">
                  <c:v>8.7766341699999995</c:v>
                </c:pt>
                <c:pt idx="4936">
                  <c:v>8.7783777799999996</c:v>
                </c:pt>
                <c:pt idx="4937">
                  <c:v>8.7794319400000003</c:v>
                </c:pt>
                <c:pt idx="4938">
                  <c:v>8.7797991700000004</c:v>
                </c:pt>
                <c:pt idx="4939">
                  <c:v>8.7801241700000006</c:v>
                </c:pt>
                <c:pt idx="4940">
                  <c:v>8.7811352800000009</c:v>
                </c:pt>
                <c:pt idx="4941">
                  <c:v>8.7815799999999999</c:v>
                </c:pt>
                <c:pt idx="4942">
                  <c:v>8.7820824999999996</c:v>
                </c:pt>
                <c:pt idx="4943">
                  <c:v>8.7827405600000006</c:v>
                </c:pt>
                <c:pt idx="4944">
                  <c:v>8.7830588899999995</c:v>
                </c:pt>
                <c:pt idx="4945">
                  <c:v>8.7841080599999994</c:v>
                </c:pt>
                <c:pt idx="4946">
                  <c:v>8.7842997199999999</c:v>
                </c:pt>
                <c:pt idx="4947">
                  <c:v>8.7854402799999995</c:v>
                </c:pt>
                <c:pt idx="4948">
                  <c:v>8.7868511100000006</c:v>
                </c:pt>
                <c:pt idx="4949">
                  <c:v>8.7874274999999997</c:v>
                </c:pt>
                <c:pt idx="4950">
                  <c:v>8.7883030600000005</c:v>
                </c:pt>
                <c:pt idx="4951">
                  <c:v>8.7884080600000001</c:v>
                </c:pt>
                <c:pt idx="4952">
                  <c:v>8.7891772199999991</c:v>
                </c:pt>
                <c:pt idx="4953">
                  <c:v>8.78970333</c:v>
                </c:pt>
                <c:pt idx="4954">
                  <c:v>8.7903450000000003</c:v>
                </c:pt>
                <c:pt idx="4955">
                  <c:v>8.7919499999999999</c:v>
                </c:pt>
                <c:pt idx="4956">
                  <c:v>8.7927608300000006</c:v>
                </c:pt>
                <c:pt idx="4957">
                  <c:v>8.7929461100000008</c:v>
                </c:pt>
                <c:pt idx="4958">
                  <c:v>8.7929700000000004</c:v>
                </c:pt>
                <c:pt idx="4959">
                  <c:v>8.7948558299999995</c:v>
                </c:pt>
                <c:pt idx="4960">
                  <c:v>8.7953799999999998</c:v>
                </c:pt>
                <c:pt idx="4961">
                  <c:v>8.7954766699999993</c:v>
                </c:pt>
                <c:pt idx="4962">
                  <c:v>8.7970177799999991</c:v>
                </c:pt>
                <c:pt idx="4963">
                  <c:v>8.7977124999999994</c:v>
                </c:pt>
                <c:pt idx="4964">
                  <c:v>8.7978058299999997</c:v>
                </c:pt>
                <c:pt idx="4965">
                  <c:v>8.7984097200000004</c:v>
                </c:pt>
                <c:pt idx="4966">
                  <c:v>8.7996649999999992</c:v>
                </c:pt>
                <c:pt idx="4967">
                  <c:v>8.7998897199999995</c:v>
                </c:pt>
                <c:pt idx="4968">
                  <c:v>8.8011463899999995</c:v>
                </c:pt>
                <c:pt idx="4969">
                  <c:v>8.8015183300000004</c:v>
                </c:pt>
                <c:pt idx="4970">
                  <c:v>8.8024652799999998</c:v>
                </c:pt>
                <c:pt idx="4971">
                  <c:v>8.804335</c:v>
                </c:pt>
                <c:pt idx="4972">
                  <c:v>8.8043811099999996</c:v>
                </c:pt>
                <c:pt idx="4973">
                  <c:v>8.8055244399999992</c:v>
                </c:pt>
                <c:pt idx="4974">
                  <c:v>8.8055699999999995</c:v>
                </c:pt>
                <c:pt idx="4975">
                  <c:v>8.8064522200000006</c:v>
                </c:pt>
                <c:pt idx="4976">
                  <c:v>8.8080233299999993</c:v>
                </c:pt>
                <c:pt idx="4977">
                  <c:v>8.8086580600000008</c:v>
                </c:pt>
                <c:pt idx="4978">
                  <c:v>8.8094322199999997</c:v>
                </c:pt>
                <c:pt idx="4979">
                  <c:v>8.8100799999999992</c:v>
                </c:pt>
                <c:pt idx="4980">
                  <c:v>8.8108424999999997</c:v>
                </c:pt>
                <c:pt idx="4981">
                  <c:v>8.8129577799999996</c:v>
                </c:pt>
                <c:pt idx="4982">
                  <c:v>8.8137877800000002</c:v>
                </c:pt>
                <c:pt idx="4983">
                  <c:v>8.8145619400000008</c:v>
                </c:pt>
                <c:pt idx="4984">
                  <c:v>8.8150305600000003</c:v>
                </c:pt>
                <c:pt idx="4985">
                  <c:v>8.8157594400000008</c:v>
                </c:pt>
                <c:pt idx="4986">
                  <c:v>8.8170019400000008</c:v>
                </c:pt>
                <c:pt idx="4987">
                  <c:v>8.8170252799999993</c:v>
                </c:pt>
                <c:pt idx="4988">
                  <c:v>8.8171644400000009</c:v>
                </c:pt>
                <c:pt idx="4989">
                  <c:v>8.8202997199999995</c:v>
                </c:pt>
                <c:pt idx="4990">
                  <c:v>8.8213552800000006</c:v>
                </c:pt>
                <c:pt idx="4991">
                  <c:v>8.8215297199999991</c:v>
                </c:pt>
                <c:pt idx="4992">
                  <c:v>8.8216452800000003</c:v>
                </c:pt>
                <c:pt idx="4993">
                  <c:v>8.8226130600000001</c:v>
                </c:pt>
                <c:pt idx="4994">
                  <c:v>8.8242961100000006</c:v>
                </c:pt>
                <c:pt idx="4995">
                  <c:v>8.82454611</c:v>
                </c:pt>
                <c:pt idx="4996">
                  <c:v>8.8256697200000005</c:v>
                </c:pt>
                <c:pt idx="4997">
                  <c:v>8.8260602800000001</c:v>
                </c:pt>
                <c:pt idx="4998">
                  <c:v>8.8263377799999994</c:v>
                </c:pt>
                <c:pt idx="4999">
                  <c:v>8.8275433299999992</c:v>
                </c:pt>
                <c:pt idx="5000">
                  <c:v>8.8276952800000004</c:v>
                </c:pt>
                <c:pt idx="5001">
                  <c:v>8.8289322200000004</c:v>
                </c:pt>
                <c:pt idx="5002">
                  <c:v>8.8305611099999997</c:v>
                </c:pt>
                <c:pt idx="5003">
                  <c:v>8.8309144400000008</c:v>
                </c:pt>
                <c:pt idx="5004">
                  <c:v>8.8333511100000006</c:v>
                </c:pt>
                <c:pt idx="5005">
                  <c:v>8.8333825000000008</c:v>
                </c:pt>
                <c:pt idx="5006">
                  <c:v>8.8348247200000003</c:v>
                </c:pt>
                <c:pt idx="5007">
                  <c:v>8.8349088899999995</c:v>
                </c:pt>
                <c:pt idx="5008">
                  <c:v>8.8361544399999996</c:v>
                </c:pt>
                <c:pt idx="5009">
                  <c:v>8.8361852800000005</c:v>
                </c:pt>
                <c:pt idx="5010">
                  <c:v>8.8364597200000006</c:v>
                </c:pt>
                <c:pt idx="5011">
                  <c:v>8.8378250000000005</c:v>
                </c:pt>
                <c:pt idx="5012">
                  <c:v>8.8379313899999996</c:v>
                </c:pt>
                <c:pt idx="5013">
                  <c:v>8.8392988900000002</c:v>
                </c:pt>
                <c:pt idx="5014">
                  <c:v>8.8403869400000001</c:v>
                </c:pt>
                <c:pt idx="5015">
                  <c:v>8.8404433299999994</c:v>
                </c:pt>
                <c:pt idx="5016">
                  <c:v>8.8417755600000003</c:v>
                </c:pt>
                <c:pt idx="5017">
                  <c:v>8.8428052800000003</c:v>
                </c:pt>
                <c:pt idx="5018">
                  <c:v>8.8439733300000007</c:v>
                </c:pt>
                <c:pt idx="5019">
                  <c:v>8.8450038899999992</c:v>
                </c:pt>
                <c:pt idx="5020">
                  <c:v>8.8450283299999999</c:v>
                </c:pt>
                <c:pt idx="5021">
                  <c:v>8.8462738900000009</c:v>
                </c:pt>
                <c:pt idx="5022">
                  <c:v>8.8463366699999995</c:v>
                </c:pt>
                <c:pt idx="5023">
                  <c:v>8.8475383300000008</c:v>
                </c:pt>
                <c:pt idx="5024">
                  <c:v>8.8491852800000004</c:v>
                </c:pt>
                <c:pt idx="5025">
                  <c:v>8.8492875000000009</c:v>
                </c:pt>
                <c:pt idx="5026">
                  <c:v>8.8500333300000005</c:v>
                </c:pt>
                <c:pt idx="5027">
                  <c:v>8.8508597200000008</c:v>
                </c:pt>
                <c:pt idx="5028">
                  <c:v>8.8510586100000008</c:v>
                </c:pt>
                <c:pt idx="5029">
                  <c:v>8.8513166699999992</c:v>
                </c:pt>
                <c:pt idx="5030">
                  <c:v>8.8521991700000004</c:v>
                </c:pt>
                <c:pt idx="5031">
                  <c:v>8.8533069399999995</c:v>
                </c:pt>
                <c:pt idx="5032">
                  <c:v>8.8541444400000007</c:v>
                </c:pt>
                <c:pt idx="5033">
                  <c:v>8.8552547199999996</c:v>
                </c:pt>
                <c:pt idx="5034">
                  <c:v>8.8565208299999991</c:v>
                </c:pt>
                <c:pt idx="5035">
                  <c:v>8.85808778</c:v>
                </c:pt>
                <c:pt idx="5036">
                  <c:v>8.8594958300000002</c:v>
                </c:pt>
                <c:pt idx="5037">
                  <c:v>8.8595863900000005</c:v>
                </c:pt>
                <c:pt idx="5038">
                  <c:v>8.8608666700000001</c:v>
                </c:pt>
                <c:pt idx="5039">
                  <c:v>8.8616261099999996</c:v>
                </c:pt>
                <c:pt idx="5040">
                  <c:v>8.8628816700000002</c:v>
                </c:pt>
                <c:pt idx="5041">
                  <c:v>8.8637938900000002</c:v>
                </c:pt>
                <c:pt idx="5042">
                  <c:v>8.8638513900000007</c:v>
                </c:pt>
                <c:pt idx="5043">
                  <c:v>8.8659936100000003</c:v>
                </c:pt>
                <c:pt idx="5044">
                  <c:v>8.8670833299999998</c:v>
                </c:pt>
                <c:pt idx="5045">
                  <c:v>8.8670869400000001</c:v>
                </c:pt>
                <c:pt idx="5046">
                  <c:v>8.8689152799999995</c:v>
                </c:pt>
                <c:pt idx="5047">
                  <c:v>8.8695638900000002</c:v>
                </c:pt>
                <c:pt idx="5048">
                  <c:v>8.8711008299999996</c:v>
                </c:pt>
                <c:pt idx="5049">
                  <c:v>8.8716100000000004</c:v>
                </c:pt>
                <c:pt idx="5050">
                  <c:v>8.8730480600000003</c:v>
                </c:pt>
                <c:pt idx="5051">
                  <c:v>8.8753886099999999</c:v>
                </c:pt>
                <c:pt idx="5052">
                  <c:v>8.87547833</c:v>
                </c:pt>
                <c:pt idx="5053">
                  <c:v>8.8769550000000006</c:v>
                </c:pt>
                <c:pt idx="5054">
                  <c:v>8.8783783300000003</c:v>
                </c:pt>
                <c:pt idx="5055">
                  <c:v>8.8788580600000007</c:v>
                </c:pt>
                <c:pt idx="5056">
                  <c:v>8.8796747200000006</c:v>
                </c:pt>
                <c:pt idx="5057">
                  <c:v>8.8797219399999996</c:v>
                </c:pt>
                <c:pt idx="5058">
                  <c:v>8.8808777800000005</c:v>
                </c:pt>
                <c:pt idx="5059">
                  <c:v>8.8812916699999995</c:v>
                </c:pt>
                <c:pt idx="5060">
                  <c:v>8.8818997199999998</c:v>
                </c:pt>
                <c:pt idx="5061">
                  <c:v>8.8819986100000001</c:v>
                </c:pt>
                <c:pt idx="5062">
                  <c:v>8.8841530599999992</c:v>
                </c:pt>
                <c:pt idx="5063">
                  <c:v>8.8845102800000006</c:v>
                </c:pt>
                <c:pt idx="5064">
                  <c:v>8.8845241700000006</c:v>
                </c:pt>
                <c:pt idx="5065">
                  <c:v>8.8859697200000003</c:v>
                </c:pt>
                <c:pt idx="5066">
                  <c:v>8.8875511100000004</c:v>
                </c:pt>
                <c:pt idx="5067">
                  <c:v>8.8885580599999994</c:v>
                </c:pt>
                <c:pt idx="5068">
                  <c:v>8.8899372200000002</c:v>
                </c:pt>
                <c:pt idx="5069">
                  <c:v>8.8913083299999993</c:v>
                </c:pt>
                <c:pt idx="5070">
                  <c:v>8.8914811100000009</c:v>
                </c:pt>
                <c:pt idx="5071">
                  <c:v>8.89277111</c:v>
                </c:pt>
                <c:pt idx="5072">
                  <c:v>8.8927933299999999</c:v>
                </c:pt>
                <c:pt idx="5073">
                  <c:v>8.8928666700000001</c:v>
                </c:pt>
                <c:pt idx="5074">
                  <c:v>8.8935899999999997</c:v>
                </c:pt>
                <c:pt idx="5075">
                  <c:v>8.8936413900000009</c:v>
                </c:pt>
                <c:pt idx="5076">
                  <c:v>8.8956166700000008</c:v>
                </c:pt>
                <c:pt idx="5077">
                  <c:v>8.89588556</c:v>
                </c:pt>
                <c:pt idx="5078">
                  <c:v>8.8971061099999993</c:v>
                </c:pt>
                <c:pt idx="5079">
                  <c:v>8.8972927800000008</c:v>
                </c:pt>
                <c:pt idx="5080">
                  <c:v>8.8973344399999998</c:v>
                </c:pt>
                <c:pt idx="5081">
                  <c:v>8.8991322200000003</c:v>
                </c:pt>
                <c:pt idx="5082">
                  <c:v>8.8991430600000001</c:v>
                </c:pt>
                <c:pt idx="5083">
                  <c:v>8.9016908299999997</c:v>
                </c:pt>
                <c:pt idx="5084">
                  <c:v>8.9022861100000004</c:v>
                </c:pt>
                <c:pt idx="5085">
                  <c:v>8.9029497200000005</c:v>
                </c:pt>
                <c:pt idx="5086">
                  <c:v>8.9036305599999999</c:v>
                </c:pt>
                <c:pt idx="5087">
                  <c:v>8.9050105599999991</c:v>
                </c:pt>
                <c:pt idx="5088">
                  <c:v>8.9067541699999992</c:v>
                </c:pt>
                <c:pt idx="5089">
                  <c:v>8.9075130599999994</c:v>
                </c:pt>
                <c:pt idx="5090">
                  <c:v>8.9076119400000007</c:v>
                </c:pt>
                <c:pt idx="5091">
                  <c:v>8.9089944400000007</c:v>
                </c:pt>
                <c:pt idx="5092">
                  <c:v>8.9092886100000008</c:v>
                </c:pt>
                <c:pt idx="5093">
                  <c:v>8.9102441700000004</c:v>
                </c:pt>
                <c:pt idx="5094">
                  <c:v>8.9107711100000007</c:v>
                </c:pt>
                <c:pt idx="5095">
                  <c:v>8.9121675000000007</c:v>
                </c:pt>
                <c:pt idx="5096">
                  <c:v>8.9121874999999999</c:v>
                </c:pt>
                <c:pt idx="5097">
                  <c:v>8.91323139</c:v>
                </c:pt>
                <c:pt idx="5098">
                  <c:v>8.9135638900000007</c:v>
                </c:pt>
                <c:pt idx="5099">
                  <c:v>8.9153197199999994</c:v>
                </c:pt>
                <c:pt idx="5100">
                  <c:v>8.9159505600000006</c:v>
                </c:pt>
                <c:pt idx="5101">
                  <c:v>8.9160036100000006</c:v>
                </c:pt>
                <c:pt idx="5102">
                  <c:v>8.9174952800000007</c:v>
                </c:pt>
                <c:pt idx="5103">
                  <c:v>8.9175680600000007</c:v>
                </c:pt>
                <c:pt idx="5104">
                  <c:v>8.9177269399999997</c:v>
                </c:pt>
                <c:pt idx="5105">
                  <c:v>8.9202172199999996</c:v>
                </c:pt>
                <c:pt idx="5106">
                  <c:v>8.9204733300000001</c:v>
                </c:pt>
                <c:pt idx="5107">
                  <c:v>8.9205830600000002</c:v>
                </c:pt>
                <c:pt idx="5108">
                  <c:v>8.9206238899999999</c:v>
                </c:pt>
                <c:pt idx="5109">
                  <c:v>8.9218063900000004</c:v>
                </c:pt>
                <c:pt idx="5110">
                  <c:v>8.9234077799999998</c:v>
                </c:pt>
                <c:pt idx="5111">
                  <c:v>8.9237222200000001</c:v>
                </c:pt>
                <c:pt idx="5112">
                  <c:v>8.9246108300000007</c:v>
                </c:pt>
                <c:pt idx="5113">
                  <c:v>8.92613111</c:v>
                </c:pt>
                <c:pt idx="5114">
                  <c:v>8.9265552800000005</c:v>
                </c:pt>
                <c:pt idx="5115">
                  <c:v>8.9268374999999995</c:v>
                </c:pt>
                <c:pt idx="5116">
                  <c:v>8.9283263900000005</c:v>
                </c:pt>
                <c:pt idx="5117">
                  <c:v>8.9296138900000006</c:v>
                </c:pt>
                <c:pt idx="5118">
                  <c:v>8.9303677799999992</c:v>
                </c:pt>
                <c:pt idx="5119">
                  <c:v>8.9305138900000003</c:v>
                </c:pt>
                <c:pt idx="5120">
                  <c:v>8.9308274999999995</c:v>
                </c:pt>
                <c:pt idx="5121">
                  <c:v>8.9315019400000004</c:v>
                </c:pt>
                <c:pt idx="5122">
                  <c:v>8.9320533300000005</c:v>
                </c:pt>
                <c:pt idx="5123">
                  <c:v>8.9325316699999995</c:v>
                </c:pt>
                <c:pt idx="5124">
                  <c:v>8.9337036100000002</c:v>
                </c:pt>
                <c:pt idx="5125">
                  <c:v>8.9338644400000007</c:v>
                </c:pt>
                <c:pt idx="5126">
                  <c:v>8.9349838899999998</c:v>
                </c:pt>
                <c:pt idx="5127">
                  <c:v>8.93605056</c:v>
                </c:pt>
                <c:pt idx="5128">
                  <c:v>8.9372786099999999</c:v>
                </c:pt>
                <c:pt idx="5129">
                  <c:v>8.9375827799999996</c:v>
                </c:pt>
                <c:pt idx="5130">
                  <c:v>8.9392300000000002</c:v>
                </c:pt>
                <c:pt idx="5131">
                  <c:v>8.9398136099999999</c:v>
                </c:pt>
                <c:pt idx="5132">
                  <c:v>8.9407305600000004</c:v>
                </c:pt>
                <c:pt idx="5133">
                  <c:v>8.9413580600000007</c:v>
                </c:pt>
                <c:pt idx="5134">
                  <c:v>8.9414111100000007</c:v>
                </c:pt>
                <c:pt idx="5135">
                  <c:v>8.9431597200000006</c:v>
                </c:pt>
                <c:pt idx="5136">
                  <c:v>8.94390222</c:v>
                </c:pt>
                <c:pt idx="5137">
                  <c:v>8.94502694</c:v>
                </c:pt>
                <c:pt idx="5138">
                  <c:v>8.9458416700000001</c:v>
                </c:pt>
                <c:pt idx="5139">
                  <c:v>8.9471491699999994</c:v>
                </c:pt>
                <c:pt idx="5140">
                  <c:v>8.9479805599999995</c:v>
                </c:pt>
                <c:pt idx="5141">
                  <c:v>8.94884944</c:v>
                </c:pt>
                <c:pt idx="5142">
                  <c:v>8.9493122199999995</c:v>
                </c:pt>
                <c:pt idx="5143">
                  <c:v>8.95084722</c:v>
                </c:pt>
                <c:pt idx="5144">
                  <c:v>8.9516050000000007</c:v>
                </c:pt>
                <c:pt idx="5145">
                  <c:v>8.9523041699999997</c:v>
                </c:pt>
                <c:pt idx="5146">
                  <c:v>8.9523463900000007</c:v>
                </c:pt>
                <c:pt idx="5147">
                  <c:v>8.9526474999999994</c:v>
                </c:pt>
                <c:pt idx="5148">
                  <c:v>8.9542872199999994</c:v>
                </c:pt>
                <c:pt idx="5149">
                  <c:v>8.9564247199999993</c:v>
                </c:pt>
                <c:pt idx="5150">
                  <c:v>8.9564952800000004</c:v>
                </c:pt>
                <c:pt idx="5151">
                  <c:v>8.9567516699999992</c:v>
                </c:pt>
                <c:pt idx="5152">
                  <c:v>8.9587705599999996</c:v>
                </c:pt>
                <c:pt idx="5153">
                  <c:v>8.9597788900000008</c:v>
                </c:pt>
                <c:pt idx="5154">
                  <c:v>8.9600908300000004</c:v>
                </c:pt>
                <c:pt idx="5155">
                  <c:v>8.9611583299999999</c:v>
                </c:pt>
                <c:pt idx="5156">
                  <c:v>8.9642980600000008</c:v>
                </c:pt>
                <c:pt idx="5157">
                  <c:v>8.9653983299999993</c:v>
                </c:pt>
                <c:pt idx="5158">
                  <c:v>8.9654977799999998</c:v>
                </c:pt>
                <c:pt idx="5159">
                  <c:v>8.9665025000000007</c:v>
                </c:pt>
                <c:pt idx="5160">
                  <c:v>8.9668063900000003</c:v>
                </c:pt>
                <c:pt idx="5161">
                  <c:v>8.96780139</c:v>
                </c:pt>
                <c:pt idx="5162">
                  <c:v>8.9678888899999993</c:v>
                </c:pt>
                <c:pt idx="5163">
                  <c:v>8.9695822199999995</c:v>
                </c:pt>
                <c:pt idx="5164">
                  <c:v>8.9704700000000006</c:v>
                </c:pt>
                <c:pt idx="5165">
                  <c:v>8.9707741700000003</c:v>
                </c:pt>
                <c:pt idx="5166">
                  <c:v>8.9708080599999995</c:v>
                </c:pt>
                <c:pt idx="5167">
                  <c:v>8.9723797199999993</c:v>
                </c:pt>
                <c:pt idx="5168">
                  <c:v>8.9735097199999991</c:v>
                </c:pt>
                <c:pt idx="5169">
                  <c:v>8.9740902800000004</c:v>
                </c:pt>
                <c:pt idx="5170">
                  <c:v>8.9763905600000005</c:v>
                </c:pt>
                <c:pt idx="5171">
                  <c:v>8.9774319400000007</c:v>
                </c:pt>
                <c:pt idx="5172">
                  <c:v>8.9784658299999993</c:v>
                </c:pt>
                <c:pt idx="5173">
                  <c:v>8.9790944400000008</c:v>
                </c:pt>
                <c:pt idx="5174">
                  <c:v>8.9798661099999997</c:v>
                </c:pt>
                <c:pt idx="5175">
                  <c:v>8.9803883300000003</c:v>
                </c:pt>
                <c:pt idx="5176">
                  <c:v>8.9818247200000005</c:v>
                </c:pt>
                <c:pt idx="5177">
                  <c:v>8.9828749999999999</c:v>
                </c:pt>
                <c:pt idx="5178">
                  <c:v>8.9847686099999997</c:v>
                </c:pt>
                <c:pt idx="5179">
                  <c:v>8.9847977799999992</c:v>
                </c:pt>
                <c:pt idx="5180">
                  <c:v>8.9857683300000009</c:v>
                </c:pt>
                <c:pt idx="5181">
                  <c:v>8.9870533300000002</c:v>
                </c:pt>
                <c:pt idx="5182">
                  <c:v>8.9871713900000003</c:v>
                </c:pt>
                <c:pt idx="5183">
                  <c:v>8.9890658299999995</c:v>
                </c:pt>
                <c:pt idx="5184">
                  <c:v>8.9899719400000002</c:v>
                </c:pt>
                <c:pt idx="5185">
                  <c:v>8.9901638899999998</c:v>
                </c:pt>
                <c:pt idx="5186">
                  <c:v>8.9915050000000001</c:v>
                </c:pt>
                <c:pt idx="5187">
                  <c:v>8.9922222200000004</c:v>
                </c:pt>
                <c:pt idx="5188">
                  <c:v>8.9922844400000006</c:v>
                </c:pt>
                <c:pt idx="5189">
                  <c:v>8.9929591700000007</c:v>
                </c:pt>
                <c:pt idx="5190">
                  <c:v>8.9940102799999995</c:v>
                </c:pt>
                <c:pt idx="5191">
                  <c:v>8.9949747200000001</c:v>
                </c:pt>
                <c:pt idx="5192">
                  <c:v>8.9964150000000007</c:v>
                </c:pt>
                <c:pt idx="5193">
                  <c:v>8.9970772199999995</c:v>
                </c:pt>
                <c:pt idx="5194">
                  <c:v>8.9974041699999994</c:v>
                </c:pt>
                <c:pt idx="5195">
                  <c:v>8.9978111100000007</c:v>
                </c:pt>
                <c:pt idx="5196">
                  <c:v>8.9979394399999997</c:v>
                </c:pt>
                <c:pt idx="5197">
                  <c:v>8.9986141699999997</c:v>
                </c:pt>
                <c:pt idx="5198">
                  <c:v>8.9997863900000006</c:v>
                </c:pt>
                <c:pt idx="5199">
                  <c:v>9.0009405600000001</c:v>
                </c:pt>
                <c:pt idx="5200">
                  <c:v>9.0010936099999999</c:v>
                </c:pt>
                <c:pt idx="5201">
                  <c:v>9.0036563899999997</c:v>
                </c:pt>
                <c:pt idx="5202">
                  <c:v>9.0045994399999998</c:v>
                </c:pt>
                <c:pt idx="5203">
                  <c:v>9.0060261100000005</c:v>
                </c:pt>
                <c:pt idx="5204">
                  <c:v>9.0067836099999994</c:v>
                </c:pt>
                <c:pt idx="5205">
                  <c:v>9.0079727799999993</c:v>
                </c:pt>
                <c:pt idx="5206">
                  <c:v>9.0080611099999999</c:v>
                </c:pt>
                <c:pt idx="5207">
                  <c:v>9.0092722199999997</c:v>
                </c:pt>
                <c:pt idx="5208">
                  <c:v>9.0101091699999998</c:v>
                </c:pt>
                <c:pt idx="5209">
                  <c:v>9.0101305600000003</c:v>
                </c:pt>
                <c:pt idx="5210">
                  <c:v>9.0114452800000002</c:v>
                </c:pt>
                <c:pt idx="5211">
                  <c:v>9.0114930599999994</c:v>
                </c:pt>
                <c:pt idx="5212">
                  <c:v>9.0133669399999992</c:v>
                </c:pt>
                <c:pt idx="5213">
                  <c:v>9.0141055600000008</c:v>
                </c:pt>
                <c:pt idx="5214">
                  <c:v>9.0147586099999995</c:v>
                </c:pt>
                <c:pt idx="5215">
                  <c:v>9.0162355600000001</c:v>
                </c:pt>
                <c:pt idx="5216">
                  <c:v>9.0162875000000007</c:v>
                </c:pt>
                <c:pt idx="5217">
                  <c:v>9.0180127799999994</c:v>
                </c:pt>
                <c:pt idx="5218">
                  <c:v>9.0182438900000008</c:v>
                </c:pt>
                <c:pt idx="5219">
                  <c:v>9.0194702800000002</c:v>
                </c:pt>
                <c:pt idx="5220">
                  <c:v>9.0194966700000005</c:v>
                </c:pt>
                <c:pt idx="5221">
                  <c:v>9.0205366700000003</c:v>
                </c:pt>
                <c:pt idx="5222">
                  <c:v>9.0212558299999994</c:v>
                </c:pt>
                <c:pt idx="5223">
                  <c:v>9.0217994400000006</c:v>
                </c:pt>
                <c:pt idx="5224">
                  <c:v>9.0219436099999992</c:v>
                </c:pt>
                <c:pt idx="5225">
                  <c:v>9.0235533300000004</c:v>
                </c:pt>
                <c:pt idx="5226">
                  <c:v>9.0249591700000007</c:v>
                </c:pt>
                <c:pt idx="5227">
                  <c:v>9.0249761100000008</c:v>
                </c:pt>
                <c:pt idx="5228">
                  <c:v>9.0250513899999998</c:v>
                </c:pt>
                <c:pt idx="5229">
                  <c:v>9.0255513900000004</c:v>
                </c:pt>
                <c:pt idx="5230">
                  <c:v>9.0266127800000007</c:v>
                </c:pt>
                <c:pt idx="5231">
                  <c:v>9.0277774999999991</c:v>
                </c:pt>
                <c:pt idx="5232">
                  <c:v>9.0286055600000008</c:v>
                </c:pt>
                <c:pt idx="5233">
                  <c:v>9.0293469399999999</c:v>
                </c:pt>
                <c:pt idx="5234">
                  <c:v>9.0307047199999992</c:v>
                </c:pt>
                <c:pt idx="5235">
                  <c:v>9.0311747199999992</c:v>
                </c:pt>
                <c:pt idx="5236">
                  <c:v>9.0325238900000002</c:v>
                </c:pt>
                <c:pt idx="5237">
                  <c:v>9.0326044400000001</c:v>
                </c:pt>
                <c:pt idx="5238">
                  <c:v>9.0344311099999999</c:v>
                </c:pt>
                <c:pt idx="5239">
                  <c:v>9.0346050000000009</c:v>
                </c:pt>
                <c:pt idx="5240">
                  <c:v>9.0363411100000004</c:v>
                </c:pt>
                <c:pt idx="5241">
                  <c:v>9.0365783299999993</c:v>
                </c:pt>
                <c:pt idx="5242">
                  <c:v>9.0370805599999997</c:v>
                </c:pt>
                <c:pt idx="5243">
                  <c:v>9.0382827799999994</c:v>
                </c:pt>
                <c:pt idx="5244">
                  <c:v>9.0383280599999996</c:v>
                </c:pt>
                <c:pt idx="5245">
                  <c:v>9.0400808300000008</c:v>
                </c:pt>
                <c:pt idx="5246">
                  <c:v>9.0409127799999993</c:v>
                </c:pt>
                <c:pt idx="5247">
                  <c:v>9.0409624999999991</c:v>
                </c:pt>
                <c:pt idx="5248">
                  <c:v>9.0419961099999995</c:v>
                </c:pt>
                <c:pt idx="5249">
                  <c:v>9.0429461100000008</c:v>
                </c:pt>
                <c:pt idx="5250">
                  <c:v>9.0429580600000001</c:v>
                </c:pt>
                <c:pt idx="5251">
                  <c:v>9.0441763900000005</c:v>
                </c:pt>
                <c:pt idx="5252">
                  <c:v>9.0457763900000003</c:v>
                </c:pt>
                <c:pt idx="5253">
                  <c:v>9.0458499999999997</c:v>
                </c:pt>
                <c:pt idx="5254">
                  <c:v>9.0458750000000006</c:v>
                </c:pt>
                <c:pt idx="5255">
                  <c:v>9.0458769399999994</c:v>
                </c:pt>
                <c:pt idx="5256">
                  <c:v>9.0491905599999996</c:v>
                </c:pt>
                <c:pt idx="5257">
                  <c:v>9.0499661099999997</c:v>
                </c:pt>
                <c:pt idx="5258">
                  <c:v>9.0510594399999995</c:v>
                </c:pt>
                <c:pt idx="5259">
                  <c:v>9.0526463899999996</c:v>
                </c:pt>
                <c:pt idx="5260">
                  <c:v>9.0535802800000003</c:v>
                </c:pt>
                <c:pt idx="5261">
                  <c:v>9.0540138900000002</c:v>
                </c:pt>
                <c:pt idx="5262">
                  <c:v>9.0554069399999992</c:v>
                </c:pt>
                <c:pt idx="5263">
                  <c:v>9.0554616699999997</c:v>
                </c:pt>
                <c:pt idx="5264">
                  <c:v>9.0557369399999992</c:v>
                </c:pt>
                <c:pt idx="5265">
                  <c:v>9.0571772199999998</c:v>
                </c:pt>
                <c:pt idx="5266">
                  <c:v>9.0588072200000003</c:v>
                </c:pt>
                <c:pt idx="5267">
                  <c:v>9.0588333300000006</c:v>
                </c:pt>
                <c:pt idx="5268">
                  <c:v>9.0603691699999995</c:v>
                </c:pt>
                <c:pt idx="5269">
                  <c:v>9.0610788899999992</c:v>
                </c:pt>
                <c:pt idx="5270">
                  <c:v>9.0615588900000006</c:v>
                </c:pt>
                <c:pt idx="5271">
                  <c:v>9.0629074999999997</c:v>
                </c:pt>
                <c:pt idx="5272">
                  <c:v>9.0630855599999993</c:v>
                </c:pt>
                <c:pt idx="5273">
                  <c:v>9.06471917</c:v>
                </c:pt>
                <c:pt idx="5274">
                  <c:v>9.0648658300000005</c:v>
                </c:pt>
                <c:pt idx="5275">
                  <c:v>9.0661077799999994</c:v>
                </c:pt>
                <c:pt idx="5276">
                  <c:v>9.0672575000000002</c:v>
                </c:pt>
                <c:pt idx="5277">
                  <c:v>9.0687599999999993</c:v>
                </c:pt>
                <c:pt idx="5278">
                  <c:v>9.0699138900000005</c:v>
                </c:pt>
                <c:pt idx="5279">
                  <c:v>9.0699808300000004</c:v>
                </c:pt>
                <c:pt idx="5280">
                  <c:v>9.0713749999999997</c:v>
                </c:pt>
                <c:pt idx="5281">
                  <c:v>9.0714172200000007</c:v>
                </c:pt>
                <c:pt idx="5282">
                  <c:v>9.0729741700000002</c:v>
                </c:pt>
                <c:pt idx="5283">
                  <c:v>9.0746113899999994</c:v>
                </c:pt>
                <c:pt idx="5284">
                  <c:v>9.0746547199999998</c:v>
                </c:pt>
                <c:pt idx="5285">
                  <c:v>9.0748572200000002</c:v>
                </c:pt>
                <c:pt idx="5286">
                  <c:v>9.07649361</c:v>
                </c:pt>
                <c:pt idx="5287">
                  <c:v>9.0773550000000007</c:v>
                </c:pt>
                <c:pt idx="5288">
                  <c:v>9.0787566700000006</c:v>
                </c:pt>
                <c:pt idx="5289">
                  <c:v>9.0792441700000008</c:v>
                </c:pt>
                <c:pt idx="5290">
                  <c:v>9.0792463899999998</c:v>
                </c:pt>
                <c:pt idx="5291">
                  <c:v>9.08145472</c:v>
                </c:pt>
                <c:pt idx="5292">
                  <c:v>9.0825191699999994</c:v>
                </c:pt>
                <c:pt idx="5293">
                  <c:v>9.0833547200000009</c:v>
                </c:pt>
                <c:pt idx="5294">
                  <c:v>9.0843974999999997</c:v>
                </c:pt>
                <c:pt idx="5295">
                  <c:v>9.08598806</c:v>
                </c:pt>
                <c:pt idx="5296">
                  <c:v>9.0862663900000005</c:v>
                </c:pt>
                <c:pt idx="5297">
                  <c:v>9.0872952799999993</c:v>
                </c:pt>
                <c:pt idx="5298">
                  <c:v>9.0882111099999996</c:v>
                </c:pt>
                <c:pt idx="5299">
                  <c:v>9.0888619399999993</c:v>
                </c:pt>
                <c:pt idx="5300">
                  <c:v>9.0899761100000003</c:v>
                </c:pt>
                <c:pt idx="5301">
                  <c:v>9.0904277800000006</c:v>
                </c:pt>
                <c:pt idx="5302">
                  <c:v>9.0921616699999994</c:v>
                </c:pt>
                <c:pt idx="5303">
                  <c:v>9.0921711100000007</c:v>
                </c:pt>
                <c:pt idx="5304">
                  <c:v>9.0922516699999996</c:v>
                </c:pt>
                <c:pt idx="5305">
                  <c:v>9.0939605599999993</c:v>
                </c:pt>
                <c:pt idx="5306">
                  <c:v>9.0947322199999991</c:v>
                </c:pt>
                <c:pt idx="5307">
                  <c:v>9.09554917</c:v>
                </c:pt>
                <c:pt idx="5308">
                  <c:v>9.0962416699999995</c:v>
                </c:pt>
                <c:pt idx="5309">
                  <c:v>9.0967733299999995</c:v>
                </c:pt>
                <c:pt idx="5310">
                  <c:v>9.0984772199999995</c:v>
                </c:pt>
                <c:pt idx="5311">
                  <c:v>9.0985305600000004</c:v>
                </c:pt>
                <c:pt idx="5312">
                  <c:v>9.0985461099999991</c:v>
                </c:pt>
                <c:pt idx="5313">
                  <c:v>9.0987511100000003</c:v>
                </c:pt>
                <c:pt idx="5314">
                  <c:v>9.1005116699999995</c:v>
                </c:pt>
                <c:pt idx="5315">
                  <c:v>9.1007636099999996</c:v>
                </c:pt>
                <c:pt idx="5316">
                  <c:v>9.1020516699999998</c:v>
                </c:pt>
                <c:pt idx="5317">
                  <c:v>9.1030300000000004</c:v>
                </c:pt>
                <c:pt idx="5318">
                  <c:v>9.1030819399999992</c:v>
                </c:pt>
                <c:pt idx="5319">
                  <c:v>9.1031255600000005</c:v>
                </c:pt>
                <c:pt idx="5320">
                  <c:v>9.1035522199999992</c:v>
                </c:pt>
                <c:pt idx="5321">
                  <c:v>9.1047758299999995</c:v>
                </c:pt>
                <c:pt idx="5322">
                  <c:v>9.1055927800000003</c:v>
                </c:pt>
                <c:pt idx="5323">
                  <c:v>9.1064052800000006</c:v>
                </c:pt>
                <c:pt idx="5324">
                  <c:v>9.1074213900000007</c:v>
                </c:pt>
                <c:pt idx="5325">
                  <c:v>9.1075961099999994</c:v>
                </c:pt>
                <c:pt idx="5326">
                  <c:v>9.1087299999999995</c:v>
                </c:pt>
                <c:pt idx="5327">
                  <c:v>9.10930778</c:v>
                </c:pt>
                <c:pt idx="5328">
                  <c:v>9.1105575000000005</c:v>
                </c:pt>
                <c:pt idx="5329">
                  <c:v>9.1108405599999998</c:v>
                </c:pt>
                <c:pt idx="5330">
                  <c:v>9.1120322199999997</c:v>
                </c:pt>
                <c:pt idx="5331">
                  <c:v>9.1120730600000002</c:v>
                </c:pt>
                <c:pt idx="5332">
                  <c:v>9.1125830600000004</c:v>
                </c:pt>
                <c:pt idx="5333">
                  <c:v>9.1139708299999995</c:v>
                </c:pt>
                <c:pt idx="5334">
                  <c:v>9.1139963900000005</c:v>
                </c:pt>
                <c:pt idx="5335">
                  <c:v>9.1154150000000005</c:v>
                </c:pt>
                <c:pt idx="5336">
                  <c:v>9.11616611</c:v>
                </c:pt>
                <c:pt idx="5337">
                  <c:v>9.1162194400000001</c:v>
                </c:pt>
                <c:pt idx="5338">
                  <c:v>9.1179400000000008</c:v>
                </c:pt>
                <c:pt idx="5339">
                  <c:v>9.1180675000000004</c:v>
                </c:pt>
                <c:pt idx="5340">
                  <c:v>9.1196225000000002</c:v>
                </c:pt>
                <c:pt idx="5341">
                  <c:v>9.1207144400000004</c:v>
                </c:pt>
                <c:pt idx="5342">
                  <c:v>9.1215438899999999</c:v>
                </c:pt>
                <c:pt idx="5343">
                  <c:v>9.1220747200000005</c:v>
                </c:pt>
                <c:pt idx="5344">
                  <c:v>9.1226288899999997</c:v>
                </c:pt>
                <c:pt idx="5345">
                  <c:v>9.1234102799999999</c:v>
                </c:pt>
                <c:pt idx="5346">
                  <c:v>9.1239713899999995</c:v>
                </c:pt>
                <c:pt idx="5347">
                  <c:v>9.1243941700000004</c:v>
                </c:pt>
                <c:pt idx="5348">
                  <c:v>9.1244972200000003</c:v>
                </c:pt>
                <c:pt idx="5349">
                  <c:v>9.1258355600000005</c:v>
                </c:pt>
                <c:pt idx="5350">
                  <c:v>9.1268716699999999</c:v>
                </c:pt>
                <c:pt idx="5351">
                  <c:v>9.1275488899999999</c:v>
                </c:pt>
                <c:pt idx="5352">
                  <c:v>9.1285225000000008</c:v>
                </c:pt>
                <c:pt idx="5353">
                  <c:v>9.1293033300000008</c:v>
                </c:pt>
                <c:pt idx="5354">
                  <c:v>9.1295019400000008</c:v>
                </c:pt>
                <c:pt idx="5355">
                  <c:v>9.13388694</c:v>
                </c:pt>
                <c:pt idx="5356">
                  <c:v>9.1341127800000006</c:v>
                </c:pt>
                <c:pt idx="5357">
                  <c:v>9.1350305600000006</c:v>
                </c:pt>
                <c:pt idx="5358">
                  <c:v>9.1351691699999993</c:v>
                </c:pt>
                <c:pt idx="5359">
                  <c:v>9.1367894399999994</c:v>
                </c:pt>
                <c:pt idx="5360">
                  <c:v>9.1370341699999997</c:v>
                </c:pt>
                <c:pt idx="5361">
                  <c:v>9.1379763900000004</c:v>
                </c:pt>
                <c:pt idx="5362">
                  <c:v>9.1394205599999996</c:v>
                </c:pt>
                <c:pt idx="5363">
                  <c:v>9.1394963899999997</c:v>
                </c:pt>
                <c:pt idx="5364">
                  <c:v>9.1409036100000005</c:v>
                </c:pt>
                <c:pt idx="5365">
                  <c:v>9.1411049999999996</c:v>
                </c:pt>
                <c:pt idx="5366">
                  <c:v>9.1413680599999996</c:v>
                </c:pt>
                <c:pt idx="5367">
                  <c:v>9.1422688900000004</c:v>
                </c:pt>
                <c:pt idx="5368">
                  <c:v>9.1436986099999995</c:v>
                </c:pt>
                <c:pt idx="5369">
                  <c:v>9.1446891699999995</c:v>
                </c:pt>
                <c:pt idx="5370">
                  <c:v>9.1463541700000004</c:v>
                </c:pt>
                <c:pt idx="5371">
                  <c:v>9.1469727800000005</c:v>
                </c:pt>
                <c:pt idx="5372">
                  <c:v>9.1470061099999995</c:v>
                </c:pt>
                <c:pt idx="5373">
                  <c:v>9.1493897200000003</c:v>
                </c:pt>
                <c:pt idx="5374">
                  <c:v>9.1494297200000005</c:v>
                </c:pt>
                <c:pt idx="5375">
                  <c:v>9.1509130600000006</c:v>
                </c:pt>
                <c:pt idx="5376">
                  <c:v>9.1510738899999993</c:v>
                </c:pt>
                <c:pt idx="5377">
                  <c:v>9.1515066699999998</c:v>
                </c:pt>
                <c:pt idx="5378">
                  <c:v>9.1515625000000007</c:v>
                </c:pt>
                <c:pt idx="5379">
                  <c:v>9.1519616700000004</c:v>
                </c:pt>
                <c:pt idx="5380">
                  <c:v>9.1532319399999995</c:v>
                </c:pt>
                <c:pt idx="5381">
                  <c:v>9.1542397199999996</c:v>
                </c:pt>
                <c:pt idx="5382">
                  <c:v>9.1550655600000006</c:v>
                </c:pt>
                <c:pt idx="5383">
                  <c:v>9.1563958299999992</c:v>
                </c:pt>
                <c:pt idx="5384">
                  <c:v>9.1582438899999996</c:v>
                </c:pt>
                <c:pt idx="5385">
                  <c:v>9.1586794400000002</c:v>
                </c:pt>
                <c:pt idx="5386">
                  <c:v>9.1597713899999995</c:v>
                </c:pt>
                <c:pt idx="5387">
                  <c:v>9.1608305600000008</c:v>
                </c:pt>
                <c:pt idx="5388">
                  <c:v>9.1608516699999996</c:v>
                </c:pt>
                <c:pt idx="5389">
                  <c:v>9.1616824999999995</c:v>
                </c:pt>
                <c:pt idx="5390">
                  <c:v>9.1634191699999992</c:v>
                </c:pt>
                <c:pt idx="5391">
                  <c:v>9.1648897199999997</c:v>
                </c:pt>
                <c:pt idx="5392">
                  <c:v>9.1649397199999996</c:v>
                </c:pt>
                <c:pt idx="5393">
                  <c:v>9.1664797199999999</c:v>
                </c:pt>
                <c:pt idx="5394">
                  <c:v>9.1672041699999998</c:v>
                </c:pt>
                <c:pt idx="5395">
                  <c:v>9.1675497200000002</c:v>
                </c:pt>
                <c:pt idx="5396">
                  <c:v>9.1686341700000007</c:v>
                </c:pt>
                <c:pt idx="5397">
                  <c:v>9.1687774999999991</c:v>
                </c:pt>
                <c:pt idx="5398">
                  <c:v>9.1689119399999992</c:v>
                </c:pt>
                <c:pt idx="5399">
                  <c:v>9.1703186100000007</c:v>
                </c:pt>
                <c:pt idx="5400">
                  <c:v>9.1704186100000005</c:v>
                </c:pt>
                <c:pt idx="5401">
                  <c:v>9.1714716700000007</c:v>
                </c:pt>
                <c:pt idx="5402">
                  <c:v>9.1714888899999991</c:v>
                </c:pt>
                <c:pt idx="5403">
                  <c:v>9.1734291700000004</c:v>
                </c:pt>
                <c:pt idx="5404">
                  <c:v>9.1746130600000004</c:v>
                </c:pt>
                <c:pt idx="5405">
                  <c:v>9.1753330599999998</c:v>
                </c:pt>
                <c:pt idx="5406">
                  <c:v>9.1756983299999995</c:v>
                </c:pt>
                <c:pt idx="5407">
                  <c:v>9.1760986100000004</c:v>
                </c:pt>
                <c:pt idx="5408">
                  <c:v>9.1776483300000002</c:v>
                </c:pt>
                <c:pt idx="5409">
                  <c:v>9.1780627799999994</c:v>
                </c:pt>
                <c:pt idx="5410">
                  <c:v>9.1789263900000009</c:v>
                </c:pt>
                <c:pt idx="5411">
                  <c:v>9.1800066699999991</c:v>
                </c:pt>
                <c:pt idx="5412">
                  <c:v>9.1800783300000006</c:v>
                </c:pt>
                <c:pt idx="5413">
                  <c:v>9.1810597200000004</c:v>
                </c:pt>
                <c:pt idx="5414">
                  <c:v>9.1823033299999999</c:v>
                </c:pt>
                <c:pt idx="5415">
                  <c:v>9.1830297200000004</c:v>
                </c:pt>
                <c:pt idx="5416">
                  <c:v>9.1832263899999997</c:v>
                </c:pt>
                <c:pt idx="5417">
                  <c:v>9.1855105600000009</c:v>
                </c:pt>
                <c:pt idx="5418">
                  <c:v>9.1863208299999997</c:v>
                </c:pt>
                <c:pt idx="5419">
                  <c:v>9.1863258299999995</c:v>
                </c:pt>
                <c:pt idx="5420">
                  <c:v>9.1872161099999996</c:v>
                </c:pt>
                <c:pt idx="5421">
                  <c:v>9.1887363900000008</c:v>
                </c:pt>
                <c:pt idx="5422">
                  <c:v>9.1891344400000001</c:v>
                </c:pt>
                <c:pt idx="5423">
                  <c:v>9.1905591700000002</c:v>
                </c:pt>
                <c:pt idx="5424">
                  <c:v>9.1905783299999992</c:v>
                </c:pt>
                <c:pt idx="5425">
                  <c:v>9.1917902799999993</c:v>
                </c:pt>
                <c:pt idx="5426">
                  <c:v>9.1922650000000008</c:v>
                </c:pt>
                <c:pt idx="5427">
                  <c:v>9.19292278</c:v>
                </c:pt>
                <c:pt idx="5428">
                  <c:v>9.1935044399999999</c:v>
                </c:pt>
                <c:pt idx="5429">
                  <c:v>9.19359167</c:v>
                </c:pt>
                <c:pt idx="5430">
                  <c:v>9.1964491699999993</c:v>
                </c:pt>
                <c:pt idx="5431">
                  <c:v>9.1985519399999998</c:v>
                </c:pt>
                <c:pt idx="5432">
                  <c:v>9.1986069399999995</c:v>
                </c:pt>
                <c:pt idx="5433">
                  <c:v>9.1998241699999994</c:v>
                </c:pt>
                <c:pt idx="5434">
                  <c:v>9.1999641699999994</c:v>
                </c:pt>
                <c:pt idx="5435">
                  <c:v>9.2022916699999993</c:v>
                </c:pt>
                <c:pt idx="5436">
                  <c:v>9.2024605600000005</c:v>
                </c:pt>
                <c:pt idx="5437">
                  <c:v>9.2028830599999996</c:v>
                </c:pt>
                <c:pt idx="5438">
                  <c:v>9.2042755599999992</c:v>
                </c:pt>
                <c:pt idx="5439">
                  <c:v>9.2043541700000002</c:v>
                </c:pt>
                <c:pt idx="5440">
                  <c:v>9.2056627800000008</c:v>
                </c:pt>
                <c:pt idx="5441">
                  <c:v>9.2058900000000001</c:v>
                </c:pt>
                <c:pt idx="5442">
                  <c:v>9.20876889</c:v>
                </c:pt>
                <c:pt idx="5443">
                  <c:v>9.2095358300000001</c:v>
                </c:pt>
                <c:pt idx="5444">
                  <c:v>9.2096400000000003</c:v>
                </c:pt>
                <c:pt idx="5445">
                  <c:v>9.2106975000000002</c:v>
                </c:pt>
                <c:pt idx="5446">
                  <c:v>9.2108699999999999</c:v>
                </c:pt>
                <c:pt idx="5447">
                  <c:v>9.2120852800000002</c:v>
                </c:pt>
                <c:pt idx="5448">
                  <c:v>9.2131050000000005</c:v>
                </c:pt>
                <c:pt idx="5449">
                  <c:v>9.2137594400000005</c:v>
                </c:pt>
                <c:pt idx="5450">
                  <c:v>9.21387833</c:v>
                </c:pt>
                <c:pt idx="5451">
                  <c:v>9.2156519400000008</c:v>
                </c:pt>
                <c:pt idx="5452">
                  <c:v>9.2168294399999997</c:v>
                </c:pt>
                <c:pt idx="5453">
                  <c:v>9.2170586100000005</c:v>
                </c:pt>
                <c:pt idx="5454">
                  <c:v>9.2182761099999997</c:v>
                </c:pt>
                <c:pt idx="5455">
                  <c:v>9.2190366699999995</c:v>
                </c:pt>
                <c:pt idx="5456">
                  <c:v>9.2206813899999993</c:v>
                </c:pt>
                <c:pt idx="5457">
                  <c:v>9.2229680599999995</c:v>
                </c:pt>
                <c:pt idx="5458">
                  <c:v>9.2231411100000003</c:v>
                </c:pt>
                <c:pt idx="5459">
                  <c:v>9.2240599999999997</c:v>
                </c:pt>
                <c:pt idx="5460">
                  <c:v>9.2246500000000005</c:v>
                </c:pt>
                <c:pt idx="5461">
                  <c:v>9.2257922200000007</c:v>
                </c:pt>
                <c:pt idx="5462">
                  <c:v>9.2280750000000005</c:v>
                </c:pt>
                <c:pt idx="5463">
                  <c:v>9.2284663899999995</c:v>
                </c:pt>
                <c:pt idx="5464">
                  <c:v>9.2292969399999993</c:v>
                </c:pt>
                <c:pt idx="5465">
                  <c:v>9.2297472200000001</c:v>
                </c:pt>
                <c:pt idx="5466">
                  <c:v>9.2304808299999994</c:v>
                </c:pt>
                <c:pt idx="5467">
                  <c:v>9.2317805600000007</c:v>
                </c:pt>
                <c:pt idx="5468">
                  <c:v>9.2323580599999993</c:v>
                </c:pt>
                <c:pt idx="5469">
                  <c:v>9.2337216699999995</c:v>
                </c:pt>
                <c:pt idx="5470">
                  <c:v>9.2337355599999995</c:v>
                </c:pt>
                <c:pt idx="5471">
                  <c:v>9.2345522199999994</c:v>
                </c:pt>
                <c:pt idx="5472">
                  <c:v>9.2346374999999998</c:v>
                </c:pt>
                <c:pt idx="5473">
                  <c:v>9.2370838899999992</c:v>
                </c:pt>
                <c:pt idx="5474">
                  <c:v>9.2378616699999991</c:v>
                </c:pt>
                <c:pt idx="5475">
                  <c:v>9.2386341699999992</c:v>
                </c:pt>
                <c:pt idx="5476">
                  <c:v>9.2391280600000005</c:v>
                </c:pt>
                <c:pt idx="5477">
                  <c:v>9.2392191700000001</c:v>
                </c:pt>
                <c:pt idx="5478">
                  <c:v>9.2405469399999998</c:v>
                </c:pt>
                <c:pt idx="5479">
                  <c:v>9.24078278</c:v>
                </c:pt>
                <c:pt idx="5480">
                  <c:v>9.2420480600000001</c:v>
                </c:pt>
                <c:pt idx="5481">
                  <c:v>9.2431530599999991</c:v>
                </c:pt>
                <c:pt idx="5482">
                  <c:v>9.2439291699999995</c:v>
                </c:pt>
                <c:pt idx="5483">
                  <c:v>9.2449994400000008</c:v>
                </c:pt>
                <c:pt idx="5484">
                  <c:v>9.2452202799999998</c:v>
                </c:pt>
                <c:pt idx="5485">
                  <c:v>9.2475597199999999</c:v>
                </c:pt>
                <c:pt idx="5486">
                  <c:v>9.2506216699999992</c:v>
                </c:pt>
                <c:pt idx="5487">
                  <c:v>9.2515961099999995</c:v>
                </c:pt>
                <c:pt idx="5488">
                  <c:v>9.2516338900000008</c:v>
                </c:pt>
                <c:pt idx="5489">
                  <c:v>9.2523569400000003</c:v>
                </c:pt>
                <c:pt idx="5490">
                  <c:v>9.2538391699999991</c:v>
                </c:pt>
                <c:pt idx="5491">
                  <c:v>9.2540083299999996</c:v>
                </c:pt>
                <c:pt idx="5492">
                  <c:v>9.2551444400000005</c:v>
                </c:pt>
                <c:pt idx="5493">
                  <c:v>9.2552874999999997</c:v>
                </c:pt>
                <c:pt idx="5494">
                  <c:v>9.25544528</c:v>
                </c:pt>
                <c:pt idx="5495">
                  <c:v>9.2583874999999995</c:v>
                </c:pt>
                <c:pt idx="5496">
                  <c:v>9.2585433300000002</c:v>
                </c:pt>
                <c:pt idx="5497">
                  <c:v>9.2595722200000008</c:v>
                </c:pt>
                <c:pt idx="5498">
                  <c:v>9.260135</c:v>
                </c:pt>
                <c:pt idx="5499">
                  <c:v>9.2615772199999995</c:v>
                </c:pt>
                <c:pt idx="5500">
                  <c:v>9.2623858299999995</c:v>
                </c:pt>
                <c:pt idx="5501">
                  <c:v>9.2624700000000004</c:v>
                </c:pt>
                <c:pt idx="5502">
                  <c:v>9.2636302799999992</c:v>
                </c:pt>
                <c:pt idx="5503">
                  <c:v>9.26386194</c:v>
                </c:pt>
                <c:pt idx="5504">
                  <c:v>9.2653119400000001</c:v>
                </c:pt>
                <c:pt idx="5505">
                  <c:v>9.2662741700000009</c:v>
                </c:pt>
                <c:pt idx="5506">
                  <c:v>9.2663911100000007</c:v>
                </c:pt>
                <c:pt idx="5507">
                  <c:v>9.2676511099999992</c:v>
                </c:pt>
                <c:pt idx="5508">
                  <c:v>9.2688044400000003</c:v>
                </c:pt>
                <c:pt idx="5509">
                  <c:v>9.2694708299999995</c:v>
                </c:pt>
                <c:pt idx="5510">
                  <c:v>9.2696175000000007</c:v>
                </c:pt>
                <c:pt idx="5511">
                  <c:v>9.2717783300000001</c:v>
                </c:pt>
                <c:pt idx="5512">
                  <c:v>9.2728866700000001</c:v>
                </c:pt>
                <c:pt idx="5513">
                  <c:v>9.2730763899999999</c:v>
                </c:pt>
                <c:pt idx="5514">
                  <c:v>9.2734630599999992</c:v>
                </c:pt>
                <c:pt idx="5515">
                  <c:v>9.2743541700000005</c:v>
                </c:pt>
                <c:pt idx="5516">
                  <c:v>9.2747574999999998</c:v>
                </c:pt>
                <c:pt idx="5517">
                  <c:v>9.2754505599999995</c:v>
                </c:pt>
                <c:pt idx="5518">
                  <c:v>9.2764452800000008</c:v>
                </c:pt>
                <c:pt idx="5519">
                  <c:v>9.2775038900000002</c:v>
                </c:pt>
                <c:pt idx="5520">
                  <c:v>9.2775861099999997</c:v>
                </c:pt>
                <c:pt idx="5521">
                  <c:v>9.2789194399999992</c:v>
                </c:pt>
                <c:pt idx="5522">
                  <c:v>9.2789286099999995</c:v>
                </c:pt>
                <c:pt idx="5523">
                  <c:v>9.2816399999999994</c:v>
                </c:pt>
                <c:pt idx="5524">
                  <c:v>9.2816594400000003</c:v>
                </c:pt>
                <c:pt idx="5525">
                  <c:v>9.2834933300000007</c:v>
                </c:pt>
                <c:pt idx="5526">
                  <c:v>9.2835858299999998</c:v>
                </c:pt>
                <c:pt idx="5527">
                  <c:v>9.2863738900000001</c:v>
                </c:pt>
                <c:pt idx="5528">
                  <c:v>9.2869399999999995</c:v>
                </c:pt>
                <c:pt idx="5529">
                  <c:v>9.2880950000000002</c:v>
                </c:pt>
                <c:pt idx="5530">
                  <c:v>9.2883105599999993</c:v>
                </c:pt>
                <c:pt idx="5531">
                  <c:v>9.2891899999999996</c:v>
                </c:pt>
                <c:pt idx="5532">
                  <c:v>9.2904758300000001</c:v>
                </c:pt>
                <c:pt idx="5533">
                  <c:v>9.2906347199999999</c:v>
                </c:pt>
                <c:pt idx="5534">
                  <c:v>9.2911525000000008</c:v>
                </c:pt>
                <c:pt idx="5535">
                  <c:v>9.2927194400000008</c:v>
                </c:pt>
                <c:pt idx="5536">
                  <c:v>9.2928097199999993</c:v>
                </c:pt>
                <c:pt idx="5537">
                  <c:v>9.2955741700000001</c:v>
                </c:pt>
                <c:pt idx="5538">
                  <c:v>9.2962605600000003</c:v>
                </c:pt>
                <c:pt idx="5539">
                  <c:v>9.2976713899999996</c:v>
                </c:pt>
                <c:pt idx="5540">
                  <c:v>9.2987491700000007</c:v>
                </c:pt>
                <c:pt idx="5541">
                  <c:v>9.2988277799999999</c:v>
                </c:pt>
                <c:pt idx="5542">
                  <c:v>9.29937361</c:v>
                </c:pt>
                <c:pt idx="5543">
                  <c:v>9.2995047199999998</c:v>
                </c:pt>
                <c:pt idx="5544">
                  <c:v>9.3000024999999997</c:v>
                </c:pt>
                <c:pt idx="5545">
                  <c:v>9.3011991700000003</c:v>
                </c:pt>
                <c:pt idx="5546">
                  <c:v>9.3023000000000007</c:v>
                </c:pt>
                <c:pt idx="5547">
                  <c:v>9.302365</c:v>
                </c:pt>
                <c:pt idx="5548">
                  <c:v>9.3024219400000003</c:v>
                </c:pt>
                <c:pt idx="5549">
                  <c:v>9.3046719400000004</c:v>
                </c:pt>
                <c:pt idx="5550">
                  <c:v>9.3053586100000008</c:v>
                </c:pt>
                <c:pt idx="5551">
                  <c:v>9.3055358300000002</c:v>
                </c:pt>
                <c:pt idx="5552">
                  <c:v>9.3078374999999998</c:v>
                </c:pt>
                <c:pt idx="5553">
                  <c:v>9.3078941700000009</c:v>
                </c:pt>
                <c:pt idx="5554">
                  <c:v>9.3087436100000005</c:v>
                </c:pt>
                <c:pt idx="5555">
                  <c:v>9.3097838900000003</c:v>
                </c:pt>
                <c:pt idx="5556">
                  <c:v>9.3114308300000008</c:v>
                </c:pt>
                <c:pt idx="5557">
                  <c:v>9.3120327799999991</c:v>
                </c:pt>
                <c:pt idx="5558">
                  <c:v>9.3135244400000001</c:v>
                </c:pt>
                <c:pt idx="5559">
                  <c:v>9.3142922200000005</c:v>
                </c:pt>
                <c:pt idx="5560">
                  <c:v>9.3143472200000001</c:v>
                </c:pt>
                <c:pt idx="5561">
                  <c:v>9.3153752799999996</c:v>
                </c:pt>
                <c:pt idx="5562">
                  <c:v>9.3164272199999996</c:v>
                </c:pt>
                <c:pt idx="5563">
                  <c:v>9.3168869399999998</c:v>
                </c:pt>
                <c:pt idx="5564">
                  <c:v>9.3183811100000007</c:v>
                </c:pt>
                <c:pt idx="5565">
                  <c:v>9.3188141699999996</c:v>
                </c:pt>
                <c:pt idx="5566">
                  <c:v>9.3195530600000005</c:v>
                </c:pt>
                <c:pt idx="5567">
                  <c:v>9.3210297200000003</c:v>
                </c:pt>
                <c:pt idx="5568">
                  <c:v>9.32212</c:v>
                </c:pt>
                <c:pt idx="5569">
                  <c:v>9.3225774999999995</c:v>
                </c:pt>
                <c:pt idx="5570">
                  <c:v>9.3245100000000001</c:v>
                </c:pt>
                <c:pt idx="5571">
                  <c:v>9.3249174999999997</c:v>
                </c:pt>
                <c:pt idx="5572">
                  <c:v>9.3260030599999997</c:v>
                </c:pt>
                <c:pt idx="5573">
                  <c:v>9.3265002799999994</c:v>
                </c:pt>
                <c:pt idx="5574">
                  <c:v>9.3265719399999991</c:v>
                </c:pt>
                <c:pt idx="5575">
                  <c:v>9.3282955600000008</c:v>
                </c:pt>
                <c:pt idx="5576">
                  <c:v>9.3283166699999995</c:v>
                </c:pt>
                <c:pt idx="5577">
                  <c:v>9.3283302799999994</c:v>
                </c:pt>
                <c:pt idx="5578">
                  <c:v>9.3289927800000001</c:v>
                </c:pt>
                <c:pt idx="5579">
                  <c:v>9.3302052799999995</c:v>
                </c:pt>
                <c:pt idx="5580">
                  <c:v>9.3308049999999998</c:v>
                </c:pt>
                <c:pt idx="5581">
                  <c:v>9.3308686099999996</c:v>
                </c:pt>
                <c:pt idx="5582">
                  <c:v>9.3330286099999995</c:v>
                </c:pt>
                <c:pt idx="5583">
                  <c:v>9.3331244400000006</c:v>
                </c:pt>
                <c:pt idx="5584">
                  <c:v>9.3342674999999993</c:v>
                </c:pt>
                <c:pt idx="5585">
                  <c:v>9.3349916700000009</c:v>
                </c:pt>
                <c:pt idx="5586">
                  <c:v>9.3356908300000008</c:v>
                </c:pt>
                <c:pt idx="5587">
                  <c:v>9.3358658299999995</c:v>
                </c:pt>
                <c:pt idx="5588">
                  <c:v>9.3371049999999993</c:v>
                </c:pt>
                <c:pt idx="5589">
                  <c:v>9.3381302799999997</c:v>
                </c:pt>
                <c:pt idx="5590">
                  <c:v>9.3388786100000001</c:v>
                </c:pt>
                <c:pt idx="5591">
                  <c:v>9.3397302799999995</c:v>
                </c:pt>
                <c:pt idx="5592">
                  <c:v>9.3398683299999998</c:v>
                </c:pt>
                <c:pt idx="5593">
                  <c:v>9.3416622199999999</c:v>
                </c:pt>
                <c:pt idx="5594">
                  <c:v>9.3428047200000002</c:v>
                </c:pt>
                <c:pt idx="5595">
                  <c:v>9.3434666699999998</c:v>
                </c:pt>
                <c:pt idx="5596">
                  <c:v>9.3443080599999995</c:v>
                </c:pt>
                <c:pt idx="5597">
                  <c:v>9.34451389</c:v>
                </c:pt>
                <c:pt idx="5598">
                  <c:v>9.3447758299999997</c:v>
                </c:pt>
                <c:pt idx="5599">
                  <c:v>9.3462833300000003</c:v>
                </c:pt>
                <c:pt idx="5600">
                  <c:v>9.3463391700000003</c:v>
                </c:pt>
                <c:pt idx="5601">
                  <c:v>9.3472211099999996</c:v>
                </c:pt>
                <c:pt idx="5602">
                  <c:v>9.3482613899999993</c:v>
                </c:pt>
                <c:pt idx="5603">
                  <c:v>9.3487780600000008</c:v>
                </c:pt>
                <c:pt idx="5604">
                  <c:v>9.3499919400000007</c:v>
                </c:pt>
                <c:pt idx="5605">
                  <c:v>9.3511524999999995</c:v>
                </c:pt>
                <c:pt idx="5606">
                  <c:v>9.3517780599999991</c:v>
                </c:pt>
                <c:pt idx="5607">
                  <c:v>9.3525277800000008</c:v>
                </c:pt>
                <c:pt idx="5608">
                  <c:v>9.3527447200000005</c:v>
                </c:pt>
                <c:pt idx="5609">
                  <c:v>9.3557116699999998</c:v>
                </c:pt>
                <c:pt idx="5610">
                  <c:v>9.3564474999999998</c:v>
                </c:pt>
                <c:pt idx="5611">
                  <c:v>9.3564683300000002</c:v>
                </c:pt>
                <c:pt idx="5612">
                  <c:v>9.3574563899999994</c:v>
                </c:pt>
                <c:pt idx="5613">
                  <c:v>9.3582758300000002</c:v>
                </c:pt>
                <c:pt idx="5614">
                  <c:v>9.3585272199999991</c:v>
                </c:pt>
                <c:pt idx="5615">
                  <c:v>9.3602291700000002</c:v>
                </c:pt>
                <c:pt idx="5616">
                  <c:v>9.3606133299999996</c:v>
                </c:pt>
                <c:pt idx="5617">
                  <c:v>9.3608280599999993</c:v>
                </c:pt>
                <c:pt idx="5618">
                  <c:v>9.3619411100000001</c:v>
                </c:pt>
                <c:pt idx="5619">
                  <c:v>9.3631825000000006</c:v>
                </c:pt>
                <c:pt idx="5620">
                  <c:v>9.3639208299999996</c:v>
                </c:pt>
                <c:pt idx="5621">
                  <c:v>9.3647825000000005</c:v>
                </c:pt>
                <c:pt idx="5622">
                  <c:v>9.3664080599999995</c:v>
                </c:pt>
                <c:pt idx="5623">
                  <c:v>9.3665883300000008</c:v>
                </c:pt>
                <c:pt idx="5624">
                  <c:v>9.3681950000000001</c:v>
                </c:pt>
                <c:pt idx="5625">
                  <c:v>9.3691288900000007</c:v>
                </c:pt>
                <c:pt idx="5626">
                  <c:v>9.3694019399999995</c:v>
                </c:pt>
                <c:pt idx="5627">
                  <c:v>9.3699088899999996</c:v>
                </c:pt>
                <c:pt idx="5628">
                  <c:v>9.37095944</c:v>
                </c:pt>
                <c:pt idx="5629">
                  <c:v>9.3714124999999999</c:v>
                </c:pt>
                <c:pt idx="5630">
                  <c:v>9.3714183299999991</c:v>
                </c:pt>
                <c:pt idx="5631">
                  <c:v>9.3714677799999997</c:v>
                </c:pt>
                <c:pt idx="5632">
                  <c:v>9.3735483300000002</c:v>
                </c:pt>
                <c:pt idx="5633">
                  <c:v>9.3746186100000006</c:v>
                </c:pt>
                <c:pt idx="5634">
                  <c:v>9.3763494400000003</c:v>
                </c:pt>
                <c:pt idx="5635">
                  <c:v>9.3764666699999992</c:v>
                </c:pt>
                <c:pt idx="5636">
                  <c:v>9.3769674999999992</c:v>
                </c:pt>
                <c:pt idx="5637">
                  <c:v>9.3788863899999999</c:v>
                </c:pt>
                <c:pt idx="5638">
                  <c:v>9.3793299999999995</c:v>
                </c:pt>
                <c:pt idx="5639">
                  <c:v>9.3804894399999998</c:v>
                </c:pt>
                <c:pt idx="5640">
                  <c:v>9.38124833</c:v>
                </c:pt>
                <c:pt idx="5641">
                  <c:v>9.3818122200000005</c:v>
                </c:pt>
                <c:pt idx="5642">
                  <c:v>9.3843913899999993</c:v>
                </c:pt>
                <c:pt idx="5643">
                  <c:v>9.3847474999999996</c:v>
                </c:pt>
                <c:pt idx="5644">
                  <c:v>9.3854388899999996</c:v>
                </c:pt>
                <c:pt idx="5645">
                  <c:v>9.3866858299999993</c:v>
                </c:pt>
                <c:pt idx="5646">
                  <c:v>9.3867933299999997</c:v>
                </c:pt>
                <c:pt idx="5647">
                  <c:v>9.3878350000000008</c:v>
                </c:pt>
                <c:pt idx="5648">
                  <c:v>9.3885855599999992</c:v>
                </c:pt>
                <c:pt idx="5649">
                  <c:v>9.3886002800000004</c:v>
                </c:pt>
                <c:pt idx="5650">
                  <c:v>9.3886625000000006</c:v>
                </c:pt>
                <c:pt idx="5651">
                  <c:v>9.3905505599999994</c:v>
                </c:pt>
                <c:pt idx="5652">
                  <c:v>9.3930777800000005</c:v>
                </c:pt>
                <c:pt idx="5653">
                  <c:v>9.3931958299999998</c:v>
                </c:pt>
                <c:pt idx="5654">
                  <c:v>9.3951925000000003</c:v>
                </c:pt>
                <c:pt idx="5655">
                  <c:v>9.3953486099999992</c:v>
                </c:pt>
                <c:pt idx="5656">
                  <c:v>9.3975741700000004</c:v>
                </c:pt>
                <c:pt idx="5657">
                  <c:v>9.3987186099999995</c:v>
                </c:pt>
                <c:pt idx="5658">
                  <c:v>9.3992861100000002</c:v>
                </c:pt>
                <c:pt idx="5659">
                  <c:v>9.4007477799999997</c:v>
                </c:pt>
                <c:pt idx="5660">
                  <c:v>9.4008238899999998</c:v>
                </c:pt>
                <c:pt idx="5661">
                  <c:v>9.4008511099999996</c:v>
                </c:pt>
                <c:pt idx="5662">
                  <c:v>9.4026097199999992</c:v>
                </c:pt>
                <c:pt idx="5663">
                  <c:v>9.4026894399999996</c:v>
                </c:pt>
                <c:pt idx="5664">
                  <c:v>9.4027502799999993</c:v>
                </c:pt>
                <c:pt idx="5665">
                  <c:v>9.4034719399999993</c:v>
                </c:pt>
                <c:pt idx="5666">
                  <c:v>9.4039386100000009</c:v>
                </c:pt>
                <c:pt idx="5667">
                  <c:v>9.4047400000000003</c:v>
                </c:pt>
                <c:pt idx="5668">
                  <c:v>9.4064374999999991</c:v>
                </c:pt>
                <c:pt idx="5669">
                  <c:v>9.4065611100000002</c:v>
                </c:pt>
                <c:pt idx="5670">
                  <c:v>9.4081875000000004</c:v>
                </c:pt>
                <c:pt idx="5671">
                  <c:v>9.4099369399999997</c:v>
                </c:pt>
                <c:pt idx="5672">
                  <c:v>9.4106558299999996</c:v>
                </c:pt>
                <c:pt idx="5673">
                  <c:v>9.4116222199999999</c:v>
                </c:pt>
                <c:pt idx="5674">
                  <c:v>9.4119299999999999</c:v>
                </c:pt>
                <c:pt idx="5675">
                  <c:v>9.4132016699999994</c:v>
                </c:pt>
                <c:pt idx="5676">
                  <c:v>9.4140358299999995</c:v>
                </c:pt>
                <c:pt idx="5677">
                  <c:v>9.4140855600000002</c:v>
                </c:pt>
                <c:pt idx="5678">
                  <c:v>9.4152141700000005</c:v>
                </c:pt>
                <c:pt idx="5679">
                  <c:v>9.4160894400000004</c:v>
                </c:pt>
                <c:pt idx="5680">
                  <c:v>9.4168594399999996</c:v>
                </c:pt>
                <c:pt idx="5681">
                  <c:v>9.4184236099999996</c:v>
                </c:pt>
                <c:pt idx="5682">
                  <c:v>9.4197338899999998</c:v>
                </c:pt>
                <c:pt idx="5683">
                  <c:v>9.4215052799999999</c:v>
                </c:pt>
                <c:pt idx="5684">
                  <c:v>9.4216086099999998</c:v>
                </c:pt>
                <c:pt idx="5685">
                  <c:v>9.4229166699999993</c:v>
                </c:pt>
                <c:pt idx="5686">
                  <c:v>9.4231636099999996</c:v>
                </c:pt>
                <c:pt idx="5687">
                  <c:v>9.4244030599999995</c:v>
                </c:pt>
                <c:pt idx="5688">
                  <c:v>9.4252322199999998</c:v>
                </c:pt>
                <c:pt idx="5689">
                  <c:v>9.4253102799999997</c:v>
                </c:pt>
                <c:pt idx="5690">
                  <c:v>9.4279752800000001</c:v>
                </c:pt>
                <c:pt idx="5691">
                  <c:v>9.4285458299999991</c:v>
                </c:pt>
                <c:pt idx="5692">
                  <c:v>9.4305855600000008</c:v>
                </c:pt>
                <c:pt idx="5693">
                  <c:v>9.4306230600000003</c:v>
                </c:pt>
                <c:pt idx="5694">
                  <c:v>9.4322511099999993</c:v>
                </c:pt>
                <c:pt idx="5695">
                  <c:v>9.4326325000000004</c:v>
                </c:pt>
                <c:pt idx="5696">
                  <c:v>9.4337983300000001</c:v>
                </c:pt>
                <c:pt idx="5697">
                  <c:v>9.43507389</c:v>
                </c:pt>
                <c:pt idx="5698">
                  <c:v>9.43559722</c:v>
                </c:pt>
                <c:pt idx="5699">
                  <c:v>9.4365297199999993</c:v>
                </c:pt>
                <c:pt idx="5700">
                  <c:v>9.4367047199999998</c:v>
                </c:pt>
                <c:pt idx="5701">
                  <c:v>9.43682278</c:v>
                </c:pt>
                <c:pt idx="5702">
                  <c:v>9.4397661100000008</c:v>
                </c:pt>
                <c:pt idx="5703">
                  <c:v>9.4413297200000006</c:v>
                </c:pt>
                <c:pt idx="5704">
                  <c:v>9.4417219400000008</c:v>
                </c:pt>
                <c:pt idx="5705">
                  <c:v>9.4422841700000006</c:v>
                </c:pt>
                <c:pt idx="5706">
                  <c:v>9.4432716699999997</c:v>
                </c:pt>
                <c:pt idx="5707">
                  <c:v>9.4440191700000007</c:v>
                </c:pt>
                <c:pt idx="5708">
                  <c:v>9.4440497200000006</c:v>
                </c:pt>
                <c:pt idx="5709">
                  <c:v>9.4440650000000002</c:v>
                </c:pt>
                <c:pt idx="5710">
                  <c:v>9.4460677799999999</c:v>
                </c:pt>
                <c:pt idx="5711">
                  <c:v>9.4478725000000008</c:v>
                </c:pt>
                <c:pt idx="5712">
                  <c:v>9.4492294399999999</c:v>
                </c:pt>
                <c:pt idx="5713">
                  <c:v>9.4502163899999996</c:v>
                </c:pt>
                <c:pt idx="5714">
                  <c:v>9.4513224999999998</c:v>
                </c:pt>
                <c:pt idx="5715">
                  <c:v>9.4516802799999997</c:v>
                </c:pt>
                <c:pt idx="5716">
                  <c:v>9.4536363899999998</c:v>
                </c:pt>
                <c:pt idx="5717">
                  <c:v>9.4537983299999997</c:v>
                </c:pt>
                <c:pt idx="5718">
                  <c:v>9.4558827799999996</c:v>
                </c:pt>
                <c:pt idx="5719">
                  <c:v>9.4562322200000004</c:v>
                </c:pt>
                <c:pt idx="5720">
                  <c:v>9.4566438900000005</c:v>
                </c:pt>
                <c:pt idx="5721">
                  <c:v>9.4582494399999995</c:v>
                </c:pt>
                <c:pt idx="5722">
                  <c:v>9.4585677799999992</c:v>
                </c:pt>
                <c:pt idx="5723">
                  <c:v>9.4596841699999992</c:v>
                </c:pt>
                <c:pt idx="5724">
                  <c:v>9.4597125000000002</c:v>
                </c:pt>
                <c:pt idx="5725">
                  <c:v>9.4604269399999996</c:v>
                </c:pt>
                <c:pt idx="5726">
                  <c:v>9.4615372200000003</c:v>
                </c:pt>
                <c:pt idx="5727">
                  <c:v>9.4628497199999995</c:v>
                </c:pt>
                <c:pt idx="5728">
                  <c:v>9.4629611100000002</c:v>
                </c:pt>
                <c:pt idx="5729">
                  <c:v>9.4635394399999999</c:v>
                </c:pt>
                <c:pt idx="5730">
                  <c:v>9.4636252800000005</c:v>
                </c:pt>
                <c:pt idx="5731">
                  <c:v>9.4645997200000007</c:v>
                </c:pt>
                <c:pt idx="5732">
                  <c:v>9.4654044400000004</c:v>
                </c:pt>
                <c:pt idx="5733">
                  <c:v>9.4673649999999991</c:v>
                </c:pt>
                <c:pt idx="5734">
                  <c:v>9.4680833300000007</c:v>
                </c:pt>
                <c:pt idx="5735">
                  <c:v>9.4707430600000002</c:v>
                </c:pt>
                <c:pt idx="5736">
                  <c:v>9.4713191699999992</c:v>
                </c:pt>
                <c:pt idx="5737">
                  <c:v>9.4716455600000007</c:v>
                </c:pt>
                <c:pt idx="5738">
                  <c:v>9.4728133299999993</c:v>
                </c:pt>
                <c:pt idx="5739">
                  <c:v>9.4728325000000009</c:v>
                </c:pt>
                <c:pt idx="5740">
                  <c:v>9.4729463900000006</c:v>
                </c:pt>
                <c:pt idx="5741">
                  <c:v>9.4737347199999995</c:v>
                </c:pt>
                <c:pt idx="5742">
                  <c:v>9.4757541700000001</c:v>
                </c:pt>
                <c:pt idx="5743">
                  <c:v>9.4758383300000002</c:v>
                </c:pt>
                <c:pt idx="5744">
                  <c:v>9.4759049999999991</c:v>
                </c:pt>
                <c:pt idx="5745">
                  <c:v>9.4781197200000005</c:v>
                </c:pt>
                <c:pt idx="5746">
                  <c:v>9.47913417</c:v>
                </c:pt>
                <c:pt idx="5747">
                  <c:v>9.48241361</c:v>
                </c:pt>
                <c:pt idx="5748">
                  <c:v>9.4824933300000005</c:v>
                </c:pt>
                <c:pt idx="5749">
                  <c:v>9.4838458299999999</c:v>
                </c:pt>
                <c:pt idx="5750">
                  <c:v>9.4839191700000001</c:v>
                </c:pt>
                <c:pt idx="5751">
                  <c:v>9.4839597199999996</c:v>
                </c:pt>
                <c:pt idx="5752">
                  <c:v>9.4861563899999997</c:v>
                </c:pt>
                <c:pt idx="5753">
                  <c:v>9.4864724999999996</c:v>
                </c:pt>
                <c:pt idx="5754">
                  <c:v>9.4876686100000001</c:v>
                </c:pt>
                <c:pt idx="5755">
                  <c:v>9.4881472200000001</c:v>
                </c:pt>
                <c:pt idx="5756">
                  <c:v>9.4897880600000004</c:v>
                </c:pt>
                <c:pt idx="5757">
                  <c:v>9.4903838900000004</c:v>
                </c:pt>
                <c:pt idx="5758">
                  <c:v>9.4911252800000003</c:v>
                </c:pt>
                <c:pt idx="5759">
                  <c:v>9.4928327800000005</c:v>
                </c:pt>
                <c:pt idx="5760">
                  <c:v>9.4949983299999996</c:v>
                </c:pt>
                <c:pt idx="5761">
                  <c:v>9.4969916699999999</c:v>
                </c:pt>
                <c:pt idx="5762">
                  <c:v>9.4983741699999999</c:v>
                </c:pt>
                <c:pt idx="5763">
                  <c:v>9.5000877799999994</c:v>
                </c:pt>
                <c:pt idx="5764">
                  <c:v>9.5012236100000003</c:v>
                </c:pt>
                <c:pt idx="5765">
                  <c:v>9.5013161099999994</c:v>
                </c:pt>
                <c:pt idx="5766">
                  <c:v>9.5021024999999995</c:v>
                </c:pt>
                <c:pt idx="5767">
                  <c:v>9.5027483299999993</c:v>
                </c:pt>
                <c:pt idx="5768">
                  <c:v>9.5034852799999996</c:v>
                </c:pt>
                <c:pt idx="5769">
                  <c:v>9.5048025000000003</c:v>
                </c:pt>
                <c:pt idx="5770">
                  <c:v>9.5059763900000007</c:v>
                </c:pt>
                <c:pt idx="5771">
                  <c:v>9.5067452800000005</c:v>
                </c:pt>
                <c:pt idx="5772">
                  <c:v>9.5077127800000003</c:v>
                </c:pt>
                <c:pt idx="5773">
                  <c:v>9.5077513899999992</c:v>
                </c:pt>
                <c:pt idx="5774">
                  <c:v>9.5100788900000008</c:v>
                </c:pt>
                <c:pt idx="5775">
                  <c:v>9.5107438900000005</c:v>
                </c:pt>
                <c:pt idx="5776">
                  <c:v>9.5115316700000001</c:v>
                </c:pt>
                <c:pt idx="5777">
                  <c:v>9.5125363899999993</c:v>
                </c:pt>
                <c:pt idx="5778">
                  <c:v>9.5130958299999993</c:v>
                </c:pt>
                <c:pt idx="5779">
                  <c:v>9.5137216700000007</c:v>
                </c:pt>
                <c:pt idx="5780">
                  <c:v>9.5153350000000003</c:v>
                </c:pt>
                <c:pt idx="5781">
                  <c:v>9.5153933300000002</c:v>
                </c:pt>
                <c:pt idx="5782">
                  <c:v>9.5179238900000005</c:v>
                </c:pt>
                <c:pt idx="5783">
                  <c:v>9.5186427800000004</c:v>
                </c:pt>
                <c:pt idx="5784">
                  <c:v>9.51905556</c:v>
                </c:pt>
                <c:pt idx="5785">
                  <c:v>9.5202624999999994</c:v>
                </c:pt>
                <c:pt idx="5786">
                  <c:v>9.5211677800000007</c:v>
                </c:pt>
                <c:pt idx="5787">
                  <c:v>9.5226947200000005</c:v>
                </c:pt>
                <c:pt idx="5788">
                  <c:v>9.5227924999999995</c:v>
                </c:pt>
                <c:pt idx="5789">
                  <c:v>9.5260727799999998</c:v>
                </c:pt>
                <c:pt idx="5790">
                  <c:v>9.5267975000000007</c:v>
                </c:pt>
                <c:pt idx="5791">
                  <c:v>9.52709194</c:v>
                </c:pt>
                <c:pt idx="5792">
                  <c:v>9.5275947199999997</c:v>
                </c:pt>
                <c:pt idx="5793">
                  <c:v>9.5288052800000003</c:v>
                </c:pt>
                <c:pt idx="5794">
                  <c:v>9.5296727800000003</c:v>
                </c:pt>
                <c:pt idx="5795">
                  <c:v>9.5308961100000005</c:v>
                </c:pt>
                <c:pt idx="5796">
                  <c:v>9.5311619400000005</c:v>
                </c:pt>
                <c:pt idx="5797">
                  <c:v>9.5333583300000004</c:v>
                </c:pt>
                <c:pt idx="5798">
                  <c:v>9.5335436100000006</c:v>
                </c:pt>
                <c:pt idx="5799">
                  <c:v>9.5348124999999992</c:v>
                </c:pt>
                <c:pt idx="5800">
                  <c:v>9.5350036100000004</c:v>
                </c:pt>
                <c:pt idx="5801">
                  <c:v>9.5367633299999994</c:v>
                </c:pt>
                <c:pt idx="5802">
                  <c:v>9.5394238900000001</c:v>
                </c:pt>
                <c:pt idx="5803">
                  <c:v>9.5401825000000002</c:v>
                </c:pt>
                <c:pt idx="5804">
                  <c:v>9.5403347200000006</c:v>
                </c:pt>
                <c:pt idx="5805">
                  <c:v>9.5411205599999995</c:v>
                </c:pt>
                <c:pt idx="5806">
                  <c:v>9.5420880599999993</c:v>
                </c:pt>
                <c:pt idx="5807">
                  <c:v>9.5427774999999997</c:v>
                </c:pt>
                <c:pt idx="5808">
                  <c:v>9.5432088900000007</c:v>
                </c:pt>
                <c:pt idx="5809">
                  <c:v>9.5443202800000009</c:v>
                </c:pt>
                <c:pt idx="5810">
                  <c:v>9.5450627800000003</c:v>
                </c:pt>
                <c:pt idx="5811">
                  <c:v>9.5458538900000001</c:v>
                </c:pt>
                <c:pt idx="5812">
                  <c:v>9.5467250000000003</c:v>
                </c:pt>
                <c:pt idx="5813">
                  <c:v>9.5479850000000006</c:v>
                </c:pt>
                <c:pt idx="5814">
                  <c:v>9.54891194</c:v>
                </c:pt>
                <c:pt idx="5815">
                  <c:v>9.5501327800000002</c:v>
                </c:pt>
                <c:pt idx="5816">
                  <c:v>9.5529849999999996</c:v>
                </c:pt>
                <c:pt idx="5817">
                  <c:v>9.5532336099999995</c:v>
                </c:pt>
                <c:pt idx="5818">
                  <c:v>9.5541908299999996</c:v>
                </c:pt>
                <c:pt idx="5819">
                  <c:v>9.5549063899999993</c:v>
                </c:pt>
                <c:pt idx="5820">
                  <c:v>9.5560394399999993</c:v>
                </c:pt>
                <c:pt idx="5821">
                  <c:v>9.5574958300000006</c:v>
                </c:pt>
                <c:pt idx="5822">
                  <c:v>9.55802306</c:v>
                </c:pt>
                <c:pt idx="5823">
                  <c:v>9.5582705600000004</c:v>
                </c:pt>
                <c:pt idx="5824">
                  <c:v>9.5589736100000007</c:v>
                </c:pt>
                <c:pt idx="5825">
                  <c:v>9.5593766700000007</c:v>
                </c:pt>
                <c:pt idx="5826">
                  <c:v>9.5603999999999996</c:v>
                </c:pt>
                <c:pt idx="5827">
                  <c:v>9.5606124999999995</c:v>
                </c:pt>
                <c:pt idx="5828">
                  <c:v>9.5615958299999999</c:v>
                </c:pt>
                <c:pt idx="5829">
                  <c:v>9.5617722199999999</c:v>
                </c:pt>
                <c:pt idx="5830">
                  <c:v>9.5618522200000005</c:v>
                </c:pt>
                <c:pt idx="5831">
                  <c:v>9.56374806</c:v>
                </c:pt>
                <c:pt idx="5832">
                  <c:v>9.5639758300000004</c:v>
                </c:pt>
                <c:pt idx="5833">
                  <c:v>9.5642672199999996</c:v>
                </c:pt>
                <c:pt idx="5834">
                  <c:v>9.5660050000000005</c:v>
                </c:pt>
                <c:pt idx="5835">
                  <c:v>9.5668861100000004</c:v>
                </c:pt>
                <c:pt idx="5836">
                  <c:v>9.5691586100000006</c:v>
                </c:pt>
                <c:pt idx="5837">
                  <c:v>9.5699313900000007</c:v>
                </c:pt>
                <c:pt idx="5838">
                  <c:v>9.5710336100000006</c:v>
                </c:pt>
                <c:pt idx="5839">
                  <c:v>9.5711150000000007</c:v>
                </c:pt>
                <c:pt idx="5840">
                  <c:v>9.5735280599999992</c:v>
                </c:pt>
                <c:pt idx="5841">
                  <c:v>9.5738824999999999</c:v>
                </c:pt>
                <c:pt idx="5842">
                  <c:v>9.5746913899999999</c:v>
                </c:pt>
                <c:pt idx="5843">
                  <c:v>9.5755552799999997</c:v>
                </c:pt>
                <c:pt idx="5844">
                  <c:v>9.5772330599999993</c:v>
                </c:pt>
                <c:pt idx="5845">
                  <c:v>9.5774361100000007</c:v>
                </c:pt>
                <c:pt idx="5846">
                  <c:v>9.5794172199999998</c:v>
                </c:pt>
                <c:pt idx="5847">
                  <c:v>9.5812452799999992</c:v>
                </c:pt>
                <c:pt idx="5848">
                  <c:v>9.5826444399999993</c:v>
                </c:pt>
                <c:pt idx="5849">
                  <c:v>9.5832894399999997</c:v>
                </c:pt>
                <c:pt idx="5850">
                  <c:v>9.5843866700000007</c:v>
                </c:pt>
                <c:pt idx="5851">
                  <c:v>9.5849263899999997</c:v>
                </c:pt>
                <c:pt idx="5852">
                  <c:v>9.5851022199999996</c:v>
                </c:pt>
                <c:pt idx="5853">
                  <c:v>9.5866391699999998</c:v>
                </c:pt>
                <c:pt idx="5854">
                  <c:v>9.5866969399999995</c:v>
                </c:pt>
                <c:pt idx="5855">
                  <c:v>9.5868544399999998</c:v>
                </c:pt>
                <c:pt idx="5856">
                  <c:v>9.5890775000000001</c:v>
                </c:pt>
                <c:pt idx="5857">
                  <c:v>9.5892852800000004</c:v>
                </c:pt>
                <c:pt idx="5858">
                  <c:v>9.5909802800000001</c:v>
                </c:pt>
                <c:pt idx="5859">
                  <c:v>9.5931438900000003</c:v>
                </c:pt>
                <c:pt idx="5860">
                  <c:v>9.5946105599999996</c:v>
                </c:pt>
                <c:pt idx="5861">
                  <c:v>9.5953516699999994</c:v>
                </c:pt>
                <c:pt idx="5862">
                  <c:v>9.5954963899999992</c:v>
                </c:pt>
                <c:pt idx="5863">
                  <c:v>9.5972288900000002</c:v>
                </c:pt>
                <c:pt idx="5864">
                  <c:v>9.5981661099999993</c:v>
                </c:pt>
                <c:pt idx="5865">
                  <c:v>9.5990983300000003</c:v>
                </c:pt>
                <c:pt idx="5866">
                  <c:v>9.5991016699999996</c:v>
                </c:pt>
                <c:pt idx="5867">
                  <c:v>9.5991824999999995</c:v>
                </c:pt>
                <c:pt idx="5868">
                  <c:v>9.6018855599999995</c:v>
                </c:pt>
                <c:pt idx="5869">
                  <c:v>9.6024047199999991</c:v>
                </c:pt>
                <c:pt idx="5870">
                  <c:v>9.60334194</c:v>
                </c:pt>
                <c:pt idx="5871">
                  <c:v>9.6046899999999997</c:v>
                </c:pt>
                <c:pt idx="5872">
                  <c:v>9.6058002800000004</c:v>
                </c:pt>
                <c:pt idx="5873">
                  <c:v>9.6064744399999995</c:v>
                </c:pt>
                <c:pt idx="5874">
                  <c:v>9.6069674999999997</c:v>
                </c:pt>
                <c:pt idx="5875">
                  <c:v>9.6079438899999996</c:v>
                </c:pt>
                <c:pt idx="5876">
                  <c:v>9.6087974999999997</c:v>
                </c:pt>
                <c:pt idx="5877">
                  <c:v>9.6088024999999995</c:v>
                </c:pt>
                <c:pt idx="5878">
                  <c:v>9.6118102800000003</c:v>
                </c:pt>
                <c:pt idx="5879">
                  <c:v>9.6118297199999994</c:v>
                </c:pt>
                <c:pt idx="5880">
                  <c:v>9.6141408300000002</c:v>
                </c:pt>
                <c:pt idx="5881">
                  <c:v>9.6153513900000007</c:v>
                </c:pt>
                <c:pt idx="5882">
                  <c:v>9.6167099999999994</c:v>
                </c:pt>
                <c:pt idx="5883">
                  <c:v>9.6173252799999993</c:v>
                </c:pt>
                <c:pt idx="5884">
                  <c:v>9.6183433300000001</c:v>
                </c:pt>
                <c:pt idx="5885">
                  <c:v>9.6185744399999997</c:v>
                </c:pt>
                <c:pt idx="5886">
                  <c:v>9.6189169400000001</c:v>
                </c:pt>
                <c:pt idx="5887">
                  <c:v>9.6203191700000001</c:v>
                </c:pt>
                <c:pt idx="5888">
                  <c:v>9.6203844400000005</c:v>
                </c:pt>
                <c:pt idx="5889">
                  <c:v>9.6209797199999993</c:v>
                </c:pt>
                <c:pt idx="5890">
                  <c:v>9.6220491700000004</c:v>
                </c:pt>
                <c:pt idx="5891">
                  <c:v>9.6231911100000005</c:v>
                </c:pt>
                <c:pt idx="5892">
                  <c:v>9.6240866700000005</c:v>
                </c:pt>
                <c:pt idx="5893">
                  <c:v>9.6247777800000005</c:v>
                </c:pt>
                <c:pt idx="5894">
                  <c:v>9.62836611</c:v>
                </c:pt>
                <c:pt idx="5895">
                  <c:v>9.6300174999999992</c:v>
                </c:pt>
                <c:pt idx="5896">
                  <c:v>9.6300791700000001</c:v>
                </c:pt>
                <c:pt idx="5897">
                  <c:v>9.6302144399999996</c:v>
                </c:pt>
                <c:pt idx="5898">
                  <c:v>9.63054028</c:v>
                </c:pt>
                <c:pt idx="5899">
                  <c:v>9.6319916699999997</c:v>
                </c:pt>
                <c:pt idx="5900">
                  <c:v>9.6320266700000001</c:v>
                </c:pt>
                <c:pt idx="5901">
                  <c:v>9.6330930600000002</c:v>
                </c:pt>
                <c:pt idx="5902">
                  <c:v>9.6339199999999998</c:v>
                </c:pt>
                <c:pt idx="5903">
                  <c:v>9.63503972</c:v>
                </c:pt>
                <c:pt idx="5904">
                  <c:v>9.6361661099999996</c:v>
                </c:pt>
                <c:pt idx="5905">
                  <c:v>9.6367294399999999</c:v>
                </c:pt>
                <c:pt idx="5906">
                  <c:v>9.6383819400000004</c:v>
                </c:pt>
                <c:pt idx="5907">
                  <c:v>9.6395327799999997</c:v>
                </c:pt>
                <c:pt idx="5908">
                  <c:v>9.6400080599999995</c:v>
                </c:pt>
                <c:pt idx="5909">
                  <c:v>9.6402788899999994</c:v>
                </c:pt>
                <c:pt idx="5910">
                  <c:v>9.6407558299999998</c:v>
                </c:pt>
                <c:pt idx="5911">
                  <c:v>9.6418383300000006</c:v>
                </c:pt>
                <c:pt idx="5912">
                  <c:v>9.6418836100000007</c:v>
                </c:pt>
                <c:pt idx="5913">
                  <c:v>9.6427905599999999</c:v>
                </c:pt>
                <c:pt idx="5914">
                  <c:v>9.6444511100000003</c:v>
                </c:pt>
                <c:pt idx="5915">
                  <c:v>9.6444580599999998</c:v>
                </c:pt>
                <c:pt idx="5916">
                  <c:v>9.64451167</c:v>
                </c:pt>
                <c:pt idx="5917">
                  <c:v>9.6455900000000003</c:v>
                </c:pt>
                <c:pt idx="5918">
                  <c:v>9.6469649999999998</c:v>
                </c:pt>
                <c:pt idx="5919">
                  <c:v>9.6473222199999995</c:v>
                </c:pt>
                <c:pt idx="5920">
                  <c:v>9.6480363899999997</c:v>
                </c:pt>
                <c:pt idx="5921">
                  <c:v>9.6498208299999995</c:v>
                </c:pt>
                <c:pt idx="5922">
                  <c:v>9.6519194400000003</c:v>
                </c:pt>
                <c:pt idx="5923">
                  <c:v>9.6520349999999997</c:v>
                </c:pt>
                <c:pt idx="5924">
                  <c:v>9.6528994400000006</c:v>
                </c:pt>
                <c:pt idx="5925">
                  <c:v>9.6536875000000002</c:v>
                </c:pt>
                <c:pt idx="5926">
                  <c:v>9.6545886099999993</c:v>
                </c:pt>
                <c:pt idx="5927">
                  <c:v>9.6556997199999994</c:v>
                </c:pt>
                <c:pt idx="5928">
                  <c:v>9.6569713900000007</c:v>
                </c:pt>
                <c:pt idx="5929">
                  <c:v>9.6569938900000007</c:v>
                </c:pt>
                <c:pt idx="5930">
                  <c:v>9.6575349999999993</c:v>
                </c:pt>
                <c:pt idx="5931">
                  <c:v>9.6583113899999997</c:v>
                </c:pt>
                <c:pt idx="5932">
                  <c:v>9.6597522199999997</c:v>
                </c:pt>
                <c:pt idx="5933">
                  <c:v>9.6620074999999996</c:v>
                </c:pt>
                <c:pt idx="5934">
                  <c:v>9.6635630599999995</c:v>
                </c:pt>
                <c:pt idx="5935">
                  <c:v>9.6636458300000001</c:v>
                </c:pt>
                <c:pt idx="5936">
                  <c:v>9.664555</c:v>
                </c:pt>
                <c:pt idx="5937">
                  <c:v>9.6653669400000002</c:v>
                </c:pt>
                <c:pt idx="5938">
                  <c:v>9.6654549999999997</c:v>
                </c:pt>
                <c:pt idx="5939">
                  <c:v>9.6664611100000002</c:v>
                </c:pt>
                <c:pt idx="5940">
                  <c:v>9.6674722200000005</c:v>
                </c:pt>
                <c:pt idx="5941">
                  <c:v>9.6686338900000006</c:v>
                </c:pt>
                <c:pt idx="5942">
                  <c:v>9.6688816699999993</c:v>
                </c:pt>
                <c:pt idx="5943">
                  <c:v>9.6696041699999995</c:v>
                </c:pt>
                <c:pt idx="5944">
                  <c:v>9.6697441699999995</c:v>
                </c:pt>
                <c:pt idx="5945">
                  <c:v>9.6732447199999996</c:v>
                </c:pt>
                <c:pt idx="5946">
                  <c:v>9.6734713899999996</c:v>
                </c:pt>
                <c:pt idx="5947">
                  <c:v>9.6749913900000006</c:v>
                </c:pt>
                <c:pt idx="5948">
                  <c:v>9.6752663900000009</c:v>
                </c:pt>
                <c:pt idx="5949">
                  <c:v>9.6761972200000006</c:v>
                </c:pt>
                <c:pt idx="5950">
                  <c:v>9.6766338899999997</c:v>
                </c:pt>
                <c:pt idx="5951">
                  <c:v>9.6770444399999995</c:v>
                </c:pt>
                <c:pt idx="5952">
                  <c:v>9.6772674999999992</c:v>
                </c:pt>
                <c:pt idx="5953">
                  <c:v>9.6786372200000006</c:v>
                </c:pt>
                <c:pt idx="5954">
                  <c:v>9.6786630599999999</c:v>
                </c:pt>
                <c:pt idx="5955">
                  <c:v>9.6803330600000006</c:v>
                </c:pt>
                <c:pt idx="5956">
                  <c:v>9.6804358300000004</c:v>
                </c:pt>
                <c:pt idx="5957">
                  <c:v>9.6809516700000007</c:v>
                </c:pt>
                <c:pt idx="5958">
                  <c:v>9.6826488899999994</c:v>
                </c:pt>
                <c:pt idx="5959">
                  <c:v>9.6835713899999991</c:v>
                </c:pt>
                <c:pt idx="5960">
                  <c:v>9.6856272200000006</c:v>
                </c:pt>
                <c:pt idx="5961">
                  <c:v>9.6869069400000001</c:v>
                </c:pt>
                <c:pt idx="5962">
                  <c:v>9.6884241699999993</c:v>
                </c:pt>
                <c:pt idx="5963">
                  <c:v>9.6904108299999994</c:v>
                </c:pt>
                <c:pt idx="5964">
                  <c:v>9.6908144400000005</c:v>
                </c:pt>
                <c:pt idx="5965">
                  <c:v>9.6922897199999998</c:v>
                </c:pt>
                <c:pt idx="5966">
                  <c:v>9.6923152800000008</c:v>
                </c:pt>
                <c:pt idx="5967">
                  <c:v>9.6943802800000007</c:v>
                </c:pt>
                <c:pt idx="5968">
                  <c:v>9.6950074999999991</c:v>
                </c:pt>
                <c:pt idx="5969">
                  <c:v>9.6978808300000008</c:v>
                </c:pt>
                <c:pt idx="5970">
                  <c:v>9.7010177800000008</c:v>
                </c:pt>
                <c:pt idx="5971">
                  <c:v>9.7010677800000007</c:v>
                </c:pt>
                <c:pt idx="5972">
                  <c:v>9.7012597199999995</c:v>
                </c:pt>
                <c:pt idx="5973">
                  <c:v>9.7016816699999993</c:v>
                </c:pt>
                <c:pt idx="5974">
                  <c:v>9.7025447200000006</c:v>
                </c:pt>
                <c:pt idx="5975">
                  <c:v>9.7031991699999995</c:v>
                </c:pt>
                <c:pt idx="5976">
                  <c:v>9.7040741700000002</c:v>
                </c:pt>
                <c:pt idx="5977">
                  <c:v>9.7052380599999992</c:v>
                </c:pt>
                <c:pt idx="5978">
                  <c:v>9.7061791700000004</c:v>
                </c:pt>
                <c:pt idx="5979">
                  <c:v>9.7075294400000001</c:v>
                </c:pt>
                <c:pt idx="5980">
                  <c:v>9.7078947200000005</c:v>
                </c:pt>
                <c:pt idx="5981">
                  <c:v>9.7090880599999991</c:v>
                </c:pt>
                <c:pt idx="5982">
                  <c:v>9.7094450000000005</c:v>
                </c:pt>
                <c:pt idx="5983">
                  <c:v>9.7120705600000008</c:v>
                </c:pt>
                <c:pt idx="5984">
                  <c:v>9.7121777799999993</c:v>
                </c:pt>
                <c:pt idx="5985">
                  <c:v>9.7123622199999993</c:v>
                </c:pt>
                <c:pt idx="5986">
                  <c:v>9.7129958300000006</c:v>
                </c:pt>
                <c:pt idx="5987">
                  <c:v>9.7140680600000007</c:v>
                </c:pt>
                <c:pt idx="5988">
                  <c:v>9.7143805600000004</c:v>
                </c:pt>
                <c:pt idx="5989">
                  <c:v>9.7151861099999994</c:v>
                </c:pt>
                <c:pt idx="5990">
                  <c:v>9.7166363899999997</c:v>
                </c:pt>
                <c:pt idx="5991">
                  <c:v>9.7167152800000007</c:v>
                </c:pt>
                <c:pt idx="5992">
                  <c:v>9.7188847200000001</c:v>
                </c:pt>
                <c:pt idx="5993">
                  <c:v>9.7198291700000006</c:v>
                </c:pt>
                <c:pt idx="5994">
                  <c:v>9.7208780600000004</c:v>
                </c:pt>
                <c:pt idx="5995">
                  <c:v>9.7215066700000001</c:v>
                </c:pt>
                <c:pt idx="5996">
                  <c:v>9.72340917</c:v>
                </c:pt>
                <c:pt idx="5997">
                  <c:v>9.7243886100000001</c:v>
                </c:pt>
                <c:pt idx="5998">
                  <c:v>9.7249502799999998</c:v>
                </c:pt>
                <c:pt idx="5999">
                  <c:v>9.7251075</c:v>
                </c:pt>
                <c:pt idx="6000">
                  <c:v>9.7251308299999994</c:v>
                </c:pt>
                <c:pt idx="6001">
                  <c:v>9.7272947199999997</c:v>
                </c:pt>
                <c:pt idx="6002">
                  <c:v>9.7280733300000009</c:v>
                </c:pt>
                <c:pt idx="6003">
                  <c:v>9.7294286099999994</c:v>
                </c:pt>
                <c:pt idx="6004">
                  <c:v>9.7295016699999994</c:v>
                </c:pt>
                <c:pt idx="6005">
                  <c:v>9.7295866699999998</c:v>
                </c:pt>
                <c:pt idx="6006">
                  <c:v>9.7309125000000005</c:v>
                </c:pt>
                <c:pt idx="6007">
                  <c:v>9.7320838900000002</c:v>
                </c:pt>
                <c:pt idx="6008">
                  <c:v>9.7322608299999995</c:v>
                </c:pt>
                <c:pt idx="6009">
                  <c:v>9.7327508300000005</c:v>
                </c:pt>
                <c:pt idx="6010">
                  <c:v>9.7340419399999991</c:v>
                </c:pt>
                <c:pt idx="6011">
                  <c:v>9.7347255599999993</c:v>
                </c:pt>
                <c:pt idx="6012">
                  <c:v>9.7354761100000005</c:v>
                </c:pt>
                <c:pt idx="6013">
                  <c:v>9.7361786099999996</c:v>
                </c:pt>
                <c:pt idx="6014">
                  <c:v>9.7400652799999996</c:v>
                </c:pt>
                <c:pt idx="6015">
                  <c:v>9.7403261099999998</c:v>
                </c:pt>
                <c:pt idx="6016">
                  <c:v>9.7406113899999998</c:v>
                </c:pt>
                <c:pt idx="6017">
                  <c:v>9.7420902799999993</c:v>
                </c:pt>
                <c:pt idx="6018">
                  <c:v>9.7422333299999995</c:v>
                </c:pt>
                <c:pt idx="6019">
                  <c:v>9.7427766699999996</c:v>
                </c:pt>
                <c:pt idx="6020">
                  <c:v>9.7442588899999993</c:v>
                </c:pt>
                <c:pt idx="6021">
                  <c:v>9.7453472199999993</c:v>
                </c:pt>
                <c:pt idx="6022">
                  <c:v>9.7461786099999994</c:v>
                </c:pt>
                <c:pt idx="6023">
                  <c:v>9.7476658300000008</c:v>
                </c:pt>
                <c:pt idx="6024">
                  <c:v>9.7487386100000002</c:v>
                </c:pt>
                <c:pt idx="6025">
                  <c:v>9.7505561099999998</c:v>
                </c:pt>
                <c:pt idx="6026">
                  <c:v>9.7566405599999992</c:v>
                </c:pt>
                <c:pt idx="6027">
                  <c:v>9.7566463900000002</c:v>
                </c:pt>
                <c:pt idx="6028">
                  <c:v>9.7566950000000006</c:v>
                </c:pt>
                <c:pt idx="6029">
                  <c:v>9.75669611</c:v>
                </c:pt>
                <c:pt idx="6030">
                  <c:v>9.7567013899999999</c:v>
                </c:pt>
                <c:pt idx="6031">
                  <c:v>9.7584075000000006</c:v>
                </c:pt>
                <c:pt idx="6032">
                  <c:v>9.7592702800000009</c:v>
                </c:pt>
                <c:pt idx="6033">
                  <c:v>9.7593047199999994</c:v>
                </c:pt>
                <c:pt idx="6034">
                  <c:v>9.7593305600000004</c:v>
                </c:pt>
                <c:pt idx="6035">
                  <c:v>9.7594186100000009</c:v>
                </c:pt>
                <c:pt idx="6036">
                  <c:v>9.7625052799999992</c:v>
                </c:pt>
                <c:pt idx="6037">
                  <c:v>9.7628219400000003</c:v>
                </c:pt>
                <c:pt idx="6038">
                  <c:v>9.7637908299999996</c:v>
                </c:pt>
                <c:pt idx="6039">
                  <c:v>9.7638138899999998</c:v>
                </c:pt>
                <c:pt idx="6040">
                  <c:v>9.7663677799999995</c:v>
                </c:pt>
                <c:pt idx="6041">
                  <c:v>9.7673813900000006</c:v>
                </c:pt>
                <c:pt idx="6042">
                  <c:v>9.7676080600000006</c:v>
                </c:pt>
                <c:pt idx="6043">
                  <c:v>9.7685708299999998</c:v>
                </c:pt>
                <c:pt idx="6044">
                  <c:v>9.7700419400000005</c:v>
                </c:pt>
                <c:pt idx="6045">
                  <c:v>9.7700919400000004</c:v>
                </c:pt>
                <c:pt idx="6046">
                  <c:v>9.7720441699999991</c:v>
                </c:pt>
                <c:pt idx="6047">
                  <c:v>9.7729830599999996</c:v>
                </c:pt>
                <c:pt idx="6048">
                  <c:v>9.7753883300000002</c:v>
                </c:pt>
                <c:pt idx="6049">
                  <c:v>9.7754750000000001</c:v>
                </c:pt>
                <c:pt idx="6050">
                  <c:v>9.7769041699999999</c:v>
                </c:pt>
                <c:pt idx="6051">
                  <c:v>9.7777419400000003</c:v>
                </c:pt>
                <c:pt idx="6052">
                  <c:v>9.7779725000000006</c:v>
                </c:pt>
                <c:pt idx="6053">
                  <c:v>9.7795308300000006</c:v>
                </c:pt>
                <c:pt idx="6054">
                  <c:v>9.7810900000000007</c:v>
                </c:pt>
                <c:pt idx="6055">
                  <c:v>9.7827786099999994</c:v>
                </c:pt>
                <c:pt idx="6056">
                  <c:v>9.7835344400000004</c:v>
                </c:pt>
                <c:pt idx="6057">
                  <c:v>9.7836205599999992</c:v>
                </c:pt>
                <c:pt idx="6058">
                  <c:v>9.78419667</c:v>
                </c:pt>
                <c:pt idx="6059">
                  <c:v>9.7853363899999994</c:v>
                </c:pt>
                <c:pt idx="6060">
                  <c:v>9.7878574999999994</c:v>
                </c:pt>
                <c:pt idx="6061">
                  <c:v>9.78957722</c:v>
                </c:pt>
                <c:pt idx="6062">
                  <c:v>9.7899949999999993</c:v>
                </c:pt>
                <c:pt idx="6063">
                  <c:v>9.7938938899999997</c:v>
                </c:pt>
                <c:pt idx="6064">
                  <c:v>9.7941005600000004</c:v>
                </c:pt>
                <c:pt idx="6065">
                  <c:v>9.7943011099999993</c:v>
                </c:pt>
                <c:pt idx="6066">
                  <c:v>9.7973302800000006</c:v>
                </c:pt>
                <c:pt idx="6067">
                  <c:v>9.7974772199999993</c:v>
                </c:pt>
                <c:pt idx="6068">
                  <c:v>9.7984305599999999</c:v>
                </c:pt>
                <c:pt idx="6069">
                  <c:v>9.7999036099999994</c:v>
                </c:pt>
                <c:pt idx="6070">
                  <c:v>9.8012561100000006</c:v>
                </c:pt>
                <c:pt idx="6071">
                  <c:v>9.8012955599999998</c:v>
                </c:pt>
                <c:pt idx="6072">
                  <c:v>9.8025438900000008</c:v>
                </c:pt>
                <c:pt idx="6073">
                  <c:v>9.8026091700000002</c:v>
                </c:pt>
                <c:pt idx="6074">
                  <c:v>9.8046386099999996</c:v>
                </c:pt>
                <c:pt idx="6075">
                  <c:v>9.8055775000000001</c:v>
                </c:pt>
                <c:pt idx="6076">
                  <c:v>9.8057261100000002</c:v>
                </c:pt>
                <c:pt idx="6077">
                  <c:v>9.8059186100000009</c:v>
                </c:pt>
                <c:pt idx="6078">
                  <c:v>9.8072166700000007</c:v>
                </c:pt>
                <c:pt idx="6079">
                  <c:v>9.8081719399999994</c:v>
                </c:pt>
                <c:pt idx="6080">
                  <c:v>9.8083277800000008</c:v>
                </c:pt>
                <c:pt idx="6081">
                  <c:v>9.8094544399999997</c:v>
                </c:pt>
                <c:pt idx="6082">
                  <c:v>9.8095669399999998</c:v>
                </c:pt>
                <c:pt idx="6083">
                  <c:v>9.8095874999999992</c:v>
                </c:pt>
                <c:pt idx="6084">
                  <c:v>9.8121386099999999</c:v>
                </c:pt>
                <c:pt idx="6085">
                  <c:v>9.81288889</c:v>
                </c:pt>
                <c:pt idx="6086">
                  <c:v>9.8142219399999995</c:v>
                </c:pt>
                <c:pt idx="6087">
                  <c:v>9.8157988899999999</c:v>
                </c:pt>
                <c:pt idx="6088">
                  <c:v>9.8158613900000002</c:v>
                </c:pt>
                <c:pt idx="6089">
                  <c:v>9.8163366700000001</c:v>
                </c:pt>
                <c:pt idx="6090">
                  <c:v>9.8163536100000002</c:v>
                </c:pt>
                <c:pt idx="6091">
                  <c:v>9.8182830600000006</c:v>
                </c:pt>
                <c:pt idx="6092">
                  <c:v>9.8193122200000005</c:v>
                </c:pt>
                <c:pt idx="6093">
                  <c:v>9.8203380599999992</c:v>
                </c:pt>
                <c:pt idx="6094">
                  <c:v>9.8206094400000001</c:v>
                </c:pt>
                <c:pt idx="6095">
                  <c:v>9.8206450000000007</c:v>
                </c:pt>
                <c:pt idx="6096">
                  <c:v>9.8218069400000001</c:v>
                </c:pt>
                <c:pt idx="6097">
                  <c:v>9.8218958300000008</c:v>
                </c:pt>
                <c:pt idx="6098">
                  <c:v>9.8230913900000001</c:v>
                </c:pt>
                <c:pt idx="6099">
                  <c:v>9.8245127799999992</c:v>
                </c:pt>
                <c:pt idx="6100">
                  <c:v>9.8246136100000001</c:v>
                </c:pt>
                <c:pt idx="6101">
                  <c:v>9.8249055599999995</c:v>
                </c:pt>
                <c:pt idx="6102">
                  <c:v>9.8268005600000006</c:v>
                </c:pt>
                <c:pt idx="6103">
                  <c:v>9.8275958299999999</c:v>
                </c:pt>
                <c:pt idx="6104">
                  <c:v>9.8288761099999995</c:v>
                </c:pt>
                <c:pt idx="6105">
                  <c:v>9.8316680600000002</c:v>
                </c:pt>
                <c:pt idx="6106">
                  <c:v>9.83184361</c:v>
                </c:pt>
                <c:pt idx="6107">
                  <c:v>9.8318672199999995</c:v>
                </c:pt>
                <c:pt idx="6108">
                  <c:v>9.8331108300000007</c:v>
                </c:pt>
                <c:pt idx="6109">
                  <c:v>9.8335291700000003</c:v>
                </c:pt>
                <c:pt idx="6110">
                  <c:v>9.8345077799999991</c:v>
                </c:pt>
                <c:pt idx="6111">
                  <c:v>9.8347824999999993</c:v>
                </c:pt>
                <c:pt idx="6112">
                  <c:v>9.8353941700000007</c:v>
                </c:pt>
                <c:pt idx="6113">
                  <c:v>9.8353986100000004</c:v>
                </c:pt>
                <c:pt idx="6114">
                  <c:v>9.8355425000000007</c:v>
                </c:pt>
                <c:pt idx="6115">
                  <c:v>9.8394133299999993</c:v>
                </c:pt>
                <c:pt idx="6116">
                  <c:v>9.8395880600000005</c:v>
                </c:pt>
                <c:pt idx="6117">
                  <c:v>9.8396780600000007</c:v>
                </c:pt>
                <c:pt idx="6118">
                  <c:v>9.8411524999999997</c:v>
                </c:pt>
                <c:pt idx="6119">
                  <c:v>9.8412438899999994</c:v>
                </c:pt>
                <c:pt idx="6120">
                  <c:v>9.8425613900000002</c:v>
                </c:pt>
                <c:pt idx="6121">
                  <c:v>9.8437366700000002</c:v>
                </c:pt>
                <c:pt idx="6122">
                  <c:v>9.8447411099999993</c:v>
                </c:pt>
                <c:pt idx="6123">
                  <c:v>9.8459427799999997</c:v>
                </c:pt>
                <c:pt idx="6124">
                  <c:v>9.8459683299999998</c:v>
                </c:pt>
                <c:pt idx="6125">
                  <c:v>9.8473375000000001</c:v>
                </c:pt>
                <c:pt idx="6126">
                  <c:v>9.8497341699999996</c:v>
                </c:pt>
                <c:pt idx="6127">
                  <c:v>9.8505249999999993</c:v>
                </c:pt>
                <c:pt idx="6128">
                  <c:v>9.8521233299999995</c:v>
                </c:pt>
                <c:pt idx="6129">
                  <c:v>9.8538358299999995</c:v>
                </c:pt>
                <c:pt idx="6130">
                  <c:v>9.8558108299999994</c:v>
                </c:pt>
                <c:pt idx="6131">
                  <c:v>9.8562655600000006</c:v>
                </c:pt>
                <c:pt idx="6132">
                  <c:v>9.8572002800000007</c:v>
                </c:pt>
                <c:pt idx="6133">
                  <c:v>9.8585897199999994</c:v>
                </c:pt>
                <c:pt idx="6134">
                  <c:v>9.8593525</c:v>
                </c:pt>
                <c:pt idx="6135">
                  <c:v>9.8610213899999994</c:v>
                </c:pt>
                <c:pt idx="6136">
                  <c:v>9.8610894400000006</c:v>
                </c:pt>
                <c:pt idx="6137">
                  <c:v>9.8622663900000003</c:v>
                </c:pt>
                <c:pt idx="6138">
                  <c:v>9.8624883299999997</c:v>
                </c:pt>
                <c:pt idx="6139">
                  <c:v>9.8640763899999993</c:v>
                </c:pt>
                <c:pt idx="6140">
                  <c:v>9.8642216699999992</c:v>
                </c:pt>
                <c:pt idx="6141">
                  <c:v>9.8652216700000004</c:v>
                </c:pt>
                <c:pt idx="6142">
                  <c:v>9.8665702799999995</c:v>
                </c:pt>
                <c:pt idx="6143">
                  <c:v>9.8672055600000004</c:v>
                </c:pt>
                <c:pt idx="6144">
                  <c:v>9.8673572200000006</c:v>
                </c:pt>
                <c:pt idx="6145">
                  <c:v>9.8683855600000001</c:v>
                </c:pt>
                <c:pt idx="6146">
                  <c:v>9.8696141700000002</c:v>
                </c:pt>
                <c:pt idx="6147">
                  <c:v>9.8706061100000007</c:v>
                </c:pt>
                <c:pt idx="6148">
                  <c:v>9.8718616699999995</c:v>
                </c:pt>
                <c:pt idx="6149">
                  <c:v>9.8721999999999994</c:v>
                </c:pt>
                <c:pt idx="6150">
                  <c:v>9.8731088899999992</c:v>
                </c:pt>
                <c:pt idx="6151">
                  <c:v>9.8736875000000008</c:v>
                </c:pt>
                <c:pt idx="6152">
                  <c:v>9.8744411099999994</c:v>
                </c:pt>
                <c:pt idx="6153">
                  <c:v>9.8753347199999997</c:v>
                </c:pt>
                <c:pt idx="6154">
                  <c:v>9.8758186099999996</c:v>
                </c:pt>
                <c:pt idx="6155">
                  <c:v>9.8760069399999999</c:v>
                </c:pt>
                <c:pt idx="6156">
                  <c:v>9.8775569399999998</c:v>
                </c:pt>
                <c:pt idx="6157">
                  <c:v>9.8777413900000006</c:v>
                </c:pt>
                <c:pt idx="6158">
                  <c:v>9.8783805600000001</c:v>
                </c:pt>
                <c:pt idx="6159">
                  <c:v>9.8798427800000006</c:v>
                </c:pt>
                <c:pt idx="6160">
                  <c:v>9.8807422200000001</c:v>
                </c:pt>
                <c:pt idx="6161">
                  <c:v>9.8812716700000003</c:v>
                </c:pt>
                <c:pt idx="6162">
                  <c:v>9.8817869399999996</c:v>
                </c:pt>
                <c:pt idx="6163">
                  <c:v>9.8818033300000003</c:v>
                </c:pt>
                <c:pt idx="6164">
                  <c:v>9.8830786100000001</c:v>
                </c:pt>
                <c:pt idx="6165">
                  <c:v>9.8838313899999992</c:v>
                </c:pt>
                <c:pt idx="6166">
                  <c:v>9.8838638900000007</c:v>
                </c:pt>
                <c:pt idx="6167">
                  <c:v>9.8840055600000003</c:v>
                </c:pt>
                <c:pt idx="6168">
                  <c:v>9.8863502800000003</c:v>
                </c:pt>
                <c:pt idx="6169">
                  <c:v>9.8867849999999997</c:v>
                </c:pt>
                <c:pt idx="6170">
                  <c:v>9.8873897199999998</c:v>
                </c:pt>
                <c:pt idx="6171">
                  <c:v>9.88802278</c:v>
                </c:pt>
                <c:pt idx="6172">
                  <c:v>9.8886261100000006</c:v>
                </c:pt>
                <c:pt idx="6173">
                  <c:v>9.8888772199999995</c:v>
                </c:pt>
                <c:pt idx="6174">
                  <c:v>9.8896183299999993</c:v>
                </c:pt>
                <c:pt idx="6175">
                  <c:v>9.8913083299999993</c:v>
                </c:pt>
                <c:pt idx="6176">
                  <c:v>9.8914480600000001</c:v>
                </c:pt>
                <c:pt idx="6177">
                  <c:v>9.8944366699999993</c:v>
                </c:pt>
                <c:pt idx="6178">
                  <c:v>9.8949738899999993</c:v>
                </c:pt>
                <c:pt idx="6179">
                  <c:v>9.8962713900000008</c:v>
                </c:pt>
                <c:pt idx="6180">
                  <c:v>9.8969538900000007</c:v>
                </c:pt>
                <c:pt idx="6181">
                  <c:v>9.8981327799999992</c:v>
                </c:pt>
                <c:pt idx="6182">
                  <c:v>9.8986549999999998</c:v>
                </c:pt>
                <c:pt idx="6183">
                  <c:v>9.8988947199999995</c:v>
                </c:pt>
                <c:pt idx="6184">
                  <c:v>9.8999766699999991</c:v>
                </c:pt>
                <c:pt idx="6185">
                  <c:v>9.9009308300000001</c:v>
                </c:pt>
                <c:pt idx="6186">
                  <c:v>9.9011352800000001</c:v>
                </c:pt>
                <c:pt idx="6187">
                  <c:v>9.9026216700000003</c:v>
                </c:pt>
                <c:pt idx="6188">
                  <c:v>9.9030177800000008</c:v>
                </c:pt>
                <c:pt idx="6189">
                  <c:v>9.9036097200000004</c:v>
                </c:pt>
                <c:pt idx="6190">
                  <c:v>9.9057516700000008</c:v>
                </c:pt>
                <c:pt idx="6191">
                  <c:v>9.90686</c:v>
                </c:pt>
                <c:pt idx="6192">
                  <c:v>9.9072727799999996</c:v>
                </c:pt>
                <c:pt idx="6193">
                  <c:v>9.9083786099999998</c:v>
                </c:pt>
                <c:pt idx="6194">
                  <c:v>9.9084791699999997</c:v>
                </c:pt>
                <c:pt idx="6195">
                  <c:v>9.9084980599999994</c:v>
                </c:pt>
                <c:pt idx="6196">
                  <c:v>9.9102027800000005</c:v>
                </c:pt>
                <c:pt idx="6197">
                  <c:v>9.9128294399999994</c:v>
                </c:pt>
                <c:pt idx="6198">
                  <c:v>9.9143061100000001</c:v>
                </c:pt>
                <c:pt idx="6199">
                  <c:v>9.9145413900000001</c:v>
                </c:pt>
                <c:pt idx="6200">
                  <c:v>9.9156769400000009</c:v>
                </c:pt>
                <c:pt idx="6201">
                  <c:v>9.9169844400000002</c:v>
                </c:pt>
                <c:pt idx="6202">
                  <c:v>9.9174663899999995</c:v>
                </c:pt>
                <c:pt idx="6203">
                  <c:v>9.9182849999999991</c:v>
                </c:pt>
                <c:pt idx="6204">
                  <c:v>9.9195250000000001</c:v>
                </c:pt>
                <c:pt idx="6205">
                  <c:v>9.9209244400000003</c:v>
                </c:pt>
                <c:pt idx="6206">
                  <c:v>9.9217624999999998</c:v>
                </c:pt>
                <c:pt idx="6207">
                  <c:v>9.9217911099999991</c:v>
                </c:pt>
                <c:pt idx="6208">
                  <c:v>9.9242272200000006</c:v>
                </c:pt>
                <c:pt idx="6209">
                  <c:v>9.9243000000000006</c:v>
                </c:pt>
                <c:pt idx="6210">
                  <c:v>9.9247911099999993</c:v>
                </c:pt>
                <c:pt idx="6211">
                  <c:v>9.9263305600000002</c:v>
                </c:pt>
                <c:pt idx="6212">
                  <c:v>9.9263563900000005</c:v>
                </c:pt>
                <c:pt idx="6213">
                  <c:v>9.9264136100000009</c:v>
                </c:pt>
                <c:pt idx="6214">
                  <c:v>9.92934889</c:v>
                </c:pt>
                <c:pt idx="6215">
                  <c:v>9.9301536099999996</c:v>
                </c:pt>
                <c:pt idx="6216">
                  <c:v>9.9310663899999998</c:v>
                </c:pt>
                <c:pt idx="6217">
                  <c:v>9.93204083</c:v>
                </c:pt>
                <c:pt idx="6218">
                  <c:v>9.9321458299999996</c:v>
                </c:pt>
                <c:pt idx="6219">
                  <c:v>9.9339555599999994</c:v>
                </c:pt>
                <c:pt idx="6220">
                  <c:v>9.9346216700000003</c:v>
                </c:pt>
                <c:pt idx="6221">
                  <c:v>9.9347133299999992</c:v>
                </c:pt>
                <c:pt idx="6222">
                  <c:v>9.9374383300000009</c:v>
                </c:pt>
                <c:pt idx="6223">
                  <c:v>9.9375405600000004</c:v>
                </c:pt>
                <c:pt idx="6224">
                  <c:v>9.93863333</c:v>
                </c:pt>
                <c:pt idx="6225">
                  <c:v>9.9436311100000001</c:v>
                </c:pt>
                <c:pt idx="6226">
                  <c:v>9.9456861100000005</c:v>
                </c:pt>
                <c:pt idx="6227">
                  <c:v>9.9460186099999994</c:v>
                </c:pt>
                <c:pt idx="6228">
                  <c:v>9.9475436100000003</c:v>
                </c:pt>
                <c:pt idx="6229">
                  <c:v>9.9478319400000004</c:v>
                </c:pt>
                <c:pt idx="6230">
                  <c:v>9.9497697200000008</c:v>
                </c:pt>
                <c:pt idx="6231">
                  <c:v>9.9510380600000001</c:v>
                </c:pt>
                <c:pt idx="6232">
                  <c:v>9.9511772199999999</c:v>
                </c:pt>
                <c:pt idx="6233">
                  <c:v>9.9539716699999996</c:v>
                </c:pt>
                <c:pt idx="6234">
                  <c:v>9.9542969400000008</c:v>
                </c:pt>
                <c:pt idx="6235">
                  <c:v>9.9547500000000007</c:v>
                </c:pt>
                <c:pt idx="6236">
                  <c:v>9.9555666699999996</c:v>
                </c:pt>
                <c:pt idx="6237">
                  <c:v>9.9564133300000002</c:v>
                </c:pt>
                <c:pt idx="6238">
                  <c:v>9.9564655599999998</c:v>
                </c:pt>
                <c:pt idx="6239">
                  <c:v>9.9566144399999992</c:v>
                </c:pt>
                <c:pt idx="6240">
                  <c:v>9.9583383300000001</c:v>
                </c:pt>
                <c:pt idx="6241">
                  <c:v>9.9599694400000001</c:v>
                </c:pt>
                <c:pt idx="6242">
                  <c:v>9.9600441699999998</c:v>
                </c:pt>
                <c:pt idx="6243">
                  <c:v>9.9619475000000008</c:v>
                </c:pt>
                <c:pt idx="6244">
                  <c:v>9.9630361099999991</c:v>
                </c:pt>
                <c:pt idx="6245">
                  <c:v>9.9632144399999998</c:v>
                </c:pt>
                <c:pt idx="6246">
                  <c:v>9.9632519399999993</c:v>
                </c:pt>
                <c:pt idx="6247">
                  <c:v>9.9648291699999998</c:v>
                </c:pt>
                <c:pt idx="6248">
                  <c:v>9.9684927800000001</c:v>
                </c:pt>
                <c:pt idx="6249">
                  <c:v>9.9685424999999999</c:v>
                </c:pt>
                <c:pt idx="6250">
                  <c:v>9.9708000000000006</c:v>
                </c:pt>
                <c:pt idx="6251">
                  <c:v>9.9711261100000002</c:v>
                </c:pt>
                <c:pt idx="6252">
                  <c:v>9.9724519399999991</c:v>
                </c:pt>
                <c:pt idx="6253">
                  <c:v>9.9726097199999995</c:v>
                </c:pt>
                <c:pt idx="6254">
                  <c:v>9.9726594399999993</c:v>
                </c:pt>
                <c:pt idx="6255">
                  <c:v>9.9744391700000001</c:v>
                </c:pt>
                <c:pt idx="6256">
                  <c:v>9.9757191699999996</c:v>
                </c:pt>
                <c:pt idx="6257">
                  <c:v>9.9764469400000007</c:v>
                </c:pt>
                <c:pt idx="6258">
                  <c:v>9.9782005599999994</c:v>
                </c:pt>
                <c:pt idx="6259">
                  <c:v>9.9793188900000001</c:v>
                </c:pt>
                <c:pt idx="6260">
                  <c:v>9.9802977800000008</c:v>
                </c:pt>
                <c:pt idx="6261">
                  <c:v>9.9802999999999997</c:v>
                </c:pt>
                <c:pt idx="6262">
                  <c:v>9.9819116700000006</c:v>
                </c:pt>
                <c:pt idx="6263">
                  <c:v>9.9832091700000003</c:v>
                </c:pt>
                <c:pt idx="6264">
                  <c:v>9.9833355600000004</c:v>
                </c:pt>
                <c:pt idx="6265">
                  <c:v>9.9856466699999995</c:v>
                </c:pt>
                <c:pt idx="6266">
                  <c:v>9.9858619399999995</c:v>
                </c:pt>
                <c:pt idx="6267">
                  <c:v>9.9875194399999998</c:v>
                </c:pt>
                <c:pt idx="6268">
                  <c:v>9.9878047199999997</c:v>
                </c:pt>
                <c:pt idx="6269">
                  <c:v>9.9878991700000004</c:v>
                </c:pt>
                <c:pt idx="6270">
                  <c:v>9.9912522199999998</c:v>
                </c:pt>
                <c:pt idx="6271">
                  <c:v>9.9919719400000009</c:v>
                </c:pt>
                <c:pt idx="6272">
                  <c:v>9.9919830600000008</c:v>
                </c:pt>
                <c:pt idx="6273">
                  <c:v>9.9933808299999995</c:v>
                </c:pt>
                <c:pt idx="6274">
                  <c:v>9.9953058299999995</c:v>
                </c:pt>
                <c:pt idx="6275">
                  <c:v>9.9953994399999999</c:v>
                </c:pt>
                <c:pt idx="6276">
                  <c:v>9.9964022200000002</c:v>
                </c:pt>
                <c:pt idx="6277">
                  <c:v>9.9981572199999995</c:v>
                </c:pt>
                <c:pt idx="6278">
                  <c:v>9.9991974999999993</c:v>
                </c:pt>
                <c:pt idx="6279">
                  <c:v>9.9993094399999993</c:v>
                </c:pt>
                <c:pt idx="6280">
                  <c:v>10.000175</c:v>
                </c:pt>
                <c:pt idx="6281">
                  <c:v>10.00086917</c:v>
                </c:pt>
                <c:pt idx="6282">
                  <c:v>10.00169389</c:v>
                </c:pt>
                <c:pt idx="6283">
                  <c:v>10.003595560000001</c:v>
                </c:pt>
                <c:pt idx="6284">
                  <c:v>10.00378111</c:v>
                </c:pt>
                <c:pt idx="6285">
                  <c:v>10.00384028</c:v>
                </c:pt>
                <c:pt idx="6286">
                  <c:v>10.00574361</c:v>
                </c:pt>
                <c:pt idx="6287">
                  <c:v>10.006170559999999</c:v>
                </c:pt>
                <c:pt idx="6288">
                  <c:v>10.00763639</c:v>
                </c:pt>
                <c:pt idx="6289">
                  <c:v>10.00832028</c:v>
                </c:pt>
                <c:pt idx="6290">
                  <c:v>10.00892694</c:v>
                </c:pt>
                <c:pt idx="6291">
                  <c:v>10.009178889999999</c:v>
                </c:pt>
                <c:pt idx="6292">
                  <c:v>10.0104375</c:v>
                </c:pt>
                <c:pt idx="6293">
                  <c:v>10.01052222</c:v>
                </c:pt>
                <c:pt idx="6294">
                  <c:v>10.012717779999999</c:v>
                </c:pt>
                <c:pt idx="6295">
                  <c:v>10.01344806</c:v>
                </c:pt>
                <c:pt idx="6296">
                  <c:v>10.014876940000001</c:v>
                </c:pt>
                <c:pt idx="6297">
                  <c:v>10.01528222</c:v>
                </c:pt>
                <c:pt idx="6298">
                  <c:v>10.015494439999999</c:v>
                </c:pt>
                <c:pt idx="6299">
                  <c:v>10.01716278</c:v>
                </c:pt>
                <c:pt idx="6300">
                  <c:v>10.01736889</c:v>
                </c:pt>
                <c:pt idx="6301">
                  <c:v>10.01907222</c:v>
                </c:pt>
                <c:pt idx="6302">
                  <c:v>10.01925389</c:v>
                </c:pt>
                <c:pt idx="6303">
                  <c:v>10.020263610000001</c:v>
                </c:pt>
                <c:pt idx="6304">
                  <c:v>10.02137778</c:v>
                </c:pt>
                <c:pt idx="6305">
                  <c:v>10.023121939999999</c:v>
                </c:pt>
                <c:pt idx="6306">
                  <c:v>10.02328333</c:v>
                </c:pt>
                <c:pt idx="6307">
                  <c:v>10.023403330000001</c:v>
                </c:pt>
                <c:pt idx="6308">
                  <c:v>10.0257875</c:v>
                </c:pt>
                <c:pt idx="6309">
                  <c:v>10.026327220000001</c:v>
                </c:pt>
                <c:pt idx="6310">
                  <c:v>10.02716861</c:v>
                </c:pt>
                <c:pt idx="6311">
                  <c:v>10.029503890000001</c:v>
                </c:pt>
                <c:pt idx="6312">
                  <c:v>10.029843059999999</c:v>
                </c:pt>
                <c:pt idx="6313">
                  <c:v>10.032081939999999</c:v>
                </c:pt>
                <c:pt idx="6314">
                  <c:v>10.03218889</c:v>
                </c:pt>
                <c:pt idx="6315">
                  <c:v>10.034179440000001</c:v>
                </c:pt>
                <c:pt idx="6316">
                  <c:v>10.034731669999999</c:v>
                </c:pt>
                <c:pt idx="6317">
                  <c:v>10.036035829999999</c:v>
                </c:pt>
                <c:pt idx="6318">
                  <c:v>10.038086939999999</c:v>
                </c:pt>
                <c:pt idx="6319">
                  <c:v>10.038875559999999</c:v>
                </c:pt>
                <c:pt idx="6320">
                  <c:v>10.03889639</c:v>
                </c:pt>
                <c:pt idx="6321">
                  <c:v>10.040542220000001</c:v>
                </c:pt>
                <c:pt idx="6322">
                  <c:v>10.041161669999999</c:v>
                </c:pt>
                <c:pt idx="6323">
                  <c:v>10.041188610000001</c:v>
                </c:pt>
                <c:pt idx="6324">
                  <c:v>10.04301806</c:v>
                </c:pt>
                <c:pt idx="6325">
                  <c:v>10.043018330000001</c:v>
                </c:pt>
                <c:pt idx="6326">
                  <c:v>10.04474722</c:v>
                </c:pt>
                <c:pt idx="6327">
                  <c:v>10.04476167</c:v>
                </c:pt>
                <c:pt idx="6328">
                  <c:v>10.04491917</c:v>
                </c:pt>
                <c:pt idx="6329">
                  <c:v>10.045605</c:v>
                </c:pt>
                <c:pt idx="6330">
                  <c:v>10.048065279999999</c:v>
                </c:pt>
                <c:pt idx="6331">
                  <c:v>10.04828167</c:v>
                </c:pt>
                <c:pt idx="6332">
                  <c:v>10.049309170000001</c:v>
                </c:pt>
                <c:pt idx="6333">
                  <c:v>10.04947278</c:v>
                </c:pt>
                <c:pt idx="6334">
                  <c:v>10.051565</c:v>
                </c:pt>
                <c:pt idx="6335">
                  <c:v>10.05248694</c:v>
                </c:pt>
                <c:pt idx="6336">
                  <c:v>10.0525325</c:v>
                </c:pt>
                <c:pt idx="6337">
                  <c:v>10.05382556</c:v>
                </c:pt>
                <c:pt idx="6338">
                  <c:v>10.05514028</c:v>
                </c:pt>
                <c:pt idx="6339">
                  <c:v>10.05520278</c:v>
                </c:pt>
                <c:pt idx="6340">
                  <c:v>10.05621944</c:v>
                </c:pt>
                <c:pt idx="6341">
                  <c:v>10.05629472</c:v>
                </c:pt>
                <c:pt idx="6342">
                  <c:v>10.05805556</c:v>
                </c:pt>
                <c:pt idx="6343">
                  <c:v>10.05872639</c:v>
                </c:pt>
                <c:pt idx="6344">
                  <c:v>10.05938194</c:v>
                </c:pt>
                <c:pt idx="6345">
                  <c:v>10.06145806</c:v>
                </c:pt>
                <c:pt idx="6346">
                  <c:v>10.0622975</c:v>
                </c:pt>
                <c:pt idx="6347">
                  <c:v>10.06305444</c:v>
                </c:pt>
                <c:pt idx="6348">
                  <c:v>10.06356583</c:v>
                </c:pt>
                <c:pt idx="6349">
                  <c:v>10.06377833</c:v>
                </c:pt>
                <c:pt idx="6350">
                  <c:v>10.06478806</c:v>
                </c:pt>
                <c:pt idx="6351">
                  <c:v>10.065836940000001</c:v>
                </c:pt>
                <c:pt idx="6352">
                  <c:v>10.06700167</c:v>
                </c:pt>
                <c:pt idx="6353">
                  <c:v>10.067305559999999</c:v>
                </c:pt>
                <c:pt idx="6354">
                  <c:v>10.067769719999999</c:v>
                </c:pt>
                <c:pt idx="6355">
                  <c:v>10.0689475</c:v>
                </c:pt>
                <c:pt idx="6356">
                  <c:v>10.06957083</c:v>
                </c:pt>
                <c:pt idx="6357">
                  <c:v>10.07017694</c:v>
                </c:pt>
                <c:pt idx="6358">
                  <c:v>10.0715875</c:v>
                </c:pt>
                <c:pt idx="6359">
                  <c:v>10.071752780000001</c:v>
                </c:pt>
                <c:pt idx="6360">
                  <c:v>10.072709440000001</c:v>
                </c:pt>
                <c:pt idx="6361">
                  <c:v>10.074363330000001</c:v>
                </c:pt>
                <c:pt idx="6362">
                  <c:v>10.07561417</c:v>
                </c:pt>
                <c:pt idx="6363">
                  <c:v>10.07576806</c:v>
                </c:pt>
                <c:pt idx="6364">
                  <c:v>10.077571669999999</c:v>
                </c:pt>
                <c:pt idx="6365">
                  <c:v>10.07894639</c:v>
                </c:pt>
                <c:pt idx="6366">
                  <c:v>10.07896083</c:v>
                </c:pt>
                <c:pt idx="6367">
                  <c:v>10.08037889</c:v>
                </c:pt>
                <c:pt idx="6368">
                  <c:v>10.08105889</c:v>
                </c:pt>
                <c:pt idx="6369">
                  <c:v>10.0822175</c:v>
                </c:pt>
                <c:pt idx="6370">
                  <c:v>10.082420279999999</c:v>
                </c:pt>
                <c:pt idx="6371">
                  <c:v>10.083607219999999</c:v>
                </c:pt>
                <c:pt idx="6372">
                  <c:v>10.085496669999999</c:v>
                </c:pt>
                <c:pt idx="6373">
                  <c:v>10.08632306</c:v>
                </c:pt>
                <c:pt idx="6374">
                  <c:v>10.087070560000001</c:v>
                </c:pt>
                <c:pt idx="6375">
                  <c:v>10.087778330000001</c:v>
                </c:pt>
                <c:pt idx="6376">
                  <c:v>10.08869333</c:v>
                </c:pt>
                <c:pt idx="6377">
                  <c:v>10.09041</c:v>
                </c:pt>
                <c:pt idx="6378">
                  <c:v>10.09050167</c:v>
                </c:pt>
                <c:pt idx="6379">
                  <c:v>10.09241417</c:v>
                </c:pt>
                <c:pt idx="6380">
                  <c:v>10.09249556</c:v>
                </c:pt>
                <c:pt idx="6381">
                  <c:v>10.09257472</c:v>
                </c:pt>
                <c:pt idx="6382">
                  <c:v>10.094927500000001</c:v>
                </c:pt>
                <c:pt idx="6383">
                  <c:v>10.095152219999999</c:v>
                </c:pt>
                <c:pt idx="6384">
                  <c:v>10.09643194</c:v>
                </c:pt>
                <c:pt idx="6385">
                  <c:v>10.09684111</c:v>
                </c:pt>
                <c:pt idx="6386">
                  <c:v>10.097873890000001</c:v>
                </c:pt>
                <c:pt idx="6387">
                  <c:v>10.09787444</c:v>
                </c:pt>
                <c:pt idx="6388">
                  <c:v>10.09914028</c:v>
                </c:pt>
                <c:pt idx="6389">
                  <c:v>10.10011083</c:v>
                </c:pt>
                <c:pt idx="6390">
                  <c:v>10.1006325</c:v>
                </c:pt>
                <c:pt idx="6391">
                  <c:v>10.1015525</c:v>
                </c:pt>
                <c:pt idx="6392">
                  <c:v>10.102392500000001</c:v>
                </c:pt>
                <c:pt idx="6393">
                  <c:v>10.10324</c:v>
                </c:pt>
                <c:pt idx="6394">
                  <c:v>10.10456778</c:v>
                </c:pt>
                <c:pt idx="6395">
                  <c:v>10.10494417</c:v>
                </c:pt>
                <c:pt idx="6396">
                  <c:v>10.10586694</c:v>
                </c:pt>
                <c:pt idx="6397">
                  <c:v>10.106648059999999</c:v>
                </c:pt>
                <c:pt idx="6398">
                  <c:v>10.107582219999999</c:v>
                </c:pt>
                <c:pt idx="6399">
                  <c:v>10.10983972</c:v>
                </c:pt>
                <c:pt idx="6400">
                  <c:v>10.10998472</c:v>
                </c:pt>
                <c:pt idx="6401">
                  <c:v>10.111162500000001</c:v>
                </c:pt>
                <c:pt idx="6402">
                  <c:v>10.112263889999999</c:v>
                </c:pt>
                <c:pt idx="6403">
                  <c:v>10.1127375</c:v>
                </c:pt>
                <c:pt idx="6404">
                  <c:v>10.114114170000001</c:v>
                </c:pt>
                <c:pt idx="6405">
                  <c:v>10.114226110000001</c:v>
                </c:pt>
                <c:pt idx="6406">
                  <c:v>10.11429</c:v>
                </c:pt>
                <c:pt idx="6407">
                  <c:v>10.115945</c:v>
                </c:pt>
                <c:pt idx="6408">
                  <c:v>10.11604444</c:v>
                </c:pt>
                <c:pt idx="6409">
                  <c:v>10.1171375</c:v>
                </c:pt>
                <c:pt idx="6410">
                  <c:v>10.117184999999999</c:v>
                </c:pt>
                <c:pt idx="6411">
                  <c:v>10.118938610000001</c:v>
                </c:pt>
                <c:pt idx="6412">
                  <c:v>10.119047780000001</c:v>
                </c:pt>
                <c:pt idx="6413">
                  <c:v>10.120659440000001</c:v>
                </c:pt>
                <c:pt idx="6414">
                  <c:v>10.120776940000001</c:v>
                </c:pt>
                <c:pt idx="6415">
                  <c:v>10.121605560000001</c:v>
                </c:pt>
                <c:pt idx="6416">
                  <c:v>10.12232889</c:v>
                </c:pt>
                <c:pt idx="6417">
                  <c:v>10.1229075</c:v>
                </c:pt>
                <c:pt idx="6418">
                  <c:v>10.12329944</c:v>
                </c:pt>
                <c:pt idx="6419">
                  <c:v>10.124342220000001</c:v>
                </c:pt>
                <c:pt idx="6420">
                  <c:v>10.125493609999999</c:v>
                </c:pt>
                <c:pt idx="6421">
                  <c:v>10.12615417</c:v>
                </c:pt>
                <c:pt idx="6422">
                  <c:v>10.126412500000001</c:v>
                </c:pt>
                <c:pt idx="6423">
                  <c:v>10.12727333</c:v>
                </c:pt>
                <c:pt idx="6424">
                  <c:v>10.127487500000001</c:v>
                </c:pt>
                <c:pt idx="6425">
                  <c:v>10.12825222</c:v>
                </c:pt>
                <c:pt idx="6426">
                  <c:v>10.12932</c:v>
                </c:pt>
                <c:pt idx="6427">
                  <c:v>10.130479169999999</c:v>
                </c:pt>
                <c:pt idx="6428">
                  <c:v>10.13074917</c:v>
                </c:pt>
                <c:pt idx="6429">
                  <c:v>10.13264528</c:v>
                </c:pt>
                <c:pt idx="6430">
                  <c:v>10.13310111</c:v>
                </c:pt>
                <c:pt idx="6431">
                  <c:v>10.13401722</c:v>
                </c:pt>
                <c:pt idx="6432">
                  <c:v>10.135686939999999</c:v>
                </c:pt>
                <c:pt idx="6433">
                  <c:v>10.135805830000001</c:v>
                </c:pt>
                <c:pt idx="6434">
                  <c:v>10.13611</c:v>
                </c:pt>
                <c:pt idx="6435">
                  <c:v>10.13722194</c:v>
                </c:pt>
                <c:pt idx="6436">
                  <c:v>10.138479999999999</c:v>
                </c:pt>
                <c:pt idx="6437">
                  <c:v>10.14083917</c:v>
                </c:pt>
                <c:pt idx="6438">
                  <c:v>10.140875830000001</c:v>
                </c:pt>
                <c:pt idx="6439">
                  <c:v>10.14288528</c:v>
                </c:pt>
                <c:pt idx="6440">
                  <c:v>10.14304694</c:v>
                </c:pt>
                <c:pt idx="6441">
                  <c:v>10.144024720000001</c:v>
                </c:pt>
                <c:pt idx="6442">
                  <c:v>10.144707500000001</c:v>
                </c:pt>
                <c:pt idx="6443">
                  <c:v>10.146677220000001</c:v>
                </c:pt>
                <c:pt idx="6444">
                  <c:v>10.14682444</c:v>
                </c:pt>
                <c:pt idx="6445">
                  <c:v>10.14835194</c:v>
                </c:pt>
                <c:pt idx="6446">
                  <c:v>10.149223060000001</c:v>
                </c:pt>
                <c:pt idx="6447">
                  <c:v>10.14967472</c:v>
                </c:pt>
                <c:pt idx="6448">
                  <c:v>10.150463889999999</c:v>
                </c:pt>
                <c:pt idx="6449">
                  <c:v>10.15170917</c:v>
                </c:pt>
                <c:pt idx="6450">
                  <c:v>10.152520000000001</c:v>
                </c:pt>
                <c:pt idx="6451">
                  <c:v>10.153555559999999</c:v>
                </c:pt>
                <c:pt idx="6452">
                  <c:v>10.153625829999999</c:v>
                </c:pt>
                <c:pt idx="6453">
                  <c:v>10.15437861</c:v>
                </c:pt>
                <c:pt idx="6454">
                  <c:v>10.154880560000001</c:v>
                </c:pt>
                <c:pt idx="6455">
                  <c:v>10.15549056</c:v>
                </c:pt>
                <c:pt idx="6456">
                  <c:v>10.156786670000001</c:v>
                </c:pt>
                <c:pt idx="6457">
                  <c:v>10.156935280000001</c:v>
                </c:pt>
                <c:pt idx="6458">
                  <c:v>10.157669439999999</c:v>
                </c:pt>
                <c:pt idx="6459">
                  <c:v>10.159364439999999</c:v>
                </c:pt>
                <c:pt idx="6460">
                  <c:v>10.15940556</c:v>
                </c:pt>
                <c:pt idx="6461">
                  <c:v>10.160549169999999</c:v>
                </c:pt>
                <c:pt idx="6462">
                  <c:v>10.161788059999999</c:v>
                </c:pt>
                <c:pt idx="6463">
                  <c:v>10.16188361</c:v>
                </c:pt>
                <c:pt idx="6464">
                  <c:v>10.16286667</c:v>
                </c:pt>
                <c:pt idx="6465">
                  <c:v>10.16297389</c:v>
                </c:pt>
                <c:pt idx="6466">
                  <c:v>10.164578329999999</c:v>
                </c:pt>
                <c:pt idx="6467">
                  <c:v>10.1651525</c:v>
                </c:pt>
                <c:pt idx="6468">
                  <c:v>10.1652475</c:v>
                </c:pt>
                <c:pt idx="6469">
                  <c:v>10.16559028</c:v>
                </c:pt>
                <c:pt idx="6470">
                  <c:v>10.16787472</c:v>
                </c:pt>
                <c:pt idx="6471">
                  <c:v>10.16792306</c:v>
                </c:pt>
                <c:pt idx="6472">
                  <c:v>10.16811278</c:v>
                </c:pt>
                <c:pt idx="6473">
                  <c:v>10.168199169999999</c:v>
                </c:pt>
                <c:pt idx="6474">
                  <c:v>10.17066833</c:v>
                </c:pt>
                <c:pt idx="6475">
                  <c:v>10.170968889999999</c:v>
                </c:pt>
                <c:pt idx="6476">
                  <c:v>10.17161306</c:v>
                </c:pt>
                <c:pt idx="6477">
                  <c:v>10.17246583</c:v>
                </c:pt>
                <c:pt idx="6478">
                  <c:v>10.173109439999999</c:v>
                </c:pt>
                <c:pt idx="6479">
                  <c:v>10.17341472</c:v>
                </c:pt>
                <c:pt idx="6480">
                  <c:v>10.17464556</c:v>
                </c:pt>
                <c:pt idx="6481">
                  <c:v>10.17590111</c:v>
                </c:pt>
                <c:pt idx="6482">
                  <c:v>10.17594194</c:v>
                </c:pt>
                <c:pt idx="6483">
                  <c:v>10.17761194</c:v>
                </c:pt>
                <c:pt idx="6484">
                  <c:v>10.177796109999999</c:v>
                </c:pt>
                <c:pt idx="6485">
                  <c:v>10.17924389</c:v>
                </c:pt>
                <c:pt idx="6486">
                  <c:v>10.182135280000001</c:v>
                </c:pt>
                <c:pt idx="6487">
                  <c:v>10.182589999999999</c:v>
                </c:pt>
                <c:pt idx="6488">
                  <c:v>10.184016939999999</c:v>
                </c:pt>
                <c:pt idx="6489">
                  <c:v>10.185038329999999</c:v>
                </c:pt>
                <c:pt idx="6490">
                  <c:v>10.186837219999999</c:v>
                </c:pt>
                <c:pt idx="6491">
                  <c:v>10.188451110000001</c:v>
                </c:pt>
                <c:pt idx="6492">
                  <c:v>10.18855389</c:v>
                </c:pt>
                <c:pt idx="6493">
                  <c:v>10.19021528</c:v>
                </c:pt>
                <c:pt idx="6494">
                  <c:v>10.190266940000001</c:v>
                </c:pt>
                <c:pt idx="6495">
                  <c:v>10.192695560000001</c:v>
                </c:pt>
                <c:pt idx="6496">
                  <c:v>10.193328060000001</c:v>
                </c:pt>
                <c:pt idx="6497">
                  <c:v>10.194738060000001</c:v>
                </c:pt>
                <c:pt idx="6498">
                  <c:v>10.195589719999999</c:v>
                </c:pt>
                <c:pt idx="6499">
                  <c:v>10.19648778</c:v>
                </c:pt>
                <c:pt idx="6500">
                  <c:v>10.196589169999999</c:v>
                </c:pt>
                <c:pt idx="6501">
                  <c:v>10.19667944</c:v>
                </c:pt>
                <c:pt idx="6502">
                  <c:v>10.19814</c:v>
                </c:pt>
                <c:pt idx="6503">
                  <c:v>10.20156111</c:v>
                </c:pt>
                <c:pt idx="6504">
                  <c:v>10.59146333</c:v>
                </c:pt>
                <c:pt idx="6505">
                  <c:v>10.59147306</c:v>
                </c:pt>
                <c:pt idx="6506">
                  <c:v>10.591493059999999</c:v>
                </c:pt>
                <c:pt idx="6507">
                  <c:v>10.59149528</c:v>
                </c:pt>
                <c:pt idx="6508">
                  <c:v>10.591515559999999</c:v>
                </c:pt>
                <c:pt idx="6509">
                  <c:v>10.59281111</c:v>
                </c:pt>
                <c:pt idx="6510">
                  <c:v>10.59297917</c:v>
                </c:pt>
                <c:pt idx="6511">
                  <c:v>10.59430306</c:v>
                </c:pt>
                <c:pt idx="6512">
                  <c:v>10.594465830000001</c:v>
                </c:pt>
                <c:pt idx="6513">
                  <c:v>10.59626806</c:v>
                </c:pt>
                <c:pt idx="6514">
                  <c:v>10.59701944</c:v>
                </c:pt>
                <c:pt idx="6515">
                  <c:v>10.59708389</c:v>
                </c:pt>
                <c:pt idx="6516">
                  <c:v>10.597140830000001</c:v>
                </c:pt>
                <c:pt idx="6517">
                  <c:v>10.597190830000001</c:v>
                </c:pt>
                <c:pt idx="6518">
                  <c:v>10.599251669999999</c:v>
                </c:pt>
                <c:pt idx="6519">
                  <c:v>10.600977500000001</c:v>
                </c:pt>
                <c:pt idx="6520">
                  <c:v>10.60107139</c:v>
                </c:pt>
                <c:pt idx="6521">
                  <c:v>10.602924440000001</c:v>
                </c:pt>
                <c:pt idx="6522">
                  <c:v>10.603016670000001</c:v>
                </c:pt>
                <c:pt idx="6523">
                  <c:v>10.603099439999999</c:v>
                </c:pt>
                <c:pt idx="6524">
                  <c:v>10.60397056</c:v>
                </c:pt>
                <c:pt idx="6525">
                  <c:v>10.60468444</c:v>
                </c:pt>
                <c:pt idx="6526">
                  <c:v>10.605603609999999</c:v>
                </c:pt>
                <c:pt idx="6527">
                  <c:v>10.60581444</c:v>
                </c:pt>
                <c:pt idx="6528">
                  <c:v>10.60669972</c:v>
                </c:pt>
                <c:pt idx="6529">
                  <c:v>10.608184720000001</c:v>
                </c:pt>
                <c:pt idx="6530">
                  <c:v>10.60992944</c:v>
                </c:pt>
                <c:pt idx="6531">
                  <c:v>10.610454170000001</c:v>
                </c:pt>
                <c:pt idx="6532">
                  <c:v>10.611285280000001</c:v>
                </c:pt>
                <c:pt idx="6533">
                  <c:v>10.611484170000001</c:v>
                </c:pt>
                <c:pt idx="6534">
                  <c:v>10.611682500000001</c:v>
                </c:pt>
                <c:pt idx="6535">
                  <c:v>10.611753609999999</c:v>
                </c:pt>
                <c:pt idx="6536">
                  <c:v>10.61432389</c:v>
                </c:pt>
                <c:pt idx="6537">
                  <c:v>10.61438278</c:v>
                </c:pt>
                <c:pt idx="6538">
                  <c:v>10.61510417</c:v>
                </c:pt>
                <c:pt idx="6539">
                  <c:v>10.615472499999999</c:v>
                </c:pt>
                <c:pt idx="6540">
                  <c:v>10.616362499999999</c:v>
                </c:pt>
                <c:pt idx="6541">
                  <c:v>10.61658583</c:v>
                </c:pt>
                <c:pt idx="6542">
                  <c:v>10.616649170000001</c:v>
                </c:pt>
                <c:pt idx="6543">
                  <c:v>10.61788056</c:v>
                </c:pt>
                <c:pt idx="6544">
                  <c:v>10.618088609999999</c:v>
                </c:pt>
                <c:pt idx="6545">
                  <c:v>10.61951556</c:v>
                </c:pt>
                <c:pt idx="6546">
                  <c:v>10.619789170000001</c:v>
                </c:pt>
                <c:pt idx="6547">
                  <c:v>10.62327056</c:v>
                </c:pt>
                <c:pt idx="6548">
                  <c:v>10.625526389999999</c:v>
                </c:pt>
                <c:pt idx="6549">
                  <c:v>10.62609056</c:v>
                </c:pt>
                <c:pt idx="6550">
                  <c:v>10.627266669999999</c:v>
                </c:pt>
                <c:pt idx="6551">
                  <c:v>10.629181669999999</c:v>
                </c:pt>
                <c:pt idx="6552">
                  <c:v>10.631304439999999</c:v>
                </c:pt>
                <c:pt idx="6553">
                  <c:v>10.631423610000001</c:v>
                </c:pt>
                <c:pt idx="6554">
                  <c:v>10.63183278</c:v>
                </c:pt>
                <c:pt idx="6555">
                  <c:v>10.63410667</c:v>
                </c:pt>
                <c:pt idx="6556">
                  <c:v>10.63418639</c:v>
                </c:pt>
                <c:pt idx="6557">
                  <c:v>10.636362220000001</c:v>
                </c:pt>
                <c:pt idx="6558">
                  <c:v>10.63819722</c:v>
                </c:pt>
                <c:pt idx="6559">
                  <c:v>10.63956056</c:v>
                </c:pt>
                <c:pt idx="6560">
                  <c:v>10.6403675</c:v>
                </c:pt>
                <c:pt idx="6561">
                  <c:v>10.64179528</c:v>
                </c:pt>
                <c:pt idx="6562">
                  <c:v>10.64201972</c:v>
                </c:pt>
                <c:pt idx="6563">
                  <c:v>10.64261889</c:v>
                </c:pt>
                <c:pt idx="6564">
                  <c:v>10.643510279999999</c:v>
                </c:pt>
                <c:pt idx="6565">
                  <c:v>10.64467889</c:v>
                </c:pt>
                <c:pt idx="6566">
                  <c:v>10.646536940000001</c:v>
                </c:pt>
                <c:pt idx="6567">
                  <c:v>10.64664778</c:v>
                </c:pt>
                <c:pt idx="6568">
                  <c:v>10.6468075</c:v>
                </c:pt>
                <c:pt idx="6569">
                  <c:v>10.648688890000001</c:v>
                </c:pt>
                <c:pt idx="6570">
                  <c:v>10.64872972</c:v>
                </c:pt>
                <c:pt idx="6571">
                  <c:v>10.649879439999999</c:v>
                </c:pt>
                <c:pt idx="6572">
                  <c:v>10.650104170000001</c:v>
                </c:pt>
                <c:pt idx="6573">
                  <c:v>10.65178556</c:v>
                </c:pt>
                <c:pt idx="6574">
                  <c:v>10.651987500000001</c:v>
                </c:pt>
                <c:pt idx="6575">
                  <c:v>10.65305306</c:v>
                </c:pt>
                <c:pt idx="6576">
                  <c:v>10.65318972</c:v>
                </c:pt>
                <c:pt idx="6577">
                  <c:v>10.654889170000001</c:v>
                </c:pt>
                <c:pt idx="6578">
                  <c:v>10.65786389</c:v>
                </c:pt>
                <c:pt idx="6579">
                  <c:v>10.65917694</c:v>
                </c:pt>
                <c:pt idx="6580">
                  <c:v>10.659240280000001</c:v>
                </c:pt>
                <c:pt idx="6581">
                  <c:v>10.66233944</c:v>
                </c:pt>
                <c:pt idx="6582">
                  <c:v>10.66248167</c:v>
                </c:pt>
                <c:pt idx="6583">
                  <c:v>10.665226390000001</c:v>
                </c:pt>
                <c:pt idx="6584">
                  <c:v>10.665343330000001</c:v>
                </c:pt>
                <c:pt idx="6585">
                  <c:v>10.66662556</c:v>
                </c:pt>
                <c:pt idx="6586">
                  <c:v>10.66783472</c:v>
                </c:pt>
                <c:pt idx="6587">
                  <c:v>10.669153059999999</c:v>
                </c:pt>
                <c:pt idx="6588">
                  <c:v>10.670983059999999</c:v>
                </c:pt>
                <c:pt idx="6589">
                  <c:v>10.67382806</c:v>
                </c:pt>
                <c:pt idx="6590">
                  <c:v>10.67556083</c:v>
                </c:pt>
                <c:pt idx="6591">
                  <c:v>10.67557972</c:v>
                </c:pt>
                <c:pt idx="6592">
                  <c:v>10.677291110000001</c:v>
                </c:pt>
                <c:pt idx="6593">
                  <c:v>10.67873472</c:v>
                </c:pt>
                <c:pt idx="6594">
                  <c:v>10.6788875</c:v>
                </c:pt>
                <c:pt idx="6595">
                  <c:v>10.68032861</c:v>
                </c:pt>
                <c:pt idx="6596">
                  <c:v>10.680620279999999</c:v>
                </c:pt>
                <c:pt idx="6597">
                  <c:v>10.68286333</c:v>
                </c:pt>
                <c:pt idx="6598">
                  <c:v>10.683092220000001</c:v>
                </c:pt>
                <c:pt idx="6599">
                  <c:v>10.68427333</c:v>
                </c:pt>
                <c:pt idx="6600">
                  <c:v>10.684488890000001</c:v>
                </c:pt>
                <c:pt idx="6601">
                  <c:v>10.685745560000001</c:v>
                </c:pt>
                <c:pt idx="6602">
                  <c:v>10.6866275</c:v>
                </c:pt>
                <c:pt idx="6603">
                  <c:v>10.686856110000001</c:v>
                </c:pt>
                <c:pt idx="6604">
                  <c:v>10.68807694</c:v>
                </c:pt>
                <c:pt idx="6605">
                  <c:v>10.689138610000001</c:v>
                </c:pt>
                <c:pt idx="6606">
                  <c:v>10.68976556</c:v>
                </c:pt>
                <c:pt idx="6607">
                  <c:v>10.69126694</c:v>
                </c:pt>
                <c:pt idx="6608">
                  <c:v>10.69251972</c:v>
                </c:pt>
                <c:pt idx="6609">
                  <c:v>10.692595560000001</c:v>
                </c:pt>
                <c:pt idx="6610">
                  <c:v>10.69296056</c:v>
                </c:pt>
                <c:pt idx="6611">
                  <c:v>10.69377222</c:v>
                </c:pt>
                <c:pt idx="6612">
                  <c:v>10.69384417</c:v>
                </c:pt>
                <c:pt idx="6613">
                  <c:v>10.69520778</c:v>
                </c:pt>
                <c:pt idx="6614">
                  <c:v>10.696165280000001</c:v>
                </c:pt>
                <c:pt idx="6615">
                  <c:v>10.696174170000001</c:v>
                </c:pt>
                <c:pt idx="6616">
                  <c:v>10.696210000000001</c:v>
                </c:pt>
                <c:pt idx="6617">
                  <c:v>10.69871111</c:v>
                </c:pt>
                <c:pt idx="6618">
                  <c:v>10.69961528</c:v>
                </c:pt>
                <c:pt idx="6619">
                  <c:v>10.70022889</c:v>
                </c:pt>
                <c:pt idx="6620">
                  <c:v>10.700966940000001</c:v>
                </c:pt>
                <c:pt idx="6621">
                  <c:v>10.70112333</c:v>
                </c:pt>
                <c:pt idx="6622">
                  <c:v>10.703091110000001</c:v>
                </c:pt>
                <c:pt idx="6623">
                  <c:v>10.70421028</c:v>
                </c:pt>
                <c:pt idx="6624">
                  <c:v>10.70490167</c:v>
                </c:pt>
                <c:pt idx="6625">
                  <c:v>10.70561167</c:v>
                </c:pt>
                <c:pt idx="6626">
                  <c:v>10.70679917</c:v>
                </c:pt>
                <c:pt idx="6627">
                  <c:v>10.70694389</c:v>
                </c:pt>
                <c:pt idx="6628">
                  <c:v>10.706984439999999</c:v>
                </c:pt>
                <c:pt idx="6629">
                  <c:v>10.710207499999999</c:v>
                </c:pt>
                <c:pt idx="6630">
                  <c:v>10.71024444</c:v>
                </c:pt>
                <c:pt idx="6631">
                  <c:v>10.711546670000001</c:v>
                </c:pt>
                <c:pt idx="6632">
                  <c:v>10.711645280000001</c:v>
                </c:pt>
                <c:pt idx="6633">
                  <c:v>10.71299722</c:v>
                </c:pt>
                <c:pt idx="6634">
                  <c:v>10.713881669999999</c:v>
                </c:pt>
                <c:pt idx="6635">
                  <c:v>10.71432278</c:v>
                </c:pt>
                <c:pt idx="6636">
                  <c:v>10.71605111</c:v>
                </c:pt>
                <c:pt idx="6637">
                  <c:v>10.71692139</c:v>
                </c:pt>
                <c:pt idx="6638">
                  <c:v>10.71748167</c:v>
                </c:pt>
                <c:pt idx="6639">
                  <c:v>10.71759417</c:v>
                </c:pt>
                <c:pt idx="6640">
                  <c:v>10.71826806</c:v>
                </c:pt>
                <c:pt idx="6641">
                  <c:v>10.71836806</c:v>
                </c:pt>
                <c:pt idx="6642">
                  <c:v>10.720073060000001</c:v>
                </c:pt>
                <c:pt idx="6643">
                  <c:v>10.72036417</c:v>
                </c:pt>
                <c:pt idx="6644">
                  <c:v>10.72297861</c:v>
                </c:pt>
                <c:pt idx="6645">
                  <c:v>10.72490694</c:v>
                </c:pt>
                <c:pt idx="6646">
                  <c:v>10.727726110000001</c:v>
                </c:pt>
                <c:pt idx="6647">
                  <c:v>10.734968609999999</c:v>
                </c:pt>
                <c:pt idx="6648">
                  <c:v>10.734996669999999</c:v>
                </c:pt>
                <c:pt idx="6649">
                  <c:v>10.735022499999999</c:v>
                </c:pt>
                <c:pt idx="6650">
                  <c:v>10.73502306</c:v>
                </c:pt>
                <c:pt idx="6651">
                  <c:v>10.73503667</c:v>
                </c:pt>
                <c:pt idx="6652">
                  <c:v>10.737879169999999</c:v>
                </c:pt>
                <c:pt idx="6653">
                  <c:v>10.73793833</c:v>
                </c:pt>
                <c:pt idx="6654">
                  <c:v>10.73932333</c:v>
                </c:pt>
                <c:pt idx="6655">
                  <c:v>10.74078611</c:v>
                </c:pt>
                <c:pt idx="6656">
                  <c:v>10.74231</c:v>
                </c:pt>
                <c:pt idx="6657">
                  <c:v>10.743812780000001</c:v>
                </c:pt>
                <c:pt idx="6658">
                  <c:v>10.743847779999999</c:v>
                </c:pt>
                <c:pt idx="6659">
                  <c:v>10.743907780000001</c:v>
                </c:pt>
                <c:pt idx="6660">
                  <c:v>10.746649720000001</c:v>
                </c:pt>
                <c:pt idx="6661">
                  <c:v>10.74673917</c:v>
                </c:pt>
                <c:pt idx="6662">
                  <c:v>10.748172780000001</c:v>
                </c:pt>
                <c:pt idx="6663">
                  <c:v>10.74832722</c:v>
                </c:pt>
                <c:pt idx="6664">
                  <c:v>10.749639999999999</c:v>
                </c:pt>
                <c:pt idx="6665">
                  <c:v>10.749880559999999</c:v>
                </c:pt>
                <c:pt idx="6666">
                  <c:v>10.751146110000001</c:v>
                </c:pt>
                <c:pt idx="6667">
                  <c:v>10.75396778</c:v>
                </c:pt>
                <c:pt idx="6668">
                  <c:v>10.75403944</c:v>
                </c:pt>
                <c:pt idx="6669">
                  <c:v>10.754070280000001</c:v>
                </c:pt>
                <c:pt idx="6670">
                  <c:v>10.75432556</c:v>
                </c:pt>
                <c:pt idx="6671">
                  <c:v>10.757020560000001</c:v>
                </c:pt>
                <c:pt idx="6672">
                  <c:v>10.75839583</c:v>
                </c:pt>
                <c:pt idx="6673">
                  <c:v>10.75844861</c:v>
                </c:pt>
                <c:pt idx="6674">
                  <c:v>10.7585</c:v>
                </c:pt>
                <c:pt idx="6675">
                  <c:v>10.758760560000001</c:v>
                </c:pt>
                <c:pt idx="6676">
                  <c:v>10.76147222</c:v>
                </c:pt>
                <c:pt idx="6677">
                  <c:v>10.7615075</c:v>
                </c:pt>
                <c:pt idx="6678">
                  <c:v>10.7615125</c:v>
                </c:pt>
                <c:pt idx="6679">
                  <c:v>10.76285083</c:v>
                </c:pt>
                <c:pt idx="6680">
                  <c:v>10.763183890000001</c:v>
                </c:pt>
                <c:pt idx="6681">
                  <c:v>10.765929720000001</c:v>
                </c:pt>
                <c:pt idx="6682">
                  <c:v>10.76597056</c:v>
                </c:pt>
                <c:pt idx="6683">
                  <c:v>10.76603944</c:v>
                </c:pt>
                <c:pt idx="6684">
                  <c:v>10.7661775</c:v>
                </c:pt>
                <c:pt idx="6685">
                  <c:v>10.767277500000001</c:v>
                </c:pt>
                <c:pt idx="6686">
                  <c:v>10.76747917</c:v>
                </c:pt>
                <c:pt idx="6687">
                  <c:v>10.76752278</c:v>
                </c:pt>
                <c:pt idx="6688">
                  <c:v>10.769001940000001</c:v>
                </c:pt>
                <c:pt idx="6689">
                  <c:v>10.769034720000001</c:v>
                </c:pt>
                <c:pt idx="6690">
                  <c:v>10.76909528</c:v>
                </c:pt>
                <c:pt idx="6691">
                  <c:v>10.769278610000001</c:v>
                </c:pt>
                <c:pt idx="6692">
                  <c:v>10.77029194</c:v>
                </c:pt>
                <c:pt idx="6693">
                  <c:v>10.770555</c:v>
                </c:pt>
                <c:pt idx="6694">
                  <c:v>10.772033329999999</c:v>
                </c:pt>
                <c:pt idx="6695">
                  <c:v>10.77207889</c:v>
                </c:pt>
                <c:pt idx="6696">
                  <c:v>10.773624999999999</c:v>
                </c:pt>
                <c:pt idx="6697">
                  <c:v>10.774730829999999</c:v>
                </c:pt>
                <c:pt idx="6698">
                  <c:v>10.775093890000001</c:v>
                </c:pt>
                <c:pt idx="6699">
                  <c:v>10.77648222</c:v>
                </c:pt>
                <c:pt idx="6700">
                  <c:v>10.77787528</c:v>
                </c:pt>
                <c:pt idx="6701">
                  <c:v>10.77807278</c:v>
                </c:pt>
                <c:pt idx="6702">
                  <c:v>10.779137499999999</c:v>
                </c:pt>
                <c:pt idx="6703">
                  <c:v>10.77951917</c:v>
                </c:pt>
                <c:pt idx="6704">
                  <c:v>10.7808575</c:v>
                </c:pt>
                <c:pt idx="6705">
                  <c:v>10.780917219999999</c:v>
                </c:pt>
                <c:pt idx="6706">
                  <c:v>10.78663639</c:v>
                </c:pt>
                <c:pt idx="6707">
                  <c:v>10.78670528</c:v>
                </c:pt>
                <c:pt idx="6708">
                  <c:v>10.78671806</c:v>
                </c:pt>
                <c:pt idx="6709">
                  <c:v>10.786719440000001</c:v>
                </c:pt>
                <c:pt idx="6710">
                  <c:v>10.78674333</c:v>
                </c:pt>
                <c:pt idx="6711">
                  <c:v>10.78882056</c:v>
                </c:pt>
                <c:pt idx="6712">
                  <c:v>10.788929720000001</c:v>
                </c:pt>
                <c:pt idx="6713">
                  <c:v>10.789516109999999</c:v>
                </c:pt>
                <c:pt idx="6714">
                  <c:v>10.789547779999999</c:v>
                </c:pt>
                <c:pt idx="6715">
                  <c:v>10.79046694</c:v>
                </c:pt>
                <c:pt idx="6716">
                  <c:v>10.79112361</c:v>
                </c:pt>
                <c:pt idx="6717">
                  <c:v>10.791246940000001</c:v>
                </c:pt>
                <c:pt idx="6718">
                  <c:v>10.792602499999999</c:v>
                </c:pt>
                <c:pt idx="6719">
                  <c:v>10.805915280000001</c:v>
                </c:pt>
                <c:pt idx="6720">
                  <c:v>10.806338889999999</c:v>
                </c:pt>
                <c:pt idx="6721">
                  <c:v>10.806832780000001</c:v>
                </c:pt>
                <c:pt idx="6722">
                  <c:v>10.8069475</c:v>
                </c:pt>
                <c:pt idx="6723">
                  <c:v>10.80702861</c:v>
                </c:pt>
                <c:pt idx="6724">
                  <c:v>10.809224439999999</c:v>
                </c:pt>
                <c:pt idx="6725">
                  <c:v>10.809984999999999</c:v>
                </c:pt>
                <c:pt idx="6726">
                  <c:v>10.8108725</c:v>
                </c:pt>
                <c:pt idx="6727">
                  <c:v>10.811191669999999</c:v>
                </c:pt>
                <c:pt idx="6728">
                  <c:v>10.811201110000001</c:v>
                </c:pt>
                <c:pt idx="6729">
                  <c:v>10.81287167</c:v>
                </c:pt>
                <c:pt idx="6730">
                  <c:v>10.813641390000001</c:v>
                </c:pt>
                <c:pt idx="6731">
                  <c:v>10.81474139</c:v>
                </c:pt>
                <c:pt idx="6732">
                  <c:v>10.815167499999999</c:v>
                </c:pt>
                <c:pt idx="6733">
                  <c:v>10.81688583</c:v>
                </c:pt>
                <c:pt idx="6734">
                  <c:v>10.81824389</c:v>
                </c:pt>
                <c:pt idx="6735">
                  <c:v>10.82699</c:v>
                </c:pt>
                <c:pt idx="6736">
                  <c:v>10.8272175</c:v>
                </c:pt>
                <c:pt idx="6737">
                  <c:v>10.82735639</c:v>
                </c:pt>
                <c:pt idx="6738">
                  <c:v>10.827433060000001</c:v>
                </c:pt>
                <c:pt idx="6739">
                  <c:v>10.829167500000001</c:v>
                </c:pt>
                <c:pt idx="6740">
                  <c:v>10.831488889999999</c:v>
                </c:pt>
                <c:pt idx="6741">
                  <c:v>10.83250333</c:v>
                </c:pt>
                <c:pt idx="6742">
                  <c:v>10.833653330000001</c:v>
                </c:pt>
                <c:pt idx="6743">
                  <c:v>10.83402944</c:v>
                </c:pt>
                <c:pt idx="6744">
                  <c:v>10.834272779999999</c:v>
                </c:pt>
                <c:pt idx="6745">
                  <c:v>10.834289439999999</c:v>
                </c:pt>
                <c:pt idx="6746">
                  <c:v>10.8360675</c:v>
                </c:pt>
                <c:pt idx="6747">
                  <c:v>10.836164439999999</c:v>
                </c:pt>
                <c:pt idx="6748">
                  <c:v>10.83831889</c:v>
                </c:pt>
                <c:pt idx="6749">
                  <c:v>10.840043059999999</c:v>
                </c:pt>
                <c:pt idx="6750">
                  <c:v>10.841175829999999</c:v>
                </c:pt>
                <c:pt idx="6751">
                  <c:v>10.842392500000001</c:v>
                </c:pt>
                <c:pt idx="6752">
                  <c:v>10.848333889999999</c:v>
                </c:pt>
                <c:pt idx="6753">
                  <c:v>10.848888329999999</c:v>
                </c:pt>
                <c:pt idx="6754">
                  <c:v>10.84930833</c:v>
                </c:pt>
                <c:pt idx="6755">
                  <c:v>10.849444719999999</c:v>
                </c:pt>
                <c:pt idx="6756">
                  <c:v>10.849605</c:v>
                </c:pt>
                <c:pt idx="6757">
                  <c:v>10.85038722</c:v>
                </c:pt>
                <c:pt idx="6758">
                  <c:v>10.852043330000001</c:v>
                </c:pt>
                <c:pt idx="6759">
                  <c:v>10.852983330000001</c:v>
                </c:pt>
                <c:pt idx="6760">
                  <c:v>10.85494944</c:v>
                </c:pt>
                <c:pt idx="6761">
                  <c:v>10.85603667</c:v>
                </c:pt>
                <c:pt idx="6762">
                  <c:v>10.856792220000001</c:v>
                </c:pt>
                <c:pt idx="6763">
                  <c:v>10.858847219999999</c:v>
                </c:pt>
                <c:pt idx="6764">
                  <c:v>10.859043610000001</c:v>
                </c:pt>
                <c:pt idx="6765">
                  <c:v>10.860405</c:v>
                </c:pt>
                <c:pt idx="6766">
                  <c:v>10.86078361</c:v>
                </c:pt>
                <c:pt idx="6767">
                  <c:v>10.861302220000001</c:v>
                </c:pt>
                <c:pt idx="6768">
                  <c:v>10.861753889999999</c:v>
                </c:pt>
                <c:pt idx="6769">
                  <c:v>10.861763059999999</c:v>
                </c:pt>
                <c:pt idx="6770">
                  <c:v>10.862765</c:v>
                </c:pt>
                <c:pt idx="6771">
                  <c:v>10.862855830000001</c:v>
                </c:pt>
                <c:pt idx="6772">
                  <c:v>10.863186669999999</c:v>
                </c:pt>
                <c:pt idx="6773">
                  <c:v>10.8641925</c:v>
                </c:pt>
                <c:pt idx="6774">
                  <c:v>10.86502722</c:v>
                </c:pt>
                <c:pt idx="6775">
                  <c:v>10.865030559999999</c:v>
                </c:pt>
                <c:pt idx="6776">
                  <c:v>10.866114169999999</c:v>
                </c:pt>
                <c:pt idx="6777">
                  <c:v>10.86619694</c:v>
                </c:pt>
                <c:pt idx="6778">
                  <c:v>10.8661975</c:v>
                </c:pt>
                <c:pt idx="6779">
                  <c:v>10.876103329999999</c:v>
                </c:pt>
                <c:pt idx="6780">
                  <c:v>10.876277780000001</c:v>
                </c:pt>
                <c:pt idx="6781">
                  <c:v>10.87629722</c:v>
                </c:pt>
                <c:pt idx="6782">
                  <c:v>10.8763275</c:v>
                </c:pt>
                <c:pt idx="6783">
                  <c:v>10.87633222</c:v>
                </c:pt>
                <c:pt idx="6784">
                  <c:v>10.879507500000001</c:v>
                </c:pt>
                <c:pt idx="6785">
                  <c:v>10.87954083</c:v>
                </c:pt>
                <c:pt idx="6786">
                  <c:v>10.879541939999999</c:v>
                </c:pt>
                <c:pt idx="6787">
                  <c:v>10.879551940000001</c:v>
                </c:pt>
                <c:pt idx="6788">
                  <c:v>10.88057611</c:v>
                </c:pt>
                <c:pt idx="6789">
                  <c:v>10.88119167</c:v>
                </c:pt>
                <c:pt idx="6790">
                  <c:v>10.881209999999999</c:v>
                </c:pt>
                <c:pt idx="6791">
                  <c:v>10.881268609999999</c:v>
                </c:pt>
                <c:pt idx="6792">
                  <c:v>10.88216944</c:v>
                </c:pt>
                <c:pt idx="6793">
                  <c:v>10.882854999999999</c:v>
                </c:pt>
                <c:pt idx="6794">
                  <c:v>10.88331361</c:v>
                </c:pt>
                <c:pt idx="6795">
                  <c:v>10.89570917</c:v>
                </c:pt>
                <c:pt idx="6796">
                  <c:v>10.89581944</c:v>
                </c:pt>
                <c:pt idx="6797">
                  <c:v>10.895921939999999</c:v>
                </c:pt>
                <c:pt idx="6798">
                  <c:v>10.89594861</c:v>
                </c:pt>
                <c:pt idx="6799">
                  <c:v>10.896375559999999</c:v>
                </c:pt>
                <c:pt idx="6800">
                  <c:v>10.89786361</c:v>
                </c:pt>
                <c:pt idx="6801">
                  <c:v>10.897973889999999</c:v>
                </c:pt>
                <c:pt idx="6802">
                  <c:v>10.898258889999999</c:v>
                </c:pt>
                <c:pt idx="6803">
                  <c:v>10.89829056</c:v>
                </c:pt>
                <c:pt idx="6804">
                  <c:v>10.89830167</c:v>
                </c:pt>
                <c:pt idx="6805">
                  <c:v>10.899944440000001</c:v>
                </c:pt>
                <c:pt idx="6806">
                  <c:v>10.89995556</c:v>
                </c:pt>
                <c:pt idx="6807">
                  <c:v>10.90071056</c:v>
                </c:pt>
                <c:pt idx="6808">
                  <c:v>10.9011475</c:v>
                </c:pt>
                <c:pt idx="6809">
                  <c:v>10.901176939999999</c:v>
                </c:pt>
                <c:pt idx="6810">
                  <c:v>10.90211167</c:v>
                </c:pt>
                <c:pt idx="6811">
                  <c:v>10.902203610000001</c:v>
                </c:pt>
                <c:pt idx="6812">
                  <c:v>10.90361444</c:v>
                </c:pt>
                <c:pt idx="6813">
                  <c:v>10.91525472</c:v>
                </c:pt>
                <c:pt idx="6814">
                  <c:v>10.91527889</c:v>
                </c:pt>
                <c:pt idx="6815">
                  <c:v>10.915464439999999</c:v>
                </c:pt>
                <c:pt idx="6816">
                  <c:v>10.915637500000001</c:v>
                </c:pt>
                <c:pt idx="6817">
                  <c:v>10.91575694</c:v>
                </c:pt>
                <c:pt idx="6818">
                  <c:v>10.91710194</c:v>
                </c:pt>
                <c:pt idx="6819">
                  <c:v>10.918265</c:v>
                </c:pt>
                <c:pt idx="6820">
                  <c:v>10.91850833</c:v>
                </c:pt>
                <c:pt idx="6821">
                  <c:v>10.918592780000001</c:v>
                </c:pt>
                <c:pt idx="6822">
                  <c:v>10.91860028</c:v>
                </c:pt>
                <c:pt idx="6823">
                  <c:v>10.91992361</c:v>
                </c:pt>
                <c:pt idx="6824">
                  <c:v>10.919964719999999</c:v>
                </c:pt>
                <c:pt idx="6825">
                  <c:v>10.92034417</c:v>
                </c:pt>
                <c:pt idx="6826">
                  <c:v>10.920864720000001</c:v>
                </c:pt>
                <c:pt idx="6827">
                  <c:v>10.92090056</c:v>
                </c:pt>
                <c:pt idx="6828">
                  <c:v>10.921955560000001</c:v>
                </c:pt>
                <c:pt idx="6829">
                  <c:v>10.92200472</c:v>
                </c:pt>
                <c:pt idx="6830">
                  <c:v>10.92279083</c:v>
                </c:pt>
                <c:pt idx="6831">
                  <c:v>10.93612972</c:v>
                </c:pt>
                <c:pt idx="6832">
                  <c:v>10.936174169999999</c:v>
                </c:pt>
                <c:pt idx="6833">
                  <c:v>10.93639806</c:v>
                </c:pt>
                <c:pt idx="6834">
                  <c:v>10.93645139</c:v>
                </c:pt>
                <c:pt idx="6835">
                  <c:v>10.9364525</c:v>
                </c:pt>
                <c:pt idx="6836">
                  <c:v>10.938761939999999</c:v>
                </c:pt>
                <c:pt idx="6837">
                  <c:v>10.93892833</c:v>
                </c:pt>
                <c:pt idx="6838">
                  <c:v>10.93892917</c:v>
                </c:pt>
                <c:pt idx="6839">
                  <c:v>10.93996611</c:v>
                </c:pt>
                <c:pt idx="6840">
                  <c:v>10.940222500000001</c:v>
                </c:pt>
                <c:pt idx="6841">
                  <c:v>10.94082667</c:v>
                </c:pt>
                <c:pt idx="6842">
                  <c:v>10.94084889</c:v>
                </c:pt>
                <c:pt idx="6843">
                  <c:v>10.94178194</c:v>
                </c:pt>
                <c:pt idx="6844">
                  <c:v>10.94255222</c:v>
                </c:pt>
                <c:pt idx="6845">
                  <c:v>10.942593329999999</c:v>
                </c:pt>
                <c:pt idx="6846">
                  <c:v>10.94376722</c:v>
                </c:pt>
                <c:pt idx="6847">
                  <c:v>10.944194169999999</c:v>
                </c:pt>
                <c:pt idx="6848">
                  <c:v>10.95542528</c:v>
                </c:pt>
                <c:pt idx="6849">
                  <c:v>10.955525829999999</c:v>
                </c:pt>
                <c:pt idx="6850">
                  <c:v>10.955851669999999</c:v>
                </c:pt>
                <c:pt idx="6851">
                  <c:v>10.955918609999999</c:v>
                </c:pt>
                <c:pt idx="6852">
                  <c:v>10.955978890000001</c:v>
                </c:pt>
                <c:pt idx="6853">
                  <c:v>10.957677779999999</c:v>
                </c:pt>
                <c:pt idx="6854">
                  <c:v>10.95771972</c:v>
                </c:pt>
                <c:pt idx="6855">
                  <c:v>10.95772028</c:v>
                </c:pt>
                <c:pt idx="6856">
                  <c:v>10.958802499999999</c:v>
                </c:pt>
                <c:pt idx="6857">
                  <c:v>10.95943389</c:v>
                </c:pt>
                <c:pt idx="6858">
                  <c:v>10.959463059999999</c:v>
                </c:pt>
                <c:pt idx="6859">
                  <c:v>10.95959944</c:v>
                </c:pt>
                <c:pt idx="6860">
                  <c:v>10.960850000000001</c:v>
                </c:pt>
                <c:pt idx="6861">
                  <c:v>10.971066670000001</c:v>
                </c:pt>
                <c:pt idx="6862">
                  <c:v>10.971828609999999</c:v>
                </c:pt>
                <c:pt idx="6863">
                  <c:v>10.971896109999999</c:v>
                </c:pt>
                <c:pt idx="6864">
                  <c:v>10.97203167</c:v>
                </c:pt>
                <c:pt idx="6865">
                  <c:v>10.97208944</c:v>
                </c:pt>
                <c:pt idx="6866">
                  <c:v>10.97358083</c:v>
                </c:pt>
                <c:pt idx="6867">
                  <c:v>10.97358389</c:v>
                </c:pt>
                <c:pt idx="6868">
                  <c:v>10.97363389</c:v>
                </c:pt>
                <c:pt idx="6869">
                  <c:v>10.974724439999999</c:v>
                </c:pt>
                <c:pt idx="6870">
                  <c:v>10.97501389</c:v>
                </c:pt>
                <c:pt idx="6871">
                  <c:v>10.97583361</c:v>
                </c:pt>
                <c:pt idx="6872">
                  <c:v>10.975894719999999</c:v>
                </c:pt>
                <c:pt idx="6873">
                  <c:v>10.97653667</c:v>
                </c:pt>
                <c:pt idx="6874">
                  <c:v>10.976918059999999</c:v>
                </c:pt>
                <c:pt idx="6875">
                  <c:v>10.977441669999999</c:v>
                </c:pt>
                <c:pt idx="6876">
                  <c:v>10.978331669999999</c:v>
                </c:pt>
                <c:pt idx="6877">
                  <c:v>10.99090833</c:v>
                </c:pt>
                <c:pt idx="6878">
                  <c:v>10.99100556</c:v>
                </c:pt>
                <c:pt idx="6879">
                  <c:v>10.99104167</c:v>
                </c:pt>
                <c:pt idx="6880">
                  <c:v>10.99109417</c:v>
                </c:pt>
                <c:pt idx="6881">
                  <c:v>10.99113</c:v>
                </c:pt>
                <c:pt idx="6882">
                  <c:v>10.993939170000001</c:v>
                </c:pt>
                <c:pt idx="6883">
                  <c:v>10.99397639</c:v>
                </c:pt>
                <c:pt idx="6884">
                  <c:v>10.99496139</c:v>
                </c:pt>
                <c:pt idx="6885">
                  <c:v>10.99520611</c:v>
                </c:pt>
                <c:pt idx="6886">
                  <c:v>10.995257219999999</c:v>
                </c:pt>
                <c:pt idx="6887">
                  <c:v>10.99626722</c:v>
                </c:pt>
                <c:pt idx="6888">
                  <c:v>10.99709</c:v>
                </c:pt>
                <c:pt idx="6889">
                  <c:v>10.99713833</c:v>
                </c:pt>
                <c:pt idx="6890">
                  <c:v>10.99762278</c:v>
                </c:pt>
                <c:pt idx="6891">
                  <c:v>10.998320830000001</c:v>
                </c:pt>
                <c:pt idx="6892">
                  <c:v>10.99980972</c:v>
                </c:pt>
                <c:pt idx="6893">
                  <c:v>11.001791109999999</c:v>
                </c:pt>
                <c:pt idx="6894">
                  <c:v>11.01163056</c:v>
                </c:pt>
                <c:pt idx="6895">
                  <c:v>11.01176306</c:v>
                </c:pt>
                <c:pt idx="6896">
                  <c:v>11.011914170000001</c:v>
                </c:pt>
                <c:pt idx="6897">
                  <c:v>11.01246944</c:v>
                </c:pt>
                <c:pt idx="6898">
                  <c:v>11.012604720000001</c:v>
                </c:pt>
                <c:pt idx="6899">
                  <c:v>11.01434306</c:v>
                </c:pt>
                <c:pt idx="6900">
                  <c:v>11.01435083</c:v>
                </c:pt>
                <c:pt idx="6901">
                  <c:v>11.01522694</c:v>
                </c:pt>
                <c:pt idx="6902">
                  <c:v>11.015527779999999</c:v>
                </c:pt>
                <c:pt idx="6903">
                  <c:v>11.016616389999999</c:v>
                </c:pt>
                <c:pt idx="6904">
                  <c:v>11.016734720000001</c:v>
                </c:pt>
                <c:pt idx="6905">
                  <c:v>11.017476390000001</c:v>
                </c:pt>
                <c:pt idx="6906">
                  <c:v>11.01760389</c:v>
                </c:pt>
                <c:pt idx="6907">
                  <c:v>11.01836333</c:v>
                </c:pt>
                <c:pt idx="6908">
                  <c:v>11.019521940000001</c:v>
                </c:pt>
                <c:pt idx="6909">
                  <c:v>11.019930280000001</c:v>
                </c:pt>
                <c:pt idx="6910">
                  <c:v>11.032097500000001</c:v>
                </c:pt>
                <c:pt idx="6911">
                  <c:v>11.03281056</c:v>
                </c:pt>
                <c:pt idx="6912">
                  <c:v>11.032835</c:v>
                </c:pt>
                <c:pt idx="6913">
                  <c:v>11.03294472</c:v>
                </c:pt>
                <c:pt idx="6914">
                  <c:v>11.033162219999999</c:v>
                </c:pt>
                <c:pt idx="6915">
                  <c:v>11.033190830000001</c:v>
                </c:pt>
                <c:pt idx="6916">
                  <c:v>11.035481389999999</c:v>
                </c:pt>
                <c:pt idx="6917">
                  <c:v>11.03605583</c:v>
                </c:pt>
                <c:pt idx="6918">
                  <c:v>11.03763861</c:v>
                </c:pt>
                <c:pt idx="6919">
                  <c:v>11.03763889</c:v>
                </c:pt>
                <c:pt idx="6920">
                  <c:v>11.03865639</c:v>
                </c:pt>
                <c:pt idx="6921">
                  <c:v>11.03982139</c:v>
                </c:pt>
                <c:pt idx="6922">
                  <c:v>11.039973059999999</c:v>
                </c:pt>
                <c:pt idx="6923">
                  <c:v>11.04005278</c:v>
                </c:pt>
                <c:pt idx="6924">
                  <c:v>11.041487780000001</c:v>
                </c:pt>
                <c:pt idx="6925">
                  <c:v>11.04148917</c:v>
                </c:pt>
                <c:pt idx="6926">
                  <c:v>11.05213694</c:v>
                </c:pt>
                <c:pt idx="6927">
                  <c:v>11.052218890000001</c:v>
                </c:pt>
                <c:pt idx="6928">
                  <c:v>11.052353330000001</c:v>
                </c:pt>
                <c:pt idx="6929">
                  <c:v>11.05311028</c:v>
                </c:pt>
                <c:pt idx="6930">
                  <c:v>11.054360559999999</c:v>
                </c:pt>
                <c:pt idx="6931">
                  <c:v>11.05453917</c:v>
                </c:pt>
                <c:pt idx="6932">
                  <c:v>11.054628060000001</c:v>
                </c:pt>
                <c:pt idx="6933">
                  <c:v>11.056008329999999</c:v>
                </c:pt>
                <c:pt idx="6934">
                  <c:v>11.056076389999999</c:v>
                </c:pt>
                <c:pt idx="6935">
                  <c:v>11.05668056</c:v>
                </c:pt>
                <c:pt idx="6936">
                  <c:v>11.05924306</c:v>
                </c:pt>
                <c:pt idx="6937">
                  <c:v>11.06044472</c:v>
                </c:pt>
                <c:pt idx="6938">
                  <c:v>11.062036669999999</c:v>
                </c:pt>
                <c:pt idx="6939">
                  <c:v>11.063419720000001</c:v>
                </c:pt>
                <c:pt idx="6940">
                  <c:v>11.070189170000001</c:v>
                </c:pt>
                <c:pt idx="6941">
                  <c:v>11.07074222</c:v>
                </c:pt>
                <c:pt idx="6942">
                  <c:v>11.070762780000001</c:v>
                </c:pt>
                <c:pt idx="6943">
                  <c:v>11.071177499999999</c:v>
                </c:pt>
                <c:pt idx="6944">
                  <c:v>11.071334719999999</c:v>
                </c:pt>
                <c:pt idx="6945">
                  <c:v>11.07224139</c:v>
                </c:pt>
                <c:pt idx="6946">
                  <c:v>11.07334528</c:v>
                </c:pt>
                <c:pt idx="6947">
                  <c:v>11.07365083</c:v>
                </c:pt>
                <c:pt idx="6948">
                  <c:v>11.074684169999999</c:v>
                </c:pt>
                <c:pt idx="6949">
                  <c:v>11.075183060000001</c:v>
                </c:pt>
                <c:pt idx="6950">
                  <c:v>11.075827779999999</c:v>
                </c:pt>
                <c:pt idx="6951">
                  <c:v>11.07604806</c:v>
                </c:pt>
                <c:pt idx="6952">
                  <c:v>11.077775559999999</c:v>
                </c:pt>
                <c:pt idx="6953">
                  <c:v>11.07913583</c:v>
                </c:pt>
                <c:pt idx="6954">
                  <c:v>11.08047556</c:v>
                </c:pt>
                <c:pt idx="6955">
                  <c:v>11.08206</c:v>
                </c:pt>
                <c:pt idx="6956">
                  <c:v>11.09045972</c:v>
                </c:pt>
                <c:pt idx="6957">
                  <c:v>11.090562500000001</c:v>
                </c:pt>
                <c:pt idx="6958">
                  <c:v>11.09113722</c:v>
                </c:pt>
                <c:pt idx="6959">
                  <c:v>11.09127833</c:v>
                </c:pt>
                <c:pt idx="6960">
                  <c:v>11.09156417</c:v>
                </c:pt>
                <c:pt idx="6961">
                  <c:v>11.09216417</c:v>
                </c:pt>
                <c:pt idx="6962">
                  <c:v>11.093524439999999</c:v>
                </c:pt>
                <c:pt idx="6963">
                  <c:v>11.095140000000001</c:v>
                </c:pt>
                <c:pt idx="6964">
                  <c:v>11.095161109999999</c:v>
                </c:pt>
                <c:pt idx="6965">
                  <c:v>11.095965</c:v>
                </c:pt>
                <c:pt idx="6966">
                  <c:v>11.09703083</c:v>
                </c:pt>
                <c:pt idx="6967">
                  <c:v>11.097652220000001</c:v>
                </c:pt>
                <c:pt idx="6968">
                  <c:v>11.097680280000001</c:v>
                </c:pt>
                <c:pt idx="6969">
                  <c:v>11.09852472</c:v>
                </c:pt>
                <c:pt idx="6970">
                  <c:v>11.099702219999999</c:v>
                </c:pt>
                <c:pt idx="6971">
                  <c:v>11.09970444</c:v>
                </c:pt>
                <c:pt idx="6972">
                  <c:v>11.09972</c:v>
                </c:pt>
                <c:pt idx="6973">
                  <c:v>11.10186444</c:v>
                </c:pt>
                <c:pt idx="6974">
                  <c:v>11.10194806</c:v>
                </c:pt>
                <c:pt idx="6975">
                  <c:v>11.10264278</c:v>
                </c:pt>
                <c:pt idx="6976">
                  <c:v>11.10374917</c:v>
                </c:pt>
                <c:pt idx="6977">
                  <c:v>11.104050000000001</c:v>
                </c:pt>
                <c:pt idx="6978">
                  <c:v>11.10456722</c:v>
                </c:pt>
                <c:pt idx="6979">
                  <c:v>11.10533611</c:v>
                </c:pt>
                <c:pt idx="6980">
                  <c:v>11.10658583</c:v>
                </c:pt>
                <c:pt idx="6981">
                  <c:v>11.10704778</c:v>
                </c:pt>
                <c:pt idx="6982">
                  <c:v>11.108094169999999</c:v>
                </c:pt>
                <c:pt idx="6983">
                  <c:v>11.1086125</c:v>
                </c:pt>
                <c:pt idx="6984">
                  <c:v>11.10947056</c:v>
                </c:pt>
                <c:pt idx="6985">
                  <c:v>11.11766194</c:v>
                </c:pt>
                <c:pt idx="6986">
                  <c:v>11.11783389</c:v>
                </c:pt>
                <c:pt idx="6987">
                  <c:v>11.11783417</c:v>
                </c:pt>
                <c:pt idx="6988">
                  <c:v>11.11784806</c:v>
                </c:pt>
                <c:pt idx="6989">
                  <c:v>11.11786556</c:v>
                </c:pt>
                <c:pt idx="6990">
                  <c:v>11.119737499999999</c:v>
                </c:pt>
                <c:pt idx="6991">
                  <c:v>11.12146278</c:v>
                </c:pt>
                <c:pt idx="6992">
                  <c:v>11.121465560000001</c:v>
                </c:pt>
                <c:pt idx="6993">
                  <c:v>11.122345279999999</c:v>
                </c:pt>
                <c:pt idx="6994">
                  <c:v>11.12267056</c:v>
                </c:pt>
                <c:pt idx="6995">
                  <c:v>11.12352417</c:v>
                </c:pt>
                <c:pt idx="6996">
                  <c:v>11.12398194</c:v>
                </c:pt>
                <c:pt idx="6997">
                  <c:v>11.124203059999999</c:v>
                </c:pt>
                <c:pt idx="6998">
                  <c:v>11.124988889999999</c:v>
                </c:pt>
                <c:pt idx="6999">
                  <c:v>11.12540194</c:v>
                </c:pt>
                <c:pt idx="7000">
                  <c:v>11.12551056</c:v>
                </c:pt>
                <c:pt idx="7001">
                  <c:v>11.12745861</c:v>
                </c:pt>
                <c:pt idx="7002">
                  <c:v>11.12832111</c:v>
                </c:pt>
                <c:pt idx="7003">
                  <c:v>11.1392975</c:v>
                </c:pt>
                <c:pt idx="7004">
                  <c:v>11.13946361</c:v>
                </c:pt>
                <c:pt idx="7005">
                  <c:v>11.139709720000001</c:v>
                </c:pt>
                <c:pt idx="7006">
                  <c:v>11.139746669999999</c:v>
                </c:pt>
                <c:pt idx="7007">
                  <c:v>11.13986944</c:v>
                </c:pt>
                <c:pt idx="7008">
                  <c:v>11.14145806</c:v>
                </c:pt>
                <c:pt idx="7009">
                  <c:v>11.14173194</c:v>
                </c:pt>
                <c:pt idx="7010">
                  <c:v>11.14331889</c:v>
                </c:pt>
                <c:pt idx="7011">
                  <c:v>11.144228330000001</c:v>
                </c:pt>
                <c:pt idx="7012">
                  <c:v>11.14430056</c:v>
                </c:pt>
                <c:pt idx="7013">
                  <c:v>11.144368890000001</c:v>
                </c:pt>
                <c:pt idx="7014">
                  <c:v>11.14455972</c:v>
                </c:pt>
                <c:pt idx="7015">
                  <c:v>11.14525583</c:v>
                </c:pt>
                <c:pt idx="7016">
                  <c:v>11.1461825</c:v>
                </c:pt>
                <c:pt idx="7017">
                  <c:v>11.146760280000001</c:v>
                </c:pt>
                <c:pt idx="7018">
                  <c:v>11.146768610000001</c:v>
                </c:pt>
                <c:pt idx="7019">
                  <c:v>11.14736139</c:v>
                </c:pt>
                <c:pt idx="7020">
                  <c:v>11.15963889</c:v>
                </c:pt>
                <c:pt idx="7021">
                  <c:v>11.159894169999999</c:v>
                </c:pt>
                <c:pt idx="7022">
                  <c:v>11.16001861</c:v>
                </c:pt>
                <c:pt idx="7023">
                  <c:v>11.160102220000001</c:v>
                </c:pt>
                <c:pt idx="7024">
                  <c:v>11.16010361</c:v>
                </c:pt>
                <c:pt idx="7025">
                  <c:v>11.162018610000001</c:v>
                </c:pt>
                <c:pt idx="7026">
                  <c:v>11.163035280000001</c:v>
                </c:pt>
                <c:pt idx="7027">
                  <c:v>11.16343861</c:v>
                </c:pt>
                <c:pt idx="7028">
                  <c:v>11.16394333</c:v>
                </c:pt>
                <c:pt idx="7029">
                  <c:v>11.165391939999999</c:v>
                </c:pt>
                <c:pt idx="7030">
                  <c:v>11.16548972</c:v>
                </c:pt>
                <c:pt idx="7031">
                  <c:v>11.166288059999999</c:v>
                </c:pt>
                <c:pt idx="7032">
                  <c:v>11.167253609999999</c:v>
                </c:pt>
                <c:pt idx="7033">
                  <c:v>11.16729417</c:v>
                </c:pt>
                <c:pt idx="7034">
                  <c:v>11.17662028</c:v>
                </c:pt>
                <c:pt idx="7035">
                  <c:v>11.177056390000001</c:v>
                </c:pt>
                <c:pt idx="7036">
                  <c:v>11.17708444</c:v>
                </c:pt>
                <c:pt idx="7037">
                  <c:v>11.17722667</c:v>
                </c:pt>
                <c:pt idx="7038">
                  <c:v>11.1772825</c:v>
                </c:pt>
                <c:pt idx="7039">
                  <c:v>11.177583329999999</c:v>
                </c:pt>
                <c:pt idx="7040">
                  <c:v>11.180741940000001</c:v>
                </c:pt>
                <c:pt idx="7041">
                  <c:v>11.18079444</c:v>
                </c:pt>
                <c:pt idx="7042">
                  <c:v>11.180865000000001</c:v>
                </c:pt>
                <c:pt idx="7043">
                  <c:v>11.18238833</c:v>
                </c:pt>
                <c:pt idx="7044">
                  <c:v>11.18273694</c:v>
                </c:pt>
                <c:pt idx="7045">
                  <c:v>11.18273722</c:v>
                </c:pt>
                <c:pt idx="7046">
                  <c:v>11.18389556</c:v>
                </c:pt>
                <c:pt idx="7047">
                  <c:v>11.18396667</c:v>
                </c:pt>
                <c:pt idx="7048">
                  <c:v>11.19289972</c:v>
                </c:pt>
                <c:pt idx="7049">
                  <c:v>11.19290333</c:v>
                </c:pt>
                <c:pt idx="7050">
                  <c:v>11.193045830000001</c:v>
                </c:pt>
                <c:pt idx="7051">
                  <c:v>11.19870611</c:v>
                </c:pt>
                <c:pt idx="7052">
                  <c:v>11.19873694</c:v>
                </c:pt>
                <c:pt idx="7053">
                  <c:v>11.19874611</c:v>
                </c:pt>
                <c:pt idx="7054">
                  <c:v>11.19874778</c:v>
                </c:pt>
                <c:pt idx="7055">
                  <c:v>11.19877</c:v>
                </c:pt>
                <c:pt idx="7056">
                  <c:v>11.200772779999999</c:v>
                </c:pt>
                <c:pt idx="7057">
                  <c:v>11.201152779999999</c:v>
                </c:pt>
                <c:pt idx="7058">
                  <c:v>11.201278329999999</c:v>
                </c:pt>
                <c:pt idx="7059">
                  <c:v>11.202268330000001</c:v>
                </c:pt>
                <c:pt idx="7060">
                  <c:v>11.203013889999999</c:v>
                </c:pt>
                <c:pt idx="7061">
                  <c:v>11.204436940000001</c:v>
                </c:pt>
                <c:pt idx="7062">
                  <c:v>11.205816670000001</c:v>
                </c:pt>
                <c:pt idx="7063">
                  <c:v>11.213601389999999</c:v>
                </c:pt>
                <c:pt idx="7064">
                  <c:v>11.21407194</c:v>
                </c:pt>
                <c:pt idx="7065">
                  <c:v>11.21412917</c:v>
                </c:pt>
                <c:pt idx="7066">
                  <c:v>11.214297780000001</c:v>
                </c:pt>
                <c:pt idx="7067">
                  <c:v>11.21457111</c:v>
                </c:pt>
                <c:pt idx="7068">
                  <c:v>11.21595889</c:v>
                </c:pt>
                <c:pt idx="7069">
                  <c:v>11.21744333</c:v>
                </c:pt>
                <c:pt idx="7070">
                  <c:v>11.217558889999999</c:v>
                </c:pt>
                <c:pt idx="7071">
                  <c:v>11.218793890000001</c:v>
                </c:pt>
                <c:pt idx="7072">
                  <c:v>11.218932499999999</c:v>
                </c:pt>
                <c:pt idx="7073">
                  <c:v>11.219597780000001</c:v>
                </c:pt>
                <c:pt idx="7074">
                  <c:v>11.220224999999999</c:v>
                </c:pt>
                <c:pt idx="7075">
                  <c:v>11.22058333</c:v>
                </c:pt>
                <c:pt idx="7076">
                  <c:v>11.22183611</c:v>
                </c:pt>
                <c:pt idx="7077">
                  <c:v>11.22481556</c:v>
                </c:pt>
                <c:pt idx="7078">
                  <c:v>11.224843330000001</c:v>
                </c:pt>
                <c:pt idx="7079">
                  <c:v>11.226127780000001</c:v>
                </c:pt>
                <c:pt idx="7080">
                  <c:v>11.22769444</c:v>
                </c:pt>
                <c:pt idx="7081">
                  <c:v>11.22781917</c:v>
                </c:pt>
                <c:pt idx="7082">
                  <c:v>11.22924222</c:v>
                </c:pt>
                <c:pt idx="7083">
                  <c:v>11.23076444</c:v>
                </c:pt>
                <c:pt idx="7084">
                  <c:v>11.23087028</c:v>
                </c:pt>
                <c:pt idx="7085">
                  <c:v>11.23355278</c:v>
                </c:pt>
                <c:pt idx="7086">
                  <c:v>11.23374583</c:v>
                </c:pt>
                <c:pt idx="7087">
                  <c:v>11.233969439999999</c:v>
                </c:pt>
                <c:pt idx="7088">
                  <c:v>11.23523389</c:v>
                </c:pt>
                <c:pt idx="7089">
                  <c:v>11.236728060000001</c:v>
                </c:pt>
                <c:pt idx="7090">
                  <c:v>11.23673528</c:v>
                </c:pt>
                <c:pt idx="7091">
                  <c:v>11.238010559999999</c:v>
                </c:pt>
                <c:pt idx="7092">
                  <c:v>11.238295000000001</c:v>
                </c:pt>
                <c:pt idx="7093">
                  <c:v>11.23921417</c:v>
                </c:pt>
                <c:pt idx="7094">
                  <c:v>11.239885559999999</c:v>
                </c:pt>
                <c:pt idx="7095">
                  <c:v>11.240924720000001</c:v>
                </c:pt>
                <c:pt idx="7096">
                  <c:v>11.24098972</c:v>
                </c:pt>
                <c:pt idx="7097">
                  <c:v>11.24277833</c:v>
                </c:pt>
                <c:pt idx="7098">
                  <c:v>11.24284194</c:v>
                </c:pt>
                <c:pt idx="7099">
                  <c:v>11.243986939999999</c:v>
                </c:pt>
                <c:pt idx="7100">
                  <c:v>11.245533610000001</c:v>
                </c:pt>
                <c:pt idx="7101">
                  <c:v>11.247086940000001</c:v>
                </c:pt>
                <c:pt idx="7102">
                  <c:v>11.25008639</c:v>
                </c:pt>
                <c:pt idx="7103">
                  <c:v>11.250644169999999</c:v>
                </c:pt>
                <c:pt idx="7104">
                  <c:v>11.250679999999999</c:v>
                </c:pt>
                <c:pt idx="7105">
                  <c:v>11.251073330000001</c:v>
                </c:pt>
                <c:pt idx="7106">
                  <c:v>11.2521475</c:v>
                </c:pt>
                <c:pt idx="7107">
                  <c:v>11.252599719999999</c:v>
                </c:pt>
                <c:pt idx="7108">
                  <c:v>11.2535475</c:v>
                </c:pt>
                <c:pt idx="7109">
                  <c:v>11.25422667</c:v>
                </c:pt>
                <c:pt idx="7110">
                  <c:v>11.25662028</c:v>
                </c:pt>
                <c:pt idx="7111">
                  <c:v>11.257091389999999</c:v>
                </c:pt>
                <c:pt idx="7112">
                  <c:v>11.258200560000001</c:v>
                </c:pt>
                <c:pt idx="7113">
                  <c:v>11.26155694</c:v>
                </c:pt>
                <c:pt idx="7114">
                  <c:v>11.263873609999999</c:v>
                </c:pt>
                <c:pt idx="7115">
                  <c:v>11.26397639</c:v>
                </c:pt>
                <c:pt idx="7116">
                  <c:v>11.263996669999999</c:v>
                </c:pt>
                <c:pt idx="7117">
                  <c:v>11.264557780000001</c:v>
                </c:pt>
                <c:pt idx="7118">
                  <c:v>11.266025559999999</c:v>
                </c:pt>
                <c:pt idx="7119">
                  <c:v>11.266643609999999</c:v>
                </c:pt>
                <c:pt idx="7120">
                  <c:v>11.26714361</c:v>
                </c:pt>
                <c:pt idx="7121">
                  <c:v>11.26777667</c:v>
                </c:pt>
                <c:pt idx="7122">
                  <c:v>11.268957220000001</c:v>
                </c:pt>
                <c:pt idx="7123">
                  <c:v>11.26908306</c:v>
                </c:pt>
                <c:pt idx="7124">
                  <c:v>11.269680559999999</c:v>
                </c:pt>
                <c:pt idx="7125">
                  <c:v>11.27122389</c:v>
                </c:pt>
                <c:pt idx="7126">
                  <c:v>11.272576669999999</c:v>
                </c:pt>
                <c:pt idx="7127">
                  <c:v>11.28061694</c:v>
                </c:pt>
                <c:pt idx="7128">
                  <c:v>11.28137778</c:v>
                </c:pt>
                <c:pt idx="7129">
                  <c:v>11.28144361</c:v>
                </c:pt>
                <c:pt idx="7130">
                  <c:v>11.28157028</c:v>
                </c:pt>
                <c:pt idx="7131">
                  <c:v>11.283683330000001</c:v>
                </c:pt>
                <c:pt idx="7132">
                  <c:v>11.28533917</c:v>
                </c:pt>
                <c:pt idx="7133">
                  <c:v>11.285954439999999</c:v>
                </c:pt>
                <c:pt idx="7134">
                  <c:v>11.28766444</c:v>
                </c:pt>
                <c:pt idx="7135">
                  <c:v>11.28892611</c:v>
                </c:pt>
                <c:pt idx="7136">
                  <c:v>11.290479169999999</c:v>
                </c:pt>
                <c:pt idx="7137">
                  <c:v>11.290670280000001</c:v>
                </c:pt>
                <c:pt idx="7138">
                  <c:v>11.290777780000001</c:v>
                </c:pt>
                <c:pt idx="7139">
                  <c:v>11.29290194</c:v>
                </c:pt>
                <c:pt idx="7140">
                  <c:v>11.29347278</c:v>
                </c:pt>
                <c:pt idx="7141">
                  <c:v>11.29445389</c:v>
                </c:pt>
                <c:pt idx="7142">
                  <c:v>11.29501028</c:v>
                </c:pt>
                <c:pt idx="7143">
                  <c:v>11.29661694</c:v>
                </c:pt>
                <c:pt idx="7144">
                  <c:v>11.29662167</c:v>
                </c:pt>
                <c:pt idx="7145">
                  <c:v>11.297463329999999</c:v>
                </c:pt>
                <c:pt idx="7146">
                  <c:v>11.29834861</c:v>
                </c:pt>
                <c:pt idx="7147">
                  <c:v>11.298486110000001</c:v>
                </c:pt>
                <c:pt idx="7148">
                  <c:v>11.299312779999999</c:v>
                </c:pt>
                <c:pt idx="7149">
                  <c:v>11.30023583</c:v>
                </c:pt>
                <c:pt idx="7150">
                  <c:v>11.306568889999999</c:v>
                </c:pt>
                <c:pt idx="7151">
                  <c:v>11.30812278</c:v>
                </c:pt>
                <c:pt idx="7152">
                  <c:v>11.309104169999999</c:v>
                </c:pt>
                <c:pt idx="7153">
                  <c:v>11.30954556</c:v>
                </c:pt>
                <c:pt idx="7154">
                  <c:v>11.30968028</c:v>
                </c:pt>
                <c:pt idx="7155">
                  <c:v>11.30985694</c:v>
                </c:pt>
                <c:pt idx="7156">
                  <c:v>11.311484999999999</c:v>
                </c:pt>
                <c:pt idx="7157">
                  <c:v>11.31251528</c:v>
                </c:pt>
                <c:pt idx="7158">
                  <c:v>11.312673330000001</c:v>
                </c:pt>
                <c:pt idx="7159">
                  <c:v>11.31402778</c:v>
                </c:pt>
                <c:pt idx="7160">
                  <c:v>11.315056390000001</c:v>
                </c:pt>
                <c:pt idx="7161">
                  <c:v>11.31578167</c:v>
                </c:pt>
                <c:pt idx="7162">
                  <c:v>11.316271390000001</c:v>
                </c:pt>
                <c:pt idx="7163">
                  <c:v>11.316335280000001</c:v>
                </c:pt>
                <c:pt idx="7164">
                  <c:v>11.317332779999999</c:v>
                </c:pt>
                <c:pt idx="7165">
                  <c:v>11.31797944</c:v>
                </c:pt>
                <c:pt idx="7166">
                  <c:v>11.31898556</c:v>
                </c:pt>
                <c:pt idx="7167">
                  <c:v>11.32742694</c:v>
                </c:pt>
                <c:pt idx="7168">
                  <c:v>11.32758694</c:v>
                </c:pt>
                <c:pt idx="7169">
                  <c:v>11.32759222</c:v>
                </c:pt>
                <c:pt idx="7170">
                  <c:v>11.330770559999999</c:v>
                </c:pt>
                <c:pt idx="7171">
                  <c:v>11.331329439999999</c:v>
                </c:pt>
                <c:pt idx="7172">
                  <c:v>11.333145829999999</c:v>
                </c:pt>
                <c:pt idx="7173">
                  <c:v>11.334377780000001</c:v>
                </c:pt>
                <c:pt idx="7174">
                  <c:v>11.335158890000001</c:v>
                </c:pt>
                <c:pt idx="7175">
                  <c:v>11.335715</c:v>
                </c:pt>
                <c:pt idx="7176">
                  <c:v>11.336928889999999</c:v>
                </c:pt>
                <c:pt idx="7177">
                  <c:v>11.33695861</c:v>
                </c:pt>
                <c:pt idx="7178">
                  <c:v>11.33841833</c:v>
                </c:pt>
                <c:pt idx="7179">
                  <c:v>11.339112500000001</c:v>
                </c:pt>
                <c:pt idx="7180">
                  <c:v>11.339598329999999</c:v>
                </c:pt>
                <c:pt idx="7181">
                  <c:v>11.340633889999999</c:v>
                </c:pt>
                <c:pt idx="7182">
                  <c:v>11.341698060000001</c:v>
                </c:pt>
                <c:pt idx="7183">
                  <c:v>11.342169719999999</c:v>
                </c:pt>
                <c:pt idx="7184">
                  <c:v>11.342984169999999</c:v>
                </c:pt>
                <c:pt idx="7185">
                  <c:v>11.34408694</c:v>
                </c:pt>
                <c:pt idx="7186">
                  <c:v>11.345974999999999</c:v>
                </c:pt>
                <c:pt idx="7187">
                  <c:v>11.34715111</c:v>
                </c:pt>
                <c:pt idx="7188">
                  <c:v>11.35202722</c:v>
                </c:pt>
                <c:pt idx="7189">
                  <c:v>11.352197500000001</c:v>
                </c:pt>
                <c:pt idx="7190">
                  <c:v>11.352544999999999</c:v>
                </c:pt>
                <c:pt idx="7191">
                  <c:v>11.35757806</c:v>
                </c:pt>
                <c:pt idx="7192">
                  <c:v>11.357764169999999</c:v>
                </c:pt>
                <c:pt idx="7193">
                  <c:v>11.359265000000001</c:v>
                </c:pt>
                <c:pt idx="7194">
                  <c:v>11.360043060000001</c:v>
                </c:pt>
                <c:pt idx="7195">
                  <c:v>11.36009028</c:v>
                </c:pt>
                <c:pt idx="7196">
                  <c:v>11.3621075</c:v>
                </c:pt>
                <c:pt idx="7197">
                  <c:v>11.363075</c:v>
                </c:pt>
                <c:pt idx="7198">
                  <c:v>11.36363667</c:v>
                </c:pt>
                <c:pt idx="7199">
                  <c:v>11.364722220000001</c:v>
                </c:pt>
                <c:pt idx="7200">
                  <c:v>11.36623861</c:v>
                </c:pt>
                <c:pt idx="7201">
                  <c:v>11.366580000000001</c:v>
                </c:pt>
                <c:pt idx="7202">
                  <c:v>11.36665528</c:v>
                </c:pt>
                <c:pt idx="7203">
                  <c:v>11.369547499999999</c:v>
                </c:pt>
                <c:pt idx="7204">
                  <c:v>11.36963306</c:v>
                </c:pt>
                <c:pt idx="7205">
                  <c:v>11.370343610000001</c:v>
                </c:pt>
                <c:pt idx="7206">
                  <c:v>11.37206889</c:v>
                </c:pt>
                <c:pt idx="7207">
                  <c:v>11.37263083</c:v>
                </c:pt>
                <c:pt idx="7208">
                  <c:v>11.37398889</c:v>
                </c:pt>
                <c:pt idx="7209">
                  <c:v>11.37405278</c:v>
                </c:pt>
                <c:pt idx="7210">
                  <c:v>11.374220559999999</c:v>
                </c:pt>
                <c:pt idx="7211">
                  <c:v>11.374693329999999</c:v>
                </c:pt>
                <c:pt idx="7212">
                  <c:v>11.376036389999999</c:v>
                </c:pt>
                <c:pt idx="7213">
                  <c:v>11.376091110000001</c:v>
                </c:pt>
                <c:pt idx="7214">
                  <c:v>11.37622694</c:v>
                </c:pt>
                <c:pt idx="7215">
                  <c:v>11.37706111</c:v>
                </c:pt>
                <c:pt idx="7216">
                  <c:v>11.37791167</c:v>
                </c:pt>
                <c:pt idx="7217">
                  <c:v>11.377941939999999</c:v>
                </c:pt>
                <c:pt idx="7218">
                  <c:v>11.37889167</c:v>
                </c:pt>
                <c:pt idx="7219">
                  <c:v>11.38989333</c:v>
                </c:pt>
                <c:pt idx="7220">
                  <c:v>11.390034440000001</c:v>
                </c:pt>
                <c:pt idx="7221">
                  <c:v>11.391277779999999</c:v>
                </c:pt>
                <c:pt idx="7222">
                  <c:v>11.39579333</c:v>
                </c:pt>
                <c:pt idx="7223">
                  <c:v>11.39657139</c:v>
                </c:pt>
                <c:pt idx="7224">
                  <c:v>11.39729167</c:v>
                </c:pt>
                <c:pt idx="7225">
                  <c:v>11.397382779999999</c:v>
                </c:pt>
                <c:pt idx="7226">
                  <c:v>11.39918583</c:v>
                </c:pt>
                <c:pt idx="7227">
                  <c:v>11.399240280000001</c:v>
                </c:pt>
                <c:pt idx="7228">
                  <c:v>11.40033944</c:v>
                </c:pt>
                <c:pt idx="7229">
                  <c:v>11.400819719999999</c:v>
                </c:pt>
                <c:pt idx="7230">
                  <c:v>11.401557779999999</c:v>
                </c:pt>
                <c:pt idx="7231">
                  <c:v>11.402165</c:v>
                </c:pt>
                <c:pt idx="7232">
                  <c:v>11.402744999999999</c:v>
                </c:pt>
                <c:pt idx="7233">
                  <c:v>11.40288056</c:v>
                </c:pt>
                <c:pt idx="7234">
                  <c:v>11.40410528</c:v>
                </c:pt>
                <c:pt idx="7235">
                  <c:v>11.404795829999999</c:v>
                </c:pt>
                <c:pt idx="7236">
                  <c:v>11.41398278</c:v>
                </c:pt>
                <c:pt idx="7237">
                  <c:v>11.41477278</c:v>
                </c:pt>
                <c:pt idx="7238">
                  <c:v>11.41480778</c:v>
                </c:pt>
                <c:pt idx="7239">
                  <c:v>11.414905279999999</c:v>
                </c:pt>
                <c:pt idx="7240">
                  <c:v>11.41510472</c:v>
                </c:pt>
                <c:pt idx="7241">
                  <c:v>11.416599440000001</c:v>
                </c:pt>
                <c:pt idx="7242">
                  <c:v>11.41744944</c:v>
                </c:pt>
                <c:pt idx="7243">
                  <c:v>11.420246669999999</c:v>
                </c:pt>
                <c:pt idx="7244">
                  <c:v>11.42060861</c:v>
                </c:pt>
                <c:pt idx="7245">
                  <c:v>11.42210556</c:v>
                </c:pt>
                <c:pt idx="7246">
                  <c:v>11.422409999999999</c:v>
                </c:pt>
                <c:pt idx="7247">
                  <c:v>11.42246778</c:v>
                </c:pt>
                <c:pt idx="7248">
                  <c:v>11.42400778</c:v>
                </c:pt>
                <c:pt idx="7249">
                  <c:v>11.424429440000001</c:v>
                </c:pt>
                <c:pt idx="7250">
                  <c:v>11.42467806</c:v>
                </c:pt>
                <c:pt idx="7251">
                  <c:v>11.42575472</c:v>
                </c:pt>
                <c:pt idx="7252">
                  <c:v>11.42654083</c:v>
                </c:pt>
                <c:pt idx="7253">
                  <c:v>11.42816111</c:v>
                </c:pt>
                <c:pt idx="7254">
                  <c:v>11.429997780000001</c:v>
                </c:pt>
                <c:pt idx="7255">
                  <c:v>11.43135833</c:v>
                </c:pt>
                <c:pt idx="7256">
                  <c:v>11.43738667</c:v>
                </c:pt>
                <c:pt idx="7257">
                  <c:v>11.43751333</c:v>
                </c:pt>
                <c:pt idx="7258">
                  <c:v>11.43759861</c:v>
                </c:pt>
                <c:pt idx="7259">
                  <c:v>11.439837499999999</c:v>
                </c:pt>
                <c:pt idx="7260">
                  <c:v>11.441533890000001</c:v>
                </c:pt>
                <c:pt idx="7261">
                  <c:v>11.442071110000001</c:v>
                </c:pt>
                <c:pt idx="7262">
                  <c:v>11.4445225</c:v>
                </c:pt>
                <c:pt idx="7263">
                  <c:v>11.445164439999999</c:v>
                </c:pt>
                <c:pt idx="7264">
                  <c:v>11.446484440000001</c:v>
                </c:pt>
                <c:pt idx="7265">
                  <c:v>11.44664583</c:v>
                </c:pt>
                <c:pt idx="7266">
                  <c:v>11.44670694</c:v>
                </c:pt>
                <c:pt idx="7267">
                  <c:v>11.44863833</c:v>
                </c:pt>
                <c:pt idx="7268">
                  <c:v>11.449075560000001</c:v>
                </c:pt>
                <c:pt idx="7269">
                  <c:v>11.45090583</c:v>
                </c:pt>
                <c:pt idx="7270">
                  <c:v>11.45194</c:v>
                </c:pt>
                <c:pt idx="7271">
                  <c:v>11.452899439999999</c:v>
                </c:pt>
                <c:pt idx="7272">
                  <c:v>11.45327917</c:v>
                </c:pt>
                <c:pt idx="7273">
                  <c:v>11.45389917</c:v>
                </c:pt>
                <c:pt idx="7274">
                  <c:v>11.455441110000001</c:v>
                </c:pt>
                <c:pt idx="7275">
                  <c:v>11.45638694</c:v>
                </c:pt>
                <c:pt idx="7276">
                  <c:v>11.456886109999999</c:v>
                </c:pt>
                <c:pt idx="7277">
                  <c:v>11.457324720000001</c:v>
                </c:pt>
                <c:pt idx="7278">
                  <c:v>11.458718060000001</c:v>
                </c:pt>
                <c:pt idx="7279">
                  <c:v>11.45921472</c:v>
                </c:pt>
                <c:pt idx="7280">
                  <c:v>11.45936139</c:v>
                </c:pt>
                <c:pt idx="7281">
                  <c:v>11.459901110000001</c:v>
                </c:pt>
                <c:pt idx="7282">
                  <c:v>11.46061778</c:v>
                </c:pt>
                <c:pt idx="7283">
                  <c:v>11.46131639</c:v>
                </c:pt>
                <c:pt idx="7284">
                  <c:v>11.46207611</c:v>
                </c:pt>
                <c:pt idx="7285">
                  <c:v>11.46269083</c:v>
                </c:pt>
                <c:pt idx="7286">
                  <c:v>11.46324444</c:v>
                </c:pt>
                <c:pt idx="7287">
                  <c:v>11.47257778</c:v>
                </c:pt>
                <c:pt idx="7288">
                  <c:v>11.47360778</c:v>
                </c:pt>
                <c:pt idx="7289">
                  <c:v>11.477278889999999</c:v>
                </c:pt>
                <c:pt idx="7290">
                  <c:v>11.47882306</c:v>
                </c:pt>
                <c:pt idx="7291">
                  <c:v>11.47963861</c:v>
                </c:pt>
                <c:pt idx="7292">
                  <c:v>11.480008059999999</c:v>
                </c:pt>
                <c:pt idx="7293">
                  <c:v>11.48038639</c:v>
                </c:pt>
                <c:pt idx="7294">
                  <c:v>11.48155472</c:v>
                </c:pt>
                <c:pt idx="7295">
                  <c:v>11.48191306</c:v>
                </c:pt>
                <c:pt idx="7296">
                  <c:v>11.482585</c:v>
                </c:pt>
                <c:pt idx="7297">
                  <c:v>11.48335722</c:v>
                </c:pt>
                <c:pt idx="7298">
                  <c:v>11.484060830000001</c:v>
                </c:pt>
                <c:pt idx="7299">
                  <c:v>11.48419528</c:v>
                </c:pt>
                <c:pt idx="7300">
                  <c:v>11.48540556</c:v>
                </c:pt>
                <c:pt idx="7301">
                  <c:v>11.48570694</c:v>
                </c:pt>
                <c:pt idx="7302">
                  <c:v>11.48611139</c:v>
                </c:pt>
                <c:pt idx="7303">
                  <c:v>11.487074720000001</c:v>
                </c:pt>
                <c:pt idx="7304">
                  <c:v>11.490578060000001</c:v>
                </c:pt>
                <c:pt idx="7305">
                  <c:v>11.491875</c:v>
                </c:pt>
                <c:pt idx="7306">
                  <c:v>11.49290639</c:v>
                </c:pt>
                <c:pt idx="7307">
                  <c:v>11.498433329999999</c:v>
                </c:pt>
                <c:pt idx="7308">
                  <c:v>11.49851806</c:v>
                </c:pt>
                <c:pt idx="7309">
                  <c:v>11.499103890000001</c:v>
                </c:pt>
                <c:pt idx="7310">
                  <c:v>11.50364667</c:v>
                </c:pt>
                <c:pt idx="7311">
                  <c:v>11.50434944</c:v>
                </c:pt>
                <c:pt idx="7312">
                  <c:v>11.506024719999999</c:v>
                </c:pt>
                <c:pt idx="7313">
                  <c:v>11.50648694</c:v>
                </c:pt>
                <c:pt idx="7314">
                  <c:v>11.5073375</c:v>
                </c:pt>
                <c:pt idx="7315">
                  <c:v>11.50803528</c:v>
                </c:pt>
                <c:pt idx="7316">
                  <c:v>11.50812833</c:v>
                </c:pt>
                <c:pt idx="7317">
                  <c:v>11.50938917</c:v>
                </c:pt>
                <c:pt idx="7318">
                  <c:v>11.510982220000001</c:v>
                </c:pt>
                <c:pt idx="7319">
                  <c:v>11.51400583</c:v>
                </c:pt>
                <c:pt idx="7320">
                  <c:v>11.51697111</c:v>
                </c:pt>
                <c:pt idx="7321">
                  <c:v>11.51759861</c:v>
                </c:pt>
                <c:pt idx="7322">
                  <c:v>11.517723889999999</c:v>
                </c:pt>
                <c:pt idx="7323">
                  <c:v>11.51825028</c:v>
                </c:pt>
                <c:pt idx="7324">
                  <c:v>11.519534439999999</c:v>
                </c:pt>
                <c:pt idx="7325">
                  <c:v>11.519969440000001</c:v>
                </c:pt>
                <c:pt idx="7326">
                  <c:v>11.52196472</c:v>
                </c:pt>
                <c:pt idx="7327">
                  <c:v>11.52252667</c:v>
                </c:pt>
                <c:pt idx="7328">
                  <c:v>11.52253917</c:v>
                </c:pt>
                <c:pt idx="7329">
                  <c:v>11.52395222</c:v>
                </c:pt>
                <c:pt idx="7330">
                  <c:v>11.524966389999999</c:v>
                </c:pt>
                <c:pt idx="7331">
                  <c:v>11.525515560000001</c:v>
                </c:pt>
                <c:pt idx="7332">
                  <c:v>11.527966940000001</c:v>
                </c:pt>
                <c:pt idx="7333">
                  <c:v>11.52850194</c:v>
                </c:pt>
                <c:pt idx="7334">
                  <c:v>11.52969139</c:v>
                </c:pt>
                <c:pt idx="7335">
                  <c:v>11.53045111</c:v>
                </c:pt>
                <c:pt idx="7336">
                  <c:v>11.53058167</c:v>
                </c:pt>
                <c:pt idx="7337">
                  <c:v>11.530945279999999</c:v>
                </c:pt>
                <c:pt idx="7338">
                  <c:v>11.53345056</c:v>
                </c:pt>
                <c:pt idx="7339">
                  <c:v>11.533941110000001</c:v>
                </c:pt>
                <c:pt idx="7340">
                  <c:v>11.53446194</c:v>
                </c:pt>
                <c:pt idx="7341">
                  <c:v>11.535467499999999</c:v>
                </c:pt>
                <c:pt idx="7342">
                  <c:v>11.535468890000001</c:v>
                </c:pt>
                <c:pt idx="7343">
                  <c:v>11.53655444</c:v>
                </c:pt>
                <c:pt idx="7344">
                  <c:v>11.537708609999999</c:v>
                </c:pt>
                <c:pt idx="7345">
                  <c:v>11.543021939999999</c:v>
                </c:pt>
                <c:pt idx="7346">
                  <c:v>11.544572779999999</c:v>
                </c:pt>
                <c:pt idx="7347">
                  <c:v>11.54613861</c:v>
                </c:pt>
                <c:pt idx="7348">
                  <c:v>11.54672667</c:v>
                </c:pt>
                <c:pt idx="7349">
                  <c:v>11.54703806</c:v>
                </c:pt>
                <c:pt idx="7350">
                  <c:v>11.54797417</c:v>
                </c:pt>
                <c:pt idx="7351">
                  <c:v>11.54913167</c:v>
                </c:pt>
                <c:pt idx="7352">
                  <c:v>11.54963278</c:v>
                </c:pt>
                <c:pt idx="7353">
                  <c:v>11.550881390000001</c:v>
                </c:pt>
                <c:pt idx="7354">
                  <c:v>11.551025559999999</c:v>
                </c:pt>
                <c:pt idx="7355">
                  <c:v>11.551816390000001</c:v>
                </c:pt>
                <c:pt idx="7356">
                  <c:v>11.55306611</c:v>
                </c:pt>
                <c:pt idx="7357">
                  <c:v>11.55330083</c:v>
                </c:pt>
                <c:pt idx="7358">
                  <c:v>11.557066669999999</c:v>
                </c:pt>
                <c:pt idx="7359">
                  <c:v>11.558092780000001</c:v>
                </c:pt>
                <c:pt idx="7360">
                  <c:v>11.55898</c:v>
                </c:pt>
                <c:pt idx="7361">
                  <c:v>11.56352639</c:v>
                </c:pt>
                <c:pt idx="7362">
                  <c:v>11.56398944</c:v>
                </c:pt>
                <c:pt idx="7363">
                  <c:v>11.56416694</c:v>
                </c:pt>
                <c:pt idx="7364">
                  <c:v>11.56453222</c:v>
                </c:pt>
                <c:pt idx="7365">
                  <c:v>11.566790559999999</c:v>
                </c:pt>
                <c:pt idx="7366">
                  <c:v>11.568195830000001</c:v>
                </c:pt>
                <c:pt idx="7367">
                  <c:v>11.56902139</c:v>
                </c:pt>
                <c:pt idx="7368">
                  <c:v>11.57064306</c:v>
                </c:pt>
                <c:pt idx="7369">
                  <c:v>11.571199439999999</c:v>
                </c:pt>
                <c:pt idx="7370">
                  <c:v>11.5716675</c:v>
                </c:pt>
                <c:pt idx="7371">
                  <c:v>11.57255333</c:v>
                </c:pt>
                <c:pt idx="7372">
                  <c:v>11.57381556</c:v>
                </c:pt>
                <c:pt idx="7373">
                  <c:v>11.574175</c:v>
                </c:pt>
                <c:pt idx="7374">
                  <c:v>11.575485560000001</c:v>
                </c:pt>
                <c:pt idx="7375">
                  <c:v>11.576021669999999</c:v>
                </c:pt>
                <c:pt idx="7376">
                  <c:v>11.577417499999999</c:v>
                </c:pt>
                <c:pt idx="7377">
                  <c:v>11.578551109999999</c:v>
                </c:pt>
                <c:pt idx="7378">
                  <c:v>11.58415667</c:v>
                </c:pt>
                <c:pt idx="7379">
                  <c:v>11.58420778</c:v>
                </c:pt>
                <c:pt idx="7380">
                  <c:v>11.58470861</c:v>
                </c:pt>
                <c:pt idx="7381">
                  <c:v>11.58471917</c:v>
                </c:pt>
                <c:pt idx="7382">
                  <c:v>11.587310560000001</c:v>
                </c:pt>
                <c:pt idx="7383">
                  <c:v>11.58805694</c:v>
                </c:pt>
                <c:pt idx="7384">
                  <c:v>11.58915861</c:v>
                </c:pt>
                <c:pt idx="7385">
                  <c:v>11.591037500000001</c:v>
                </c:pt>
                <c:pt idx="7386">
                  <c:v>11.591346939999999</c:v>
                </c:pt>
                <c:pt idx="7387">
                  <c:v>11.59215556</c:v>
                </c:pt>
                <c:pt idx="7388">
                  <c:v>11.592984169999999</c:v>
                </c:pt>
                <c:pt idx="7389">
                  <c:v>11.59404194</c:v>
                </c:pt>
                <c:pt idx="7390">
                  <c:v>11.594138060000001</c:v>
                </c:pt>
                <c:pt idx="7391">
                  <c:v>11.59559</c:v>
                </c:pt>
                <c:pt idx="7392">
                  <c:v>11.595800280000001</c:v>
                </c:pt>
                <c:pt idx="7393">
                  <c:v>11.59845722</c:v>
                </c:pt>
                <c:pt idx="7394">
                  <c:v>11.59887</c:v>
                </c:pt>
                <c:pt idx="7395">
                  <c:v>11.59893917</c:v>
                </c:pt>
                <c:pt idx="7396">
                  <c:v>11.600222779999999</c:v>
                </c:pt>
                <c:pt idx="7397">
                  <c:v>11.600779169999999</c:v>
                </c:pt>
                <c:pt idx="7398">
                  <c:v>11.600936389999999</c:v>
                </c:pt>
                <c:pt idx="7399">
                  <c:v>11.60183222</c:v>
                </c:pt>
                <c:pt idx="7400">
                  <c:v>11.602929169999999</c:v>
                </c:pt>
                <c:pt idx="7401">
                  <c:v>11.603770280000001</c:v>
                </c:pt>
                <c:pt idx="7402">
                  <c:v>11.60474361</c:v>
                </c:pt>
                <c:pt idx="7403">
                  <c:v>11.605829719999999</c:v>
                </c:pt>
                <c:pt idx="7404">
                  <c:v>11.606258609999999</c:v>
                </c:pt>
                <c:pt idx="7405">
                  <c:v>11.60677611</c:v>
                </c:pt>
                <c:pt idx="7406">
                  <c:v>11.607375279999999</c:v>
                </c:pt>
                <c:pt idx="7407">
                  <c:v>11.609412499999999</c:v>
                </c:pt>
                <c:pt idx="7408">
                  <c:v>11.60978944</c:v>
                </c:pt>
                <c:pt idx="7409">
                  <c:v>11.61008528</c:v>
                </c:pt>
                <c:pt idx="7410">
                  <c:v>11.61212611</c:v>
                </c:pt>
                <c:pt idx="7411">
                  <c:v>11.61278778</c:v>
                </c:pt>
                <c:pt idx="7412">
                  <c:v>11.61307528</c:v>
                </c:pt>
                <c:pt idx="7413">
                  <c:v>11.614519169999999</c:v>
                </c:pt>
                <c:pt idx="7414">
                  <c:v>11.615103059999999</c:v>
                </c:pt>
                <c:pt idx="7415">
                  <c:v>11.61514444</c:v>
                </c:pt>
                <c:pt idx="7416">
                  <c:v>11.61609333</c:v>
                </c:pt>
                <c:pt idx="7417">
                  <c:v>11.61785278</c:v>
                </c:pt>
                <c:pt idx="7418">
                  <c:v>11.61813583</c:v>
                </c:pt>
                <c:pt idx="7419">
                  <c:v>11.61907278</c:v>
                </c:pt>
                <c:pt idx="7420">
                  <c:v>11.622080560000001</c:v>
                </c:pt>
                <c:pt idx="7421">
                  <c:v>11.622624439999999</c:v>
                </c:pt>
                <c:pt idx="7422">
                  <c:v>11.623556669999999</c:v>
                </c:pt>
                <c:pt idx="7423">
                  <c:v>11.623659999999999</c:v>
                </c:pt>
                <c:pt idx="7424">
                  <c:v>11.624543060000001</c:v>
                </c:pt>
                <c:pt idx="7425">
                  <c:v>11.626543610000001</c:v>
                </c:pt>
                <c:pt idx="7426">
                  <c:v>11.62953278</c:v>
                </c:pt>
                <c:pt idx="7427">
                  <c:v>11.62984</c:v>
                </c:pt>
                <c:pt idx="7428">
                  <c:v>11.631111110000001</c:v>
                </c:pt>
                <c:pt idx="7429">
                  <c:v>11.63140417</c:v>
                </c:pt>
                <c:pt idx="7430">
                  <c:v>11.63169639</c:v>
                </c:pt>
                <c:pt idx="7431">
                  <c:v>11.63199</c:v>
                </c:pt>
                <c:pt idx="7432">
                  <c:v>11.63314583</c:v>
                </c:pt>
                <c:pt idx="7433">
                  <c:v>11.634019439999999</c:v>
                </c:pt>
                <c:pt idx="7434">
                  <c:v>11.63424083</c:v>
                </c:pt>
                <c:pt idx="7435">
                  <c:v>11.634395830000001</c:v>
                </c:pt>
                <c:pt idx="7436">
                  <c:v>11.636483889999999</c:v>
                </c:pt>
                <c:pt idx="7437">
                  <c:v>11.637385829999999</c:v>
                </c:pt>
                <c:pt idx="7438">
                  <c:v>11.64443389</c:v>
                </c:pt>
                <c:pt idx="7439">
                  <c:v>11.644751940000001</c:v>
                </c:pt>
                <c:pt idx="7440">
                  <c:v>11.645044439999999</c:v>
                </c:pt>
                <c:pt idx="7441">
                  <c:v>11.64522111</c:v>
                </c:pt>
                <c:pt idx="7442">
                  <c:v>11.64732944</c:v>
                </c:pt>
                <c:pt idx="7443">
                  <c:v>11.648096109999999</c:v>
                </c:pt>
                <c:pt idx="7444">
                  <c:v>11.649022779999999</c:v>
                </c:pt>
                <c:pt idx="7445">
                  <c:v>11.64910444</c:v>
                </c:pt>
                <c:pt idx="7446">
                  <c:v>11.64915083</c:v>
                </c:pt>
                <c:pt idx="7447">
                  <c:v>11.64915083</c:v>
                </c:pt>
                <c:pt idx="7448">
                  <c:v>11.650743609999999</c:v>
                </c:pt>
                <c:pt idx="7449">
                  <c:v>11.650807779999999</c:v>
                </c:pt>
                <c:pt idx="7450">
                  <c:v>11.65204194</c:v>
                </c:pt>
                <c:pt idx="7451">
                  <c:v>11.65362889</c:v>
                </c:pt>
                <c:pt idx="7452">
                  <c:v>11.660173609999999</c:v>
                </c:pt>
                <c:pt idx="7453">
                  <c:v>11.66035417</c:v>
                </c:pt>
                <c:pt idx="7454">
                  <c:v>11.66083194</c:v>
                </c:pt>
                <c:pt idx="7455">
                  <c:v>11.66085556</c:v>
                </c:pt>
                <c:pt idx="7456">
                  <c:v>11.663187219999999</c:v>
                </c:pt>
                <c:pt idx="7457">
                  <c:v>11.663676389999999</c:v>
                </c:pt>
                <c:pt idx="7458">
                  <c:v>11.66471194</c:v>
                </c:pt>
                <c:pt idx="7459">
                  <c:v>11.6656525</c:v>
                </c:pt>
                <c:pt idx="7460">
                  <c:v>11.666166670000001</c:v>
                </c:pt>
                <c:pt idx="7461">
                  <c:v>11.66692639</c:v>
                </c:pt>
                <c:pt idx="7462">
                  <c:v>11.667512220000001</c:v>
                </c:pt>
                <c:pt idx="7463">
                  <c:v>11.66770333</c:v>
                </c:pt>
                <c:pt idx="7464">
                  <c:v>11.668958890000001</c:v>
                </c:pt>
                <c:pt idx="7465">
                  <c:v>11.670693890000001</c:v>
                </c:pt>
                <c:pt idx="7466">
                  <c:v>11.67135</c:v>
                </c:pt>
                <c:pt idx="7467">
                  <c:v>11.672257500000001</c:v>
                </c:pt>
                <c:pt idx="7468">
                  <c:v>11.673215000000001</c:v>
                </c:pt>
                <c:pt idx="7469">
                  <c:v>11.674340279999999</c:v>
                </c:pt>
                <c:pt idx="7470">
                  <c:v>11.67589222</c:v>
                </c:pt>
                <c:pt idx="7471">
                  <c:v>11.67716111</c:v>
                </c:pt>
                <c:pt idx="7472">
                  <c:v>11.67747417</c:v>
                </c:pt>
                <c:pt idx="7473">
                  <c:v>11.677728330000001</c:v>
                </c:pt>
                <c:pt idx="7474">
                  <c:v>11.677804439999999</c:v>
                </c:pt>
                <c:pt idx="7475">
                  <c:v>11.68069972</c:v>
                </c:pt>
                <c:pt idx="7476">
                  <c:v>11.681877500000001</c:v>
                </c:pt>
                <c:pt idx="7477">
                  <c:v>11.68225472</c:v>
                </c:pt>
                <c:pt idx="7478">
                  <c:v>11.68247611</c:v>
                </c:pt>
                <c:pt idx="7479">
                  <c:v>11.683616110000001</c:v>
                </c:pt>
                <c:pt idx="7480">
                  <c:v>11.683738610000001</c:v>
                </c:pt>
                <c:pt idx="7481">
                  <c:v>11.68450861</c:v>
                </c:pt>
                <c:pt idx="7482">
                  <c:v>11.68546139</c:v>
                </c:pt>
                <c:pt idx="7483">
                  <c:v>11.68673583</c:v>
                </c:pt>
                <c:pt idx="7484">
                  <c:v>11.687113889999999</c:v>
                </c:pt>
                <c:pt idx="7485">
                  <c:v>11.688365559999999</c:v>
                </c:pt>
                <c:pt idx="7486">
                  <c:v>11.688777780000001</c:v>
                </c:pt>
                <c:pt idx="7487">
                  <c:v>11.68988528</c:v>
                </c:pt>
                <c:pt idx="7488">
                  <c:v>11.69625611</c:v>
                </c:pt>
                <c:pt idx="7489">
                  <c:v>11.69722</c:v>
                </c:pt>
                <c:pt idx="7490">
                  <c:v>11.697335560000001</c:v>
                </c:pt>
                <c:pt idx="7491">
                  <c:v>11.697817219999999</c:v>
                </c:pt>
                <c:pt idx="7492">
                  <c:v>11.701057499999999</c:v>
                </c:pt>
                <c:pt idx="7493">
                  <c:v>11.702971939999999</c:v>
                </c:pt>
                <c:pt idx="7494">
                  <c:v>11.70349556</c:v>
                </c:pt>
                <c:pt idx="7495">
                  <c:v>11.703573329999999</c:v>
                </c:pt>
                <c:pt idx="7496">
                  <c:v>11.704811940000001</c:v>
                </c:pt>
                <c:pt idx="7497">
                  <c:v>11.70556861</c:v>
                </c:pt>
                <c:pt idx="7498">
                  <c:v>11.706791389999999</c:v>
                </c:pt>
                <c:pt idx="7499">
                  <c:v>11.70801389</c:v>
                </c:pt>
                <c:pt idx="7500">
                  <c:v>11.708376940000001</c:v>
                </c:pt>
                <c:pt idx="7501">
                  <c:v>11.709724169999999</c:v>
                </c:pt>
                <c:pt idx="7502">
                  <c:v>11.71101472</c:v>
                </c:pt>
                <c:pt idx="7503">
                  <c:v>11.71399583</c:v>
                </c:pt>
                <c:pt idx="7504">
                  <c:v>11.71565667</c:v>
                </c:pt>
                <c:pt idx="7505">
                  <c:v>11.71638667</c:v>
                </c:pt>
                <c:pt idx="7506">
                  <c:v>11.716655279999999</c:v>
                </c:pt>
                <c:pt idx="7507">
                  <c:v>11.716763329999999</c:v>
                </c:pt>
                <c:pt idx="7508">
                  <c:v>11.71701</c:v>
                </c:pt>
                <c:pt idx="7509">
                  <c:v>11.717958060000001</c:v>
                </c:pt>
                <c:pt idx="7510">
                  <c:v>11.71890194</c:v>
                </c:pt>
                <c:pt idx="7511">
                  <c:v>11.721341669999999</c:v>
                </c:pt>
                <c:pt idx="7512">
                  <c:v>11.72147833</c:v>
                </c:pt>
                <c:pt idx="7513">
                  <c:v>11.72189556</c:v>
                </c:pt>
                <c:pt idx="7514">
                  <c:v>11.723221390000001</c:v>
                </c:pt>
                <c:pt idx="7515">
                  <c:v>11.724426940000001</c:v>
                </c:pt>
                <c:pt idx="7516">
                  <c:v>11.72449417</c:v>
                </c:pt>
                <c:pt idx="7517">
                  <c:v>11.72486722</c:v>
                </c:pt>
                <c:pt idx="7518">
                  <c:v>11.72580833</c:v>
                </c:pt>
                <c:pt idx="7519">
                  <c:v>11.72614972</c:v>
                </c:pt>
                <c:pt idx="7520">
                  <c:v>11.727225280000001</c:v>
                </c:pt>
                <c:pt idx="7521">
                  <c:v>11.72742667</c:v>
                </c:pt>
                <c:pt idx="7522">
                  <c:v>11.72861722</c:v>
                </c:pt>
                <c:pt idx="7523">
                  <c:v>11.728811670000001</c:v>
                </c:pt>
                <c:pt idx="7524">
                  <c:v>11.72943639</c:v>
                </c:pt>
                <c:pt idx="7525">
                  <c:v>11.730411670000001</c:v>
                </c:pt>
                <c:pt idx="7526">
                  <c:v>11.73054</c:v>
                </c:pt>
                <c:pt idx="7527">
                  <c:v>11.731558059999999</c:v>
                </c:pt>
                <c:pt idx="7528">
                  <c:v>11.731611389999999</c:v>
                </c:pt>
                <c:pt idx="7529">
                  <c:v>11.73261083</c:v>
                </c:pt>
                <c:pt idx="7530">
                  <c:v>11.73375083</c:v>
                </c:pt>
                <c:pt idx="7531">
                  <c:v>11.73504917</c:v>
                </c:pt>
                <c:pt idx="7532">
                  <c:v>11.74562472</c:v>
                </c:pt>
                <c:pt idx="7533">
                  <c:v>11.74604806</c:v>
                </c:pt>
                <c:pt idx="7534">
                  <c:v>11.746386940000001</c:v>
                </c:pt>
                <c:pt idx="7535">
                  <c:v>11.746441669999999</c:v>
                </c:pt>
                <c:pt idx="7536">
                  <c:v>11.749115829999999</c:v>
                </c:pt>
                <c:pt idx="7537">
                  <c:v>11.750408330000001</c:v>
                </c:pt>
                <c:pt idx="7538">
                  <c:v>11.75093167</c:v>
                </c:pt>
                <c:pt idx="7539">
                  <c:v>11.75233306</c:v>
                </c:pt>
                <c:pt idx="7540">
                  <c:v>11.752368329999999</c:v>
                </c:pt>
                <c:pt idx="7541">
                  <c:v>11.753910830000001</c:v>
                </c:pt>
                <c:pt idx="7542">
                  <c:v>11.75492944</c:v>
                </c:pt>
                <c:pt idx="7543">
                  <c:v>11.75498417</c:v>
                </c:pt>
                <c:pt idx="7544">
                  <c:v>11.75627667</c:v>
                </c:pt>
                <c:pt idx="7545">
                  <c:v>11.757856670000001</c:v>
                </c:pt>
                <c:pt idx="7546">
                  <c:v>11.75791778</c:v>
                </c:pt>
                <c:pt idx="7547">
                  <c:v>11.759052219999999</c:v>
                </c:pt>
                <c:pt idx="7548">
                  <c:v>11.76090889</c:v>
                </c:pt>
                <c:pt idx="7549">
                  <c:v>11.76214639</c:v>
                </c:pt>
                <c:pt idx="7550">
                  <c:v>11.76584806</c:v>
                </c:pt>
                <c:pt idx="7551">
                  <c:v>11.76651444</c:v>
                </c:pt>
                <c:pt idx="7552">
                  <c:v>11.766656940000001</c:v>
                </c:pt>
                <c:pt idx="7553">
                  <c:v>11.766963609999999</c:v>
                </c:pt>
                <c:pt idx="7554">
                  <c:v>11.767396939999999</c:v>
                </c:pt>
                <c:pt idx="7555">
                  <c:v>11.77077222</c:v>
                </c:pt>
                <c:pt idx="7556">
                  <c:v>11.771170830000001</c:v>
                </c:pt>
                <c:pt idx="7557">
                  <c:v>11.771758330000001</c:v>
                </c:pt>
                <c:pt idx="7558">
                  <c:v>11.77274167</c:v>
                </c:pt>
                <c:pt idx="7559">
                  <c:v>11.773656669999999</c:v>
                </c:pt>
                <c:pt idx="7560">
                  <c:v>11.773981389999999</c:v>
                </c:pt>
                <c:pt idx="7561">
                  <c:v>11.774881389999999</c:v>
                </c:pt>
                <c:pt idx="7562">
                  <c:v>11.776305280000001</c:v>
                </c:pt>
                <c:pt idx="7563">
                  <c:v>11.77664583</c:v>
                </c:pt>
                <c:pt idx="7564">
                  <c:v>11.777010280000001</c:v>
                </c:pt>
                <c:pt idx="7565">
                  <c:v>11.77956417</c:v>
                </c:pt>
                <c:pt idx="7566">
                  <c:v>11.7796425</c:v>
                </c:pt>
                <c:pt idx="7567">
                  <c:v>11.78068667</c:v>
                </c:pt>
                <c:pt idx="7568">
                  <c:v>11.78141722</c:v>
                </c:pt>
                <c:pt idx="7569">
                  <c:v>11.78251889</c:v>
                </c:pt>
                <c:pt idx="7570">
                  <c:v>11.78282083</c:v>
                </c:pt>
                <c:pt idx="7571">
                  <c:v>11.78390417</c:v>
                </c:pt>
                <c:pt idx="7572">
                  <c:v>11.785273330000001</c:v>
                </c:pt>
                <c:pt idx="7573">
                  <c:v>11.78536972</c:v>
                </c:pt>
                <c:pt idx="7574">
                  <c:v>11.7855075</c:v>
                </c:pt>
                <c:pt idx="7575">
                  <c:v>11.787234720000001</c:v>
                </c:pt>
                <c:pt idx="7576">
                  <c:v>11.78793361</c:v>
                </c:pt>
                <c:pt idx="7577">
                  <c:v>11.78924417</c:v>
                </c:pt>
                <c:pt idx="7578">
                  <c:v>11.789440559999999</c:v>
                </c:pt>
                <c:pt idx="7579">
                  <c:v>11.78985278</c:v>
                </c:pt>
                <c:pt idx="7580">
                  <c:v>11.791335</c:v>
                </c:pt>
                <c:pt idx="7581">
                  <c:v>11.79155667</c:v>
                </c:pt>
                <c:pt idx="7582">
                  <c:v>11.792463890000001</c:v>
                </c:pt>
                <c:pt idx="7583">
                  <c:v>11.7929075</c:v>
                </c:pt>
                <c:pt idx="7584">
                  <c:v>11.793624169999999</c:v>
                </c:pt>
                <c:pt idx="7585">
                  <c:v>11.794265279999999</c:v>
                </c:pt>
                <c:pt idx="7586">
                  <c:v>11.79506361</c:v>
                </c:pt>
                <c:pt idx="7587">
                  <c:v>11.79647583</c:v>
                </c:pt>
                <c:pt idx="7588">
                  <c:v>11.79688361</c:v>
                </c:pt>
                <c:pt idx="7589">
                  <c:v>11.797986939999999</c:v>
                </c:pt>
                <c:pt idx="7590">
                  <c:v>11.801835000000001</c:v>
                </c:pt>
                <c:pt idx="7591">
                  <c:v>11.802986669999999</c:v>
                </c:pt>
                <c:pt idx="7592">
                  <c:v>11.80328222</c:v>
                </c:pt>
                <c:pt idx="7593">
                  <c:v>11.80336194</c:v>
                </c:pt>
                <c:pt idx="7594">
                  <c:v>11.80482333</c:v>
                </c:pt>
                <c:pt idx="7595">
                  <c:v>11.80704972</c:v>
                </c:pt>
                <c:pt idx="7596">
                  <c:v>11.80731583</c:v>
                </c:pt>
                <c:pt idx="7597">
                  <c:v>11.808521389999999</c:v>
                </c:pt>
                <c:pt idx="7598">
                  <c:v>11.80895694</c:v>
                </c:pt>
                <c:pt idx="7599">
                  <c:v>11.810130279999999</c:v>
                </c:pt>
                <c:pt idx="7600">
                  <c:v>11.81030556</c:v>
                </c:pt>
                <c:pt idx="7601">
                  <c:v>11.81111639</c:v>
                </c:pt>
                <c:pt idx="7602">
                  <c:v>11.813051939999999</c:v>
                </c:pt>
                <c:pt idx="7603">
                  <c:v>11.81331361</c:v>
                </c:pt>
                <c:pt idx="7604">
                  <c:v>11.81422444</c:v>
                </c:pt>
                <c:pt idx="7605">
                  <c:v>11.814571389999999</c:v>
                </c:pt>
                <c:pt idx="7606">
                  <c:v>11.81554472</c:v>
                </c:pt>
                <c:pt idx="7607">
                  <c:v>11.81754417</c:v>
                </c:pt>
                <c:pt idx="7608">
                  <c:v>11.82054056</c:v>
                </c:pt>
                <c:pt idx="7609">
                  <c:v>11.82072333</c:v>
                </c:pt>
                <c:pt idx="7610">
                  <c:v>11.82077833</c:v>
                </c:pt>
                <c:pt idx="7611">
                  <c:v>11.82093139</c:v>
                </c:pt>
                <c:pt idx="7612">
                  <c:v>11.823728060000001</c:v>
                </c:pt>
                <c:pt idx="7613">
                  <c:v>11.82495361</c:v>
                </c:pt>
                <c:pt idx="7614">
                  <c:v>11.82496083</c:v>
                </c:pt>
                <c:pt idx="7615">
                  <c:v>11.825023059999999</c:v>
                </c:pt>
                <c:pt idx="7616">
                  <c:v>11.82650361</c:v>
                </c:pt>
                <c:pt idx="7617">
                  <c:v>11.826764170000001</c:v>
                </c:pt>
                <c:pt idx="7618">
                  <c:v>11.827512499999999</c:v>
                </c:pt>
                <c:pt idx="7619">
                  <c:v>11.82797167</c:v>
                </c:pt>
                <c:pt idx="7620">
                  <c:v>11.828944720000001</c:v>
                </c:pt>
                <c:pt idx="7621">
                  <c:v>11.830975</c:v>
                </c:pt>
                <c:pt idx="7622">
                  <c:v>11.832252779999999</c:v>
                </c:pt>
                <c:pt idx="7623">
                  <c:v>11.83885722</c:v>
                </c:pt>
                <c:pt idx="7624">
                  <c:v>11.839188610000001</c:v>
                </c:pt>
                <c:pt idx="7625">
                  <c:v>11.83921889</c:v>
                </c:pt>
                <c:pt idx="7626">
                  <c:v>11.839245</c:v>
                </c:pt>
                <c:pt idx="7627">
                  <c:v>11.841124170000001</c:v>
                </c:pt>
                <c:pt idx="7628">
                  <c:v>11.842328889999999</c:v>
                </c:pt>
                <c:pt idx="7629">
                  <c:v>11.844127500000001</c:v>
                </c:pt>
                <c:pt idx="7630">
                  <c:v>11.844189439999999</c:v>
                </c:pt>
                <c:pt idx="7631">
                  <c:v>11.844801670000001</c:v>
                </c:pt>
                <c:pt idx="7632">
                  <c:v>11.84546806</c:v>
                </c:pt>
                <c:pt idx="7633">
                  <c:v>11.84662917</c:v>
                </c:pt>
                <c:pt idx="7634">
                  <c:v>11.84711306</c:v>
                </c:pt>
                <c:pt idx="7635">
                  <c:v>11.848491109999999</c:v>
                </c:pt>
                <c:pt idx="7636">
                  <c:v>11.84901</c:v>
                </c:pt>
                <c:pt idx="7637">
                  <c:v>11.84929889</c:v>
                </c:pt>
                <c:pt idx="7638">
                  <c:v>11.84931694</c:v>
                </c:pt>
                <c:pt idx="7639">
                  <c:v>11.85115639</c:v>
                </c:pt>
                <c:pt idx="7640">
                  <c:v>11.85150028</c:v>
                </c:pt>
                <c:pt idx="7641">
                  <c:v>11.853106390000001</c:v>
                </c:pt>
                <c:pt idx="7642">
                  <c:v>11.853109999999999</c:v>
                </c:pt>
                <c:pt idx="7643">
                  <c:v>11.85423722</c:v>
                </c:pt>
                <c:pt idx="7644">
                  <c:v>11.85516917</c:v>
                </c:pt>
                <c:pt idx="7645">
                  <c:v>11.855820830000001</c:v>
                </c:pt>
                <c:pt idx="7646">
                  <c:v>11.857303610000001</c:v>
                </c:pt>
                <c:pt idx="7647">
                  <c:v>11.858853330000001</c:v>
                </c:pt>
                <c:pt idx="7648">
                  <c:v>11.859683889999999</c:v>
                </c:pt>
                <c:pt idx="7649">
                  <c:v>11.8606175</c:v>
                </c:pt>
                <c:pt idx="7650">
                  <c:v>11.86085389</c:v>
                </c:pt>
                <c:pt idx="7651">
                  <c:v>11.86180472</c:v>
                </c:pt>
                <c:pt idx="7652">
                  <c:v>11.862715830000001</c:v>
                </c:pt>
                <c:pt idx="7653">
                  <c:v>11.863250000000001</c:v>
                </c:pt>
                <c:pt idx="7654">
                  <c:v>11.864460559999999</c:v>
                </c:pt>
                <c:pt idx="7655">
                  <c:v>11.8645975</c:v>
                </c:pt>
                <c:pt idx="7656">
                  <c:v>11.86607222</c:v>
                </c:pt>
                <c:pt idx="7657">
                  <c:v>11.866241670000001</c:v>
                </c:pt>
                <c:pt idx="7658">
                  <c:v>11.86715667</c:v>
                </c:pt>
                <c:pt idx="7659">
                  <c:v>11.867271669999999</c:v>
                </c:pt>
                <c:pt idx="7660">
                  <c:v>11.868303060000001</c:v>
                </c:pt>
                <c:pt idx="7661">
                  <c:v>11.868703610000001</c:v>
                </c:pt>
                <c:pt idx="7662">
                  <c:v>11.86907194</c:v>
                </c:pt>
                <c:pt idx="7663">
                  <c:v>11.870288889999999</c:v>
                </c:pt>
                <c:pt idx="7664">
                  <c:v>11.872073329999999</c:v>
                </c:pt>
                <c:pt idx="7665">
                  <c:v>11.87359056</c:v>
                </c:pt>
                <c:pt idx="7666">
                  <c:v>11.87755361</c:v>
                </c:pt>
                <c:pt idx="7667">
                  <c:v>11.877735830000001</c:v>
                </c:pt>
                <c:pt idx="7668">
                  <c:v>11.87835389</c:v>
                </c:pt>
                <c:pt idx="7669">
                  <c:v>11.87867028</c:v>
                </c:pt>
                <c:pt idx="7670">
                  <c:v>11.879421389999999</c:v>
                </c:pt>
                <c:pt idx="7671">
                  <c:v>11.88032778</c:v>
                </c:pt>
                <c:pt idx="7672">
                  <c:v>11.880759169999999</c:v>
                </c:pt>
                <c:pt idx="7673">
                  <c:v>11.88237361</c:v>
                </c:pt>
                <c:pt idx="7674">
                  <c:v>11.883326390000001</c:v>
                </c:pt>
                <c:pt idx="7675">
                  <c:v>11.88351778</c:v>
                </c:pt>
                <c:pt idx="7676">
                  <c:v>11.883753329999999</c:v>
                </c:pt>
                <c:pt idx="7677">
                  <c:v>11.884586390000001</c:v>
                </c:pt>
                <c:pt idx="7678">
                  <c:v>11.88470556</c:v>
                </c:pt>
                <c:pt idx="7679">
                  <c:v>11.88601278</c:v>
                </c:pt>
                <c:pt idx="7680">
                  <c:v>11.88630111</c:v>
                </c:pt>
                <c:pt idx="7681">
                  <c:v>11.88676306</c:v>
                </c:pt>
                <c:pt idx="7682">
                  <c:v>11.88779944</c:v>
                </c:pt>
                <c:pt idx="7683">
                  <c:v>11.88930611</c:v>
                </c:pt>
                <c:pt idx="7684">
                  <c:v>11.889768610000001</c:v>
                </c:pt>
                <c:pt idx="7685">
                  <c:v>11.891882499999999</c:v>
                </c:pt>
                <c:pt idx="7686">
                  <c:v>11.895891110000001</c:v>
                </c:pt>
                <c:pt idx="7687">
                  <c:v>11.89641889</c:v>
                </c:pt>
                <c:pt idx="7688">
                  <c:v>11.896424440000001</c:v>
                </c:pt>
                <c:pt idx="7689">
                  <c:v>11.896458060000001</c:v>
                </c:pt>
                <c:pt idx="7690">
                  <c:v>11.89708667</c:v>
                </c:pt>
                <c:pt idx="7691">
                  <c:v>11.899390560000001</c:v>
                </c:pt>
                <c:pt idx="7692">
                  <c:v>11.89946389</c:v>
                </c:pt>
                <c:pt idx="7693">
                  <c:v>11.90005861</c:v>
                </c:pt>
                <c:pt idx="7694">
                  <c:v>11.901213609999999</c:v>
                </c:pt>
                <c:pt idx="7695">
                  <c:v>11.90216583</c:v>
                </c:pt>
                <c:pt idx="7696">
                  <c:v>11.90238083</c:v>
                </c:pt>
                <c:pt idx="7697">
                  <c:v>11.902478609999999</c:v>
                </c:pt>
                <c:pt idx="7698">
                  <c:v>11.90361583</c:v>
                </c:pt>
                <c:pt idx="7699">
                  <c:v>11.905214170000001</c:v>
                </c:pt>
                <c:pt idx="7700">
                  <c:v>11.905458060000001</c:v>
                </c:pt>
                <c:pt idx="7701">
                  <c:v>11.905628889999999</c:v>
                </c:pt>
                <c:pt idx="7702">
                  <c:v>11.90694667</c:v>
                </c:pt>
                <c:pt idx="7703">
                  <c:v>11.907106110000001</c:v>
                </c:pt>
                <c:pt idx="7704">
                  <c:v>11.908167219999999</c:v>
                </c:pt>
                <c:pt idx="7705">
                  <c:v>11.908284439999999</c:v>
                </c:pt>
                <c:pt idx="7706">
                  <c:v>11.909901939999999</c:v>
                </c:pt>
                <c:pt idx="7707">
                  <c:v>11.911141669999999</c:v>
                </c:pt>
                <c:pt idx="7708">
                  <c:v>11.91167583</c:v>
                </c:pt>
                <c:pt idx="7709">
                  <c:v>11.91469028</c:v>
                </c:pt>
                <c:pt idx="7710">
                  <c:v>11.916038609999999</c:v>
                </c:pt>
                <c:pt idx="7711">
                  <c:v>11.91636278</c:v>
                </c:pt>
                <c:pt idx="7712">
                  <c:v>11.917101110000001</c:v>
                </c:pt>
                <c:pt idx="7713">
                  <c:v>11.918299169999999</c:v>
                </c:pt>
                <c:pt idx="7714">
                  <c:v>11.91873056</c:v>
                </c:pt>
                <c:pt idx="7715">
                  <c:v>11.92008639</c:v>
                </c:pt>
                <c:pt idx="7716">
                  <c:v>11.92099056</c:v>
                </c:pt>
                <c:pt idx="7717">
                  <c:v>11.92311222</c:v>
                </c:pt>
                <c:pt idx="7718">
                  <c:v>11.924081940000001</c:v>
                </c:pt>
                <c:pt idx="7719">
                  <c:v>11.92549833</c:v>
                </c:pt>
                <c:pt idx="7720">
                  <c:v>11.92556667</c:v>
                </c:pt>
                <c:pt idx="7721">
                  <c:v>11.92610722</c:v>
                </c:pt>
                <c:pt idx="7722">
                  <c:v>11.927099999999999</c:v>
                </c:pt>
                <c:pt idx="7723">
                  <c:v>11.927481390000001</c:v>
                </c:pt>
                <c:pt idx="7724">
                  <c:v>11.93048417</c:v>
                </c:pt>
                <c:pt idx="7725">
                  <c:v>11.930521110000001</c:v>
                </c:pt>
                <c:pt idx="7726">
                  <c:v>11.93161222</c:v>
                </c:pt>
                <c:pt idx="7727">
                  <c:v>11.93218611</c:v>
                </c:pt>
                <c:pt idx="7728">
                  <c:v>11.938477219999999</c:v>
                </c:pt>
                <c:pt idx="7729">
                  <c:v>11.938617219999999</c:v>
                </c:pt>
                <c:pt idx="7730">
                  <c:v>11.9389275</c:v>
                </c:pt>
                <c:pt idx="7731">
                  <c:v>11.94003833</c:v>
                </c:pt>
                <c:pt idx="7732">
                  <c:v>11.94072806</c:v>
                </c:pt>
                <c:pt idx="7733">
                  <c:v>11.941491389999999</c:v>
                </c:pt>
                <c:pt idx="7734">
                  <c:v>11.942128609999999</c:v>
                </c:pt>
                <c:pt idx="7735">
                  <c:v>11.94371194</c:v>
                </c:pt>
                <c:pt idx="7736">
                  <c:v>11.945130280000001</c:v>
                </c:pt>
                <c:pt idx="7737">
                  <c:v>11.945768060000001</c:v>
                </c:pt>
                <c:pt idx="7738">
                  <c:v>11.946730000000001</c:v>
                </c:pt>
                <c:pt idx="7739">
                  <c:v>11.948143890000001</c:v>
                </c:pt>
                <c:pt idx="7740">
                  <c:v>11.948744720000001</c:v>
                </c:pt>
                <c:pt idx="7741">
                  <c:v>11.95030833</c:v>
                </c:pt>
                <c:pt idx="7742">
                  <c:v>11.95170611</c:v>
                </c:pt>
                <c:pt idx="7743">
                  <c:v>11.95244667</c:v>
                </c:pt>
                <c:pt idx="7744">
                  <c:v>11.95261444</c:v>
                </c:pt>
                <c:pt idx="7745">
                  <c:v>11.954012499999999</c:v>
                </c:pt>
                <c:pt idx="7746">
                  <c:v>11.95407389</c:v>
                </c:pt>
                <c:pt idx="7747">
                  <c:v>11.95518528</c:v>
                </c:pt>
                <c:pt idx="7748">
                  <c:v>11.955590559999999</c:v>
                </c:pt>
                <c:pt idx="7749">
                  <c:v>11.956150279999999</c:v>
                </c:pt>
                <c:pt idx="7750">
                  <c:v>11.957615000000001</c:v>
                </c:pt>
                <c:pt idx="7751">
                  <c:v>11.95855639</c:v>
                </c:pt>
                <c:pt idx="7752">
                  <c:v>11.960513329999999</c:v>
                </c:pt>
                <c:pt idx="7753">
                  <c:v>11.96063111</c:v>
                </c:pt>
                <c:pt idx="7754">
                  <c:v>11.96205806</c:v>
                </c:pt>
                <c:pt idx="7755">
                  <c:v>11.963623889999999</c:v>
                </c:pt>
                <c:pt idx="7756">
                  <c:v>11.96421028</c:v>
                </c:pt>
                <c:pt idx="7757">
                  <c:v>11.964992219999999</c:v>
                </c:pt>
                <c:pt idx="7758">
                  <c:v>11.966172780000001</c:v>
                </c:pt>
                <c:pt idx="7759">
                  <c:v>11.96725028</c:v>
                </c:pt>
                <c:pt idx="7760">
                  <c:v>11.967314999999999</c:v>
                </c:pt>
                <c:pt idx="7761">
                  <c:v>11.96831972</c:v>
                </c:pt>
                <c:pt idx="7762">
                  <c:v>11.969508060000001</c:v>
                </c:pt>
                <c:pt idx="7763">
                  <c:v>11.970351389999999</c:v>
                </c:pt>
                <c:pt idx="7764">
                  <c:v>11.97220583</c:v>
                </c:pt>
                <c:pt idx="7765">
                  <c:v>11.972376669999999</c:v>
                </c:pt>
                <c:pt idx="7766">
                  <c:v>11.97352444</c:v>
                </c:pt>
                <c:pt idx="7767">
                  <c:v>11.973925830000001</c:v>
                </c:pt>
                <c:pt idx="7768">
                  <c:v>11.97415889</c:v>
                </c:pt>
                <c:pt idx="7769">
                  <c:v>11.97771167</c:v>
                </c:pt>
                <c:pt idx="7770">
                  <c:v>11.97829056</c:v>
                </c:pt>
                <c:pt idx="7771">
                  <c:v>11.979789999999999</c:v>
                </c:pt>
                <c:pt idx="7772">
                  <c:v>11.980562219999999</c:v>
                </c:pt>
                <c:pt idx="7773">
                  <c:v>11.98071861</c:v>
                </c:pt>
                <c:pt idx="7774">
                  <c:v>11.98203694</c:v>
                </c:pt>
                <c:pt idx="7775">
                  <c:v>11.982772219999999</c:v>
                </c:pt>
                <c:pt idx="7776">
                  <c:v>11.98371</c:v>
                </c:pt>
                <c:pt idx="7777">
                  <c:v>11.98432556</c:v>
                </c:pt>
                <c:pt idx="7778">
                  <c:v>11.985886669999999</c:v>
                </c:pt>
                <c:pt idx="7779">
                  <c:v>11.98593889</c:v>
                </c:pt>
                <c:pt idx="7780">
                  <c:v>11.98705972</c:v>
                </c:pt>
                <c:pt idx="7781">
                  <c:v>11.98889028</c:v>
                </c:pt>
                <c:pt idx="7782">
                  <c:v>11.990107500000001</c:v>
                </c:pt>
                <c:pt idx="7783">
                  <c:v>11.99042056</c:v>
                </c:pt>
                <c:pt idx="7784">
                  <c:v>11.99070083</c:v>
                </c:pt>
                <c:pt idx="7785">
                  <c:v>11.991440000000001</c:v>
                </c:pt>
                <c:pt idx="7786">
                  <c:v>11.992379720000001</c:v>
                </c:pt>
                <c:pt idx="7787">
                  <c:v>11.99251306</c:v>
                </c:pt>
                <c:pt idx="7788">
                  <c:v>11.9931275</c:v>
                </c:pt>
                <c:pt idx="7789">
                  <c:v>11.994016670000001</c:v>
                </c:pt>
                <c:pt idx="7790">
                  <c:v>11.99493333</c:v>
                </c:pt>
                <c:pt idx="7791">
                  <c:v>12.00207889</c:v>
                </c:pt>
                <c:pt idx="7792">
                  <c:v>12.002135279999999</c:v>
                </c:pt>
                <c:pt idx="7793">
                  <c:v>12.002857779999999</c:v>
                </c:pt>
                <c:pt idx="7794">
                  <c:v>12.0041925</c:v>
                </c:pt>
                <c:pt idx="7795">
                  <c:v>12.00520889</c:v>
                </c:pt>
                <c:pt idx="7796">
                  <c:v>12.005760560000001</c:v>
                </c:pt>
                <c:pt idx="7797">
                  <c:v>12.00675333</c:v>
                </c:pt>
                <c:pt idx="7798">
                  <c:v>12.007074169999999</c:v>
                </c:pt>
                <c:pt idx="7799">
                  <c:v>12.00769833</c:v>
                </c:pt>
                <c:pt idx="7800">
                  <c:v>12.008095000000001</c:v>
                </c:pt>
                <c:pt idx="7801">
                  <c:v>12.008226390000001</c:v>
                </c:pt>
                <c:pt idx="7802">
                  <c:v>12.009773060000001</c:v>
                </c:pt>
                <c:pt idx="7803">
                  <c:v>12.009779719999999</c:v>
                </c:pt>
                <c:pt idx="7804">
                  <c:v>12.01476139</c:v>
                </c:pt>
                <c:pt idx="7805">
                  <c:v>12.015255</c:v>
                </c:pt>
                <c:pt idx="7806">
                  <c:v>12.01565944</c:v>
                </c:pt>
                <c:pt idx="7807">
                  <c:v>12.01645111</c:v>
                </c:pt>
                <c:pt idx="7808">
                  <c:v>12.01736333</c:v>
                </c:pt>
                <c:pt idx="7809">
                  <c:v>12.01839917</c:v>
                </c:pt>
                <c:pt idx="7810">
                  <c:v>12.018639719999999</c:v>
                </c:pt>
                <c:pt idx="7811">
                  <c:v>12.01945083</c:v>
                </c:pt>
                <c:pt idx="7812">
                  <c:v>12.021005560000001</c:v>
                </c:pt>
                <c:pt idx="7813">
                  <c:v>12.021635</c:v>
                </c:pt>
                <c:pt idx="7814">
                  <c:v>12.02218444</c:v>
                </c:pt>
                <c:pt idx="7815">
                  <c:v>12.023443329999999</c:v>
                </c:pt>
                <c:pt idx="7816">
                  <c:v>12.024646389999999</c:v>
                </c:pt>
                <c:pt idx="7817">
                  <c:v>12.026119720000001</c:v>
                </c:pt>
                <c:pt idx="7818">
                  <c:v>12.028293059999999</c:v>
                </c:pt>
                <c:pt idx="7819">
                  <c:v>12.029061110000001</c:v>
                </c:pt>
                <c:pt idx="7820">
                  <c:v>12.029118889999999</c:v>
                </c:pt>
                <c:pt idx="7821">
                  <c:v>12.02989361</c:v>
                </c:pt>
                <c:pt idx="7822">
                  <c:v>12.03115861</c:v>
                </c:pt>
                <c:pt idx="7823">
                  <c:v>12.03205722</c:v>
                </c:pt>
                <c:pt idx="7824">
                  <c:v>12.032137499999999</c:v>
                </c:pt>
                <c:pt idx="7825">
                  <c:v>12.03233889</c:v>
                </c:pt>
                <c:pt idx="7826">
                  <c:v>12.034524169999999</c:v>
                </c:pt>
                <c:pt idx="7827">
                  <c:v>12.03950528</c:v>
                </c:pt>
                <c:pt idx="7828">
                  <c:v>12.039950279999999</c:v>
                </c:pt>
                <c:pt idx="7829">
                  <c:v>12.04081944</c:v>
                </c:pt>
                <c:pt idx="7830">
                  <c:v>12.04216778</c:v>
                </c:pt>
                <c:pt idx="7831">
                  <c:v>12.042177499999999</c:v>
                </c:pt>
                <c:pt idx="7832">
                  <c:v>12.042928890000001</c:v>
                </c:pt>
                <c:pt idx="7833">
                  <c:v>12.043737780000001</c:v>
                </c:pt>
                <c:pt idx="7834">
                  <c:v>12.045315560000001</c:v>
                </c:pt>
                <c:pt idx="7835">
                  <c:v>12.04682028</c:v>
                </c:pt>
                <c:pt idx="7836">
                  <c:v>12.04737667</c:v>
                </c:pt>
                <c:pt idx="7837">
                  <c:v>12.048927219999999</c:v>
                </c:pt>
                <c:pt idx="7838">
                  <c:v>12.049550829999999</c:v>
                </c:pt>
                <c:pt idx="7839">
                  <c:v>12.049692220000001</c:v>
                </c:pt>
                <c:pt idx="7840">
                  <c:v>12.050491940000001</c:v>
                </c:pt>
                <c:pt idx="7841">
                  <c:v>12.05143556</c:v>
                </c:pt>
                <c:pt idx="7842">
                  <c:v>12.051883610000001</c:v>
                </c:pt>
                <c:pt idx="7843">
                  <c:v>12.052175829999999</c:v>
                </c:pt>
                <c:pt idx="7844">
                  <c:v>12.053902219999999</c:v>
                </c:pt>
                <c:pt idx="7845">
                  <c:v>12.057973329999999</c:v>
                </c:pt>
                <c:pt idx="7846">
                  <c:v>12.059778059999999</c:v>
                </c:pt>
                <c:pt idx="7847">
                  <c:v>12.060537500000001</c:v>
                </c:pt>
                <c:pt idx="7848">
                  <c:v>12.06162556</c:v>
                </c:pt>
                <c:pt idx="7849">
                  <c:v>12.062614999999999</c:v>
                </c:pt>
                <c:pt idx="7850">
                  <c:v>12.06270389</c:v>
                </c:pt>
                <c:pt idx="7851">
                  <c:v>12.06427944</c:v>
                </c:pt>
                <c:pt idx="7852">
                  <c:v>12.065589170000001</c:v>
                </c:pt>
                <c:pt idx="7853">
                  <c:v>12.066985000000001</c:v>
                </c:pt>
                <c:pt idx="7854">
                  <c:v>12.067056389999999</c:v>
                </c:pt>
                <c:pt idx="7855">
                  <c:v>12.06879028</c:v>
                </c:pt>
                <c:pt idx="7856">
                  <c:v>12.069307780000001</c:v>
                </c:pt>
                <c:pt idx="7857">
                  <c:v>12.069925</c:v>
                </c:pt>
                <c:pt idx="7858">
                  <c:v>12.07243111</c:v>
                </c:pt>
                <c:pt idx="7859">
                  <c:v>12.074539720000001</c:v>
                </c:pt>
                <c:pt idx="7860">
                  <c:v>12.07471417</c:v>
                </c:pt>
                <c:pt idx="7861">
                  <c:v>12.075583890000001</c:v>
                </c:pt>
              </c:numCache>
            </c:numRef>
          </c:xVal>
          <c:yVal>
            <c:numRef>
              <c:f>'Chart Data'!$B$2:$B$7863</c:f>
              <c:numCache>
                <c:formatCode>#,##0</c:formatCode>
                <c:ptCount val="7862"/>
                <c:pt idx="0">
                  <c:v>92</c:v>
                </c:pt>
                <c:pt idx="1">
                  <c:v>104</c:v>
                </c:pt>
                <c:pt idx="2">
                  <c:v>70</c:v>
                </c:pt>
                <c:pt idx="3">
                  <c:v>150</c:v>
                </c:pt>
                <c:pt idx="4">
                  <c:v>117</c:v>
                </c:pt>
                <c:pt idx="5">
                  <c:v>168</c:v>
                </c:pt>
                <c:pt idx="6">
                  <c:v>117</c:v>
                </c:pt>
                <c:pt idx="7">
                  <c:v>109</c:v>
                </c:pt>
                <c:pt idx="8">
                  <c:v>138</c:v>
                </c:pt>
                <c:pt idx="9">
                  <c:v>110</c:v>
                </c:pt>
                <c:pt idx="10">
                  <c:v>137</c:v>
                </c:pt>
                <c:pt idx="11">
                  <c:v>137</c:v>
                </c:pt>
                <c:pt idx="12">
                  <c:v>82</c:v>
                </c:pt>
                <c:pt idx="13">
                  <c:v>145</c:v>
                </c:pt>
                <c:pt idx="14">
                  <c:v>137</c:v>
                </c:pt>
                <c:pt idx="15">
                  <c:v>105</c:v>
                </c:pt>
                <c:pt idx="16">
                  <c:v>143</c:v>
                </c:pt>
                <c:pt idx="17">
                  <c:v>58</c:v>
                </c:pt>
                <c:pt idx="18">
                  <c:v>402</c:v>
                </c:pt>
                <c:pt idx="19">
                  <c:v>83</c:v>
                </c:pt>
                <c:pt idx="20">
                  <c:v>50</c:v>
                </c:pt>
                <c:pt idx="21">
                  <c:v>83</c:v>
                </c:pt>
                <c:pt idx="22">
                  <c:v>93</c:v>
                </c:pt>
                <c:pt idx="23">
                  <c:v>266</c:v>
                </c:pt>
                <c:pt idx="24">
                  <c:v>335</c:v>
                </c:pt>
                <c:pt idx="25">
                  <c:v>232</c:v>
                </c:pt>
                <c:pt idx="26">
                  <c:v>174</c:v>
                </c:pt>
                <c:pt idx="27">
                  <c:v>187</c:v>
                </c:pt>
                <c:pt idx="28">
                  <c:v>153</c:v>
                </c:pt>
                <c:pt idx="29">
                  <c:v>499</c:v>
                </c:pt>
                <c:pt idx="30">
                  <c:v>181</c:v>
                </c:pt>
                <c:pt idx="31">
                  <c:v>96</c:v>
                </c:pt>
                <c:pt idx="32">
                  <c:v>104</c:v>
                </c:pt>
                <c:pt idx="33">
                  <c:v>565</c:v>
                </c:pt>
                <c:pt idx="34">
                  <c:v>98</c:v>
                </c:pt>
                <c:pt idx="35">
                  <c:v>164</c:v>
                </c:pt>
                <c:pt idx="36">
                  <c:v>114</c:v>
                </c:pt>
                <c:pt idx="37">
                  <c:v>151</c:v>
                </c:pt>
                <c:pt idx="38">
                  <c:v>110</c:v>
                </c:pt>
                <c:pt idx="39">
                  <c:v>81</c:v>
                </c:pt>
                <c:pt idx="40">
                  <c:v>84</c:v>
                </c:pt>
                <c:pt idx="41">
                  <c:v>229</c:v>
                </c:pt>
                <c:pt idx="42">
                  <c:v>407</c:v>
                </c:pt>
                <c:pt idx="43">
                  <c:v>134</c:v>
                </c:pt>
                <c:pt idx="44">
                  <c:v>142</c:v>
                </c:pt>
                <c:pt idx="45">
                  <c:v>98</c:v>
                </c:pt>
                <c:pt idx="46">
                  <c:v>95</c:v>
                </c:pt>
                <c:pt idx="47">
                  <c:v>61</c:v>
                </c:pt>
                <c:pt idx="48">
                  <c:v>388</c:v>
                </c:pt>
                <c:pt idx="49">
                  <c:v>122</c:v>
                </c:pt>
                <c:pt idx="50">
                  <c:v>372</c:v>
                </c:pt>
                <c:pt idx="51">
                  <c:v>140</c:v>
                </c:pt>
                <c:pt idx="52">
                  <c:v>193</c:v>
                </c:pt>
                <c:pt idx="53">
                  <c:v>86</c:v>
                </c:pt>
                <c:pt idx="54">
                  <c:v>166</c:v>
                </c:pt>
                <c:pt idx="55">
                  <c:v>92</c:v>
                </c:pt>
                <c:pt idx="56">
                  <c:v>282</c:v>
                </c:pt>
                <c:pt idx="57">
                  <c:v>119</c:v>
                </c:pt>
                <c:pt idx="58">
                  <c:v>336</c:v>
                </c:pt>
                <c:pt idx="59">
                  <c:v>133</c:v>
                </c:pt>
                <c:pt idx="60">
                  <c:v>93</c:v>
                </c:pt>
                <c:pt idx="61">
                  <c:v>152</c:v>
                </c:pt>
                <c:pt idx="62">
                  <c:v>110</c:v>
                </c:pt>
                <c:pt idx="63">
                  <c:v>212</c:v>
                </c:pt>
                <c:pt idx="64">
                  <c:v>109</c:v>
                </c:pt>
                <c:pt idx="65">
                  <c:v>122</c:v>
                </c:pt>
                <c:pt idx="66">
                  <c:v>94</c:v>
                </c:pt>
                <c:pt idx="67">
                  <c:v>193</c:v>
                </c:pt>
                <c:pt idx="68">
                  <c:v>187</c:v>
                </c:pt>
                <c:pt idx="69">
                  <c:v>239</c:v>
                </c:pt>
                <c:pt idx="70">
                  <c:v>50</c:v>
                </c:pt>
                <c:pt idx="71">
                  <c:v>53</c:v>
                </c:pt>
                <c:pt idx="72">
                  <c:v>45</c:v>
                </c:pt>
                <c:pt idx="73">
                  <c:v>121</c:v>
                </c:pt>
                <c:pt idx="74">
                  <c:v>90</c:v>
                </c:pt>
                <c:pt idx="75">
                  <c:v>145</c:v>
                </c:pt>
                <c:pt idx="76">
                  <c:v>108</c:v>
                </c:pt>
                <c:pt idx="77">
                  <c:v>89</c:v>
                </c:pt>
                <c:pt idx="78">
                  <c:v>57</c:v>
                </c:pt>
                <c:pt idx="79">
                  <c:v>108</c:v>
                </c:pt>
                <c:pt idx="80">
                  <c:v>49</c:v>
                </c:pt>
                <c:pt idx="81">
                  <c:v>154</c:v>
                </c:pt>
                <c:pt idx="82">
                  <c:v>124</c:v>
                </c:pt>
                <c:pt idx="83">
                  <c:v>154</c:v>
                </c:pt>
                <c:pt idx="84">
                  <c:v>100</c:v>
                </c:pt>
                <c:pt idx="85">
                  <c:v>116</c:v>
                </c:pt>
                <c:pt idx="86">
                  <c:v>111</c:v>
                </c:pt>
                <c:pt idx="87">
                  <c:v>152</c:v>
                </c:pt>
                <c:pt idx="88">
                  <c:v>92</c:v>
                </c:pt>
                <c:pt idx="89">
                  <c:v>104</c:v>
                </c:pt>
                <c:pt idx="90">
                  <c:v>154</c:v>
                </c:pt>
                <c:pt idx="91">
                  <c:v>107</c:v>
                </c:pt>
                <c:pt idx="92">
                  <c:v>51</c:v>
                </c:pt>
                <c:pt idx="93">
                  <c:v>96</c:v>
                </c:pt>
                <c:pt idx="94">
                  <c:v>101</c:v>
                </c:pt>
                <c:pt idx="95">
                  <c:v>157</c:v>
                </c:pt>
                <c:pt idx="96">
                  <c:v>154</c:v>
                </c:pt>
                <c:pt idx="97">
                  <c:v>148</c:v>
                </c:pt>
                <c:pt idx="98">
                  <c:v>86</c:v>
                </c:pt>
                <c:pt idx="99">
                  <c:v>475</c:v>
                </c:pt>
                <c:pt idx="100">
                  <c:v>224</c:v>
                </c:pt>
                <c:pt idx="101">
                  <c:v>423</c:v>
                </c:pt>
                <c:pt idx="102">
                  <c:v>246</c:v>
                </c:pt>
                <c:pt idx="103">
                  <c:v>200</c:v>
                </c:pt>
                <c:pt idx="104">
                  <c:v>191</c:v>
                </c:pt>
                <c:pt idx="105">
                  <c:v>189</c:v>
                </c:pt>
                <c:pt idx="106">
                  <c:v>162</c:v>
                </c:pt>
                <c:pt idx="107">
                  <c:v>139</c:v>
                </c:pt>
                <c:pt idx="108">
                  <c:v>71</c:v>
                </c:pt>
                <c:pt idx="109">
                  <c:v>96</c:v>
                </c:pt>
                <c:pt idx="110">
                  <c:v>256</c:v>
                </c:pt>
                <c:pt idx="111">
                  <c:v>446</c:v>
                </c:pt>
                <c:pt idx="112">
                  <c:v>728</c:v>
                </c:pt>
                <c:pt idx="113">
                  <c:v>44</c:v>
                </c:pt>
                <c:pt idx="114">
                  <c:v>388</c:v>
                </c:pt>
                <c:pt idx="115">
                  <c:v>173</c:v>
                </c:pt>
                <c:pt idx="116">
                  <c:v>369</c:v>
                </c:pt>
                <c:pt idx="117">
                  <c:v>421</c:v>
                </c:pt>
                <c:pt idx="118">
                  <c:v>117</c:v>
                </c:pt>
                <c:pt idx="119">
                  <c:v>189</c:v>
                </c:pt>
                <c:pt idx="120">
                  <c:v>240</c:v>
                </c:pt>
                <c:pt idx="121">
                  <c:v>111</c:v>
                </c:pt>
                <c:pt idx="122">
                  <c:v>151</c:v>
                </c:pt>
                <c:pt idx="123">
                  <c:v>108</c:v>
                </c:pt>
                <c:pt idx="124">
                  <c:v>187</c:v>
                </c:pt>
                <c:pt idx="125">
                  <c:v>207</c:v>
                </c:pt>
                <c:pt idx="126">
                  <c:v>161</c:v>
                </c:pt>
                <c:pt idx="127">
                  <c:v>135</c:v>
                </c:pt>
                <c:pt idx="128">
                  <c:v>91</c:v>
                </c:pt>
                <c:pt idx="129">
                  <c:v>174</c:v>
                </c:pt>
                <c:pt idx="130">
                  <c:v>58</c:v>
                </c:pt>
                <c:pt idx="131">
                  <c:v>184</c:v>
                </c:pt>
                <c:pt idx="132">
                  <c:v>84</c:v>
                </c:pt>
                <c:pt idx="133">
                  <c:v>46</c:v>
                </c:pt>
                <c:pt idx="134">
                  <c:v>48</c:v>
                </c:pt>
                <c:pt idx="135">
                  <c:v>26</c:v>
                </c:pt>
                <c:pt idx="136">
                  <c:v>30</c:v>
                </c:pt>
                <c:pt idx="137">
                  <c:v>359</c:v>
                </c:pt>
                <c:pt idx="138">
                  <c:v>42</c:v>
                </c:pt>
                <c:pt idx="139">
                  <c:v>143</c:v>
                </c:pt>
                <c:pt idx="140">
                  <c:v>219</c:v>
                </c:pt>
                <c:pt idx="141">
                  <c:v>130</c:v>
                </c:pt>
                <c:pt idx="142">
                  <c:v>199</c:v>
                </c:pt>
                <c:pt idx="143">
                  <c:v>266</c:v>
                </c:pt>
                <c:pt idx="144">
                  <c:v>516</c:v>
                </c:pt>
                <c:pt idx="145">
                  <c:v>234</c:v>
                </c:pt>
                <c:pt idx="146">
                  <c:v>288</c:v>
                </c:pt>
                <c:pt idx="147">
                  <c:v>219</c:v>
                </c:pt>
                <c:pt idx="148">
                  <c:v>221</c:v>
                </c:pt>
                <c:pt idx="149">
                  <c:v>153</c:v>
                </c:pt>
                <c:pt idx="150">
                  <c:v>161</c:v>
                </c:pt>
                <c:pt idx="151">
                  <c:v>290</c:v>
                </c:pt>
                <c:pt idx="152">
                  <c:v>183</c:v>
                </c:pt>
                <c:pt idx="153">
                  <c:v>164</c:v>
                </c:pt>
                <c:pt idx="154">
                  <c:v>124</c:v>
                </c:pt>
                <c:pt idx="155">
                  <c:v>228</c:v>
                </c:pt>
                <c:pt idx="156">
                  <c:v>117</c:v>
                </c:pt>
                <c:pt idx="157">
                  <c:v>28</c:v>
                </c:pt>
                <c:pt idx="158">
                  <c:v>318</c:v>
                </c:pt>
                <c:pt idx="159">
                  <c:v>66</c:v>
                </c:pt>
                <c:pt idx="160">
                  <c:v>171</c:v>
                </c:pt>
                <c:pt idx="161">
                  <c:v>231</c:v>
                </c:pt>
                <c:pt idx="162">
                  <c:v>230</c:v>
                </c:pt>
                <c:pt idx="163">
                  <c:v>198</c:v>
                </c:pt>
                <c:pt idx="164">
                  <c:v>357</c:v>
                </c:pt>
                <c:pt idx="165">
                  <c:v>204</c:v>
                </c:pt>
                <c:pt idx="166">
                  <c:v>131</c:v>
                </c:pt>
                <c:pt idx="167">
                  <c:v>109</c:v>
                </c:pt>
                <c:pt idx="168">
                  <c:v>132</c:v>
                </c:pt>
                <c:pt idx="169">
                  <c:v>108</c:v>
                </c:pt>
                <c:pt idx="170">
                  <c:v>59</c:v>
                </c:pt>
                <c:pt idx="171">
                  <c:v>153</c:v>
                </c:pt>
                <c:pt idx="172">
                  <c:v>135</c:v>
                </c:pt>
                <c:pt idx="173">
                  <c:v>365</c:v>
                </c:pt>
                <c:pt idx="174">
                  <c:v>350</c:v>
                </c:pt>
                <c:pt idx="175">
                  <c:v>223</c:v>
                </c:pt>
                <c:pt idx="176">
                  <c:v>256</c:v>
                </c:pt>
                <c:pt idx="177">
                  <c:v>214</c:v>
                </c:pt>
                <c:pt idx="178">
                  <c:v>200</c:v>
                </c:pt>
                <c:pt idx="179">
                  <c:v>435</c:v>
                </c:pt>
                <c:pt idx="180">
                  <c:v>170</c:v>
                </c:pt>
                <c:pt idx="181">
                  <c:v>195</c:v>
                </c:pt>
                <c:pt idx="182">
                  <c:v>144</c:v>
                </c:pt>
                <c:pt idx="183">
                  <c:v>83</c:v>
                </c:pt>
                <c:pt idx="184">
                  <c:v>232</c:v>
                </c:pt>
                <c:pt idx="185">
                  <c:v>123</c:v>
                </c:pt>
                <c:pt idx="186">
                  <c:v>123</c:v>
                </c:pt>
                <c:pt idx="187">
                  <c:v>99</c:v>
                </c:pt>
                <c:pt idx="188">
                  <c:v>51</c:v>
                </c:pt>
                <c:pt idx="189">
                  <c:v>231</c:v>
                </c:pt>
                <c:pt idx="190">
                  <c:v>210</c:v>
                </c:pt>
                <c:pt idx="191">
                  <c:v>269</c:v>
                </c:pt>
                <c:pt idx="192">
                  <c:v>169</c:v>
                </c:pt>
                <c:pt idx="193">
                  <c:v>105</c:v>
                </c:pt>
                <c:pt idx="194">
                  <c:v>136</c:v>
                </c:pt>
                <c:pt idx="195">
                  <c:v>60</c:v>
                </c:pt>
                <c:pt idx="196">
                  <c:v>284</c:v>
                </c:pt>
                <c:pt idx="197">
                  <c:v>157</c:v>
                </c:pt>
                <c:pt idx="198">
                  <c:v>128</c:v>
                </c:pt>
                <c:pt idx="199">
                  <c:v>189</c:v>
                </c:pt>
                <c:pt idx="200">
                  <c:v>78</c:v>
                </c:pt>
                <c:pt idx="201">
                  <c:v>183</c:v>
                </c:pt>
                <c:pt idx="202">
                  <c:v>104</c:v>
                </c:pt>
                <c:pt idx="203">
                  <c:v>107</c:v>
                </c:pt>
                <c:pt idx="204">
                  <c:v>60</c:v>
                </c:pt>
                <c:pt idx="205">
                  <c:v>406</c:v>
                </c:pt>
                <c:pt idx="206">
                  <c:v>117</c:v>
                </c:pt>
                <c:pt idx="207">
                  <c:v>645</c:v>
                </c:pt>
                <c:pt idx="208">
                  <c:v>120</c:v>
                </c:pt>
                <c:pt idx="209">
                  <c:v>84</c:v>
                </c:pt>
                <c:pt idx="210">
                  <c:v>70</c:v>
                </c:pt>
                <c:pt idx="211">
                  <c:v>153</c:v>
                </c:pt>
                <c:pt idx="212">
                  <c:v>112</c:v>
                </c:pt>
                <c:pt idx="213">
                  <c:v>66</c:v>
                </c:pt>
                <c:pt idx="214">
                  <c:v>25</c:v>
                </c:pt>
                <c:pt idx="215">
                  <c:v>25</c:v>
                </c:pt>
                <c:pt idx="216">
                  <c:v>134</c:v>
                </c:pt>
                <c:pt idx="217">
                  <c:v>106</c:v>
                </c:pt>
                <c:pt idx="218">
                  <c:v>167</c:v>
                </c:pt>
                <c:pt idx="219">
                  <c:v>144</c:v>
                </c:pt>
                <c:pt idx="220">
                  <c:v>59</c:v>
                </c:pt>
                <c:pt idx="221">
                  <c:v>144</c:v>
                </c:pt>
                <c:pt idx="222">
                  <c:v>82</c:v>
                </c:pt>
                <c:pt idx="223">
                  <c:v>234</c:v>
                </c:pt>
                <c:pt idx="224">
                  <c:v>152</c:v>
                </c:pt>
                <c:pt idx="225">
                  <c:v>169</c:v>
                </c:pt>
                <c:pt idx="226">
                  <c:v>192</c:v>
                </c:pt>
                <c:pt idx="227">
                  <c:v>24</c:v>
                </c:pt>
                <c:pt idx="228">
                  <c:v>247</c:v>
                </c:pt>
                <c:pt idx="229">
                  <c:v>164</c:v>
                </c:pt>
                <c:pt idx="230">
                  <c:v>131</c:v>
                </c:pt>
                <c:pt idx="231">
                  <c:v>160</c:v>
                </c:pt>
                <c:pt idx="232">
                  <c:v>154</c:v>
                </c:pt>
                <c:pt idx="233">
                  <c:v>256</c:v>
                </c:pt>
                <c:pt idx="234">
                  <c:v>45</c:v>
                </c:pt>
                <c:pt idx="235">
                  <c:v>25</c:v>
                </c:pt>
                <c:pt idx="236">
                  <c:v>55</c:v>
                </c:pt>
                <c:pt idx="237">
                  <c:v>25</c:v>
                </c:pt>
                <c:pt idx="238">
                  <c:v>26</c:v>
                </c:pt>
                <c:pt idx="239">
                  <c:v>133</c:v>
                </c:pt>
                <c:pt idx="240">
                  <c:v>249</c:v>
                </c:pt>
                <c:pt idx="241">
                  <c:v>158</c:v>
                </c:pt>
                <c:pt idx="242">
                  <c:v>245</c:v>
                </c:pt>
                <c:pt idx="243">
                  <c:v>316</c:v>
                </c:pt>
                <c:pt idx="244">
                  <c:v>171</c:v>
                </c:pt>
                <c:pt idx="245">
                  <c:v>116</c:v>
                </c:pt>
                <c:pt idx="246">
                  <c:v>191</c:v>
                </c:pt>
                <c:pt idx="247">
                  <c:v>154</c:v>
                </c:pt>
                <c:pt idx="248">
                  <c:v>127</c:v>
                </c:pt>
                <c:pt idx="249">
                  <c:v>94</c:v>
                </c:pt>
                <c:pt idx="250">
                  <c:v>191</c:v>
                </c:pt>
                <c:pt idx="251">
                  <c:v>63</c:v>
                </c:pt>
                <c:pt idx="252">
                  <c:v>26</c:v>
                </c:pt>
                <c:pt idx="253">
                  <c:v>43</c:v>
                </c:pt>
                <c:pt idx="254">
                  <c:v>26</c:v>
                </c:pt>
                <c:pt idx="255">
                  <c:v>163</c:v>
                </c:pt>
                <c:pt idx="256">
                  <c:v>42</c:v>
                </c:pt>
                <c:pt idx="257">
                  <c:v>151</c:v>
                </c:pt>
                <c:pt idx="258">
                  <c:v>199</c:v>
                </c:pt>
                <c:pt idx="259">
                  <c:v>115</c:v>
                </c:pt>
                <c:pt idx="260">
                  <c:v>159</c:v>
                </c:pt>
                <c:pt idx="261">
                  <c:v>153</c:v>
                </c:pt>
                <c:pt idx="262">
                  <c:v>128</c:v>
                </c:pt>
                <c:pt idx="263">
                  <c:v>105</c:v>
                </c:pt>
                <c:pt idx="264">
                  <c:v>171</c:v>
                </c:pt>
                <c:pt idx="265">
                  <c:v>142</c:v>
                </c:pt>
                <c:pt idx="266">
                  <c:v>139</c:v>
                </c:pt>
                <c:pt idx="267">
                  <c:v>154</c:v>
                </c:pt>
                <c:pt idx="268">
                  <c:v>217</c:v>
                </c:pt>
                <c:pt idx="269">
                  <c:v>26</c:v>
                </c:pt>
                <c:pt idx="270">
                  <c:v>28</c:v>
                </c:pt>
                <c:pt idx="271">
                  <c:v>23</c:v>
                </c:pt>
                <c:pt idx="272">
                  <c:v>42</c:v>
                </c:pt>
                <c:pt idx="273">
                  <c:v>34</c:v>
                </c:pt>
                <c:pt idx="274">
                  <c:v>144</c:v>
                </c:pt>
                <c:pt idx="275">
                  <c:v>146</c:v>
                </c:pt>
                <c:pt idx="276">
                  <c:v>186</c:v>
                </c:pt>
                <c:pt idx="277">
                  <c:v>175</c:v>
                </c:pt>
                <c:pt idx="278">
                  <c:v>149</c:v>
                </c:pt>
                <c:pt idx="279">
                  <c:v>164</c:v>
                </c:pt>
                <c:pt idx="280">
                  <c:v>115</c:v>
                </c:pt>
                <c:pt idx="281">
                  <c:v>60</c:v>
                </c:pt>
                <c:pt idx="282">
                  <c:v>175</c:v>
                </c:pt>
                <c:pt idx="283">
                  <c:v>194</c:v>
                </c:pt>
                <c:pt idx="284">
                  <c:v>135</c:v>
                </c:pt>
                <c:pt idx="285">
                  <c:v>70</c:v>
                </c:pt>
                <c:pt idx="286">
                  <c:v>132</c:v>
                </c:pt>
                <c:pt idx="287">
                  <c:v>65</c:v>
                </c:pt>
                <c:pt idx="288">
                  <c:v>49</c:v>
                </c:pt>
                <c:pt idx="289">
                  <c:v>107</c:v>
                </c:pt>
                <c:pt idx="290">
                  <c:v>28</c:v>
                </c:pt>
                <c:pt idx="291">
                  <c:v>38</c:v>
                </c:pt>
                <c:pt idx="292">
                  <c:v>125</c:v>
                </c:pt>
                <c:pt idx="293">
                  <c:v>269</c:v>
                </c:pt>
                <c:pt idx="294">
                  <c:v>243</c:v>
                </c:pt>
                <c:pt idx="295">
                  <c:v>148</c:v>
                </c:pt>
                <c:pt idx="296">
                  <c:v>153</c:v>
                </c:pt>
                <c:pt idx="297">
                  <c:v>149</c:v>
                </c:pt>
                <c:pt idx="298">
                  <c:v>215</c:v>
                </c:pt>
                <c:pt idx="299">
                  <c:v>193</c:v>
                </c:pt>
                <c:pt idx="300">
                  <c:v>156</c:v>
                </c:pt>
                <c:pt idx="301">
                  <c:v>170</c:v>
                </c:pt>
                <c:pt idx="302">
                  <c:v>212</c:v>
                </c:pt>
                <c:pt idx="303">
                  <c:v>26</c:v>
                </c:pt>
                <c:pt idx="304">
                  <c:v>25</c:v>
                </c:pt>
                <c:pt idx="305">
                  <c:v>25</c:v>
                </c:pt>
                <c:pt idx="306">
                  <c:v>29</c:v>
                </c:pt>
                <c:pt idx="307">
                  <c:v>26</c:v>
                </c:pt>
                <c:pt idx="308">
                  <c:v>155</c:v>
                </c:pt>
                <c:pt idx="309">
                  <c:v>144</c:v>
                </c:pt>
                <c:pt idx="310">
                  <c:v>183</c:v>
                </c:pt>
                <c:pt idx="311">
                  <c:v>143</c:v>
                </c:pt>
                <c:pt idx="312">
                  <c:v>269</c:v>
                </c:pt>
                <c:pt idx="313">
                  <c:v>183</c:v>
                </c:pt>
                <c:pt idx="314">
                  <c:v>154</c:v>
                </c:pt>
                <c:pt idx="315">
                  <c:v>162</c:v>
                </c:pt>
                <c:pt idx="316">
                  <c:v>175</c:v>
                </c:pt>
                <c:pt idx="317">
                  <c:v>201</c:v>
                </c:pt>
                <c:pt idx="318">
                  <c:v>32</c:v>
                </c:pt>
                <c:pt idx="319">
                  <c:v>26</c:v>
                </c:pt>
                <c:pt idx="320">
                  <c:v>26</c:v>
                </c:pt>
                <c:pt idx="321">
                  <c:v>25</c:v>
                </c:pt>
                <c:pt idx="322">
                  <c:v>46</c:v>
                </c:pt>
                <c:pt idx="323">
                  <c:v>166</c:v>
                </c:pt>
                <c:pt idx="324">
                  <c:v>260</c:v>
                </c:pt>
                <c:pt idx="325">
                  <c:v>141</c:v>
                </c:pt>
                <c:pt idx="326">
                  <c:v>212</c:v>
                </c:pt>
                <c:pt idx="327">
                  <c:v>191</c:v>
                </c:pt>
                <c:pt idx="328">
                  <c:v>130</c:v>
                </c:pt>
                <c:pt idx="329">
                  <c:v>141</c:v>
                </c:pt>
                <c:pt idx="330">
                  <c:v>187</c:v>
                </c:pt>
                <c:pt idx="331">
                  <c:v>165</c:v>
                </c:pt>
                <c:pt idx="332">
                  <c:v>165</c:v>
                </c:pt>
                <c:pt idx="333">
                  <c:v>124</c:v>
                </c:pt>
                <c:pt idx="334">
                  <c:v>344</c:v>
                </c:pt>
                <c:pt idx="335">
                  <c:v>248</c:v>
                </c:pt>
                <c:pt idx="336">
                  <c:v>75</c:v>
                </c:pt>
                <c:pt idx="337">
                  <c:v>108</c:v>
                </c:pt>
                <c:pt idx="338">
                  <c:v>49</c:v>
                </c:pt>
                <c:pt idx="339">
                  <c:v>59</c:v>
                </c:pt>
                <c:pt idx="340">
                  <c:v>75</c:v>
                </c:pt>
                <c:pt idx="341">
                  <c:v>29</c:v>
                </c:pt>
                <c:pt idx="342">
                  <c:v>359</c:v>
                </c:pt>
                <c:pt idx="343">
                  <c:v>119</c:v>
                </c:pt>
                <c:pt idx="344">
                  <c:v>148</c:v>
                </c:pt>
                <c:pt idx="345">
                  <c:v>170</c:v>
                </c:pt>
                <c:pt idx="346">
                  <c:v>184</c:v>
                </c:pt>
                <c:pt idx="347">
                  <c:v>216</c:v>
                </c:pt>
                <c:pt idx="348">
                  <c:v>145</c:v>
                </c:pt>
                <c:pt idx="349">
                  <c:v>144</c:v>
                </c:pt>
                <c:pt idx="350">
                  <c:v>154</c:v>
                </c:pt>
                <c:pt idx="351">
                  <c:v>205</c:v>
                </c:pt>
                <c:pt idx="352">
                  <c:v>142</c:v>
                </c:pt>
                <c:pt idx="353">
                  <c:v>179</c:v>
                </c:pt>
                <c:pt idx="354">
                  <c:v>288</c:v>
                </c:pt>
                <c:pt idx="355">
                  <c:v>263</c:v>
                </c:pt>
                <c:pt idx="356">
                  <c:v>74</c:v>
                </c:pt>
                <c:pt idx="357">
                  <c:v>39</c:v>
                </c:pt>
                <c:pt idx="358">
                  <c:v>171</c:v>
                </c:pt>
                <c:pt idx="359">
                  <c:v>131</c:v>
                </c:pt>
                <c:pt idx="360">
                  <c:v>168</c:v>
                </c:pt>
                <c:pt idx="361">
                  <c:v>182</c:v>
                </c:pt>
                <c:pt idx="362">
                  <c:v>144</c:v>
                </c:pt>
                <c:pt idx="363">
                  <c:v>131</c:v>
                </c:pt>
                <c:pt idx="364">
                  <c:v>145</c:v>
                </c:pt>
                <c:pt idx="365">
                  <c:v>26</c:v>
                </c:pt>
                <c:pt idx="366">
                  <c:v>25</c:v>
                </c:pt>
                <c:pt idx="367">
                  <c:v>29</c:v>
                </c:pt>
                <c:pt idx="368">
                  <c:v>85</c:v>
                </c:pt>
                <c:pt idx="369">
                  <c:v>286</c:v>
                </c:pt>
                <c:pt idx="370">
                  <c:v>162</c:v>
                </c:pt>
                <c:pt idx="371">
                  <c:v>172</c:v>
                </c:pt>
                <c:pt idx="372">
                  <c:v>170</c:v>
                </c:pt>
                <c:pt idx="373">
                  <c:v>117</c:v>
                </c:pt>
                <c:pt idx="374">
                  <c:v>156</c:v>
                </c:pt>
                <c:pt idx="375">
                  <c:v>166</c:v>
                </c:pt>
                <c:pt idx="376">
                  <c:v>275</c:v>
                </c:pt>
                <c:pt idx="377">
                  <c:v>100</c:v>
                </c:pt>
                <c:pt idx="378">
                  <c:v>29</c:v>
                </c:pt>
                <c:pt idx="379">
                  <c:v>26</c:v>
                </c:pt>
                <c:pt idx="380">
                  <c:v>124</c:v>
                </c:pt>
                <c:pt idx="381">
                  <c:v>85</c:v>
                </c:pt>
                <c:pt idx="382">
                  <c:v>206</c:v>
                </c:pt>
                <c:pt idx="383">
                  <c:v>209</c:v>
                </c:pt>
                <c:pt idx="384">
                  <c:v>177</c:v>
                </c:pt>
                <c:pt idx="385">
                  <c:v>162</c:v>
                </c:pt>
                <c:pt idx="386">
                  <c:v>247</c:v>
                </c:pt>
                <c:pt idx="387">
                  <c:v>216</c:v>
                </c:pt>
                <c:pt idx="388">
                  <c:v>173</c:v>
                </c:pt>
                <c:pt idx="389">
                  <c:v>130</c:v>
                </c:pt>
                <c:pt idx="390">
                  <c:v>290</c:v>
                </c:pt>
                <c:pt idx="391">
                  <c:v>70</c:v>
                </c:pt>
                <c:pt idx="392">
                  <c:v>205</c:v>
                </c:pt>
                <c:pt idx="393">
                  <c:v>238</c:v>
                </c:pt>
                <c:pt idx="394">
                  <c:v>26</c:v>
                </c:pt>
                <c:pt idx="395">
                  <c:v>27</c:v>
                </c:pt>
                <c:pt idx="396">
                  <c:v>607</c:v>
                </c:pt>
                <c:pt idx="397">
                  <c:v>559</c:v>
                </c:pt>
                <c:pt idx="398">
                  <c:v>116</c:v>
                </c:pt>
                <c:pt idx="399">
                  <c:v>431</c:v>
                </c:pt>
                <c:pt idx="400">
                  <c:v>195</c:v>
                </c:pt>
                <c:pt idx="401">
                  <c:v>203</c:v>
                </c:pt>
                <c:pt idx="402">
                  <c:v>130</c:v>
                </c:pt>
                <c:pt idx="403">
                  <c:v>134</c:v>
                </c:pt>
                <c:pt idx="404">
                  <c:v>230</c:v>
                </c:pt>
                <c:pt idx="405">
                  <c:v>282</c:v>
                </c:pt>
                <c:pt idx="406">
                  <c:v>198</c:v>
                </c:pt>
                <c:pt idx="407">
                  <c:v>89</c:v>
                </c:pt>
                <c:pt idx="408">
                  <c:v>158</c:v>
                </c:pt>
                <c:pt idx="409">
                  <c:v>257</c:v>
                </c:pt>
                <c:pt idx="410">
                  <c:v>203</c:v>
                </c:pt>
                <c:pt idx="411">
                  <c:v>262</c:v>
                </c:pt>
                <c:pt idx="412">
                  <c:v>36</c:v>
                </c:pt>
                <c:pt idx="413">
                  <c:v>58</c:v>
                </c:pt>
                <c:pt idx="414">
                  <c:v>310</c:v>
                </c:pt>
                <c:pt idx="415">
                  <c:v>24</c:v>
                </c:pt>
                <c:pt idx="416">
                  <c:v>454</c:v>
                </c:pt>
                <c:pt idx="417">
                  <c:v>220</c:v>
                </c:pt>
                <c:pt idx="418">
                  <c:v>179</c:v>
                </c:pt>
                <c:pt idx="419">
                  <c:v>214</c:v>
                </c:pt>
                <c:pt idx="420">
                  <c:v>265</c:v>
                </c:pt>
                <c:pt idx="421">
                  <c:v>77</c:v>
                </c:pt>
                <c:pt idx="422">
                  <c:v>121</c:v>
                </c:pt>
                <c:pt idx="423">
                  <c:v>95</c:v>
                </c:pt>
                <c:pt idx="424">
                  <c:v>216</c:v>
                </c:pt>
                <c:pt idx="425">
                  <c:v>71</c:v>
                </c:pt>
                <c:pt idx="426">
                  <c:v>94</c:v>
                </c:pt>
                <c:pt idx="427">
                  <c:v>67</c:v>
                </c:pt>
                <c:pt idx="428">
                  <c:v>196</c:v>
                </c:pt>
                <c:pt idx="429">
                  <c:v>34</c:v>
                </c:pt>
                <c:pt idx="430">
                  <c:v>62</c:v>
                </c:pt>
                <c:pt idx="431">
                  <c:v>337</c:v>
                </c:pt>
                <c:pt idx="432">
                  <c:v>78</c:v>
                </c:pt>
                <c:pt idx="433">
                  <c:v>386</c:v>
                </c:pt>
                <c:pt idx="434">
                  <c:v>219</c:v>
                </c:pt>
                <c:pt idx="435">
                  <c:v>146</c:v>
                </c:pt>
                <c:pt idx="436">
                  <c:v>229</c:v>
                </c:pt>
                <c:pt idx="437">
                  <c:v>153</c:v>
                </c:pt>
                <c:pt idx="438">
                  <c:v>275</c:v>
                </c:pt>
                <c:pt idx="439">
                  <c:v>71</c:v>
                </c:pt>
                <c:pt idx="440">
                  <c:v>322</c:v>
                </c:pt>
                <c:pt idx="441">
                  <c:v>201</c:v>
                </c:pt>
                <c:pt idx="442">
                  <c:v>182</c:v>
                </c:pt>
                <c:pt idx="443">
                  <c:v>106</c:v>
                </c:pt>
                <c:pt idx="444">
                  <c:v>282</c:v>
                </c:pt>
                <c:pt idx="445">
                  <c:v>106</c:v>
                </c:pt>
                <c:pt idx="446">
                  <c:v>211</c:v>
                </c:pt>
                <c:pt idx="447">
                  <c:v>254</c:v>
                </c:pt>
                <c:pt idx="448">
                  <c:v>45</c:v>
                </c:pt>
                <c:pt idx="449">
                  <c:v>412</c:v>
                </c:pt>
                <c:pt idx="450">
                  <c:v>118</c:v>
                </c:pt>
                <c:pt idx="451">
                  <c:v>254</c:v>
                </c:pt>
                <c:pt idx="452">
                  <c:v>42</c:v>
                </c:pt>
                <c:pt idx="453">
                  <c:v>147</c:v>
                </c:pt>
                <c:pt idx="454">
                  <c:v>71</c:v>
                </c:pt>
                <c:pt idx="455">
                  <c:v>93</c:v>
                </c:pt>
                <c:pt idx="456">
                  <c:v>163</c:v>
                </c:pt>
                <c:pt idx="457">
                  <c:v>119</c:v>
                </c:pt>
                <c:pt idx="458">
                  <c:v>165</c:v>
                </c:pt>
                <c:pt idx="459">
                  <c:v>163</c:v>
                </c:pt>
                <c:pt idx="460">
                  <c:v>144</c:v>
                </c:pt>
                <c:pt idx="461">
                  <c:v>140</c:v>
                </c:pt>
                <c:pt idx="462">
                  <c:v>151</c:v>
                </c:pt>
                <c:pt idx="463">
                  <c:v>69</c:v>
                </c:pt>
                <c:pt idx="464">
                  <c:v>145</c:v>
                </c:pt>
                <c:pt idx="465">
                  <c:v>26</c:v>
                </c:pt>
                <c:pt idx="466">
                  <c:v>255</c:v>
                </c:pt>
                <c:pt idx="467">
                  <c:v>719</c:v>
                </c:pt>
                <c:pt idx="468">
                  <c:v>25</c:v>
                </c:pt>
                <c:pt idx="469">
                  <c:v>45</c:v>
                </c:pt>
                <c:pt idx="470">
                  <c:v>194</c:v>
                </c:pt>
                <c:pt idx="471">
                  <c:v>276</c:v>
                </c:pt>
                <c:pt idx="472">
                  <c:v>146</c:v>
                </c:pt>
                <c:pt idx="473">
                  <c:v>216</c:v>
                </c:pt>
                <c:pt idx="474">
                  <c:v>138</c:v>
                </c:pt>
                <c:pt idx="475">
                  <c:v>72</c:v>
                </c:pt>
                <c:pt idx="476">
                  <c:v>166</c:v>
                </c:pt>
                <c:pt idx="477">
                  <c:v>128</c:v>
                </c:pt>
                <c:pt idx="478">
                  <c:v>229</c:v>
                </c:pt>
                <c:pt idx="479">
                  <c:v>107</c:v>
                </c:pt>
                <c:pt idx="480">
                  <c:v>96</c:v>
                </c:pt>
                <c:pt idx="481">
                  <c:v>211</c:v>
                </c:pt>
                <c:pt idx="482">
                  <c:v>72</c:v>
                </c:pt>
                <c:pt idx="483">
                  <c:v>206</c:v>
                </c:pt>
                <c:pt idx="484">
                  <c:v>25</c:v>
                </c:pt>
                <c:pt idx="485">
                  <c:v>680</c:v>
                </c:pt>
                <c:pt idx="486">
                  <c:v>181</c:v>
                </c:pt>
                <c:pt idx="487">
                  <c:v>604</c:v>
                </c:pt>
                <c:pt idx="488">
                  <c:v>291</c:v>
                </c:pt>
                <c:pt idx="489">
                  <c:v>72</c:v>
                </c:pt>
                <c:pt idx="490">
                  <c:v>140</c:v>
                </c:pt>
                <c:pt idx="491">
                  <c:v>161</c:v>
                </c:pt>
                <c:pt idx="492">
                  <c:v>65</c:v>
                </c:pt>
                <c:pt idx="493">
                  <c:v>290</c:v>
                </c:pt>
                <c:pt idx="494">
                  <c:v>248</c:v>
                </c:pt>
                <c:pt idx="495">
                  <c:v>270</c:v>
                </c:pt>
                <c:pt idx="496">
                  <c:v>246</c:v>
                </c:pt>
                <c:pt idx="497">
                  <c:v>260</c:v>
                </c:pt>
                <c:pt idx="498">
                  <c:v>245</c:v>
                </c:pt>
                <c:pt idx="499">
                  <c:v>308</c:v>
                </c:pt>
                <c:pt idx="500">
                  <c:v>212</c:v>
                </c:pt>
                <c:pt idx="501">
                  <c:v>335</c:v>
                </c:pt>
                <c:pt idx="502">
                  <c:v>184</c:v>
                </c:pt>
                <c:pt idx="503">
                  <c:v>374</c:v>
                </c:pt>
                <c:pt idx="504">
                  <c:v>352</c:v>
                </c:pt>
                <c:pt idx="505">
                  <c:v>24</c:v>
                </c:pt>
                <c:pt idx="506">
                  <c:v>414</c:v>
                </c:pt>
                <c:pt idx="507">
                  <c:v>85</c:v>
                </c:pt>
                <c:pt idx="508">
                  <c:v>551</c:v>
                </c:pt>
                <c:pt idx="509">
                  <c:v>511</c:v>
                </c:pt>
                <c:pt idx="510">
                  <c:v>212</c:v>
                </c:pt>
                <c:pt idx="511">
                  <c:v>231</c:v>
                </c:pt>
                <c:pt idx="512">
                  <c:v>239</c:v>
                </c:pt>
                <c:pt idx="513">
                  <c:v>200</c:v>
                </c:pt>
                <c:pt idx="514">
                  <c:v>140</c:v>
                </c:pt>
                <c:pt idx="515">
                  <c:v>194</c:v>
                </c:pt>
                <c:pt idx="516">
                  <c:v>132</c:v>
                </c:pt>
                <c:pt idx="517">
                  <c:v>417</c:v>
                </c:pt>
                <c:pt idx="518">
                  <c:v>205</c:v>
                </c:pt>
                <c:pt idx="519">
                  <c:v>101</c:v>
                </c:pt>
                <c:pt idx="520">
                  <c:v>44</c:v>
                </c:pt>
                <c:pt idx="521">
                  <c:v>730</c:v>
                </c:pt>
                <c:pt idx="522">
                  <c:v>243</c:v>
                </c:pt>
                <c:pt idx="523">
                  <c:v>76</c:v>
                </c:pt>
                <c:pt idx="524">
                  <c:v>25</c:v>
                </c:pt>
                <c:pt idx="525">
                  <c:v>294</c:v>
                </c:pt>
                <c:pt idx="526">
                  <c:v>266</c:v>
                </c:pt>
                <c:pt idx="527">
                  <c:v>204</c:v>
                </c:pt>
                <c:pt idx="528">
                  <c:v>244</c:v>
                </c:pt>
                <c:pt idx="529">
                  <c:v>163</c:v>
                </c:pt>
                <c:pt idx="530">
                  <c:v>180</c:v>
                </c:pt>
                <c:pt idx="531">
                  <c:v>123</c:v>
                </c:pt>
                <c:pt idx="532">
                  <c:v>170</c:v>
                </c:pt>
                <c:pt idx="533">
                  <c:v>306</c:v>
                </c:pt>
                <c:pt idx="534">
                  <c:v>128</c:v>
                </c:pt>
                <c:pt idx="535">
                  <c:v>181</c:v>
                </c:pt>
                <c:pt idx="536">
                  <c:v>127</c:v>
                </c:pt>
                <c:pt idx="537">
                  <c:v>193</c:v>
                </c:pt>
                <c:pt idx="538">
                  <c:v>46</c:v>
                </c:pt>
                <c:pt idx="539">
                  <c:v>157</c:v>
                </c:pt>
                <c:pt idx="540">
                  <c:v>264</c:v>
                </c:pt>
                <c:pt idx="541">
                  <c:v>103</c:v>
                </c:pt>
                <c:pt idx="542">
                  <c:v>134</c:v>
                </c:pt>
                <c:pt idx="543">
                  <c:v>283</c:v>
                </c:pt>
                <c:pt idx="544">
                  <c:v>397</c:v>
                </c:pt>
                <c:pt idx="545">
                  <c:v>108</c:v>
                </c:pt>
                <c:pt idx="546">
                  <c:v>179</c:v>
                </c:pt>
                <c:pt idx="547">
                  <c:v>121</c:v>
                </c:pt>
                <c:pt idx="548">
                  <c:v>497</c:v>
                </c:pt>
                <c:pt idx="549">
                  <c:v>182</c:v>
                </c:pt>
                <c:pt idx="550">
                  <c:v>167</c:v>
                </c:pt>
                <c:pt idx="551">
                  <c:v>70</c:v>
                </c:pt>
                <c:pt idx="552">
                  <c:v>123</c:v>
                </c:pt>
                <c:pt idx="553">
                  <c:v>112</c:v>
                </c:pt>
                <c:pt idx="554">
                  <c:v>202</c:v>
                </c:pt>
                <c:pt idx="555">
                  <c:v>36</c:v>
                </c:pt>
                <c:pt idx="556">
                  <c:v>77</c:v>
                </c:pt>
                <c:pt idx="557">
                  <c:v>36</c:v>
                </c:pt>
                <c:pt idx="558">
                  <c:v>103</c:v>
                </c:pt>
                <c:pt idx="559">
                  <c:v>247</c:v>
                </c:pt>
                <c:pt idx="560">
                  <c:v>176</c:v>
                </c:pt>
                <c:pt idx="561">
                  <c:v>109</c:v>
                </c:pt>
                <c:pt idx="562">
                  <c:v>134</c:v>
                </c:pt>
                <c:pt idx="563">
                  <c:v>159</c:v>
                </c:pt>
                <c:pt idx="564">
                  <c:v>127</c:v>
                </c:pt>
                <c:pt idx="565">
                  <c:v>58</c:v>
                </c:pt>
                <c:pt idx="566">
                  <c:v>160</c:v>
                </c:pt>
                <c:pt idx="567">
                  <c:v>150</c:v>
                </c:pt>
                <c:pt idx="568">
                  <c:v>257</c:v>
                </c:pt>
                <c:pt idx="569">
                  <c:v>157</c:v>
                </c:pt>
                <c:pt idx="570">
                  <c:v>36</c:v>
                </c:pt>
                <c:pt idx="571">
                  <c:v>26</c:v>
                </c:pt>
                <c:pt idx="572">
                  <c:v>25</c:v>
                </c:pt>
                <c:pt idx="573">
                  <c:v>28</c:v>
                </c:pt>
                <c:pt idx="574">
                  <c:v>25</c:v>
                </c:pt>
                <c:pt idx="575">
                  <c:v>412</c:v>
                </c:pt>
                <c:pt idx="576">
                  <c:v>131</c:v>
                </c:pt>
                <c:pt idx="577">
                  <c:v>133</c:v>
                </c:pt>
                <c:pt idx="578">
                  <c:v>239</c:v>
                </c:pt>
                <c:pt idx="579">
                  <c:v>173</c:v>
                </c:pt>
                <c:pt idx="580">
                  <c:v>152</c:v>
                </c:pt>
                <c:pt idx="581">
                  <c:v>170</c:v>
                </c:pt>
                <c:pt idx="582">
                  <c:v>112</c:v>
                </c:pt>
                <c:pt idx="583">
                  <c:v>170</c:v>
                </c:pt>
                <c:pt idx="584">
                  <c:v>94</c:v>
                </c:pt>
                <c:pt idx="585">
                  <c:v>296</c:v>
                </c:pt>
                <c:pt idx="586">
                  <c:v>221</c:v>
                </c:pt>
                <c:pt idx="587">
                  <c:v>46</c:v>
                </c:pt>
                <c:pt idx="588">
                  <c:v>51</c:v>
                </c:pt>
                <c:pt idx="589">
                  <c:v>26</c:v>
                </c:pt>
                <c:pt idx="590">
                  <c:v>25</c:v>
                </c:pt>
                <c:pt idx="591">
                  <c:v>25</c:v>
                </c:pt>
                <c:pt idx="592">
                  <c:v>34</c:v>
                </c:pt>
                <c:pt idx="593">
                  <c:v>157</c:v>
                </c:pt>
                <c:pt idx="594">
                  <c:v>133</c:v>
                </c:pt>
                <c:pt idx="595">
                  <c:v>154</c:v>
                </c:pt>
                <c:pt idx="596">
                  <c:v>142</c:v>
                </c:pt>
                <c:pt idx="597">
                  <c:v>172</c:v>
                </c:pt>
                <c:pt idx="598">
                  <c:v>105</c:v>
                </c:pt>
                <c:pt idx="599">
                  <c:v>127</c:v>
                </c:pt>
                <c:pt idx="600">
                  <c:v>129</c:v>
                </c:pt>
                <c:pt idx="601">
                  <c:v>163</c:v>
                </c:pt>
                <c:pt idx="602">
                  <c:v>113</c:v>
                </c:pt>
                <c:pt idx="603">
                  <c:v>211</c:v>
                </c:pt>
                <c:pt idx="604">
                  <c:v>191</c:v>
                </c:pt>
                <c:pt idx="605">
                  <c:v>74</c:v>
                </c:pt>
                <c:pt idx="606">
                  <c:v>267</c:v>
                </c:pt>
                <c:pt idx="607">
                  <c:v>61</c:v>
                </c:pt>
                <c:pt idx="608">
                  <c:v>47</c:v>
                </c:pt>
                <c:pt idx="609">
                  <c:v>30</c:v>
                </c:pt>
                <c:pt idx="610">
                  <c:v>122</c:v>
                </c:pt>
                <c:pt idx="611">
                  <c:v>42</c:v>
                </c:pt>
                <c:pt idx="612">
                  <c:v>133</c:v>
                </c:pt>
                <c:pt idx="613">
                  <c:v>176</c:v>
                </c:pt>
                <c:pt idx="614">
                  <c:v>281</c:v>
                </c:pt>
                <c:pt idx="615">
                  <c:v>212</c:v>
                </c:pt>
                <c:pt idx="616">
                  <c:v>186</c:v>
                </c:pt>
                <c:pt idx="617">
                  <c:v>155</c:v>
                </c:pt>
                <c:pt idx="618">
                  <c:v>150</c:v>
                </c:pt>
                <c:pt idx="619">
                  <c:v>107</c:v>
                </c:pt>
                <c:pt idx="620">
                  <c:v>212</c:v>
                </c:pt>
                <c:pt idx="621">
                  <c:v>86</c:v>
                </c:pt>
                <c:pt idx="622">
                  <c:v>191</c:v>
                </c:pt>
                <c:pt idx="623">
                  <c:v>71</c:v>
                </c:pt>
                <c:pt idx="624">
                  <c:v>26</c:v>
                </c:pt>
                <c:pt idx="625">
                  <c:v>46</c:v>
                </c:pt>
                <c:pt idx="626">
                  <c:v>498</c:v>
                </c:pt>
                <c:pt idx="627">
                  <c:v>25</c:v>
                </c:pt>
                <c:pt idx="628">
                  <c:v>72</c:v>
                </c:pt>
                <c:pt idx="629">
                  <c:v>246</c:v>
                </c:pt>
                <c:pt idx="630">
                  <c:v>166</c:v>
                </c:pt>
                <c:pt idx="631">
                  <c:v>213</c:v>
                </c:pt>
                <c:pt idx="632">
                  <c:v>153</c:v>
                </c:pt>
                <c:pt idx="633">
                  <c:v>156</c:v>
                </c:pt>
                <c:pt idx="634">
                  <c:v>120</c:v>
                </c:pt>
                <c:pt idx="635">
                  <c:v>210</c:v>
                </c:pt>
                <c:pt idx="636">
                  <c:v>136</c:v>
                </c:pt>
                <c:pt idx="637">
                  <c:v>233</c:v>
                </c:pt>
                <c:pt idx="638">
                  <c:v>215</c:v>
                </c:pt>
                <c:pt idx="639">
                  <c:v>35</c:v>
                </c:pt>
                <c:pt idx="640">
                  <c:v>67</c:v>
                </c:pt>
                <c:pt idx="641">
                  <c:v>25</c:v>
                </c:pt>
                <c:pt idx="642">
                  <c:v>24</c:v>
                </c:pt>
                <c:pt idx="643">
                  <c:v>51</c:v>
                </c:pt>
                <c:pt idx="644">
                  <c:v>48</c:v>
                </c:pt>
                <c:pt idx="645">
                  <c:v>26</c:v>
                </c:pt>
                <c:pt idx="646">
                  <c:v>137</c:v>
                </c:pt>
                <c:pt idx="647">
                  <c:v>155</c:v>
                </c:pt>
                <c:pt idx="648">
                  <c:v>256</c:v>
                </c:pt>
                <c:pt idx="649">
                  <c:v>191</c:v>
                </c:pt>
                <c:pt idx="650">
                  <c:v>207</c:v>
                </c:pt>
                <c:pt idx="651">
                  <c:v>119</c:v>
                </c:pt>
                <c:pt idx="652">
                  <c:v>153</c:v>
                </c:pt>
                <c:pt idx="653">
                  <c:v>169</c:v>
                </c:pt>
                <c:pt idx="654">
                  <c:v>184</c:v>
                </c:pt>
                <c:pt idx="655">
                  <c:v>162</c:v>
                </c:pt>
                <c:pt idx="656">
                  <c:v>26</c:v>
                </c:pt>
                <c:pt idx="657">
                  <c:v>25</c:v>
                </c:pt>
                <c:pt idx="658">
                  <c:v>25</c:v>
                </c:pt>
                <c:pt idx="659">
                  <c:v>77</c:v>
                </c:pt>
                <c:pt idx="660">
                  <c:v>25</c:v>
                </c:pt>
                <c:pt idx="661">
                  <c:v>293</c:v>
                </c:pt>
                <c:pt idx="662">
                  <c:v>296</c:v>
                </c:pt>
                <c:pt idx="663">
                  <c:v>228</c:v>
                </c:pt>
                <c:pt idx="664">
                  <c:v>219</c:v>
                </c:pt>
                <c:pt idx="665">
                  <c:v>176</c:v>
                </c:pt>
                <c:pt idx="666">
                  <c:v>181</c:v>
                </c:pt>
                <c:pt idx="667">
                  <c:v>193</c:v>
                </c:pt>
                <c:pt idx="668">
                  <c:v>216</c:v>
                </c:pt>
                <c:pt idx="669">
                  <c:v>159</c:v>
                </c:pt>
                <c:pt idx="670">
                  <c:v>207</c:v>
                </c:pt>
                <c:pt idx="671">
                  <c:v>492</c:v>
                </c:pt>
                <c:pt idx="672">
                  <c:v>501</c:v>
                </c:pt>
                <c:pt idx="673">
                  <c:v>59</c:v>
                </c:pt>
                <c:pt idx="674">
                  <c:v>26</c:v>
                </c:pt>
                <c:pt idx="675">
                  <c:v>80</c:v>
                </c:pt>
                <c:pt idx="676">
                  <c:v>105</c:v>
                </c:pt>
                <c:pt idx="677">
                  <c:v>179</c:v>
                </c:pt>
                <c:pt idx="678">
                  <c:v>123</c:v>
                </c:pt>
                <c:pt idx="679">
                  <c:v>190</c:v>
                </c:pt>
                <c:pt idx="680">
                  <c:v>204</c:v>
                </c:pt>
                <c:pt idx="681">
                  <c:v>123</c:v>
                </c:pt>
                <c:pt idx="682">
                  <c:v>77</c:v>
                </c:pt>
                <c:pt idx="683">
                  <c:v>240</c:v>
                </c:pt>
                <c:pt idx="684">
                  <c:v>222</c:v>
                </c:pt>
                <c:pt idx="685">
                  <c:v>121</c:v>
                </c:pt>
                <c:pt idx="686">
                  <c:v>81</c:v>
                </c:pt>
                <c:pt idx="687">
                  <c:v>145</c:v>
                </c:pt>
                <c:pt idx="688">
                  <c:v>207</c:v>
                </c:pt>
                <c:pt idx="689">
                  <c:v>147</c:v>
                </c:pt>
                <c:pt idx="690">
                  <c:v>195</c:v>
                </c:pt>
                <c:pt idx="691">
                  <c:v>71</c:v>
                </c:pt>
                <c:pt idx="692">
                  <c:v>85</c:v>
                </c:pt>
                <c:pt idx="693">
                  <c:v>143</c:v>
                </c:pt>
                <c:pt idx="694">
                  <c:v>420</c:v>
                </c:pt>
                <c:pt idx="695">
                  <c:v>264</c:v>
                </c:pt>
                <c:pt idx="696">
                  <c:v>143</c:v>
                </c:pt>
                <c:pt idx="697">
                  <c:v>151</c:v>
                </c:pt>
                <c:pt idx="698">
                  <c:v>181</c:v>
                </c:pt>
                <c:pt idx="699">
                  <c:v>157</c:v>
                </c:pt>
                <c:pt idx="700">
                  <c:v>196</c:v>
                </c:pt>
                <c:pt idx="701">
                  <c:v>182</c:v>
                </c:pt>
                <c:pt idx="702">
                  <c:v>166</c:v>
                </c:pt>
                <c:pt idx="703">
                  <c:v>136</c:v>
                </c:pt>
                <c:pt idx="704">
                  <c:v>165</c:v>
                </c:pt>
                <c:pt idx="705">
                  <c:v>106</c:v>
                </c:pt>
                <c:pt idx="706">
                  <c:v>86</c:v>
                </c:pt>
                <c:pt idx="707">
                  <c:v>133</c:v>
                </c:pt>
                <c:pt idx="708">
                  <c:v>68</c:v>
                </c:pt>
                <c:pt idx="709">
                  <c:v>318</c:v>
                </c:pt>
                <c:pt idx="710">
                  <c:v>86</c:v>
                </c:pt>
                <c:pt idx="711">
                  <c:v>51</c:v>
                </c:pt>
                <c:pt idx="712">
                  <c:v>25</c:v>
                </c:pt>
                <c:pt idx="713">
                  <c:v>318</c:v>
                </c:pt>
                <c:pt idx="714">
                  <c:v>115</c:v>
                </c:pt>
                <c:pt idx="715">
                  <c:v>138</c:v>
                </c:pt>
                <c:pt idx="716">
                  <c:v>277</c:v>
                </c:pt>
                <c:pt idx="717">
                  <c:v>225</c:v>
                </c:pt>
                <c:pt idx="718">
                  <c:v>160</c:v>
                </c:pt>
                <c:pt idx="719">
                  <c:v>146</c:v>
                </c:pt>
                <c:pt idx="720">
                  <c:v>138</c:v>
                </c:pt>
                <c:pt idx="721">
                  <c:v>34</c:v>
                </c:pt>
                <c:pt idx="722">
                  <c:v>87</c:v>
                </c:pt>
                <c:pt idx="723">
                  <c:v>96</c:v>
                </c:pt>
                <c:pt idx="724">
                  <c:v>191</c:v>
                </c:pt>
                <c:pt idx="725">
                  <c:v>395</c:v>
                </c:pt>
                <c:pt idx="726">
                  <c:v>222</c:v>
                </c:pt>
                <c:pt idx="727">
                  <c:v>176</c:v>
                </c:pt>
                <c:pt idx="728">
                  <c:v>25</c:v>
                </c:pt>
                <c:pt idx="729">
                  <c:v>81</c:v>
                </c:pt>
                <c:pt idx="730">
                  <c:v>26</c:v>
                </c:pt>
                <c:pt idx="731">
                  <c:v>40</c:v>
                </c:pt>
                <c:pt idx="732">
                  <c:v>154</c:v>
                </c:pt>
                <c:pt idx="733">
                  <c:v>180</c:v>
                </c:pt>
                <c:pt idx="734">
                  <c:v>166</c:v>
                </c:pt>
                <c:pt idx="735">
                  <c:v>182</c:v>
                </c:pt>
                <c:pt idx="736">
                  <c:v>125</c:v>
                </c:pt>
                <c:pt idx="737">
                  <c:v>189</c:v>
                </c:pt>
                <c:pt idx="738">
                  <c:v>26</c:v>
                </c:pt>
                <c:pt idx="739">
                  <c:v>154</c:v>
                </c:pt>
                <c:pt idx="740">
                  <c:v>253</c:v>
                </c:pt>
                <c:pt idx="741">
                  <c:v>107</c:v>
                </c:pt>
                <c:pt idx="742">
                  <c:v>176</c:v>
                </c:pt>
                <c:pt idx="743">
                  <c:v>83</c:v>
                </c:pt>
                <c:pt idx="744">
                  <c:v>76</c:v>
                </c:pt>
                <c:pt idx="745">
                  <c:v>76</c:v>
                </c:pt>
                <c:pt idx="746">
                  <c:v>701</c:v>
                </c:pt>
                <c:pt idx="747">
                  <c:v>247</c:v>
                </c:pt>
                <c:pt idx="748">
                  <c:v>97</c:v>
                </c:pt>
                <c:pt idx="749">
                  <c:v>391</c:v>
                </c:pt>
                <c:pt idx="750">
                  <c:v>215</c:v>
                </c:pt>
                <c:pt idx="751">
                  <c:v>28</c:v>
                </c:pt>
                <c:pt idx="752">
                  <c:v>282</c:v>
                </c:pt>
                <c:pt idx="753">
                  <c:v>181</c:v>
                </c:pt>
                <c:pt idx="754">
                  <c:v>218</c:v>
                </c:pt>
                <c:pt idx="755">
                  <c:v>229</c:v>
                </c:pt>
                <c:pt idx="756">
                  <c:v>437</c:v>
                </c:pt>
                <c:pt idx="757">
                  <c:v>161</c:v>
                </c:pt>
                <c:pt idx="758">
                  <c:v>90</c:v>
                </c:pt>
                <c:pt idx="759">
                  <c:v>164</c:v>
                </c:pt>
                <c:pt idx="760">
                  <c:v>210</c:v>
                </c:pt>
                <c:pt idx="761">
                  <c:v>220</c:v>
                </c:pt>
                <c:pt idx="762">
                  <c:v>123</c:v>
                </c:pt>
                <c:pt idx="763">
                  <c:v>294</c:v>
                </c:pt>
                <c:pt idx="764">
                  <c:v>130</c:v>
                </c:pt>
                <c:pt idx="765">
                  <c:v>636</c:v>
                </c:pt>
                <c:pt idx="766">
                  <c:v>25</c:v>
                </c:pt>
                <c:pt idx="767">
                  <c:v>264</c:v>
                </c:pt>
                <c:pt idx="768">
                  <c:v>171</c:v>
                </c:pt>
                <c:pt idx="769">
                  <c:v>181</c:v>
                </c:pt>
                <c:pt idx="770">
                  <c:v>123</c:v>
                </c:pt>
                <c:pt idx="771">
                  <c:v>488</c:v>
                </c:pt>
                <c:pt idx="772">
                  <c:v>61</c:v>
                </c:pt>
                <c:pt idx="773">
                  <c:v>226</c:v>
                </c:pt>
                <c:pt idx="774">
                  <c:v>122</c:v>
                </c:pt>
                <c:pt idx="775">
                  <c:v>132</c:v>
                </c:pt>
                <c:pt idx="776">
                  <c:v>25</c:v>
                </c:pt>
                <c:pt idx="777">
                  <c:v>45</c:v>
                </c:pt>
                <c:pt idx="778">
                  <c:v>133</c:v>
                </c:pt>
                <c:pt idx="779">
                  <c:v>25</c:v>
                </c:pt>
                <c:pt idx="780">
                  <c:v>688</c:v>
                </c:pt>
                <c:pt idx="781">
                  <c:v>59</c:v>
                </c:pt>
                <c:pt idx="782">
                  <c:v>176</c:v>
                </c:pt>
                <c:pt idx="783">
                  <c:v>243</c:v>
                </c:pt>
                <c:pt idx="784">
                  <c:v>286</c:v>
                </c:pt>
                <c:pt idx="785">
                  <c:v>143</c:v>
                </c:pt>
                <c:pt idx="786">
                  <c:v>410</c:v>
                </c:pt>
                <c:pt idx="787">
                  <c:v>120</c:v>
                </c:pt>
                <c:pt idx="788">
                  <c:v>96</c:v>
                </c:pt>
                <c:pt idx="789">
                  <c:v>194</c:v>
                </c:pt>
                <c:pt idx="790">
                  <c:v>279</c:v>
                </c:pt>
                <c:pt idx="791">
                  <c:v>342</c:v>
                </c:pt>
                <c:pt idx="792">
                  <c:v>152</c:v>
                </c:pt>
                <c:pt idx="793">
                  <c:v>363</c:v>
                </c:pt>
                <c:pt idx="794">
                  <c:v>81</c:v>
                </c:pt>
                <c:pt idx="795">
                  <c:v>271</c:v>
                </c:pt>
                <c:pt idx="796">
                  <c:v>181</c:v>
                </c:pt>
                <c:pt idx="797">
                  <c:v>65</c:v>
                </c:pt>
                <c:pt idx="798">
                  <c:v>132</c:v>
                </c:pt>
                <c:pt idx="799">
                  <c:v>198</c:v>
                </c:pt>
                <c:pt idx="800">
                  <c:v>271</c:v>
                </c:pt>
                <c:pt idx="801">
                  <c:v>252</c:v>
                </c:pt>
                <c:pt idx="802">
                  <c:v>182</c:v>
                </c:pt>
                <c:pt idx="803">
                  <c:v>256</c:v>
                </c:pt>
                <c:pt idx="804">
                  <c:v>195</c:v>
                </c:pt>
                <c:pt idx="805">
                  <c:v>77</c:v>
                </c:pt>
                <c:pt idx="806">
                  <c:v>216</c:v>
                </c:pt>
                <c:pt idx="807">
                  <c:v>72</c:v>
                </c:pt>
                <c:pt idx="808">
                  <c:v>64</c:v>
                </c:pt>
                <c:pt idx="809">
                  <c:v>86</c:v>
                </c:pt>
                <c:pt idx="810">
                  <c:v>262</c:v>
                </c:pt>
                <c:pt idx="811">
                  <c:v>45</c:v>
                </c:pt>
                <c:pt idx="812">
                  <c:v>127</c:v>
                </c:pt>
                <c:pt idx="813">
                  <c:v>133</c:v>
                </c:pt>
                <c:pt idx="814">
                  <c:v>158</c:v>
                </c:pt>
                <c:pt idx="815">
                  <c:v>165</c:v>
                </c:pt>
                <c:pt idx="816">
                  <c:v>280</c:v>
                </c:pt>
                <c:pt idx="817">
                  <c:v>115</c:v>
                </c:pt>
                <c:pt idx="818">
                  <c:v>145</c:v>
                </c:pt>
                <c:pt idx="819">
                  <c:v>151</c:v>
                </c:pt>
                <c:pt idx="820">
                  <c:v>183</c:v>
                </c:pt>
                <c:pt idx="821">
                  <c:v>67</c:v>
                </c:pt>
                <c:pt idx="822">
                  <c:v>69</c:v>
                </c:pt>
                <c:pt idx="823">
                  <c:v>26</c:v>
                </c:pt>
                <c:pt idx="824">
                  <c:v>58</c:v>
                </c:pt>
                <c:pt idx="825">
                  <c:v>269</c:v>
                </c:pt>
                <c:pt idx="826">
                  <c:v>222</c:v>
                </c:pt>
                <c:pt idx="827">
                  <c:v>161</c:v>
                </c:pt>
                <c:pt idx="828">
                  <c:v>217</c:v>
                </c:pt>
                <c:pt idx="829">
                  <c:v>73</c:v>
                </c:pt>
                <c:pt idx="830">
                  <c:v>228</c:v>
                </c:pt>
                <c:pt idx="831">
                  <c:v>113</c:v>
                </c:pt>
                <c:pt idx="832">
                  <c:v>159</c:v>
                </c:pt>
                <c:pt idx="833">
                  <c:v>66</c:v>
                </c:pt>
                <c:pt idx="834">
                  <c:v>223</c:v>
                </c:pt>
                <c:pt idx="835">
                  <c:v>139</c:v>
                </c:pt>
                <c:pt idx="836">
                  <c:v>163</c:v>
                </c:pt>
                <c:pt idx="837">
                  <c:v>100</c:v>
                </c:pt>
                <c:pt idx="838">
                  <c:v>145</c:v>
                </c:pt>
                <c:pt idx="839">
                  <c:v>62</c:v>
                </c:pt>
                <c:pt idx="840">
                  <c:v>51</c:v>
                </c:pt>
                <c:pt idx="841">
                  <c:v>30</c:v>
                </c:pt>
                <c:pt idx="842">
                  <c:v>388</c:v>
                </c:pt>
                <c:pt idx="843">
                  <c:v>579</c:v>
                </c:pt>
                <c:pt idx="844">
                  <c:v>127</c:v>
                </c:pt>
                <c:pt idx="845">
                  <c:v>154</c:v>
                </c:pt>
                <c:pt idx="846">
                  <c:v>89</c:v>
                </c:pt>
                <c:pt idx="847">
                  <c:v>59</c:v>
                </c:pt>
                <c:pt idx="848">
                  <c:v>108</c:v>
                </c:pt>
                <c:pt idx="849">
                  <c:v>51</c:v>
                </c:pt>
                <c:pt idx="850">
                  <c:v>467</c:v>
                </c:pt>
                <c:pt idx="851">
                  <c:v>544</c:v>
                </c:pt>
                <c:pt idx="852">
                  <c:v>372</c:v>
                </c:pt>
                <c:pt idx="853">
                  <c:v>314</c:v>
                </c:pt>
                <c:pt idx="854">
                  <c:v>427</c:v>
                </c:pt>
                <c:pt idx="855">
                  <c:v>326</c:v>
                </c:pt>
                <c:pt idx="856">
                  <c:v>315</c:v>
                </c:pt>
                <c:pt idx="857">
                  <c:v>238</c:v>
                </c:pt>
                <c:pt idx="858">
                  <c:v>226</c:v>
                </c:pt>
                <c:pt idx="859">
                  <c:v>167</c:v>
                </c:pt>
                <c:pt idx="860">
                  <c:v>272</c:v>
                </c:pt>
                <c:pt idx="861">
                  <c:v>334</c:v>
                </c:pt>
                <c:pt idx="862">
                  <c:v>231</c:v>
                </c:pt>
                <c:pt idx="863">
                  <c:v>331</c:v>
                </c:pt>
                <c:pt idx="864">
                  <c:v>744</c:v>
                </c:pt>
                <c:pt idx="865">
                  <c:v>297</c:v>
                </c:pt>
                <c:pt idx="866">
                  <c:v>166</c:v>
                </c:pt>
                <c:pt idx="867">
                  <c:v>616</c:v>
                </c:pt>
                <c:pt idx="868">
                  <c:v>303</c:v>
                </c:pt>
                <c:pt idx="869">
                  <c:v>548</c:v>
                </c:pt>
                <c:pt idx="870">
                  <c:v>223</c:v>
                </c:pt>
                <c:pt idx="871">
                  <c:v>370</c:v>
                </c:pt>
                <c:pt idx="872">
                  <c:v>626</c:v>
                </c:pt>
                <c:pt idx="873">
                  <c:v>402</c:v>
                </c:pt>
                <c:pt idx="874">
                  <c:v>414</c:v>
                </c:pt>
                <c:pt idx="875">
                  <c:v>14</c:v>
                </c:pt>
                <c:pt idx="876">
                  <c:v>12</c:v>
                </c:pt>
                <c:pt idx="877">
                  <c:v>207</c:v>
                </c:pt>
                <c:pt idx="878">
                  <c:v>445</c:v>
                </c:pt>
                <c:pt idx="879">
                  <c:v>439</c:v>
                </c:pt>
                <c:pt idx="880">
                  <c:v>735</c:v>
                </c:pt>
                <c:pt idx="881">
                  <c:v>57</c:v>
                </c:pt>
                <c:pt idx="882">
                  <c:v>284</c:v>
                </c:pt>
                <c:pt idx="883">
                  <c:v>132</c:v>
                </c:pt>
                <c:pt idx="884">
                  <c:v>206</c:v>
                </c:pt>
                <c:pt idx="885">
                  <c:v>110</c:v>
                </c:pt>
                <c:pt idx="886">
                  <c:v>736</c:v>
                </c:pt>
                <c:pt idx="887">
                  <c:v>154</c:v>
                </c:pt>
                <c:pt idx="888">
                  <c:v>349</c:v>
                </c:pt>
                <c:pt idx="889">
                  <c:v>559</c:v>
                </c:pt>
                <c:pt idx="890">
                  <c:v>652</c:v>
                </c:pt>
                <c:pt idx="891">
                  <c:v>424</c:v>
                </c:pt>
                <c:pt idx="892">
                  <c:v>432</c:v>
                </c:pt>
                <c:pt idx="893">
                  <c:v>454</c:v>
                </c:pt>
                <c:pt idx="894">
                  <c:v>81</c:v>
                </c:pt>
                <c:pt idx="895">
                  <c:v>429</c:v>
                </c:pt>
                <c:pt idx="896">
                  <c:v>200</c:v>
                </c:pt>
                <c:pt idx="897">
                  <c:v>241</c:v>
                </c:pt>
                <c:pt idx="898">
                  <c:v>230</c:v>
                </c:pt>
                <c:pt idx="899">
                  <c:v>277</c:v>
                </c:pt>
                <c:pt idx="900">
                  <c:v>544</c:v>
                </c:pt>
                <c:pt idx="901">
                  <c:v>429</c:v>
                </c:pt>
                <c:pt idx="902">
                  <c:v>313</c:v>
                </c:pt>
                <c:pt idx="903">
                  <c:v>286</c:v>
                </c:pt>
                <c:pt idx="904">
                  <c:v>447</c:v>
                </c:pt>
                <c:pt idx="905">
                  <c:v>534</c:v>
                </c:pt>
                <c:pt idx="906">
                  <c:v>395</c:v>
                </c:pt>
                <c:pt idx="907">
                  <c:v>472</c:v>
                </c:pt>
                <c:pt idx="908">
                  <c:v>460</c:v>
                </c:pt>
                <c:pt idx="909">
                  <c:v>705</c:v>
                </c:pt>
                <c:pt idx="910">
                  <c:v>396</c:v>
                </c:pt>
                <c:pt idx="911">
                  <c:v>255</c:v>
                </c:pt>
                <c:pt idx="912">
                  <c:v>380</c:v>
                </c:pt>
                <c:pt idx="913">
                  <c:v>399</c:v>
                </c:pt>
                <c:pt idx="914">
                  <c:v>398</c:v>
                </c:pt>
                <c:pt idx="915">
                  <c:v>370</c:v>
                </c:pt>
                <c:pt idx="916">
                  <c:v>210</c:v>
                </c:pt>
                <c:pt idx="917">
                  <c:v>430</c:v>
                </c:pt>
                <c:pt idx="918">
                  <c:v>136</c:v>
                </c:pt>
                <c:pt idx="919">
                  <c:v>289</c:v>
                </c:pt>
                <c:pt idx="920">
                  <c:v>434</c:v>
                </c:pt>
                <c:pt idx="921">
                  <c:v>618</c:v>
                </c:pt>
                <c:pt idx="922">
                  <c:v>304</c:v>
                </c:pt>
                <c:pt idx="923">
                  <c:v>264</c:v>
                </c:pt>
                <c:pt idx="924">
                  <c:v>173</c:v>
                </c:pt>
                <c:pt idx="925">
                  <c:v>185</c:v>
                </c:pt>
                <c:pt idx="926">
                  <c:v>635</c:v>
                </c:pt>
                <c:pt idx="927">
                  <c:v>330</c:v>
                </c:pt>
                <c:pt idx="928">
                  <c:v>212</c:v>
                </c:pt>
                <c:pt idx="929">
                  <c:v>375</c:v>
                </c:pt>
                <c:pt idx="930">
                  <c:v>315</c:v>
                </c:pt>
                <c:pt idx="931">
                  <c:v>314</c:v>
                </c:pt>
                <c:pt idx="932">
                  <c:v>279</c:v>
                </c:pt>
                <c:pt idx="933">
                  <c:v>455</c:v>
                </c:pt>
                <c:pt idx="934">
                  <c:v>711</c:v>
                </c:pt>
                <c:pt idx="935">
                  <c:v>580</c:v>
                </c:pt>
                <c:pt idx="936">
                  <c:v>512</c:v>
                </c:pt>
                <c:pt idx="937">
                  <c:v>354</c:v>
                </c:pt>
                <c:pt idx="938">
                  <c:v>236</c:v>
                </c:pt>
                <c:pt idx="939">
                  <c:v>226</c:v>
                </c:pt>
                <c:pt idx="940">
                  <c:v>251</c:v>
                </c:pt>
                <c:pt idx="941">
                  <c:v>140</c:v>
                </c:pt>
                <c:pt idx="942">
                  <c:v>145</c:v>
                </c:pt>
                <c:pt idx="943">
                  <c:v>443</c:v>
                </c:pt>
                <c:pt idx="944">
                  <c:v>263</c:v>
                </c:pt>
                <c:pt idx="945">
                  <c:v>43</c:v>
                </c:pt>
                <c:pt idx="946">
                  <c:v>12</c:v>
                </c:pt>
                <c:pt idx="947">
                  <c:v>226</c:v>
                </c:pt>
                <c:pt idx="948">
                  <c:v>124</c:v>
                </c:pt>
                <c:pt idx="949">
                  <c:v>211</c:v>
                </c:pt>
                <c:pt idx="950">
                  <c:v>129</c:v>
                </c:pt>
                <c:pt idx="951">
                  <c:v>180</c:v>
                </c:pt>
                <c:pt idx="952">
                  <c:v>104</c:v>
                </c:pt>
                <c:pt idx="953">
                  <c:v>76</c:v>
                </c:pt>
                <c:pt idx="954">
                  <c:v>393</c:v>
                </c:pt>
                <c:pt idx="955">
                  <c:v>155</c:v>
                </c:pt>
                <c:pt idx="956">
                  <c:v>328</c:v>
                </c:pt>
                <c:pt idx="957">
                  <c:v>647</c:v>
                </c:pt>
                <c:pt idx="958">
                  <c:v>113</c:v>
                </c:pt>
                <c:pt idx="959">
                  <c:v>1</c:v>
                </c:pt>
                <c:pt idx="960">
                  <c:v>213</c:v>
                </c:pt>
                <c:pt idx="961">
                  <c:v>152</c:v>
                </c:pt>
                <c:pt idx="962">
                  <c:v>18</c:v>
                </c:pt>
                <c:pt idx="963">
                  <c:v>22</c:v>
                </c:pt>
                <c:pt idx="964">
                  <c:v>157</c:v>
                </c:pt>
                <c:pt idx="965">
                  <c:v>222</c:v>
                </c:pt>
                <c:pt idx="966">
                  <c:v>142</c:v>
                </c:pt>
                <c:pt idx="967">
                  <c:v>253</c:v>
                </c:pt>
                <c:pt idx="968">
                  <c:v>28</c:v>
                </c:pt>
                <c:pt idx="969">
                  <c:v>48</c:v>
                </c:pt>
                <c:pt idx="970">
                  <c:v>155</c:v>
                </c:pt>
                <c:pt idx="971">
                  <c:v>239</c:v>
                </c:pt>
                <c:pt idx="972">
                  <c:v>233</c:v>
                </c:pt>
                <c:pt idx="973">
                  <c:v>555</c:v>
                </c:pt>
                <c:pt idx="974">
                  <c:v>92</c:v>
                </c:pt>
                <c:pt idx="975">
                  <c:v>138</c:v>
                </c:pt>
                <c:pt idx="976">
                  <c:v>96</c:v>
                </c:pt>
                <c:pt idx="977">
                  <c:v>209</c:v>
                </c:pt>
                <c:pt idx="978">
                  <c:v>113</c:v>
                </c:pt>
                <c:pt idx="979">
                  <c:v>15</c:v>
                </c:pt>
                <c:pt idx="980">
                  <c:v>176</c:v>
                </c:pt>
                <c:pt idx="981">
                  <c:v>136</c:v>
                </c:pt>
                <c:pt idx="982">
                  <c:v>116</c:v>
                </c:pt>
                <c:pt idx="983">
                  <c:v>439</c:v>
                </c:pt>
                <c:pt idx="984">
                  <c:v>146</c:v>
                </c:pt>
                <c:pt idx="985">
                  <c:v>512</c:v>
                </c:pt>
                <c:pt idx="986">
                  <c:v>116</c:v>
                </c:pt>
                <c:pt idx="987">
                  <c:v>59</c:v>
                </c:pt>
                <c:pt idx="988">
                  <c:v>109</c:v>
                </c:pt>
                <c:pt idx="989">
                  <c:v>37</c:v>
                </c:pt>
                <c:pt idx="990">
                  <c:v>120</c:v>
                </c:pt>
                <c:pt idx="991">
                  <c:v>211</c:v>
                </c:pt>
                <c:pt idx="992">
                  <c:v>25</c:v>
                </c:pt>
                <c:pt idx="993">
                  <c:v>626</c:v>
                </c:pt>
                <c:pt idx="994">
                  <c:v>411</c:v>
                </c:pt>
                <c:pt idx="995">
                  <c:v>614</c:v>
                </c:pt>
                <c:pt idx="996">
                  <c:v>89</c:v>
                </c:pt>
                <c:pt idx="997">
                  <c:v>135</c:v>
                </c:pt>
                <c:pt idx="998">
                  <c:v>110</c:v>
                </c:pt>
                <c:pt idx="999">
                  <c:v>88</c:v>
                </c:pt>
                <c:pt idx="1000">
                  <c:v>154</c:v>
                </c:pt>
                <c:pt idx="1001">
                  <c:v>74</c:v>
                </c:pt>
                <c:pt idx="1002">
                  <c:v>443</c:v>
                </c:pt>
                <c:pt idx="1003">
                  <c:v>200</c:v>
                </c:pt>
                <c:pt idx="1004">
                  <c:v>362</c:v>
                </c:pt>
                <c:pt idx="1005">
                  <c:v>53</c:v>
                </c:pt>
                <c:pt idx="1006">
                  <c:v>161</c:v>
                </c:pt>
                <c:pt idx="1007">
                  <c:v>97</c:v>
                </c:pt>
                <c:pt idx="1008">
                  <c:v>114</c:v>
                </c:pt>
                <c:pt idx="1009">
                  <c:v>183</c:v>
                </c:pt>
                <c:pt idx="1010">
                  <c:v>370</c:v>
                </c:pt>
                <c:pt idx="1011">
                  <c:v>308</c:v>
                </c:pt>
                <c:pt idx="1012">
                  <c:v>588</c:v>
                </c:pt>
                <c:pt idx="1013">
                  <c:v>605</c:v>
                </c:pt>
                <c:pt idx="1014">
                  <c:v>148</c:v>
                </c:pt>
                <c:pt idx="1015">
                  <c:v>265</c:v>
                </c:pt>
                <c:pt idx="1016">
                  <c:v>664</c:v>
                </c:pt>
                <c:pt idx="1017">
                  <c:v>133</c:v>
                </c:pt>
                <c:pt idx="1018">
                  <c:v>144</c:v>
                </c:pt>
                <c:pt idx="1019">
                  <c:v>234</c:v>
                </c:pt>
                <c:pt idx="1020">
                  <c:v>161</c:v>
                </c:pt>
                <c:pt idx="1021">
                  <c:v>203</c:v>
                </c:pt>
                <c:pt idx="1022">
                  <c:v>454</c:v>
                </c:pt>
                <c:pt idx="1023">
                  <c:v>146</c:v>
                </c:pt>
                <c:pt idx="1024">
                  <c:v>209</c:v>
                </c:pt>
                <c:pt idx="1025">
                  <c:v>336</c:v>
                </c:pt>
                <c:pt idx="1026">
                  <c:v>277</c:v>
                </c:pt>
                <c:pt idx="1027">
                  <c:v>316</c:v>
                </c:pt>
                <c:pt idx="1028">
                  <c:v>115</c:v>
                </c:pt>
                <c:pt idx="1029">
                  <c:v>173</c:v>
                </c:pt>
                <c:pt idx="1030">
                  <c:v>315</c:v>
                </c:pt>
                <c:pt idx="1031">
                  <c:v>195</c:v>
                </c:pt>
                <c:pt idx="1032">
                  <c:v>305</c:v>
                </c:pt>
                <c:pt idx="1033">
                  <c:v>520</c:v>
                </c:pt>
                <c:pt idx="1034">
                  <c:v>181</c:v>
                </c:pt>
                <c:pt idx="1035">
                  <c:v>257</c:v>
                </c:pt>
                <c:pt idx="1036">
                  <c:v>366</c:v>
                </c:pt>
                <c:pt idx="1037">
                  <c:v>367</c:v>
                </c:pt>
                <c:pt idx="1038">
                  <c:v>634</c:v>
                </c:pt>
                <c:pt idx="1039">
                  <c:v>41</c:v>
                </c:pt>
                <c:pt idx="1040">
                  <c:v>215</c:v>
                </c:pt>
                <c:pt idx="1041">
                  <c:v>219</c:v>
                </c:pt>
                <c:pt idx="1042">
                  <c:v>200</c:v>
                </c:pt>
                <c:pt idx="1043">
                  <c:v>178</c:v>
                </c:pt>
                <c:pt idx="1044">
                  <c:v>419</c:v>
                </c:pt>
                <c:pt idx="1045">
                  <c:v>87</c:v>
                </c:pt>
                <c:pt idx="1046">
                  <c:v>327</c:v>
                </c:pt>
                <c:pt idx="1047">
                  <c:v>126</c:v>
                </c:pt>
                <c:pt idx="1048">
                  <c:v>153</c:v>
                </c:pt>
                <c:pt idx="1049">
                  <c:v>271</c:v>
                </c:pt>
                <c:pt idx="1050">
                  <c:v>606</c:v>
                </c:pt>
                <c:pt idx="1051">
                  <c:v>212</c:v>
                </c:pt>
                <c:pt idx="1052">
                  <c:v>395</c:v>
                </c:pt>
                <c:pt idx="1053">
                  <c:v>272</c:v>
                </c:pt>
                <c:pt idx="1054">
                  <c:v>85</c:v>
                </c:pt>
                <c:pt idx="1055">
                  <c:v>92</c:v>
                </c:pt>
                <c:pt idx="1056">
                  <c:v>90</c:v>
                </c:pt>
                <c:pt idx="1057">
                  <c:v>467</c:v>
                </c:pt>
                <c:pt idx="1058">
                  <c:v>92</c:v>
                </c:pt>
                <c:pt idx="1059">
                  <c:v>112</c:v>
                </c:pt>
                <c:pt idx="1060">
                  <c:v>441</c:v>
                </c:pt>
                <c:pt idx="1061">
                  <c:v>224</c:v>
                </c:pt>
                <c:pt idx="1062">
                  <c:v>83</c:v>
                </c:pt>
                <c:pt idx="1063">
                  <c:v>243</c:v>
                </c:pt>
                <c:pt idx="1064">
                  <c:v>302</c:v>
                </c:pt>
                <c:pt idx="1065">
                  <c:v>237</c:v>
                </c:pt>
                <c:pt idx="1066">
                  <c:v>177</c:v>
                </c:pt>
                <c:pt idx="1067">
                  <c:v>403</c:v>
                </c:pt>
                <c:pt idx="1068">
                  <c:v>107</c:v>
                </c:pt>
                <c:pt idx="1069">
                  <c:v>209</c:v>
                </c:pt>
                <c:pt idx="1070">
                  <c:v>145</c:v>
                </c:pt>
                <c:pt idx="1071">
                  <c:v>155</c:v>
                </c:pt>
                <c:pt idx="1072">
                  <c:v>598</c:v>
                </c:pt>
                <c:pt idx="1073">
                  <c:v>128</c:v>
                </c:pt>
                <c:pt idx="1074">
                  <c:v>110</c:v>
                </c:pt>
                <c:pt idx="1075">
                  <c:v>239</c:v>
                </c:pt>
                <c:pt idx="1076">
                  <c:v>430</c:v>
                </c:pt>
                <c:pt idx="1077">
                  <c:v>407</c:v>
                </c:pt>
                <c:pt idx="1078">
                  <c:v>271</c:v>
                </c:pt>
                <c:pt idx="1079">
                  <c:v>60</c:v>
                </c:pt>
                <c:pt idx="1080">
                  <c:v>642</c:v>
                </c:pt>
                <c:pt idx="1081">
                  <c:v>311</c:v>
                </c:pt>
                <c:pt idx="1082">
                  <c:v>241</c:v>
                </c:pt>
                <c:pt idx="1083">
                  <c:v>300</c:v>
                </c:pt>
                <c:pt idx="1084">
                  <c:v>471</c:v>
                </c:pt>
                <c:pt idx="1085">
                  <c:v>220</c:v>
                </c:pt>
                <c:pt idx="1086">
                  <c:v>154</c:v>
                </c:pt>
                <c:pt idx="1087">
                  <c:v>180</c:v>
                </c:pt>
                <c:pt idx="1088">
                  <c:v>185</c:v>
                </c:pt>
                <c:pt idx="1089">
                  <c:v>187</c:v>
                </c:pt>
                <c:pt idx="1090">
                  <c:v>157</c:v>
                </c:pt>
                <c:pt idx="1091">
                  <c:v>98</c:v>
                </c:pt>
                <c:pt idx="1092">
                  <c:v>204</c:v>
                </c:pt>
                <c:pt idx="1093">
                  <c:v>173</c:v>
                </c:pt>
                <c:pt idx="1094">
                  <c:v>26</c:v>
                </c:pt>
                <c:pt idx="1095">
                  <c:v>25</c:v>
                </c:pt>
                <c:pt idx="1096">
                  <c:v>142</c:v>
                </c:pt>
                <c:pt idx="1097">
                  <c:v>161</c:v>
                </c:pt>
                <c:pt idx="1098">
                  <c:v>162</c:v>
                </c:pt>
                <c:pt idx="1099">
                  <c:v>603</c:v>
                </c:pt>
                <c:pt idx="1100">
                  <c:v>326</c:v>
                </c:pt>
                <c:pt idx="1101">
                  <c:v>209</c:v>
                </c:pt>
                <c:pt idx="1102">
                  <c:v>187</c:v>
                </c:pt>
                <c:pt idx="1103">
                  <c:v>73</c:v>
                </c:pt>
                <c:pt idx="1104">
                  <c:v>83</c:v>
                </c:pt>
                <c:pt idx="1105">
                  <c:v>204</c:v>
                </c:pt>
                <c:pt idx="1106">
                  <c:v>197</c:v>
                </c:pt>
                <c:pt idx="1107">
                  <c:v>153</c:v>
                </c:pt>
                <c:pt idx="1108">
                  <c:v>167</c:v>
                </c:pt>
                <c:pt idx="1109">
                  <c:v>262</c:v>
                </c:pt>
                <c:pt idx="1110">
                  <c:v>191</c:v>
                </c:pt>
                <c:pt idx="1111">
                  <c:v>229</c:v>
                </c:pt>
                <c:pt idx="1112">
                  <c:v>478</c:v>
                </c:pt>
                <c:pt idx="1113">
                  <c:v>87</c:v>
                </c:pt>
                <c:pt idx="1114">
                  <c:v>406</c:v>
                </c:pt>
                <c:pt idx="1115">
                  <c:v>235</c:v>
                </c:pt>
                <c:pt idx="1116">
                  <c:v>391</c:v>
                </c:pt>
                <c:pt idx="1117">
                  <c:v>146</c:v>
                </c:pt>
                <c:pt idx="1118">
                  <c:v>171</c:v>
                </c:pt>
                <c:pt idx="1119">
                  <c:v>553</c:v>
                </c:pt>
                <c:pt idx="1120">
                  <c:v>90</c:v>
                </c:pt>
                <c:pt idx="1121">
                  <c:v>22</c:v>
                </c:pt>
                <c:pt idx="1122">
                  <c:v>213</c:v>
                </c:pt>
                <c:pt idx="1123">
                  <c:v>382</c:v>
                </c:pt>
                <c:pt idx="1124">
                  <c:v>147</c:v>
                </c:pt>
                <c:pt idx="1125">
                  <c:v>472</c:v>
                </c:pt>
                <c:pt idx="1126">
                  <c:v>43</c:v>
                </c:pt>
                <c:pt idx="1127">
                  <c:v>158</c:v>
                </c:pt>
                <c:pt idx="1128">
                  <c:v>36</c:v>
                </c:pt>
                <c:pt idx="1129">
                  <c:v>62</c:v>
                </c:pt>
                <c:pt idx="1130">
                  <c:v>289</c:v>
                </c:pt>
                <c:pt idx="1131">
                  <c:v>519</c:v>
                </c:pt>
                <c:pt idx="1132">
                  <c:v>149</c:v>
                </c:pt>
                <c:pt idx="1133">
                  <c:v>25</c:v>
                </c:pt>
                <c:pt idx="1134">
                  <c:v>42</c:v>
                </c:pt>
                <c:pt idx="1135">
                  <c:v>123</c:v>
                </c:pt>
                <c:pt idx="1136">
                  <c:v>255</c:v>
                </c:pt>
                <c:pt idx="1137">
                  <c:v>160</c:v>
                </c:pt>
                <c:pt idx="1138">
                  <c:v>136</c:v>
                </c:pt>
                <c:pt idx="1139">
                  <c:v>226</c:v>
                </c:pt>
                <c:pt idx="1140">
                  <c:v>332</c:v>
                </c:pt>
                <c:pt idx="1141">
                  <c:v>117</c:v>
                </c:pt>
                <c:pt idx="1142">
                  <c:v>243</c:v>
                </c:pt>
                <c:pt idx="1143">
                  <c:v>111</c:v>
                </c:pt>
                <c:pt idx="1144">
                  <c:v>408</c:v>
                </c:pt>
                <c:pt idx="1145">
                  <c:v>127</c:v>
                </c:pt>
                <c:pt idx="1146">
                  <c:v>279</c:v>
                </c:pt>
                <c:pt idx="1147">
                  <c:v>691</c:v>
                </c:pt>
                <c:pt idx="1148">
                  <c:v>114</c:v>
                </c:pt>
                <c:pt idx="1149">
                  <c:v>177</c:v>
                </c:pt>
                <c:pt idx="1150">
                  <c:v>661</c:v>
                </c:pt>
                <c:pt idx="1151">
                  <c:v>27</c:v>
                </c:pt>
                <c:pt idx="1152">
                  <c:v>54</c:v>
                </c:pt>
                <c:pt idx="1153">
                  <c:v>672</c:v>
                </c:pt>
                <c:pt idx="1154">
                  <c:v>651</c:v>
                </c:pt>
                <c:pt idx="1155">
                  <c:v>77</c:v>
                </c:pt>
                <c:pt idx="1156">
                  <c:v>253</c:v>
                </c:pt>
                <c:pt idx="1157">
                  <c:v>129</c:v>
                </c:pt>
                <c:pt idx="1158">
                  <c:v>156</c:v>
                </c:pt>
                <c:pt idx="1159">
                  <c:v>175</c:v>
                </c:pt>
                <c:pt idx="1160">
                  <c:v>283</c:v>
                </c:pt>
                <c:pt idx="1161">
                  <c:v>120</c:v>
                </c:pt>
                <c:pt idx="1162">
                  <c:v>210</c:v>
                </c:pt>
                <c:pt idx="1163">
                  <c:v>249</c:v>
                </c:pt>
                <c:pt idx="1164">
                  <c:v>244</c:v>
                </c:pt>
                <c:pt idx="1165">
                  <c:v>361</c:v>
                </c:pt>
                <c:pt idx="1166">
                  <c:v>289</c:v>
                </c:pt>
                <c:pt idx="1167">
                  <c:v>218</c:v>
                </c:pt>
                <c:pt idx="1168">
                  <c:v>111</c:v>
                </c:pt>
                <c:pt idx="1169">
                  <c:v>187</c:v>
                </c:pt>
                <c:pt idx="1170">
                  <c:v>137</c:v>
                </c:pt>
                <c:pt idx="1171">
                  <c:v>26</c:v>
                </c:pt>
                <c:pt idx="1172">
                  <c:v>35</c:v>
                </c:pt>
                <c:pt idx="1173">
                  <c:v>49</c:v>
                </c:pt>
                <c:pt idx="1174">
                  <c:v>23</c:v>
                </c:pt>
                <c:pt idx="1175">
                  <c:v>123</c:v>
                </c:pt>
                <c:pt idx="1176">
                  <c:v>248</c:v>
                </c:pt>
                <c:pt idx="1177">
                  <c:v>374</c:v>
                </c:pt>
                <c:pt idx="1178">
                  <c:v>265</c:v>
                </c:pt>
                <c:pt idx="1179">
                  <c:v>194</c:v>
                </c:pt>
                <c:pt idx="1180">
                  <c:v>314</c:v>
                </c:pt>
                <c:pt idx="1181">
                  <c:v>261</c:v>
                </c:pt>
                <c:pt idx="1182">
                  <c:v>29</c:v>
                </c:pt>
                <c:pt idx="1183">
                  <c:v>36</c:v>
                </c:pt>
                <c:pt idx="1184">
                  <c:v>150</c:v>
                </c:pt>
                <c:pt idx="1185">
                  <c:v>169</c:v>
                </c:pt>
                <c:pt idx="1186">
                  <c:v>20</c:v>
                </c:pt>
                <c:pt idx="1187">
                  <c:v>32</c:v>
                </c:pt>
                <c:pt idx="1188">
                  <c:v>26</c:v>
                </c:pt>
                <c:pt idx="1189">
                  <c:v>86</c:v>
                </c:pt>
                <c:pt idx="1190">
                  <c:v>127</c:v>
                </c:pt>
                <c:pt idx="1191">
                  <c:v>36</c:v>
                </c:pt>
                <c:pt idx="1192">
                  <c:v>31</c:v>
                </c:pt>
                <c:pt idx="1193">
                  <c:v>76</c:v>
                </c:pt>
                <c:pt idx="1194">
                  <c:v>222</c:v>
                </c:pt>
                <c:pt idx="1195">
                  <c:v>199</c:v>
                </c:pt>
                <c:pt idx="1196">
                  <c:v>145</c:v>
                </c:pt>
                <c:pt idx="1197">
                  <c:v>280</c:v>
                </c:pt>
                <c:pt idx="1198">
                  <c:v>124</c:v>
                </c:pt>
                <c:pt idx="1199">
                  <c:v>264</c:v>
                </c:pt>
                <c:pt idx="1200">
                  <c:v>134</c:v>
                </c:pt>
                <c:pt idx="1201">
                  <c:v>101</c:v>
                </c:pt>
                <c:pt idx="1202">
                  <c:v>240</c:v>
                </c:pt>
                <c:pt idx="1203">
                  <c:v>511</c:v>
                </c:pt>
                <c:pt idx="1204">
                  <c:v>483</c:v>
                </c:pt>
                <c:pt idx="1205">
                  <c:v>75</c:v>
                </c:pt>
                <c:pt idx="1206">
                  <c:v>103</c:v>
                </c:pt>
                <c:pt idx="1207">
                  <c:v>53</c:v>
                </c:pt>
                <c:pt idx="1208">
                  <c:v>249</c:v>
                </c:pt>
                <c:pt idx="1209">
                  <c:v>308</c:v>
                </c:pt>
                <c:pt idx="1210">
                  <c:v>409</c:v>
                </c:pt>
                <c:pt idx="1211">
                  <c:v>222</c:v>
                </c:pt>
                <c:pt idx="1212">
                  <c:v>103</c:v>
                </c:pt>
                <c:pt idx="1213">
                  <c:v>103</c:v>
                </c:pt>
                <c:pt idx="1214">
                  <c:v>385</c:v>
                </c:pt>
                <c:pt idx="1215">
                  <c:v>243</c:v>
                </c:pt>
                <c:pt idx="1216">
                  <c:v>193</c:v>
                </c:pt>
                <c:pt idx="1217">
                  <c:v>185</c:v>
                </c:pt>
                <c:pt idx="1218">
                  <c:v>118</c:v>
                </c:pt>
                <c:pt idx="1219">
                  <c:v>578</c:v>
                </c:pt>
                <c:pt idx="1220">
                  <c:v>112</c:v>
                </c:pt>
                <c:pt idx="1221">
                  <c:v>269</c:v>
                </c:pt>
                <c:pt idx="1222">
                  <c:v>88</c:v>
                </c:pt>
                <c:pt idx="1223">
                  <c:v>285</c:v>
                </c:pt>
                <c:pt idx="1224">
                  <c:v>1</c:v>
                </c:pt>
                <c:pt idx="1225">
                  <c:v>31</c:v>
                </c:pt>
                <c:pt idx="1226">
                  <c:v>26</c:v>
                </c:pt>
                <c:pt idx="1227">
                  <c:v>130</c:v>
                </c:pt>
                <c:pt idx="1228">
                  <c:v>262</c:v>
                </c:pt>
                <c:pt idx="1229">
                  <c:v>318</c:v>
                </c:pt>
                <c:pt idx="1230">
                  <c:v>58</c:v>
                </c:pt>
                <c:pt idx="1231">
                  <c:v>285</c:v>
                </c:pt>
                <c:pt idx="1232">
                  <c:v>499</c:v>
                </c:pt>
                <c:pt idx="1233">
                  <c:v>31</c:v>
                </c:pt>
                <c:pt idx="1234">
                  <c:v>122</c:v>
                </c:pt>
                <c:pt idx="1235">
                  <c:v>342</c:v>
                </c:pt>
                <c:pt idx="1236">
                  <c:v>37</c:v>
                </c:pt>
                <c:pt idx="1237">
                  <c:v>154</c:v>
                </c:pt>
                <c:pt idx="1238">
                  <c:v>29</c:v>
                </c:pt>
                <c:pt idx="1239">
                  <c:v>344</c:v>
                </c:pt>
                <c:pt idx="1240">
                  <c:v>248</c:v>
                </c:pt>
                <c:pt idx="1241">
                  <c:v>266</c:v>
                </c:pt>
                <c:pt idx="1242">
                  <c:v>47</c:v>
                </c:pt>
                <c:pt idx="1243">
                  <c:v>68</c:v>
                </c:pt>
                <c:pt idx="1244">
                  <c:v>110</c:v>
                </c:pt>
                <c:pt idx="1245">
                  <c:v>80</c:v>
                </c:pt>
                <c:pt idx="1246">
                  <c:v>273</c:v>
                </c:pt>
                <c:pt idx="1247">
                  <c:v>251</c:v>
                </c:pt>
                <c:pt idx="1248">
                  <c:v>279</c:v>
                </c:pt>
                <c:pt idx="1249">
                  <c:v>415</c:v>
                </c:pt>
                <c:pt idx="1250">
                  <c:v>64</c:v>
                </c:pt>
                <c:pt idx="1251">
                  <c:v>190</c:v>
                </c:pt>
                <c:pt idx="1252">
                  <c:v>43</c:v>
                </c:pt>
                <c:pt idx="1253">
                  <c:v>58</c:v>
                </c:pt>
                <c:pt idx="1254">
                  <c:v>106</c:v>
                </c:pt>
                <c:pt idx="1255">
                  <c:v>184</c:v>
                </c:pt>
                <c:pt idx="1256">
                  <c:v>293</c:v>
                </c:pt>
                <c:pt idx="1257">
                  <c:v>154</c:v>
                </c:pt>
                <c:pt idx="1258">
                  <c:v>177</c:v>
                </c:pt>
                <c:pt idx="1259">
                  <c:v>263</c:v>
                </c:pt>
                <c:pt idx="1260">
                  <c:v>57</c:v>
                </c:pt>
                <c:pt idx="1261">
                  <c:v>38</c:v>
                </c:pt>
                <c:pt idx="1262">
                  <c:v>362</c:v>
                </c:pt>
                <c:pt idx="1263">
                  <c:v>151</c:v>
                </c:pt>
                <c:pt idx="1264">
                  <c:v>449</c:v>
                </c:pt>
                <c:pt idx="1265">
                  <c:v>29</c:v>
                </c:pt>
                <c:pt idx="1266">
                  <c:v>61</c:v>
                </c:pt>
                <c:pt idx="1267">
                  <c:v>174</c:v>
                </c:pt>
                <c:pt idx="1268">
                  <c:v>374</c:v>
                </c:pt>
                <c:pt idx="1269">
                  <c:v>591</c:v>
                </c:pt>
                <c:pt idx="1270">
                  <c:v>449</c:v>
                </c:pt>
                <c:pt idx="1271">
                  <c:v>47</c:v>
                </c:pt>
                <c:pt idx="1272">
                  <c:v>165</c:v>
                </c:pt>
                <c:pt idx="1273">
                  <c:v>248</c:v>
                </c:pt>
                <c:pt idx="1274">
                  <c:v>140</c:v>
                </c:pt>
                <c:pt idx="1275">
                  <c:v>229</c:v>
                </c:pt>
                <c:pt idx="1276">
                  <c:v>64</c:v>
                </c:pt>
                <c:pt idx="1277">
                  <c:v>382</c:v>
                </c:pt>
                <c:pt idx="1278">
                  <c:v>56</c:v>
                </c:pt>
                <c:pt idx="1279">
                  <c:v>46</c:v>
                </c:pt>
                <c:pt idx="1280">
                  <c:v>276</c:v>
                </c:pt>
                <c:pt idx="1281">
                  <c:v>251</c:v>
                </c:pt>
                <c:pt idx="1282">
                  <c:v>66</c:v>
                </c:pt>
                <c:pt idx="1283">
                  <c:v>321</c:v>
                </c:pt>
                <c:pt idx="1284">
                  <c:v>54</c:v>
                </c:pt>
                <c:pt idx="1285">
                  <c:v>44</c:v>
                </c:pt>
                <c:pt idx="1286">
                  <c:v>479</c:v>
                </c:pt>
                <c:pt idx="1287">
                  <c:v>42</c:v>
                </c:pt>
                <c:pt idx="1288">
                  <c:v>517</c:v>
                </c:pt>
                <c:pt idx="1289">
                  <c:v>70</c:v>
                </c:pt>
                <c:pt idx="1290">
                  <c:v>262</c:v>
                </c:pt>
                <c:pt idx="1291">
                  <c:v>188</c:v>
                </c:pt>
                <c:pt idx="1292">
                  <c:v>113</c:v>
                </c:pt>
                <c:pt idx="1293">
                  <c:v>451</c:v>
                </c:pt>
                <c:pt idx="1294">
                  <c:v>30</c:v>
                </c:pt>
                <c:pt idx="1295">
                  <c:v>714</c:v>
                </c:pt>
                <c:pt idx="1296">
                  <c:v>454</c:v>
                </c:pt>
                <c:pt idx="1297">
                  <c:v>375</c:v>
                </c:pt>
                <c:pt idx="1298">
                  <c:v>502</c:v>
                </c:pt>
                <c:pt idx="1299">
                  <c:v>69</c:v>
                </c:pt>
                <c:pt idx="1300">
                  <c:v>370</c:v>
                </c:pt>
                <c:pt idx="1301">
                  <c:v>135</c:v>
                </c:pt>
                <c:pt idx="1302">
                  <c:v>56</c:v>
                </c:pt>
                <c:pt idx="1303">
                  <c:v>241</c:v>
                </c:pt>
                <c:pt idx="1304">
                  <c:v>378</c:v>
                </c:pt>
                <c:pt idx="1305">
                  <c:v>342</c:v>
                </c:pt>
                <c:pt idx="1306">
                  <c:v>347</c:v>
                </c:pt>
                <c:pt idx="1307">
                  <c:v>461</c:v>
                </c:pt>
                <c:pt idx="1308">
                  <c:v>504</c:v>
                </c:pt>
                <c:pt idx="1309">
                  <c:v>455</c:v>
                </c:pt>
                <c:pt idx="1310">
                  <c:v>374</c:v>
                </c:pt>
                <c:pt idx="1311">
                  <c:v>410</c:v>
                </c:pt>
                <c:pt idx="1312">
                  <c:v>99</c:v>
                </c:pt>
                <c:pt idx="1313">
                  <c:v>413</c:v>
                </c:pt>
                <c:pt idx="1314">
                  <c:v>118</c:v>
                </c:pt>
                <c:pt idx="1315">
                  <c:v>299</c:v>
                </c:pt>
                <c:pt idx="1316">
                  <c:v>280</c:v>
                </c:pt>
                <c:pt idx="1317">
                  <c:v>449</c:v>
                </c:pt>
                <c:pt idx="1318">
                  <c:v>173</c:v>
                </c:pt>
                <c:pt idx="1319">
                  <c:v>439</c:v>
                </c:pt>
                <c:pt idx="1320">
                  <c:v>171</c:v>
                </c:pt>
                <c:pt idx="1321">
                  <c:v>90</c:v>
                </c:pt>
                <c:pt idx="1322">
                  <c:v>89</c:v>
                </c:pt>
                <c:pt idx="1323">
                  <c:v>644</c:v>
                </c:pt>
                <c:pt idx="1324">
                  <c:v>56</c:v>
                </c:pt>
                <c:pt idx="1325">
                  <c:v>430</c:v>
                </c:pt>
                <c:pt idx="1326">
                  <c:v>281</c:v>
                </c:pt>
                <c:pt idx="1327">
                  <c:v>336</c:v>
                </c:pt>
                <c:pt idx="1328">
                  <c:v>111</c:v>
                </c:pt>
                <c:pt idx="1329">
                  <c:v>706</c:v>
                </c:pt>
                <c:pt idx="1330">
                  <c:v>33</c:v>
                </c:pt>
                <c:pt idx="1331">
                  <c:v>129</c:v>
                </c:pt>
                <c:pt idx="1332">
                  <c:v>122</c:v>
                </c:pt>
                <c:pt idx="1333">
                  <c:v>156</c:v>
                </c:pt>
                <c:pt idx="1334">
                  <c:v>668</c:v>
                </c:pt>
                <c:pt idx="1335">
                  <c:v>186</c:v>
                </c:pt>
                <c:pt idx="1336">
                  <c:v>392</c:v>
                </c:pt>
                <c:pt idx="1337">
                  <c:v>61</c:v>
                </c:pt>
                <c:pt idx="1338">
                  <c:v>243</c:v>
                </c:pt>
                <c:pt idx="1339">
                  <c:v>57</c:v>
                </c:pt>
                <c:pt idx="1340">
                  <c:v>241</c:v>
                </c:pt>
                <c:pt idx="1341">
                  <c:v>316</c:v>
                </c:pt>
                <c:pt idx="1342">
                  <c:v>383</c:v>
                </c:pt>
                <c:pt idx="1343">
                  <c:v>103</c:v>
                </c:pt>
                <c:pt idx="1344">
                  <c:v>424</c:v>
                </c:pt>
                <c:pt idx="1345">
                  <c:v>154</c:v>
                </c:pt>
                <c:pt idx="1346">
                  <c:v>291</c:v>
                </c:pt>
                <c:pt idx="1347">
                  <c:v>154</c:v>
                </c:pt>
                <c:pt idx="1348">
                  <c:v>297</c:v>
                </c:pt>
                <c:pt idx="1349">
                  <c:v>484</c:v>
                </c:pt>
                <c:pt idx="1350">
                  <c:v>250</c:v>
                </c:pt>
                <c:pt idx="1351">
                  <c:v>383</c:v>
                </c:pt>
                <c:pt idx="1352">
                  <c:v>325</c:v>
                </c:pt>
                <c:pt idx="1353">
                  <c:v>144</c:v>
                </c:pt>
                <c:pt idx="1354">
                  <c:v>276</c:v>
                </c:pt>
                <c:pt idx="1355">
                  <c:v>85</c:v>
                </c:pt>
                <c:pt idx="1356">
                  <c:v>482</c:v>
                </c:pt>
                <c:pt idx="1357">
                  <c:v>543</c:v>
                </c:pt>
                <c:pt idx="1358">
                  <c:v>358</c:v>
                </c:pt>
                <c:pt idx="1359">
                  <c:v>361</c:v>
                </c:pt>
                <c:pt idx="1360">
                  <c:v>599</c:v>
                </c:pt>
                <c:pt idx="1361">
                  <c:v>273</c:v>
                </c:pt>
                <c:pt idx="1362">
                  <c:v>161</c:v>
                </c:pt>
                <c:pt idx="1363">
                  <c:v>601</c:v>
                </c:pt>
                <c:pt idx="1364">
                  <c:v>364</c:v>
                </c:pt>
                <c:pt idx="1365">
                  <c:v>462</c:v>
                </c:pt>
                <c:pt idx="1366">
                  <c:v>241</c:v>
                </c:pt>
                <c:pt idx="1367">
                  <c:v>585</c:v>
                </c:pt>
                <c:pt idx="1368">
                  <c:v>78</c:v>
                </c:pt>
                <c:pt idx="1369">
                  <c:v>123</c:v>
                </c:pt>
                <c:pt idx="1370">
                  <c:v>215</c:v>
                </c:pt>
                <c:pt idx="1371">
                  <c:v>168</c:v>
                </c:pt>
                <c:pt idx="1372">
                  <c:v>400</c:v>
                </c:pt>
                <c:pt idx="1373">
                  <c:v>104</c:v>
                </c:pt>
                <c:pt idx="1374">
                  <c:v>146</c:v>
                </c:pt>
                <c:pt idx="1375">
                  <c:v>216</c:v>
                </c:pt>
                <c:pt idx="1376">
                  <c:v>291</c:v>
                </c:pt>
                <c:pt idx="1377">
                  <c:v>534</c:v>
                </c:pt>
                <c:pt idx="1378">
                  <c:v>79</c:v>
                </c:pt>
                <c:pt idx="1379">
                  <c:v>80</c:v>
                </c:pt>
                <c:pt idx="1380">
                  <c:v>465</c:v>
                </c:pt>
                <c:pt idx="1381">
                  <c:v>528</c:v>
                </c:pt>
                <c:pt idx="1382">
                  <c:v>184</c:v>
                </c:pt>
                <c:pt idx="1383">
                  <c:v>295</c:v>
                </c:pt>
                <c:pt idx="1384">
                  <c:v>447</c:v>
                </c:pt>
                <c:pt idx="1385">
                  <c:v>131</c:v>
                </c:pt>
                <c:pt idx="1386">
                  <c:v>153</c:v>
                </c:pt>
                <c:pt idx="1387">
                  <c:v>263</c:v>
                </c:pt>
                <c:pt idx="1388">
                  <c:v>117</c:v>
                </c:pt>
                <c:pt idx="1389">
                  <c:v>129</c:v>
                </c:pt>
                <c:pt idx="1390">
                  <c:v>72</c:v>
                </c:pt>
                <c:pt idx="1391">
                  <c:v>397</c:v>
                </c:pt>
                <c:pt idx="1392">
                  <c:v>168</c:v>
                </c:pt>
                <c:pt idx="1393">
                  <c:v>493</c:v>
                </c:pt>
                <c:pt idx="1394">
                  <c:v>220</c:v>
                </c:pt>
                <c:pt idx="1395">
                  <c:v>173</c:v>
                </c:pt>
                <c:pt idx="1396">
                  <c:v>392</c:v>
                </c:pt>
                <c:pt idx="1397">
                  <c:v>87</c:v>
                </c:pt>
                <c:pt idx="1398">
                  <c:v>204</c:v>
                </c:pt>
                <c:pt idx="1399">
                  <c:v>88</c:v>
                </c:pt>
                <c:pt idx="1400">
                  <c:v>88</c:v>
                </c:pt>
                <c:pt idx="1401">
                  <c:v>120</c:v>
                </c:pt>
                <c:pt idx="1402">
                  <c:v>597</c:v>
                </c:pt>
                <c:pt idx="1403">
                  <c:v>81</c:v>
                </c:pt>
                <c:pt idx="1404">
                  <c:v>95</c:v>
                </c:pt>
                <c:pt idx="1405">
                  <c:v>85</c:v>
                </c:pt>
                <c:pt idx="1406">
                  <c:v>154</c:v>
                </c:pt>
                <c:pt idx="1407">
                  <c:v>180</c:v>
                </c:pt>
                <c:pt idx="1408">
                  <c:v>83</c:v>
                </c:pt>
                <c:pt idx="1409">
                  <c:v>85</c:v>
                </c:pt>
                <c:pt idx="1410">
                  <c:v>471</c:v>
                </c:pt>
                <c:pt idx="1411">
                  <c:v>68</c:v>
                </c:pt>
                <c:pt idx="1412">
                  <c:v>214</c:v>
                </c:pt>
                <c:pt idx="1413">
                  <c:v>214</c:v>
                </c:pt>
                <c:pt idx="1414">
                  <c:v>114</c:v>
                </c:pt>
                <c:pt idx="1415">
                  <c:v>196</c:v>
                </c:pt>
                <c:pt idx="1416">
                  <c:v>286</c:v>
                </c:pt>
                <c:pt idx="1417">
                  <c:v>633</c:v>
                </c:pt>
                <c:pt idx="1418">
                  <c:v>581</c:v>
                </c:pt>
                <c:pt idx="1419">
                  <c:v>457</c:v>
                </c:pt>
                <c:pt idx="1420">
                  <c:v>282</c:v>
                </c:pt>
                <c:pt idx="1421">
                  <c:v>372</c:v>
                </c:pt>
                <c:pt idx="1422">
                  <c:v>278</c:v>
                </c:pt>
                <c:pt idx="1423">
                  <c:v>284</c:v>
                </c:pt>
                <c:pt idx="1424">
                  <c:v>22</c:v>
                </c:pt>
                <c:pt idx="1425">
                  <c:v>26</c:v>
                </c:pt>
                <c:pt idx="1426">
                  <c:v>409</c:v>
                </c:pt>
                <c:pt idx="1427">
                  <c:v>37</c:v>
                </c:pt>
                <c:pt idx="1428">
                  <c:v>164</c:v>
                </c:pt>
                <c:pt idx="1429">
                  <c:v>36</c:v>
                </c:pt>
                <c:pt idx="1430">
                  <c:v>709</c:v>
                </c:pt>
                <c:pt idx="1431">
                  <c:v>26</c:v>
                </c:pt>
                <c:pt idx="1432">
                  <c:v>76</c:v>
                </c:pt>
                <c:pt idx="1433">
                  <c:v>230</c:v>
                </c:pt>
                <c:pt idx="1434">
                  <c:v>40</c:v>
                </c:pt>
                <c:pt idx="1435">
                  <c:v>23</c:v>
                </c:pt>
                <c:pt idx="1436">
                  <c:v>290</c:v>
                </c:pt>
                <c:pt idx="1437">
                  <c:v>36</c:v>
                </c:pt>
                <c:pt idx="1438">
                  <c:v>47</c:v>
                </c:pt>
                <c:pt idx="1439">
                  <c:v>183</c:v>
                </c:pt>
                <c:pt idx="1440">
                  <c:v>178</c:v>
                </c:pt>
                <c:pt idx="1441">
                  <c:v>130</c:v>
                </c:pt>
                <c:pt idx="1442">
                  <c:v>113</c:v>
                </c:pt>
                <c:pt idx="1443">
                  <c:v>68</c:v>
                </c:pt>
                <c:pt idx="1444">
                  <c:v>197</c:v>
                </c:pt>
                <c:pt idx="1445">
                  <c:v>90</c:v>
                </c:pt>
                <c:pt idx="1446">
                  <c:v>262</c:v>
                </c:pt>
                <c:pt idx="1447">
                  <c:v>424</c:v>
                </c:pt>
                <c:pt idx="1448">
                  <c:v>43</c:v>
                </c:pt>
                <c:pt idx="1449">
                  <c:v>92</c:v>
                </c:pt>
                <c:pt idx="1450">
                  <c:v>24</c:v>
                </c:pt>
                <c:pt idx="1451">
                  <c:v>212</c:v>
                </c:pt>
                <c:pt idx="1452">
                  <c:v>216</c:v>
                </c:pt>
                <c:pt idx="1453">
                  <c:v>82</c:v>
                </c:pt>
                <c:pt idx="1454">
                  <c:v>88</c:v>
                </c:pt>
                <c:pt idx="1455">
                  <c:v>183</c:v>
                </c:pt>
                <c:pt idx="1456">
                  <c:v>136</c:v>
                </c:pt>
                <c:pt idx="1457">
                  <c:v>397</c:v>
                </c:pt>
                <c:pt idx="1458">
                  <c:v>196</c:v>
                </c:pt>
                <c:pt idx="1459">
                  <c:v>711</c:v>
                </c:pt>
                <c:pt idx="1460">
                  <c:v>551</c:v>
                </c:pt>
                <c:pt idx="1461">
                  <c:v>93</c:v>
                </c:pt>
                <c:pt idx="1462">
                  <c:v>296</c:v>
                </c:pt>
                <c:pt idx="1463">
                  <c:v>204</c:v>
                </c:pt>
                <c:pt idx="1464">
                  <c:v>350</c:v>
                </c:pt>
                <c:pt idx="1465">
                  <c:v>150</c:v>
                </c:pt>
                <c:pt idx="1466">
                  <c:v>105</c:v>
                </c:pt>
                <c:pt idx="1467">
                  <c:v>63</c:v>
                </c:pt>
                <c:pt idx="1468">
                  <c:v>22</c:v>
                </c:pt>
                <c:pt idx="1469">
                  <c:v>75</c:v>
                </c:pt>
                <c:pt idx="1470">
                  <c:v>171</c:v>
                </c:pt>
                <c:pt idx="1471">
                  <c:v>90</c:v>
                </c:pt>
                <c:pt idx="1472">
                  <c:v>46</c:v>
                </c:pt>
                <c:pt idx="1473">
                  <c:v>51</c:v>
                </c:pt>
                <c:pt idx="1474">
                  <c:v>688</c:v>
                </c:pt>
                <c:pt idx="1475">
                  <c:v>139</c:v>
                </c:pt>
                <c:pt idx="1476">
                  <c:v>282</c:v>
                </c:pt>
                <c:pt idx="1477">
                  <c:v>192</c:v>
                </c:pt>
                <c:pt idx="1478">
                  <c:v>294</c:v>
                </c:pt>
                <c:pt idx="1479">
                  <c:v>283</c:v>
                </c:pt>
                <c:pt idx="1480">
                  <c:v>199</c:v>
                </c:pt>
                <c:pt idx="1481">
                  <c:v>131</c:v>
                </c:pt>
                <c:pt idx="1482">
                  <c:v>196</c:v>
                </c:pt>
                <c:pt idx="1483">
                  <c:v>150</c:v>
                </c:pt>
                <c:pt idx="1484">
                  <c:v>133</c:v>
                </c:pt>
                <c:pt idx="1485">
                  <c:v>204</c:v>
                </c:pt>
                <c:pt idx="1486">
                  <c:v>29</c:v>
                </c:pt>
                <c:pt idx="1487">
                  <c:v>158</c:v>
                </c:pt>
                <c:pt idx="1488">
                  <c:v>28</c:v>
                </c:pt>
                <c:pt idx="1489">
                  <c:v>184</c:v>
                </c:pt>
                <c:pt idx="1490">
                  <c:v>330</c:v>
                </c:pt>
                <c:pt idx="1491">
                  <c:v>115</c:v>
                </c:pt>
                <c:pt idx="1492">
                  <c:v>25</c:v>
                </c:pt>
                <c:pt idx="1493">
                  <c:v>298</c:v>
                </c:pt>
                <c:pt idx="1494">
                  <c:v>141</c:v>
                </c:pt>
                <c:pt idx="1495">
                  <c:v>136</c:v>
                </c:pt>
                <c:pt idx="1496">
                  <c:v>92</c:v>
                </c:pt>
                <c:pt idx="1497">
                  <c:v>536</c:v>
                </c:pt>
                <c:pt idx="1498">
                  <c:v>138</c:v>
                </c:pt>
                <c:pt idx="1499">
                  <c:v>28</c:v>
                </c:pt>
                <c:pt idx="1500">
                  <c:v>25</c:v>
                </c:pt>
                <c:pt idx="1501">
                  <c:v>169</c:v>
                </c:pt>
                <c:pt idx="1502">
                  <c:v>227</c:v>
                </c:pt>
                <c:pt idx="1503">
                  <c:v>83</c:v>
                </c:pt>
                <c:pt idx="1504">
                  <c:v>94</c:v>
                </c:pt>
                <c:pt idx="1505">
                  <c:v>82</c:v>
                </c:pt>
                <c:pt idx="1506">
                  <c:v>87</c:v>
                </c:pt>
                <c:pt idx="1507">
                  <c:v>33</c:v>
                </c:pt>
                <c:pt idx="1508">
                  <c:v>513</c:v>
                </c:pt>
                <c:pt idx="1509">
                  <c:v>86</c:v>
                </c:pt>
                <c:pt idx="1510">
                  <c:v>328</c:v>
                </c:pt>
                <c:pt idx="1511">
                  <c:v>264</c:v>
                </c:pt>
                <c:pt idx="1512">
                  <c:v>96</c:v>
                </c:pt>
                <c:pt idx="1513">
                  <c:v>218</c:v>
                </c:pt>
                <c:pt idx="1514">
                  <c:v>138</c:v>
                </c:pt>
                <c:pt idx="1515">
                  <c:v>138</c:v>
                </c:pt>
                <c:pt idx="1516">
                  <c:v>27</c:v>
                </c:pt>
                <c:pt idx="1517">
                  <c:v>596</c:v>
                </c:pt>
                <c:pt idx="1518">
                  <c:v>28</c:v>
                </c:pt>
                <c:pt idx="1519">
                  <c:v>111</c:v>
                </c:pt>
                <c:pt idx="1520">
                  <c:v>24</c:v>
                </c:pt>
                <c:pt idx="1521">
                  <c:v>101</c:v>
                </c:pt>
                <c:pt idx="1522">
                  <c:v>108</c:v>
                </c:pt>
                <c:pt idx="1523">
                  <c:v>446</c:v>
                </c:pt>
                <c:pt idx="1524">
                  <c:v>355</c:v>
                </c:pt>
                <c:pt idx="1525">
                  <c:v>220</c:v>
                </c:pt>
                <c:pt idx="1526">
                  <c:v>114</c:v>
                </c:pt>
                <c:pt idx="1527">
                  <c:v>10</c:v>
                </c:pt>
                <c:pt idx="1528">
                  <c:v>167</c:v>
                </c:pt>
                <c:pt idx="1529">
                  <c:v>113</c:v>
                </c:pt>
                <c:pt idx="1530">
                  <c:v>201</c:v>
                </c:pt>
                <c:pt idx="1531">
                  <c:v>137</c:v>
                </c:pt>
                <c:pt idx="1532">
                  <c:v>119</c:v>
                </c:pt>
                <c:pt idx="1533">
                  <c:v>108</c:v>
                </c:pt>
                <c:pt idx="1534">
                  <c:v>365</c:v>
                </c:pt>
                <c:pt idx="1535">
                  <c:v>110</c:v>
                </c:pt>
                <c:pt idx="1536">
                  <c:v>174</c:v>
                </c:pt>
                <c:pt idx="1537">
                  <c:v>36</c:v>
                </c:pt>
                <c:pt idx="1538">
                  <c:v>193</c:v>
                </c:pt>
                <c:pt idx="1539">
                  <c:v>152</c:v>
                </c:pt>
                <c:pt idx="1540">
                  <c:v>108</c:v>
                </c:pt>
                <c:pt idx="1541">
                  <c:v>120</c:v>
                </c:pt>
                <c:pt idx="1542">
                  <c:v>98</c:v>
                </c:pt>
                <c:pt idx="1543">
                  <c:v>202</c:v>
                </c:pt>
                <c:pt idx="1544">
                  <c:v>442</c:v>
                </c:pt>
                <c:pt idx="1545">
                  <c:v>59</c:v>
                </c:pt>
                <c:pt idx="1546">
                  <c:v>76</c:v>
                </c:pt>
                <c:pt idx="1547">
                  <c:v>305</c:v>
                </c:pt>
                <c:pt idx="1548">
                  <c:v>424</c:v>
                </c:pt>
                <c:pt idx="1549">
                  <c:v>154</c:v>
                </c:pt>
                <c:pt idx="1550">
                  <c:v>464</c:v>
                </c:pt>
                <c:pt idx="1551">
                  <c:v>550</c:v>
                </c:pt>
                <c:pt idx="1552">
                  <c:v>23</c:v>
                </c:pt>
                <c:pt idx="1553">
                  <c:v>47</c:v>
                </c:pt>
                <c:pt idx="1554">
                  <c:v>57</c:v>
                </c:pt>
                <c:pt idx="1555">
                  <c:v>90</c:v>
                </c:pt>
                <c:pt idx="1556">
                  <c:v>97</c:v>
                </c:pt>
                <c:pt idx="1557">
                  <c:v>128</c:v>
                </c:pt>
                <c:pt idx="1558">
                  <c:v>417</c:v>
                </c:pt>
                <c:pt idx="1559">
                  <c:v>199</c:v>
                </c:pt>
                <c:pt idx="1560">
                  <c:v>41</c:v>
                </c:pt>
                <c:pt idx="1561">
                  <c:v>199</c:v>
                </c:pt>
                <c:pt idx="1562">
                  <c:v>169</c:v>
                </c:pt>
                <c:pt idx="1563">
                  <c:v>250</c:v>
                </c:pt>
                <c:pt idx="1564">
                  <c:v>183</c:v>
                </c:pt>
                <c:pt idx="1565">
                  <c:v>154</c:v>
                </c:pt>
                <c:pt idx="1566">
                  <c:v>399</c:v>
                </c:pt>
                <c:pt idx="1567">
                  <c:v>232</c:v>
                </c:pt>
                <c:pt idx="1568">
                  <c:v>383</c:v>
                </c:pt>
                <c:pt idx="1569">
                  <c:v>269</c:v>
                </c:pt>
                <c:pt idx="1570">
                  <c:v>523</c:v>
                </c:pt>
                <c:pt idx="1571">
                  <c:v>190</c:v>
                </c:pt>
                <c:pt idx="1572">
                  <c:v>157</c:v>
                </c:pt>
                <c:pt idx="1573">
                  <c:v>109</c:v>
                </c:pt>
                <c:pt idx="1574">
                  <c:v>348</c:v>
                </c:pt>
                <c:pt idx="1575">
                  <c:v>291</c:v>
                </c:pt>
                <c:pt idx="1576">
                  <c:v>72</c:v>
                </c:pt>
                <c:pt idx="1577">
                  <c:v>137</c:v>
                </c:pt>
                <c:pt idx="1578">
                  <c:v>241</c:v>
                </c:pt>
                <c:pt idx="1579">
                  <c:v>100</c:v>
                </c:pt>
                <c:pt idx="1580">
                  <c:v>284</c:v>
                </c:pt>
                <c:pt idx="1581">
                  <c:v>386</c:v>
                </c:pt>
                <c:pt idx="1582">
                  <c:v>242</c:v>
                </c:pt>
                <c:pt idx="1583">
                  <c:v>172</c:v>
                </c:pt>
                <c:pt idx="1584">
                  <c:v>318</c:v>
                </c:pt>
                <c:pt idx="1585">
                  <c:v>192</c:v>
                </c:pt>
                <c:pt idx="1586">
                  <c:v>311</c:v>
                </c:pt>
                <c:pt idx="1587">
                  <c:v>699</c:v>
                </c:pt>
                <c:pt idx="1588">
                  <c:v>111</c:v>
                </c:pt>
                <c:pt idx="1589">
                  <c:v>160</c:v>
                </c:pt>
                <c:pt idx="1590">
                  <c:v>406</c:v>
                </c:pt>
                <c:pt idx="1591">
                  <c:v>250</c:v>
                </c:pt>
                <c:pt idx="1592">
                  <c:v>228</c:v>
                </c:pt>
                <c:pt idx="1593">
                  <c:v>722</c:v>
                </c:pt>
                <c:pt idx="1594">
                  <c:v>482</c:v>
                </c:pt>
                <c:pt idx="1595">
                  <c:v>512</c:v>
                </c:pt>
                <c:pt idx="1596">
                  <c:v>257</c:v>
                </c:pt>
                <c:pt idx="1597">
                  <c:v>250</c:v>
                </c:pt>
                <c:pt idx="1598">
                  <c:v>375</c:v>
                </c:pt>
                <c:pt idx="1599">
                  <c:v>35</c:v>
                </c:pt>
                <c:pt idx="1600">
                  <c:v>95</c:v>
                </c:pt>
                <c:pt idx="1601">
                  <c:v>396</c:v>
                </c:pt>
                <c:pt idx="1602">
                  <c:v>587</c:v>
                </c:pt>
                <c:pt idx="1603">
                  <c:v>359</c:v>
                </c:pt>
                <c:pt idx="1604">
                  <c:v>125</c:v>
                </c:pt>
                <c:pt idx="1605">
                  <c:v>484</c:v>
                </c:pt>
                <c:pt idx="1606">
                  <c:v>25</c:v>
                </c:pt>
                <c:pt idx="1607">
                  <c:v>508</c:v>
                </c:pt>
                <c:pt idx="1608">
                  <c:v>578</c:v>
                </c:pt>
                <c:pt idx="1609">
                  <c:v>739</c:v>
                </c:pt>
                <c:pt idx="1610">
                  <c:v>155</c:v>
                </c:pt>
                <c:pt idx="1611">
                  <c:v>300</c:v>
                </c:pt>
                <c:pt idx="1612">
                  <c:v>163</c:v>
                </c:pt>
                <c:pt idx="1613">
                  <c:v>209</c:v>
                </c:pt>
                <c:pt idx="1614">
                  <c:v>324</c:v>
                </c:pt>
                <c:pt idx="1615">
                  <c:v>581</c:v>
                </c:pt>
                <c:pt idx="1616">
                  <c:v>742</c:v>
                </c:pt>
                <c:pt idx="1617">
                  <c:v>319</c:v>
                </c:pt>
                <c:pt idx="1618">
                  <c:v>492</c:v>
                </c:pt>
                <c:pt idx="1619">
                  <c:v>86</c:v>
                </c:pt>
                <c:pt idx="1620">
                  <c:v>215</c:v>
                </c:pt>
                <c:pt idx="1621">
                  <c:v>684</c:v>
                </c:pt>
                <c:pt idx="1622">
                  <c:v>430</c:v>
                </c:pt>
                <c:pt idx="1623">
                  <c:v>360</c:v>
                </c:pt>
                <c:pt idx="1624">
                  <c:v>342</c:v>
                </c:pt>
                <c:pt idx="1625">
                  <c:v>237</c:v>
                </c:pt>
                <c:pt idx="1626">
                  <c:v>625</c:v>
                </c:pt>
                <c:pt idx="1627">
                  <c:v>678</c:v>
                </c:pt>
                <c:pt idx="1628">
                  <c:v>405</c:v>
                </c:pt>
                <c:pt idx="1629">
                  <c:v>325</c:v>
                </c:pt>
                <c:pt idx="1630">
                  <c:v>298</c:v>
                </c:pt>
                <c:pt idx="1631">
                  <c:v>484</c:v>
                </c:pt>
                <c:pt idx="1632">
                  <c:v>392</c:v>
                </c:pt>
                <c:pt idx="1633">
                  <c:v>628</c:v>
                </c:pt>
                <c:pt idx="1634">
                  <c:v>216</c:v>
                </c:pt>
                <c:pt idx="1635">
                  <c:v>159</c:v>
                </c:pt>
                <c:pt idx="1636">
                  <c:v>397</c:v>
                </c:pt>
                <c:pt idx="1637">
                  <c:v>210</c:v>
                </c:pt>
                <c:pt idx="1638">
                  <c:v>126</c:v>
                </c:pt>
                <c:pt idx="1639">
                  <c:v>21</c:v>
                </c:pt>
                <c:pt idx="1640">
                  <c:v>242</c:v>
                </c:pt>
                <c:pt idx="1641">
                  <c:v>34</c:v>
                </c:pt>
                <c:pt idx="1642">
                  <c:v>120</c:v>
                </c:pt>
                <c:pt idx="1643">
                  <c:v>577</c:v>
                </c:pt>
                <c:pt idx="1644">
                  <c:v>312</c:v>
                </c:pt>
                <c:pt idx="1645">
                  <c:v>444</c:v>
                </c:pt>
                <c:pt idx="1646">
                  <c:v>514</c:v>
                </c:pt>
                <c:pt idx="1647">
                  <c:v>599</c:v>
                </c:pt>
                <c:pt idx="1648">
                  <c:v>169</c:v>
                </c:pt>
                <c:pt idx="1649">
                  <c:v>92</c:v>
                </c:pt>
                <c:pt idx="1650">
                  <c:v>228</c:v>
                </c:pt>
                <c:pt idx="1651">
                  <c:v>117</c:v>
                </c:pt>
                <c:pt idx="1652">
                  <c:v>402</c:v>
                </c:pt>
                <c:pt idx="1653">
                  <c:v>469</c:v>
                </c:pt>
                <c:pt idx="1654">
                  <c:v>254</c:v>
                </c:pt>
                <c:pt idx="1655">
                  <c:v>200</c:v>
                </c:pt>
                <c:pt idx="1656">
                  <c:v>197</c:v>
                </c:pt>
                <c:pt idx="1657">
                  <c:v>97</c:v>
                </c:pt>
                <c:pt idx="1658">
                  <c:v>550</c:v>
                </c:pt>
                <c:pt idx="1659">
                  <c:v>122</c:v>
                </c:pt>
                <c:pt idx="1660">
                  <c:v>417</c:v>
                </c:pt>
                <c:pt idx="1661">
                  <c:v>116</c:v>
                </c:pt>
                <c:pt idx="1662">
                  <c:v>724</c:v>
                </c:pt>
                <c:pt idx="1663">
                  <c:v>27</c:v>
                </c:pt>
                <c:pt idx="1664">
                  <c:v>142</c:v>
                </c:pt>
                <c:pt idx="1665">
                  <c:v>104</c:v>
                </c:pt>
                <c:pt idx="1666">
                  <c:v>651</c:v>
                </c:pt>
                <c:pt idx="1667">
                  <c:v>121</c:v>
                </c:pt>
                <c:pt idx="1668">
                  <c:v>168</c:v>
                </c:pt>
                <c:pt idx="1669">
                  <c:v>388</c:v>
                </c:pt>
                <c:pt idx="1670">
                  <c:v>126</c:v>
                </c:pt>
                <c:pt idx="1671">
                  <c:v>95</c:v>
                </c:pt>
                <c:pt idx="1672">
                  <c:v>263</c:v>
                </c:pt>
                <c:pt idx="1673">
                  <c:v>636</c:v>
                </c:pt>
                <c:pt idx="1674">
                  <c:v>157</c:v>
                </c:pt>
                <c:pt idx="1675">
                  <c:v>242</c:v>
                </c:pt>
                <c:pt idx="1676">
                  <c:v>488</c:v>
                </c:pt>
                <c:pt idx="1677">
                  <c:v>399</c:v>
                </c:pt>
                <c:pt idx="1678">
                  <c:v>215</c:v>
                </c:pt>
                <c:pt idx="1679">
                  <c:v>418</c:v>
                </c:pt>
                <c:pt idx="1680">
                  <c:v>133</c:v>
                </c:pt>
                <c:pt idx="1681">
                  <c:v>99</c:v>
                </c:pt>
                <c:pt idx="1682">
                  <c:v>577</c:v>
                </c:pt>
                <c:pt idx="1683">
                  <c:v>307</c:v>
                </c:pt>
                <c:pt idx="1684">
                  <c:v>497</c:v>
                </c:pt>
                <c:pt idx="1685">
                  <c:v>534</c:v>
                </c:pt>
                <c:pt idx="1686">
                  <c:v>335</c:v>
                </c:pt>
                <c:pt idx="1687">
                  <c:v>266</c:v>
                </c:pt>
                <c:pt idx="1688">
                  <c:v>489</c:v>
                </c:pt>
                <c:pt idx="1689">
                  <c:v>365</c:v>
                </c:pt>
                <c:pt idx="1690">
                  <c:v>165</c:v>
                </c:pt>
                <c:pt idx="1691">
                  <c:v>649</c:v>
                </c:pt>
                <c:pt idx="1692">
                  <c:v>196</c:v>
                </c:pt>
                <c:pt idx="1693">
                  <c:v>141</c:v>
                </c:pt>
                <c:pt idx="1694">
                  <c:v>179</c:v>
                </c:pt>
                <c:pt idx="1695">
                  <c:v>223</c:v>
                </c:pt>
                <c:pt idx="1696">
                  <c:v>94</c:v>
                </c:pt>
                <c:pt idx="1697">
                  <c:v>393</c:v>
                </c:pt>
                <c:pt idx="1698">
                  <c:v>99</c:v>
                </c:pt>
                <c:pt idx="1699">
                  <c:v>281</c:v>
                </c:pt>
                <c:pt idx="1700">
                  <c:v>276</c:v>
                </c:pt>
                <c:pt idx="1701">
                  <c:v>693</c:v>
                </c:pt>
                <c:pt idx="1702">
                  <c:v>310</c:v>
                </c:pt>
                <c:pt idx="1703">
                  <c:v>87</c:v>
                </c:pt>
                <c:pt idx="1704">
                  <c:v>246</c:v>
                </c:pt>
                <c:pt idx="1705">
                  <c:v>241</c:v>
                </c:pt>
                <c:pt idx="1706">
                  <c:v>130</c:v>
                </c:pt>
                <c:pt idx="1707">
                  <c:v>323</c:v>
                </c:pt>
                <c:pt idx="1708">
                  <c:v>572</c:v>
                </c:pt>
                <c:pt idx="1709">
                  <c:v>79</c:v>
                </c:pt>
                <c:pt idx="1710">
                  <c:v>168</c:v>
                </c:pt>
                <c:pt idx="1711">
                  <c:v>414</c:v>
                </c:pt>
                <c:pt idx="1712">
                  <c:v>318</c:v>
                </c:pt>
                <c:pt idx="1713">
                  <c:v>40</c:v>
                </c:pt>
                <c:pt idx="1714">
                  <c:v>196</c:v>
                </c:pt>
                <c:pt idx="1715">
                  <c:v>342</c:v>
                </c:pt>
                <c:pt idx="1716">
                  <c:v>444</c:v>
                </c:pt>
                <c:pt idx="1717">
                  <c:v>676</c:v>
                </c:pt>
                <c:pt idx="1718">
                  <c:v>280</c:v>
                </c:pt>
                <c:pt idx="1719">
                  <c:v>67</c:v>
                </c:pt>
                <c:pt idx="1720">
                  <c:v>485</c:v>
                </c:pt>
                <c:pt idx="1721">
                  <c:v>599</c:v>
                </c:pt>
                <c:pt idx="1722">
                  <c:v>516</c:v>
                </c:pt>
                <c:pt idx="1723">
                  <c:v>426</c:v>
                </c:pt>
                <c:pt idx="1724">
                  <c:v>247</c:v>
                </c:pt>
                <c:pt idx="1725">
                  <c:v>151</c:v>
                </c:pt>
                <c:pt idx="1726">
                  <c:v>587</c:v>
                </c:pt>
                <c:pt idx="1727">
                  <c:v>552</c:v>
                </c:pt>
                <c:pt idx="1728">
                  <c:v>613</c:v>
                </c:pt>
                <c:pt idx="1729">
                  <c:v>134</c:v>
                </c:pt>
                <c:pt idx="1730">
                  <c:v>328</c:v>
                </c:pt>
                <c:pt idx="1731">
                  <c:v>60</c:v>
                </c:pt>
                <c:pt idx="1732">
                  <c:v>354</c:v>
                </c:pt>
                <c:pt idx="1733">
                  <c:v>718</c:v>
                </c:pt>
                <c:pt idx="1734">
                  <c:v>270</c:v>
                </c:pt>
                <c:pt idx="1735">
                  <c:v>590</c:v>
                </c:pt>
                <c:pt idx="1736">
                  <c:v>594</c:v>
                </c:pt>
                <c:pt idx="1737">
                  <c:v>524</c:v>
                </c:pt>
                <c:pt idx="1738">
                  <c:v>503</c:v>
                </c:pt>
                <c:pt idx="1739">
                  <c:v>552</c:v>
                </c:pt>
                <c:pt idx="1740">
                  <c:v>528</c:v>
                </c:pt>
                <c:pt idx="1741">
                  <c:v>724</c:v>
                </c:pt>
                <c:pt idx="1742">
                  <c:v>178</c:v>
                </c:pt>
                <c:pt idx="1743">
                  <c:v>311</c:v>
                </c:pt>
                <c:pt idx="1744">
                  <c:v>311</c:v>
                </c:pt>
                <c:pt idx="1745">
                  <c:v>241</c:v>
                </c:pt>
                <c:pt idx="1746">
                  <c:v>286</c:v>
                </c:pt>
                <c:pt idx="1747">
                  <c:v>50</c:v>
                </c:pt>
                <c:pt idx="1748">
                  <c:v>351</c:v>
                </c:pt>
                <c:pt idx="1749">
                  <c:v>632</c:v>
                </c:pt>
                <c:pt idx="1750">
                  <c:v>383</c:v>
                </c:pt>
                <c:pt idx="1751">
                  <c:v>102</c:v>
                </c:pt>
                <c:pt idx="1752">
                  <c:v>653</c:v>
                </c:pt>
                <c:pt idx="1753">
                  <c:v>60</c:v>
                </c:pt>
                <c:pt idx="1754">
                  <c:v>634</c:v>
                </c:pt>
                <c:pt idx="1755">
                  <c:v>662</c:v>
                </c:pt>
                <c:pt idx="1756">
                  <c:v>75</c:v>
                </c:pt>
                <c:pt idx="1757">
                  <c:v>319</c:v>
                </c:pt>
                <c:pt idx="1758">
                  <c:v>527</c:v>
                </c:pt>
                <c:pt idx="1759">
                  <c:v>569</c:v>
                </c:pt>
                <c:pt idx="1760">
                  <c:v>728</c:v>
                </c:pt>
                <c:pt idx="1761">
                  <c:v>490</c:v>
                </c:pt>
                <c:pt idx="1762">
                  <c:v>126</c:v>
                </c:pt>
                <c:pt idx="1763">
                  <c:v>345</c:v>
                </c:pt>
                <c:pt idx="1764">
                  <c:v>615</c:v>
                </c:pt>
                <c:pt idx="1765">
                  <c:v>94</c:v>
                </c:pt>
                <c:pt idx="1766">
                  <c:v>208</c:v>
                </c:pt>
                <c:pt idx="1767">
                  <c:v>397</c:v>
                </c:pt>
                <c:pt idx="1768">
                  <c:v>392</c:v>
                </c:pt>
                <c:pt idx="1769">
                  <c:v>612</c:v>
                </c:pt>
                <c:pt idx="1770">
                  <c:v>251</c:v>
                </c:pt>
                <c:pt idx="1771">
                  <c:v>307</c:v>
                </c:pt>
                <c:pt idx="1772">
                  <c:v>412</c:v>
                </c:pt>
                <c:pt idx="1773">
                  <c:v>699</c:v>
                </c:pt>
                <c:pt idx="1774">
                  <c:v>477</c:v>
                </c:pt>
                <c:pt idx="1775">
                  <c:v>339</c:v>
                </c:pt>
                <c:pt idx="1776">
                  <c:v>551</c:v>
                </c:pt>
                <c:pt idx="1777">
                  <c:v>174</c:v>
                </c:pt>
                <c:pt idx="1778">
                  <c:v>496</c:v>
                </c:pt>
                <c:pt idx="1779">
                  <c:v>174</c:v>
                </c:pt>
                <c:pt idx="1780">
                  <c:v>377</c:v>
                </c:pt>
                <c:pt idx="1781">
                  <c:v>398</c:v>
                </c:pt>
                <c:pt idx="1782">
                  <c:v>531</c:v>
                </c:pt>
                <c:pt idx="1783">
                  <c:v>591</c:v>
                </c:pt>
                <c:pt idx="1784">
                  <c:v>236</c:v>
                </c:pt>
                <c:pt idx="1785">
                  <c:v>533</c:v>
                </c:pt>
                <c:pt idx="1786">
                  <c:v>549</c:v>
                </c:pt>
                <c:pt idx="1787">
                  <c:v>451</c:v>
                </c:pt>
                <c:pt idx="1788">
                  <c:v>357</c:v>
                </c:pt>
                <c:pt idx="1789">
                  <c:v>324</c:v>
                </c:pt>
                <c:pt idx="1790">
                  <c:v>354</c:v>
                </c:pt>
                <c:pt idx="1791">
                  <c:v>188</c:v>
                </c:pt>
                <c:pt idx="1792">
                  <c:v>238</c:v>
                </c:pt>
                <c:pt idx="1793">
                  <c:v>549</c:v>
                </c:pt>
                <c:pt idx="1794">
                  <c:v>455</c:v>
                </c:pt>
                <c:pt idx="1795">
                  <c:v>125</c:v>
                </c:pt>
                <c:pt idx="1796">
                  <c:v>313</c:v>
                </c:pt>
                <c:pt idx="1797">
                  <c:v>174</c:v>
                </c:pt>
                <c:pt idx="1798">
                  <c:v>161</c:v>
                </c:pt>
                <c:pt idx="1799">
                  <c:v>505</c:v>
                </c:pt>
                <c:pt idx="1800">
                  <c:v>141</c:v>
                </c:pt>
                <c:pt idx="1801">
                  <c:v>156</c:v>
                </c:pt>
                <c:pt idx="1802">
                  <c:v>314</c:v>
                </c:pt>
                <c:pt idx="1803">
                  <c:v>499</c:v>
                </c:pt>
                <c:pt idx="1804">
                  <c:v>256</c:v>
                </c:pt>
                <c:pt idx="1805">
                  <c:v>497</c:v>
                </c:pt>
                <c:pt idx="1806">
                  <c:v>555</c:v>
                </c:pt>
                <c:pt idx="1807">
                  <c:v>242</c:v>
                </c:pt>
                <c:pt idx="1808">
                  <c:v>113</c:v>
                </c:pt>
                <c:pt idx="1809">
                  <c:v>254</c:v>
                </c:pt>
                <c:pt idx="1810">
                  <c:v>225</c:v>
                </c:pt>
                <c:pt idx="1811">
                  <c:v>582</c:v>
                </c:pt>
                <c:pt idx="1812">
                  <c:v>87</c:v>
                </c:pt>
                <c:pt idx="1813">
                  <c:v>187</c:v>
                </c:pt>
                <c:pt idx="1814">
                  <c:v>716</c:v>
                </c:pt>
                <c:pt idx="1815">
                  <c:v>520</c:v>
                </c:pt>
                <c:pt idx="1816">
                  <c:v>501</c:v>
                </c:pt>
                <c:pt idx="1817">
                  <c:v>232</c:v>
                </c:pt>
                <c:pt idx="1818">
                  <c:v>161</c:v>
                </c:pt>
                <c:pt idx="1819">
                  <c:v>312</c:v>
                </c:pt>
                <c:pt idx="1820">
                  <c:v>509</c:v>
                </c:pt>
                <c:pt idx="1821">
                  <c:v>221</c:v>
                </c:pt>
                <c:pt idx="1822">
                  <c:v>574</c:v>
                </c:pt>
                <c:pt idx="1823">
                  <c:v>287</c:v>
                </c:pt>
                <c:pt idx="1824">
                  <c:v>346</c:v>
                </c:pt>
                <c:pt idx="1825">
                  <c:v>389</c:v>
                </c:pt>
                <c:pt idx="1826">
                  <c:v>61</c:v>
                </c:pt>
                <c:pt idx="1827">
                  <c:v>222</c:v>
                </c:pt>
                <c:pt idx="1828">
                  <c:v>53</c:v>
                </c:pt>
                <c:pt idx="1829">
                  <c:v>311</c:v>
                </c:pt>
                <c:pt idx="1830">
                  <c:v>487</c:v>
                </c:pt>
                <c:pt idx="1831">
                  <c:v>411</c:v>
                </c:pt>
                <c:pt idx="1832">
                  <c:v>112</c:v>
                </c:pt>
                <c:pt idx="1833">
                  <c:v>114</c:v>
                </c:pt>
                <c:pt idx="1834">
                  <c:v>88</c:v>
                </c:pt>
                <c:pt idx="1835">
                  <c:v>450</c:v>
                </c:pt>
                <c:pt idx="1836">
                  <c:v>121</c:v>
                </c:pt>
                <c:pt idx="1837">
                  <c:v>124</c:v>
                </c:pt>
                <c:pt idx="1838">
                  <c:v>125</c:v>
                </c:pt>
                <c:pt idx="1839">
                  <c:v>291</c:v>
                </c:pt>
                <c:pt idx="1840">
                  <c:v>724</c:v>
                </c:pt>
                <c:pt idx="1841">
                  <c:v>265</c:v>
                </c:pt>
                <c:pt idx="1842">
                  <c:v>467</c:v>
                </c:pt>
                <c:pt idx="1843">
                  <c:v>436</c:v>
                </c:pt>
                <c:pt idx="1844">
                  <c:v>169</c:v>
                </c:pt>
                <c:pt idx="1845">
                  <c:v>171</c:v>
                </c:pt>
                <c:pt idx="1846">
                  <c:v>739</c:v>
                </c:pt>
                <c:pt idx="1847">
                  <c:v>434</c:v>
                </c:pt>
                <c:pt idx="1848">
                  <c:v>82</c:v>
                </c:pt>
                <c:pt idx="1849">
                  <c:v>63</c:v>
                </c:pt>
                <c:pt idx="1850">
                  <c:v>183</c:v>
                </c:pt>
                <c:pt idx="1851">
                  <c:v>531</c:v>
                </c:pt>
                <c:pt idx="1852">
                  <c:v>407</c:v>
                </c:pt>
                <c:pt idx="1853">
                  <c:v>144</c:v>
                </c:pt>
                <c:pt idx="1854">
                  <c:v>246</c:v>
                </c:pt>
                <c:pt idx="1855">
                  <c:v>419</c:v>
                </c:pt>
                <c:pt idx="1856">
                  <c:v>659</c:v>
                </c:pt>
                <c:pt idx="1857">
                  <c:v>509</c:v>
                </c:pt>
                <c:pt idx="1858">
                  <c:v>245</c:v>
                </c:pt>
                <c:pt idx="1859">
                  <c:v>663</c:v>
                </c:pt>
                <c:pt idx="1860">
                  <c:v>215</c:v>
                </c:pt>
                <c:pt idx="1861">
                  <c:v>48</c:v>
                </c:pt>
                <c:pt idx="1862">
                  <c:v>32</c:v>
                </c:pt>
                <c:pt idx="1863">
                  <c:v>307</c:v>
                </c:pt>
                <c:pt idx="1864">
                  <c:v>26</c:v>
                </c:pt>
                <c:pt idx="1865">
                  <c:v>367</c:v>
                </c:pt>
                <c:pt idx="1866">
                  <c:v>64</c:v>
                </c:pt>
                <c:pt idx="1867">
                  <c:v>194</c:v>
                </c:pt>
                <c:pt idx="1868">
                  <c:v>115</c:v>
                </c:pt>
                <c:pt idx="1869">
                  <c:v>196</c:v>
                </c:pt>
                <c:pt idx="1870">
                  <c:v>299</c:v>
                </c:pt>
                <c:pt idx="1871">
                  <c:v>183</c:v>
                </c:pt>
                <c:pt idx="1872">
                  <c:v>425</c:v>
                </c:pt>
                <c:pt idx="1873">
                  <c:v>567</c:v>
                </c:pt>
                <c:pt idx="1874">
                  <c:v>36</c:v>
                </c:pt>
                <c:pt idx="1875">
                  <c:v>73</c:v>
                </c:pt>
                <c:pt idx="1876">
                  <c:v>168</c:v>
                </c:pt>
                <c:pt idx="1877">
                  <c:v>419</c:v>
                </c:pt>
                <c:pt idx="1878">
                  <c:v>26</c:v>
                </c:pt>
                <c:pt idx="1879">
                  <c:v>96</c:v>
                </c:pt>
                <c:pt idx="1880">
                  <c:v>80</c:v>
                </c:pt>
                <c:pt idx="1881">
                  <c:v>230</c:v>
                </c:pt>
                <c:pt idx="1882">
                  <c:v>426</c:v>
                </c:pt>
                <c:pt idx="1883">
                  <c:v>415</c:v>
                </c:pt>
                <c:pt idx="1884">
                  <c:v>608</c:v>
                </c:pt>
                <c:pt idx="1885">
                  <c:v>58</c:v>
                </c:pt>
                <c:pt idx="1886">
                  <c:v>31</c:v>
                </c:pt>
                <c:pt idx="1887">
                  <c:v>103</c:v>
                </c:pt>
                <c:pt idx="1888">
                  <c:v>66</c:v>
                </c:pt>
                <c:pt idx="1889">
                  <c:v>272</c:v>
                </c:pt>
                <c:pt idx="1890">
                  <c:v>283</c:v>
                </c:pt>
                <c:pt idx="1891">
                  <c:v>159</c:v>
                </c:pt>
                <c:pt idx="1892">
                  <c:v>315</c:v>
                </c:pt>
                <c:pt idx="1893">
                  <c:v>121</c:v>
                </c:pt>
                <c:pt idx="1894">
                  <c:v>105</c:v>
                </c:pt>
                <c:pt idx="1895">
                  <c:v>102</c:v>
                </c:pt>
                <c:pt idx="1896">
                  <c:v>536</c:v>
                </c:pt>
                <c:pt idx="1897">
                  <c:v>355</c:v>
                </c:pt>
                <c:pt idx="1898">
                  <c:v>238</c:v>
                </c:pt>
                <c:pt idx="1899">
                  <c:v>456</c:v>
                </c:pt>
                <c:pt idx="1900">
                  <c:v>624</c:v>
                </c:pt>
                <c:pt idx="1901">
                  <c:v>614</c:v>
                </c:pt>
                <c:pt idx="1902">
                  <c:v>305</c:v>
                </c:pt>
                <c:pt idx="1903">
                  <c:v>247</c:v>
                </c:pt>
                <c:pt idx="1904">
                  <c:v>658</c:v>
                </c:pt>
                <c:pt idx="1905">
                  <c:v>260</c:v>
                </c:pt>
                <c:pt idx="1906">
                  <c:v>602</c:v>
                </c:pt>
                <c:pt idx="1907">
                  <c:v>311</c:v>
                </c:pt>
                <c:pt idx="1908">
                  <c:v>46</c:v>
                </c:pt>
                <c:pt idx="1909">
                  <c:v>337</c:v>
                </c:pt>
                <c:pt idx="1910">
                  <c:v>59</c:v>
                </c:pt>
                <c:pt idx="1911">
                  <c:v>494</c:v>
                </c:pt>
                <c:pt idx="1912">
                  <c:v>345</c:v>
                </c:pt>
                <c:pt idx="1913">
                  <c:v>404</c:v>
                </c:pt>
                <c:pt idx="1914">
                  <c:v>348</c:v>
                </c:pt>
                <c:pt idx="1915">
                  <c:v>148</c:v>
                </c:pt>
                <c:pt idx="1916">
                  <c:v>396</c:v>
                </c:pt>
                <c:pt idx="1917">
                  <c:v>176</c:v>
                </c:pt>
                <c:pt idx="1918">
                  <c:v>203</c:v>
                </c:pt>
                <c:pt idx="1919">
                  <c:v>567</c:v>
                </c:pt>
                <c:pt idx="1920">
                  <c:v>48</c:v>
                </c:pt>
                <c:pt idx="1921">
                  <c:v>233</c:v>
                </c:pt>
                <c:pt idx="1922">
                  <c:v>159</c:v>
                </c:pt>
                <c:pt idx="1923">
                  <c:v>171</c:v>
                </c:pt>
                <c:pt idx="1924">
                  <c:v>225</c:v>
                </c:pt>
                <c:pt idx="1925">
                  <c:v>108</c:v>
                </c:pt>
                <c:pt idx="1926">
                  <c:v>309</c:v>
                </c:pt>
                <c:pt idx="1927">
                  <c:v>716</c:v>
                </c:pt>
                <c:pt idx="1928">
                  <c:v>249</c:v>
                </c:pt>
                <c:pt idx="1929">
                  <c:v>566</c:v>
                </c:pt>
                <c:pt idx="1930">
                  <c:v>492</c:v>
                </c:pt>
                <c:pt idx="1931">
                  <c:v>609</c:v>
                </c:pt>
                <c:pt idx="1932">
                  <c:v>150</c:v>
                </c:pt>
                <c:pt idx="1933">
                  <c:v>160</c:v>
                </c:pt>
                <c:pt idx="1934">
                  <c:v>707</c:v>
                </c:pt>
                <c:pt idx="1935">
                  <c:v>397</c:v>
                </c:pt>
                <c:pt idx="1936">
                  <c:v>283</c:v>
                </c:pt>
                <c:pt idx="1937">
                  <c:v>655</c:v>
                </c:pt>
                <c:pt idx="1938">
                  <c:v>270</c:v>
                </c:pt>
                <c:pt idx="1939">
                  <c:v>301</c:v>
                </c:pt>
                <c:pt idx="1940">
                  <c:v>706</c:v>
                </c:pt>
                <c:pt idx="1941">
                  <c:v>156</c:v>
                </c:pt>
                <c:pt idx="1942">
                  <c:v>573</c:v>
                </c:pt>
                <c:pt idx="1943">
                  <c:v>495</c:v>
                </c:pt>
                <c:pt idx="1944">
                  <c:v>133</c:v>
                </c:pt>
                <c:pt idx="1945">
                  <c:v>512</c:v>
                </c:pt>
                <c:pt idx="1946">
                  <c:v>343</c:v>
                </c:pt>
                <c:pt idx="1947">
                  <c:v>505</c:v>
                </c:pt>
                <c:pt idx="1948">
                  <c:v>257</c:v>
                </c:pt>
                <c:pt idx="1949">
                  <c:v>613</c:v>
                </c:pt>
                <c:pt idx="1950">
                  <c:v>551</c:v>
                </c:pt>
                <c:pt idx="1951">
                  <c:v>405</c:v>
                </c:pt>
                <c:pt idx="1952">
                  <c:v>361</c:v>
                </c:pt>
                <c:pt idx="1953">
                  <c:v>422</c:v>
                </c:pt>
                <c:pt idx="1954">
                  <c:v>96</c:v>
                </c:pt>
                <c:pt idx="1955">
                  <c:v>632</c:v>
                </c:pt>
                <c:pt idx="1956">
                  <c:v>89</c:v>
                </c:pt>
                <c:pt idx="1957">
                  <c:v>311</c:v>
                </c:pt>
                <c:pt idx="1958">
                  <c:v>424</c:v>
                </c:pt>
                <c:pt idx="1959">
                  <c:v>423</c:v>
                </c:pt>
                <c:pt idx="1960">
                  <c:v>216</c:v>
                </c:pt>
                <c:pt idx="1961">
                  <c:v>26</c:v>
                </c:pt>
                <c:pt idx="1962">
                  <c:v>660</c:v>
                </c:pt>
                <c:pt idx="1963">
                  <c:v>578</c:v>
                </c:pt>
                <c:pt idx="1964">
                  <c:v>259</c:v>
                </c:pt>
                <c:pt idx="1965">
                  <c:v>157</c:v>
                </c:pt>
                <c:pt idx="1966">
                  <c:v>290</c:v>
                </c:pt>
                <c:pt idx="1967">
                  <c:v>398</c:v>
                </c:pt>
                <c:pt idx="1968">
                  <c:v>373</c:v>
                </c:pt>
                <c:pt idx="1969">
                  <c:v>475</c:v>
                </c:pt>
                <c:pt idx="1970">
                  <c:v>424</c:v>
                </c:pt>
                <c:pt idx="1971">
                  <c:v>443</c:v>
                </c:pt>
                <c:pt idx="1972">
                  <c:v>295</c:v>
                </c:pt>
                <c:pt idx="1973">
                  <c:v>684</c:v>
                </c:pt>
                <c:pt idx="1974">
                  <c:v>256</c:v>
                </c:pt>
                <c:pt idx="1975">
                  <c:v>84</c:v>
                </c:pt>
                <c:pt idx="1976">
                  <c:v>71</c:v>
                </c:pt>
                <c:pt idx="1977">
                  <c:v>319</c:v>
                </c:pt>
                <c:pt idx="1978">
                  <c:v>360</c:v>
                </c:pt>
                <c:pt idx="1979">
                  <c:v>749</c:v>
                </c:pt>
                <c:pt idx="1980">
                  <c:v>46</c:v>
                </c:pt>
                <c:pt idx="1981">
                  <c:v>38</c:v>
                </c:pt>
                <c:pt idx="1982">
                  <c:v>111</c:v>
                </c:pt>
                <c:pt idx="1983">
                  <c:v>474</c:v>
                </c:pt>
                <c:pt idx="1984">
                  <c:v>469</c:v>
                </c:pt>
                <c:pt idx="1985">
                  <c:v>38</c:v>
                </c:pt>
                <c:pt idx="1986">
                  <c:v>130</c:v>
                </c:pt>
                <c:pt idx="1987">
                  <c:v>168</c:v>
                </c:pt>
                <c:pt idx="1988">
                  <c:v>49</c:v>
                </c:pt>
                <c:pt idx="1989">
                  <c:v>225</c:v>
                </c:pt>
                <c:pt idx="1990">
                  <c:v>512</c:v>
                </c:pt>
                <c:pt idx="1991">
                  <c:v>89</c:v>
                </c:pt>
                <c:pt idx="1992">
                  <c:v>453</c:v>
                </c:pt>
                <c:pt idx="1993">
                  <c:v>108</c:v>
                </c:pt>
                <c:pt idx="1994">
                  <c:v>519</c:v>
                </c:pt>
                <c:pt idx="1995">
                  <c:v>26</c:v>
                </c:pt>
                <c:pt idx="1996">
                  <c:v>290</c:v>
                </c:pt>
                <c:pt idx="1997">
                  <c:v>349</c:v>
                </c:pt>
                <c:pt idx="1998">
                  <c:v>570</c:v>
                </c:pt>
                <c:pt idx="1999">
                  <c:v>410</c:v>
                </c:pt>
                <c:pt idx="2000">
                  <c:v>134</c:v>
                </c:pt>
                <c:pt idx="2001">
                  <c:v>488</c:v>
                </c:pt>
                <c:pt idx="2002">
                  <c:v>302</c:v>
                </c:pt>
                <c:pt idx="2003">
                  <c:v>270</c:v>
                </c:pt>
                <c:pt idx="2004">
                  <c:v>41</c:v>
                </c:pt>
                <c:pt idx="2005">
                  <c:v>63</c:v>
                </c:pt>
                <c:pt idx="2006">
                  <c:v>266</c:v>
                </c:pt>
                <c:pt idx="2007">
                  <c:v>57</c:v>
                </c:pt>
                <c:pt idx="2008">
                  <c:v>328</c:v>
                </c:pt>
                <c:pt idx="2009">
                  <c:v>165</c:v>
                </c:pt>
                <c:pt idx="2010">
                  <c:v>531</c:v>
                </c:pt>
                <c:pt idx="2011">
                  <c:v>169</c:v>
                </c:pt>
                <c:pt idx="2012">
                  <c:v>137</c:v>
                </c:pt>
                <c:pt idx="2013">
                  <c:v>97</c:v>
                </c:pt>
                <c:pt idx="2014">
                  <c:v>378</c:v>
                </c:pt>
                <c:pt idx="2015">
                  <c:v>292</c:v>
                </c:pt>
                <c:pt idx="2016">
                  <c:v>497</c:v>
                </c:pt>
                <c:pt idx="2017">
                  <c:v>136</c:v>
                </c:pt>
                <c:pt idx="2018">
                  <c:v>41</c:v>
                </c:pt>
                <c:pt idx="2019">
                  <c:v>142</c:v>
                </c:pt>
                <c:pt idx="2020">
                  <c:v>22</c:v>
                </c:pt>
                <c:pt idx="2021">
                  <c:v>56</c:v>
                </c:pt>
                <c:pt idx="2022">
                  <c:v>39</c:v>
                </c:pt>
                <c:pt idx="2023">
                  <c:v>472</c:v>
                </c:pt>
                <c:pt idx="2024">
                  <c:v>192</c:v>
                </c:pt>
                <c:pt idx="2025">
                  <c:v>111</c:v>
                </c:pt>
                <c:pt idx="2026">
                  <c:v>272</c:v>
                </c:pt>
                <c:pt idx="2027">
                  <c:v>116</c:v>
                </c:pt>
                <c:pt idx="2028">
                  <c:v>383</c:v>
                </c:pt>
                <c:pt idx="2029">
                  <c:v>485</c:v>
                </c:pt>
                <c:pt idx="2030">
                  <c:v>208</c:v>
                </c:pt>
                <c:pt idx="2031">
                  <c:v>310</c:v>
                </c:pt>
                <c:pt idx="2032">
                  <c:v>259</c:v>
                </c:pt>
                <c:pt idx="2033">
                  <c:v>191</c:v>
                </c:pt>
                <c:pt idx="2034">
                  <c:v>40</c:v>
                </c:pt>
                <c:pt idx="2035">
                  <c:v>332</c:v>
                </c:pt>
                <c:pt idx="2036">
                  <c:v>124</c:v>
                </c:pt>
                <c:pt idx="2037">
                  <c:v>47</c:v>
                </c:pt>
                <c:pt idx="2038">
                  <c:v>73</c:v>
                </c:pt>
                <c:pt idx="2039">
                  <c:v>113</c:v>
                </c:pt>
                <c:pt idx="2040">
                  <c:v>58</c:v>
                </c:pt>
                <c:pt idx="2041">
                  <c:v>505</c:v>
                </c:pt>
                <c:pt idx="2042">
                  <c:v>155</c:v>
                </c:pt>
                <c:pt idx="2043">
                  <c:v>122</c:v>
                </c:pt>
                <c:pt idx="2044">
                  <c:v>291</c:v>
                </c:pt>
                <c:pt idx="2045">
                  <c:v>379</c:v>
                </c:pt>
                <c:pt idx="2046">
                  <c:v>97</c:v>
                </c:pt>
                <c:pt idx="2047">
                  <c:v>123</c:v>
                </c:pt>
                <c:pt idx="2048">
                  <c:v>72</c:v>
                </c:pt>
                <c:pt idx="2049">
                  <c:v>587</c:v>
                </c:pt>
                <c:pt idx="2050">
                  <c:v>351</c:v>
                </c:pt>
                <c:pt idx="2051">
                  <c:v>272</c:v>
                </c:pt>
                <c:pt idx="2052">
                  <c:v>62</c:v>
                </c:pt>
                <c:pt idx="2053">
                  <c:v>392</c:v>
                </c:pt>
                <c:pt idx="2054">
                  <c:v>358</c:v>
                </c:pt>
                <c:pt idx="2055">
                  <c:v>533</c:v>
                </c:pt>
                <c:pt idx="2056">
                  <c:v>667</c:v>
                </c:pt>
                <c:pt idx="2057">
                  <c:v>190</c:v>
                </c:pt>
                <c:pt idx="2058">
                  <c:v>427</c:v>
                </c:pt>
                <c:pt idx="2059">
                  <c:v>189</c:v>
                </c:pt>
                <c:pt idx="2060">
                  <c:v>369</c:v>
                </c:pt>
                <c:pt idx="2061">
                  <c:v>267</c:v>
                </c:pt>
                <c:pt idx="2062">
                  <c:v>697</c:v>
                </c:pt>
                <c:pt idx="2063">
                  <c:v>378</c:v>
                </c:pt>
                <c:pt idx="2064">
                  <c:v>379</c:v>
                </c:pt>
                <c:pt idx="2065">
                  <c:v>204</c:v>
                </c:pt>
                <c:pt idx="2066">
                  <c:v>44</c:v>
                </c:pt>
                <c:pt idx="2067">
                  <c:v>253</c:v>
                </c:pt>
                <c:pt idx="2068">
                  <c:v>498</c:v>
                </c:pt>
                <c:pt idx="2069">
                  <c:v>101</c:v>
                </c:pt>
                <c:pt idx="2070">
                  <c:v>641</c:v>
                </c:pt>
                <c:pt idx="2071">
                  <c:v>478</c:v>
                </c:pt>
                <c:pt idx="2072">
                  <c:v>11</c:v>
                </c:pt>
                <c:pt idx="2073">
                  <c:v>142</c:v>
                </c:pt>
                <c:pt idx="2074">
                  <c:v>186</c:v>
                </c:pt>
                <c:pt idx="2075">
                  <c:v>193</c:v>
                </c:pt>
                <c:pt idx="2076">
                  <c:v>268</c:v>
                </c:pt>
                <c:pt idx="2077">
                  <c:v>100</c:v>
                </c:pt>
                <c:pt idx="2078">
                  <c:v>276</c:v>
                </c:pt>
                <c:pt idx="2079">
                  <c:v>300</c:v>
                </c:pt>
                <c:pt idx="2080">
                  <c:v>76</c:v>
                </c:pt>
                <c:pt idx="2081">
                  <c:v>353</c:v>
                </c:pt>
                <c:pt idx="2082">
                  <c:v>290</c:v>
                </c:pt>
                <c:pt idx="2083">
                  <c:v>142</c:v>
                </c:pt>
                <c:pt idx="2084">
                  <c:v>35</c:v>
                </c:pt>
                <c:pt idx="2085">
                  <c:v>33</c:v>
                </c:pt>
                <c:pt idx="2086">
                  <c:v>285</c:v>
                </c:pt>
                <c:pt idx="2087">
                  <c:v>405</c:v>
                </c:pt>
                <c:pt idx="2088">
                  <c:v>331</c:v>
                </c:pt>
                <c:pt idx="2089">
                  <c:v>29</c:v>
                </c:pt>
                <c:pt idx="2090">
                  <c:v>413</c:v>
                </c:pt>
                <c:pt idx="2091">
                  <c:v>78</c:v>
                </c:pt>
                <c:pt idx="2092">
                  <c:v>261</c:v>
                </c:pt>
                <c:pt idx="2093">
                  <c:v>173</c:v>
                </c:pt>
                <c:pt idx="2094">
                  <c:v>312</c:v>
                </c:pt>
                <c:pt idx="2095">
                  <c:v>232</c:v>
                </c:pt>
                <c:pt idx="2096">
                  <c:v>100</c:v>
                </c:pt>
                <c:pt idx="2097">
                  <c:v>81</c:v>
                </c:pt>
                <c:pt idx="2098">
                  <c:v>184</c:v>
                </c:pt>
                <c:pt idx="2099">
                  <c:v>143</c:v>
                </c:pt>
                <c:pt idx="2100">
                  <c:v>532</c:v>
                </c:pt>
                <c:pt idx="2101">
                  <c:v>101</c:v>
                </c:pt>
                <c:pt idx="2102">
                  <c:v>679</c:v>
                </c:pt>
                <c:pt idx="2103">
                  <c:v>312</c:v>
                </c:pt>
                <c:pt idx="2104">
                  <c:v>108</c:v>
                </c:pt>
                <c:pt idx="2105">
                  <c:v>88</c:v>
                </c:pt>
                <c:pt idx="2106">
                  <c:v>84</c:v>
                </c:pt>
                <c:pt idx="2107">
                  <c:v>115</c:v>
                </c:pt>
                <c:pt idx="2108">
                  <c:v>307</c:v>
                </c:pt>
                <c:pt idx="2109">
                  <c:v>161</c:v>
                </c:pt>
                <c:pt idx="2110">
                  <c:v>130</c:v>
                </c:pt>
                <c:pt idx="2111">
                  <c:v>190</c:v>
                </c:pt>
                <c:pt idx="2112">
                  <c:v>303</c:v>
                </c:pt>
                <c:pt idx="2113">
                  <c:v>205</c:v>
                </c:pt>
                <c:pt idx="2114">
                  <c:v>53</c:v>
                </c:pt>
                <c:pt idx="2115">
                  <c:v>214</c:v>
                </c:pt>
                <c:pt idx="2116">
                  <c:v>143</c:v>
                </c:pt>
                <c:pt idx="2117">
                  <c:v>62</c:v>
                </c:pt>
                <c:pt idx="2118">
                  <c:v>131</c:v>
                </c:pt>
                <c:pt idx="2119">
                  <c:v>82</c:v>
                </c:pt>
                <c:pt idx="2120">
                  <c:v>91</c:v>
                </c:pt>
                <c:pt idx="2121">
                  <c:v>86</c:v>
                </c:pt>
                <c:pt idx="2122">
                  <c:v>119</c:v>
                </c:pt>
                <c:pt idx="2123">
                  <c:v>118</c:v>
                </c:pt>
                <c:pt idx="2124">
                  <c:v>234</c:v>
                </c:pt>
                <c:pt idx="2125">
                  <c:v>310</c:v>
                </c:pt>
                <c:pt idx="2126">
                  <c:v>132</c:v>
                </c:pt>
                <c:pt idx="2127">
                  <c:v>96</c:v>
                </c:pt>
                <c:pt idx="2128">
                  <c:v>303</c:v>
                </c:pt>
                <c:pt idx="2129">
                  <c:v>184</c:v>
                </c:pt>
                <c:pt idx="2130">
                  <c:v>62</c:v>
                </c:pt>
                <c:pt idx="2131">
                  <c:v>695</c:v>
                </c:pt>
                <c:pt idx="2132">
                  <c:v>118</c:v>
                </c:pt>
                <c:pt idx="2133">
                  <c:v>262</c:v>
                </c:pt>
                <c:pt idx="2134">
                  <c:v>558</c:v>
                </c:pt>
                <c:pt idx="2135">
                  <c:v>197</c:v>
                </c:pt>
                <c:pt idx="2136">
                  <c:v>30</c:v>
                </c:pt>
                <c:pt idx="2137">
                  <c:v>26</c:v>
                </c:pt>
                <c:pt idx="2138">
                  <c:v>176</c:v>
                </c:pt>
                <c:pt idx="2139">
                  <c:v>73</c:v>
                </c:pt>
                <c:pt idx="2140">
                  <c:v>42</c:v>
                </c:pt>
                <c:pt idx="2141">
                  <c:v>49</c:v>
                </c:pt>
                <c:pt idx="2142">
                  <c:v>51</c:v>
                </c:pt>
                <c:pt idx="2143">
                  <c:v>658</c:v>
                </c:pt>
                <c:pt idx="2144">
                  <c:v>170</c:v>
                </c:pt>
                <c:pt idx="2145">
                  <c:v>209</c:v>
                </c:pt>
                <c:pt idx="2146">
                  <c:v>677</c:v>
                </c:pt>
                <c:pt idx="2147">
                  <c:v>24</c:v>
                </c:pt>
                <c:pt idx="2148">
                  <c:v>201</c:v>
                </c:pt>
                <c:pt idx="2149">
                  <c:v>165</c:v>
                </c:pt>
                <c:pt idx="2150">
                  <c:v>71</c:v>
                </c:pt>
                <c:pt idx="2151">
                  <c:v>261</c:v>
                </c:pt>
                <c:pt idx="2152">
                  <c:v>238</c:v>
                </c:pt>
                <c:pt idx="2153">
                  <c:v>78</c:v>
                </c:pt>
                <c:pt idx="2154">
                  <c:v>232</c:v>
                </c:pt>
                <c:pt idx="2155">
                  <c:v>120</c:v>
                </c:pt>
                <c:pt idx="2156">
                  <c:v>295</c:v>
                </c:pt>
                <c:pt idx="2157">
                  <c:v>638</c:v>
                </c:pt>
                <c:pt idx="2158">
                  <c:v>207</c:v>
                </c:pt>
                <c:pt idx="2159">
                  <c:v>55</c:v>
                </c:pt>
                <c:pt idx="2160">
                  <c:v>166</c:v>
                </c:pt>
                <c:pt idx="2161">
                  <c:v>242</c:v>
                </c:pt>
                <c:pt idx="2162">
                  <c:v>461</c:v>
                </c:pt>
                <c:pt idx="2163">
                  <c:v>55</c:v>
                </c:pt>
                <c:pt idx="2164">
                  <c:v>87</c:v>
                </c:pt>
                <c:pt idx="2165">
                  <c:v>51</c:v>
                </c:pt>
                <c:pt idx="2166">
                  <c:v>353</c:v>
                </c:pt>
                <c:pt idx="2167">
                  <c:v>722</c:v>
                </c:pt>
                <c:pt idx="2168">
                  <c:v>431</c:v>
                </c:pt>
                <c:pt idx="2169">
                  <c:v>236</c:v>
                </c:pt>
                <c:pt idx="2170">
                  <c:v>90</c:v>
                </c:pt>
                <c:pt idx="2171">
                  <c:v>159</c:v>
                </c:pt>
                <c:pt idx="2172">
                  <c:v>392</c:v>
                </c:pt>
                <c:pt idx="2173">
                  <c:v>600</c:v>
                </c:pt>
                <c:pt idx="2174">
                  <c:v>205</c:v>
                </c:pt>
                <c:pt idx="2175">
                  <c:v>630</c:v>
                </c:pt>
                <c:pt idx="2176">
                  <c:v>378</c:v>
                </c:pt>
                <c:pt idx="2177">
                  <c:v>156</c:v>
                </c:pt>
                <c:pt idx="2178">
                  <c:v>199</c:v>
                </c:pt>
                <c:pt idx="2179">
                  <c:v>373</c:v>
                </c:pt>
                <c:pt idx="2180">
                  <c:v>359</c:v>
                </c:pt>
                <c:pt idx="2181">
                  <c:v>104</c:v>
                </c:pt>
                <c:pt idx="2182">
                  <c:v>545</c:v>
                </c:pt>
                <c:pt idx="2183">
                  <c:v>474</c:v>
                </c:pt>
                <c:pt idx="2184">
                  <c:v>280</c:v>
                </c:pt>
                <c:pt idx="2185">
                  <c:v>330</c:v>
                </c:pt>
                <c:pt idx="2186">
                  <c:v>30</c:v>
                </c:pt>
                <c:pt idx="2187">
                  <c:v>62</c:v>
                </c:pt>
                <c:pt idx="2188">
                  <c:v>200</c:v>
                </c:pt>
                <c:pt idx="2189">
                  <c:v>205</c:v>
                </c:pt>
                <c:pt idx="2190">
                  <c:v>712</c:v>
                </c:pt>
                <c:pt idx="2191">
                  <c:v>13</c:v>
                </c:pt>
                <c:pt idx="2192">
                  <c:v>21</c:v>
                </c:pt>
                <c:pt idx="2193">
                  <c:v>124</c:v>
                </c:pt>
                <c:pt idx="2194">
                  <c:v>127</c:v>
                </c:pt>
                <c:pt idx="2195">
                  <c:v>491</c:v>
                </c:pt>
                <c:pt idx="2196">
                  <c:v>36</c:v>
                </c:pt>
                <c:pt idx="2197">
                  <c:v>40</c:v>
                </c:pt>
                <c:pt idx="2198">
                  <c:v>692</c:v>
                </c:pt>
                <c:pt idx="2199">
                  <c:v>747</c:v>
                </c:pt>
                <c:pt idx="2200">
                  <c:v>233</c:v>
                </c:pt>
                <c:pt idx="2201">
                  <c:v>114</c:v>
                </c:pt>
                <c:pt idx="2202">
                  <c:v>281</c:v>
                </c:pt>
                <c:pt idx="2203">
                  <c:v>249</c:v>
                </c:pt>
                <c:pt idx="2204">
                  <c:v>37</c:v>
                </c:pt>
                <c:pt idx="2205">
                  <c:v>356</c:v>
                </c:pt>
                <c:pt idx="2206">
                  <c:v>219</c:v>
                </c:pt>
                <c:pt idx="2207">
                  <c:v>698</c:v>
                </c:pt>
                <c:pt idx="2208">
                  <c:v>121</c:v>
                </c:pt>
                <c:pt idx="2209">
                  <c:v>678</c:v>
                </c:pt>
                <c:pt idx="2210">
                  <c:v>447</c:v>
                </c:pt>
                <c:pt idx="2211">
                  <c:v>202</c:v>
                </c:pt>
                <c:pt idx="2212">
                  <c:v>175</c:v>
                </c:pt>
                <c:pt idx="2213">
                  <c:v>404</c:v>
                </c:pt>
                <c:pt idx="2214">
                  <c:v>386</c:v>
                </c:pt>
                <c:pt idx="2215">
                  <c:v>497</c:v>
                </c:pt>
                <c:pt idx="2216">
                  <c:v>114</c:v>
                </c:pt>
                <c:pt idx="2217">
                  <c:v>129</c:v>
                </c:pt>
                <c:pt idx="2218">
                  <c:v>479</c:v>
                </c:pt>
                <c:pt idx="2219">
                  <c:v>251</c:v>
                </c:pt>
                <c:pt idx="2220">
                  <c:v>629</c:v>
                </c:pt>
                <c:pt idx="2221">
                  <c:v>318</c:v>
                </c:pt>
                <c:pt idx="2222">
                  <c:v>147</c:v>
                </c:pt>
                <c:pt idx="2223">
                  <c:v>241</c:v>
                </c:pt>
                <c:pt idx="2224">
                  <c:v>725</c:v>
                </c:pt>
                <c:pt idx="2225">
                  <c:v>705</c:v>
                </c:pt>
                <c:pt idx="2226">
                  <c:v>236</c:v>
                </c:pt>
                <c:pt idx="2227">
                  <c:v>20</c:v>
                </c:pt>
                <c:pt idx="2228">
                  <c:v>219</c:v>
                </c:pt>
                <c:pt idx="2229">
                  <c:v>37</c:v>
                </c:pt>
                <c:pt idx="2230">
                  <c:v>173</c:v>
                </c:pt>
                <c:pt idx="2231">
                  <c:v>104</c:v>
                </c:pt>
                <c:pt idx="2232">
                  <c:v>69</c:v>
                </c:pt>
                <c:pt idx="2233">
                  <c:v>700</c:v>
                </c:pt>
                <c:pt idx="2234">
                  <c:v>304</c:v>
                </c:pt>
                <c:pt idx="2235">
                  <c:v>522</c:v>
                </c:pt>
                <c:pt idx="2236">
                  <c:v>69</c:v>
                </c:pt>
                <c:pt idx="2237">
                  <c:v>249</c:v>
                </c:pt>
                <c:pt idx="2238">
                  <c:v>439</c:v>
                </c:pt>
                <c:pt idx="2239">
                  <c:v>234</c:v>
                </c:pt>
                <c:pt idx="2240">
                  <c:v>111</c:v>
                </c:pt>
                <c:pt idx="2241">
                  <c:v>97</c:v>
                </c:pt>
                <c:pt idx="2242">
                  <c:v>127</c:v>
                </c:pt>
                <c:pt idx="2243">
                  <c:v>36</c:v>
                </c:pt>
                <c:pt idx="2244">
                  <c:v>79</c:v>
                </c:pt>
                <c:pt idx="2245">
                  <c:v>317</c:v>
                </c:pt>
                <c:pt idx="2246">
                  <c:v>372</c:v>
                </c:pt>
                <c:pt idx="2247">
                  <c:v>136</c:v>
                </c:pt>
                <c:pt idx="2248">
                  <c:v>744</c:v>
                </c:pt>
                <c:pt idx="2249">
                  <c:v>465</c:v>
                </c:pt>
                <c:pt idx="2250">
                  <c:v>215</c:v>
                </c:pt>
                <c:pt idx="2251">
                  <c:v>454</c:v>
                </c:pt>
                <c:pt idx="2252">
                  <c:v>260</c:v>
                </c:pt>
                <c:pt idx="2253">
                  <c:v>442</c:v>
                </c:pt>
                <c:pt idx="2254">
                  <c:v>112</c:v>
                </c:pt>
                <c:pt idx="2255">
                  <c:v>251</c:v>
                </c:pt>
                <c:pt idx="2256">
                  <c:v>142</c:v>
                </c:pt>
                <c:pt idx="2257">
                  <c:v>225</c:v>
                </c:pt>
                <c:pt idx="2258">
                  <c:v>665</c:v>
                </c:pt>
                <c:pt idx="2259">
                  <c:v>410</c:v>
                </c:pt>
                <c:pt idx="2260">
                  <c:v>25</c:v>
                </c:pt>
                <c:pt idx="2261">
                  <c:v>144</c:v>
                </c:pt>
                <c:pt idx="2262">
                  <c:v>36</c:v>
                </c:pt>
                <c:pt idx="2263">
                  <c:v>201</c:v>
                </c:pt>
                <c:pt idx="2264">
                  <c:v>316</c:v>
                </c:pt>
                <c:pt idx="2265">
                  <c:v>645</c:v>
                </c:pt>
                <c:pt idx="2266">
                  <c:v>25</c:v>
                </c:pt>
                <c:pt idx="2267">
                  <c:v>43</c:v>
                </c:pt>
                <c:pt idx="2268">
                  <c:v>421</c:v>
                </c:pt>
                <c:pt idx="2269">
                  <c:v>183</c:v>
                </c:pt>
                <c:pt idx="2270">
                  <c:v>719</c:v>
                </c:pt>
                <c:pt idx="2271">
                  <c:v>125</c:v>
                </c:pt>
                <c:pt idx="2272">
                  <c:v>69</c:v>
                </c:pt>
                <c:pt idx="2273">
                  <c:v>53</c:v>
                </c:pt>
                <c:pt idx="2274">
                  <c:v>154</c:v>
                </c:pt>
                <c:pt idx="2275">
                  <c:v>537</c:v>
                </c:pt>
                <c:pt idx="2276">
                  <c:v>58</c:v>
                </c:pt>
                <c:pt idx="2277">
                  <c:v>151</c:v>
                </c:pt>
                <c:pt idx="2278">
                  <c:v>71</c:v>
                </c:pt>
                <c:pt idx="2279">
                  <c:v>50</c:v>
                </c:pt>
                <c:pt idx="2280">
                  <c:v>110</c:v>
                </c:pt>
                <c:pt idx="2281">
                  <c:v>612</c:v>
                </c:pt>
                <c:pt idx="2282">
                  <c:v>201</c:v>
                </c:pt>
                <c:pt idx="2283">
                  <c:v>287</c:v>
                </c:pt>
                <c:pt idx="2284">
                  <c:v>33</c:v>
                </c:pt>
                <c:pt idx="2285">
                  <c:v>146</c:v>
                </c:pt>
                <c:pt idx="2286">
                  <c:v>355</c:v>
                </c:pt>
                <c:pt idx="2287">
                  <c:v>467</c:v>
                </c:pt>
                <c:pt idx="2288">
                  <c:v>199</c:v>
                </c:pt>
                <c:pt idx="2289">
                  <c:v>717</c:v>
                </c:pt>
                <c:pt idx="2290">
                  <c:v>263</c:v>
                </c:pt>
                <c:pt idx="2291">
                  <c:v>516</c:v>
                </c:pt>
                <c:pt idx="2292">
                  <c:v>402</c:v>
                </c:pt>
                <c:pt idx="2293">
                  <c:v>99</c:v>
                </c:pt>
                <c:pt idx="2294">
                  <c:v>714</c:v>
                </c:pt>
                <c:pt idx="2295">
                  <c:v>156</c:v>
                </c:pt>
                <c:pt idx="2296">
                  <c:v>134</c:v>
                </c:pt>
                <c:pt idx="2297">
                  <c:v>558</c:v>
                </c:pt>
                <c:pt idx="2298">
                  <c:v>27</c:v>
                </c:pt>
                <c:pt idx="2299">
                  <c:v>150</c:v>
                </c:pt>
                <c:pt idx="2300">
                  <c:v>504</c:v>
                </c:pt>
                <c:pt idx="2301">
                  <c:v>243</c:v>
                </c:pt>
                <c:pt idx="2302">
                  <c:v>238</c:v>
                </c:pt>
                <c:pt idx="2303">
                  <c:v>259</c:v>
                </c:pt>
                <c:pt idx="2304">
                  <c:v>571</c:v>
                </c:pt>
                <c:pt idx="2305">
                  <c:v>704</c:v>
                </c:pt>
                <c:pt idx="2306">
                  <c:v>604</c:v>
                </c:pt>
                <c:pt idx="2307">
                  <c:v>288</c:v>
                </c:pt>
                <c:pt idx="2308">
                  <c:v>279</c:v>
                </c:pt>
                <c:pt idx="2309">
                  <c:v>497</c:v>
                </c:pt>
                <c:pt idx="2310">
                  <c:v>64</c:v>
                </c:pt>
                <c:pt idx="2311">
                  <c:v>662</c:v>
                </c:pt>
                <c:pt idx="2312">
                  <c:v>322</c:v>
                </c:pt>
                <c:pt idx="2313">
                  <c:v>66</c:v>
                </c:pt>
                <c:pt idx="2314">
                  <c:v>495</c:v>
                </c:pt>
                <c:pt idx="2315">
                  <c:v>415</c:v>
                </c:pt>
                <c:pt idx="2316">
                  <c:v>613</c:v>
                </c:pt>
                <c:pt idx="2317">
                  <c:v>496</c:v>
                </c:pt>
                <c:pt idx="2318">
                  <c:v>351</c:v>
                </c:pt>
                <c:pt idx="2319">
                  <c:v>573</c:v>
                </c:pt>
                <c:pt idx="2320">
                  <c:v>569</c:v>
                </c:pt>
                <c:pt idx="2321">
                  <c:v>83</c:v>
                </c:pt>
                <c:pt idx="2322">
                  <c:v>729</c:v>
                </c:pt>
                <c:pt idx="2323">
                  <c:v>617</c:v>
                </c:pt>
                <c:pt idx="2324">
                  <c:v>62</c:v>
                </c:pt>
                <c:pt idx="2325">
                  <c:v>197</c:v>
                </c:pt>
                <c:pt idx="2326">
                  <c:v>504</c:v>
                </c:pt>
                <c:pt idx="2327">
                  <c:v>551</c:v>
                </c:pt>
                <c:pt idx="2328">
                  <c:v>87</c:v>
                </c:pt>
                <c:pt idx="2329">
                  <c:v>476</c:v>
                </c:pt>
                <c:pt idx="2330">
                  <c:v>181</c:v>
                </c:pt>
                <c:pt idx="2331">
                  <c:v>360</c:v>
                </c:pt>
                <c:pt idx="2332">
                  <c:v>356</c:v>
                </c:pt>
                <c:pt idx="2333">
                  <c:v>308</c:v>
                </c:pt>
                <c:pt idx="2334">
                  <c:v>628</c:v>
                </c:pt>
                <c:pt idx="2335">
                  <c:v>614</c:v>
                </c:pt>
                <c:pt idx="2336">
                  <c:v>293</c:v>
                </c:pt>
                <c:pt idx="2337">
                  <c:v>628</c:v>
                </c:pt>
                <c:pt idx="2338">
                  <c:v>508</c:v>
                </c:pt>
                <c:pt idx="2339">
                  <c:v>588</c:v>
                </c:pt>
                <c:pt idx="2340">
                  <c:v>647</c:v>
                </c:pt>
                <c:pt idx="2341">
                  <c:v>606</c:v>
                </c:pt>
                <c:pt idx="2342">
                  <c:v>392</c:v>
                </c:pt>
                <c:pt idx="2343">
                  <c:v>434</c:v>
                </c:pt>
                <c:pt idx="2344">
                  <c:v>421</c:v>
                </c:pt>
                <c:pt idx="2345">
                  <c:v>492</c:v>
                </c:pt>
                <c:pt idx="2346">
                  <c:v>63</c:v>
                </c:pt>
                <c:pt idx="2347">
                  <c:v>471</c:v>
                </c:pt>
                <c:pt idx="2348">
                  <c:v>396</c:v>
                </c:pt>
                <c:pt idx="2349">
                  <c:v>622</c:v>
                </c:pt>
                <c:pt idx="2350">
                  <c:v>508</c:v>
                </c:pt>
                <c:pt idx="2351">
                  <c:v>396</c:v>
                </c:pt>
                <c:pt idx="2352">
                  <c:v>619</c:v>
                </c:pt>
                <c:pt idx="2353">
                  <c:v>585</c:v>
                </c:pt>
                <c:pt idx="2354">
                  <c:v>374</c:v>
                </c:pt>
                <c:pt idx="2355">
                  <c:v>641</c:v>
                </c:pt>
                <c:pt idx="2356">
                  <c:v>571</c:v>
                </c:pt>
                <c:pt idx="2357">
                  <c:v>591</c:v>
                </c:pt>
                <c:pt idx="2358">
                  <c:v>478</c:v>
                </c:pt>
                <c:pt idx="2359">
                  <c:v>585</c:v>
                </c:pt>
                <c:pt idx="2360">
                  <c:v>623</c:v>
                </c:pt>
                <c:pt idx="2361">
                  <c:v>624</c:v>
                </c:pt>
                <c:pt idx="2362">
                  <c:v>393</c:v>
                </c:pt>
                <c:pt idx="2363">
                  <c:v>588</c:v>
                </c:pt>
                <c:pt idx="2364">
                  <c:v>592</c:v>
                </c:pt>
                <c:pt idx="2365">
                  <c:v>603</c:v>
                </c:pt>
                <c:pt idx="2366">
                  <c:v>454</c:v>
                </c:pt>
                <c:pt idx="2367">
                  <c:v>609</c:v>
                </c:pt>
                <c:pt idx="2368">
                  <c:v>479</c:v>
                </c:pt>
                <c:pt idx="2369">
                  <c:v>481</c:v>
                </c:pt>
                <c:pt idx="2370">
                  <c:v>606</c:v>
                </c:pt>
                <c:pt idx="2371">
                  <c:v>633</c:v>
                </c:pt>
                <c:pt idx="2372">
                  <c:v>569</c:v>
                </c:pt>
                <c:pt idx="2373">
                  <c:v>612</c:v>
                </c:pt>
                <c:pt idx="2374">
                  <c:v>386</c:v>
                </c:pt>
                <c:pt idx="2375">
                  <c:v>737</c:v>
                </c:pt>
                <c:pt idx="2376">
                  <c:v>495</c:v>
                </c:pt>
                <c:pt idx="2377">
                  <c:v>603</c:v>
                </c:pt>
                <c:pt idx="2378">
                  <c:v>491</c:v>
                </c:pt>
                <c:pt idx="2379">
                  <c:v>418</c:v>
                </c:pt>
                <c:pt idx="2380">
                  <c:v>223</c:v>
                </c:pt>
                <c:pt idx="2381">
                  <c:v>556</c:v>
                </c:pt>
                <c:pt idx="2382">
                  <c:v>570</c:v>
                </c:pt>
                <c:pt idx="2383">
                  <c:v>386</c:v>
                </c:pt>
                <c:pt idx="2384">
                  <c:v>554</c:v>
                </c:pt>
                <c:pt idx="2385">
                  <c:v>291</c:v>
                </c:pt>
                <c:pt idx="2386">
                  <c:v>710</c:v>
                </c:pt>
                <c:pt idx="2387">
                  <c:v>719</c:v>
                </c:pt>
                <c:pt idx="2388">
                  <c:v>241</c:v>
                </c:pt>
                <c:pt idx="2389">
                  <c:v>406</c:v>
                </c:pt>
                <c:pt idx="2390">
                  <c:v>250</c:v>
                </c:pt>
                <c:pt idx="2391">
                  <c:v>680</c:v>
                </c:pt>
                <c:pt idx="2392">
                  <c:v>560</c:v>
                </c:pt>
                <c:pt idx="2393">
                  <c:v>97</c:v>
                </c:pt>
                <c:pt idx="2394">
                  <c:v>330</c:v>
                </c:pt>
                <c:pt idx="2395">
                  <c:v>659</c:v>
                </c:pt>
                <c:pt idx="2396">
                  <c:v>593</c:v>
                </c:pt>
                <c:pt idx="2397">
                  <c:v>514</c:v>
                </c:pt>
                <c:pt idx="2398">
                  <c:v>364</c:v>
                </c:pt>
                <c:pt idx="2399">
                  <c:v>554</c:v>
                </c:pt>
                <c:pt idx="2400">
                  <c:v>35</c:v>
                </c:pt>
                <c:pt idx="2401">
                  <c:v>295</c:v>
                </c:pt>
                <c:pt idx="2402">
                  <c:v>248</c:v>
                </c:pt>
                <c:pt idx="2403">
                  <c:v>373</c:v>
                </c:pt>
                <c:pt idx="2404">
                  <c:v>253</c:v>
                </c:pt>
                <c:pt idx="2405">
                  <c:v>476</c:v>
                </c:pt>
                <c:pt idx="2406">
                  <c:v>297</c:v>
                </c:pt>
                <c:pt idx="2407">
                  <c:v>332</c:v>
                </c:pt>
                <c:pt idx="2408">
                  <c:v>587</c:v>
                </c:pt>
                <c:pt idx="2409">
                  <c:v>278</c:v>
                </c:pt>
                <c:pt idx="2410">
                  <c:v>630</c:v>
                </c:pt>
                <c:pt idx="2411">
                  <c:v>327</c:v>
                </c:pt>
                <c:pt idx="2412">
                  <c:v>23</c:v>
                </c:pt>
                <c:pt idx="2413">
                  <c:v>108</c:v>
                </c:pt>
                <c:pt idx="2414">
                  <c:v>121</c:v>
                </c:pt>
                <c:pt idx="2415">
                  <c:v>572</c:v>
                </c:pt>
                <c:pt idx="2416">
                  <c:v>378</c:v>
                </c:pt>
                <c:pt idx="2417">
                  <c:v>217</c:v>
                </c:pt>
                <c:pt idx="2418">
                  <c:v>478</c:v>
                </c:pt>
                <c:pt idx="2419">
                  <c:v>132</c:v>
                </c:pt>
                <c:pt idx="2420">
                  <c:v>95</c:v>
                </c:pt>
                <c:pt idx="2421">
                  <c:v>660</c:v>
                </c:pt>
                <c:pt idx="2422">
                  <c:v>75</c:v>
                </c:pt>
                <c:pt idx="2423">
                  <c:v>162</c:v>
                </c:pt>
                <c:pt idx="2424">
                  <c:v>40</c:v>
                </c:pt>
                <c:pt idx="2425">
                  <c:v>641</c:v>
                </c:pt>
                <c:pt idx="2426">
                  <c:v>132</c:v>
                </c:pt>
                <c:pt idx="2427">
                  <c:v>175</c:v>
                </c:pt>
                <c:pt idx="2428">
                  <c:v>630</c:v>
                </c:pt>
                <c:pt idx="2429">
                  <c:v>327</c:v>
                </c:pt>
                <c:pt idx="2430">
                  <c:v>545</c:v>
                </c:pt>
                <c:pt idx="2431">
                  <c:v>128</c:v>
                </c:pt>
                <c:pt idx="2432">
                  <c:v>117</c:v>
                </c:pt>
                <c:pt idx="2433">
                  <c:v>107</c:v>
                </c:pt>
                <c:pt idx="2434">
                  <c:v>163</c:v>
                </c:pt>
                <c:pt idx="2435">
                  <c:v>185</c:v>
                </c:pt>
                <c:pt idx="2436">
                  <c:v>224</c:v>
                </c:pt>
                <c:pt idx="2437">
                  <c:v>150</c:v>
                </c:pt>
                <c:pt idx="2438">
                  <c:v>124</c:v>
                </c:pt>
                <c:pt idx="2439">
                  <c:v>340</c:v>
                </c:pt>
                <c:pt idx="2440">
                  <c:v>625</c:v>
                </c:pt>
                <c:pt idx="2441">
                  <c:v>103</c:v>
                </c:pt>
                <c:pt idx="2442">
                  <c:v>453</c:v>
                </c:pt>
                <c:pt idx="2443">
                  <c:v>115</c:v>
                </c:pt>
                <c:pt idx="2444">
                  <c:v>455</c:v>
                </c:pt>
                <c:pt idx="2445">
                  <c:v>49</c:v>
                </c:pt>
                <c:pt idx="2446">
                  <c:v>290</c:v>
                </c:pt>
                <c:pt idx="2447">
                  <c:v>329</c:v>
                </c:pt>
                <c:pt idx="2448">
                  <c:v>503</c:v>
                </c:pt>
                <c:pt idx="2449">
                  <c:v>555</c:v>
                </c:pt>
                <c:pt idx="2450">
                  <c:v>556</c:v>
                </c:pt>
                <c:pt idx="2451">
                  <c:v>342</c:v>
                </c:pt>
                <c:pt idx="2452">
                  <c:v>526</c:v>
                </c:pt>
                <c:pt idx="2453">
                  <c:v>186</c:v>
                </c:pt>
                <c:pt idx="2454">
                  <c:v>304</c:v>
                </c:pt>
                <c:pt idx="2455">
                  <c:v>360</c:v>
                </c:pt>
                <c:pt idx="2456">
                  <c:v>508</c:v>
                </c:pt>
                <c:pt idx="2457">
                  <c:v>357</c:v>
                </c:pt>
                <c:pt idx="2458">
                  <c:v>546</c:v>
                </c:pt>
                <c:pt idx="2459">
                  <c:v>658</c:v>
                </c:pt>
                <c:pt idx="2460">
                  <c:v>416</c:v>
                </c:pt>
                <c:pt idx="2461">
                  <c:v>449</c:v>
                </c:pt>
                <c:pt idx="2462">
                  <c:v>293</c:v>
                </c:pt>
                <c:pt idx="2463">
                  <c:v>569</c:v>
                </c:pt>
                <c:pt idx="2464">
                  <c:v>416</c:v>
                </c:pt>
                <c:pt idx="2465">
                  <c:v>57</c:v>
                </c:pt>
                <c:pt idx="2466">
                  <c:v>305</c:v>
                </c:pt>
                <c:pt idx="2467">
                  <c:v>53</c:v>
                </c:pt>
                <c:pt idx="2468">
                  <c:v>648</c:v>
                </c:pt>
                <c:pt idx="2469">
                  <c:v>501</c:v>
                </c:pt>
                <c:pt idx="2470">
                  <c:v>291</c:v>
                </c:pt>
                <c:pt idx="2471">
                  <c:v>606</c:v>
                </c:pt>
                <c:pt idx="2472">
                  <c:v>254</c:v>
                </c:pt>
                <c:pt idx="2473">
                  <c:v>463</c:v>
                </c:pt>
                <c:pt idx="2474">
                  <c:v>709</c:v>
                </c:pt>
                <c:pt idx="2475">
                  <c:v>107</c:v>
                </c:pt>
                <c:pt idx="2476">
                  <c:v>657</c:v>
                </c:pt>
                <c:pt idx="2477">
                  <c:v>434</c:v>
                </c:pt>
                <c:pt idx="2478">
                  <c:v>617</c:v>
                </c:pt>
                <c:pt idx="2479">
                  <c:v>348</c:v>
                </c:pt>
                <c:pt idx="2480">
                  <c:v>563</c:v>
                </c:pt>
                <c:pt idx="2481">
                  <c:v>60</c:v>
                </c:pt>
                <c:pt idx="2482">
                  <c:v>435</c:v>
                </c:pt>
                <c:pt idx="2483">
                  <c:v>106</c:v>
                </c:pt>
                <c:pt idx="2484">
                  <c:v>317</c:v>
                </c:pt>
                <c:pt idx="2485">
                  <c:v>27</c:v>
                </c:pt>
                <c:pt idx="2486">
                  <c:v>672</c:v>
                </c:pt>
                <c:pt idx="2487">
                  <c:v>704</c:v>
                </c:pt>
                <c:pt idx="2488">
                  <c:v>464</c:v>
                </c:pt>
                <c:pt idx="2489">
                  <c:v>488</c:v>
                </c:pt>
                <c:pt idx="2490">
                  <c:v>227</c:v>
                </c:pt>
                <c:pt idx="2491">
                  <c:v>549</c:v>
                </c:pt>
                <c:pt idx="2492">
                  <c:v>534</c:v>
                </c:pt>
                <c:pt idx="2493">
                  <c:v>691</c:v>
                </c:pt>
                <c:pt idx="2494">
                  <c:v>46</c:v>
                </c:pt>
                <c:pt idx="2495">
                  <c:v>361</c:v>
                </c:pt>
                <c:pt idx="2496">
                  <c:v>461</c:v>
                </c:pt>
                <c:pt idx="2497">
                  <c:v>497</c:v>
                </c:pt>
                <c:pt idx="2498">
                  <c:v>405</c:v>
                </c:pt>
                <c:pt idx="2499">
                  <c:v>445</c:v>
                </c:pt>
                <c:pt idx="2500">
                  <c:v>670</c:v>
                </c:pt>
                <c:pt idx="2501">
                  <c:v>329</c:v>
                </c:pt>
                <c:pt idx="2502">
                  <c:v>702</c:v>
                </c:pt>
                <c:pt idx="2503">
                  <c:v>407</c:v>
                </c:pt>
                <c:pt idx="2504">
                  <c:v>606</c:v>
                </c:pt>
                <c:pt idx="2505">
                  <c:v>612</c:v>
                </c:pt>
                <c:pt idx="2506">
                  <c:v>594</c:v>
                </c:pt>
                <c:pt idx="2507">
                  <c:v>66</c:v>
                </c:pt>
                <c:pt idx="2508">
                  <c:v>64</c:v>
                </c:pt>
                <c:pt idx="2509">
                  <c:v>356</c:v>
                </c:pt>
                <c:pt idx="2510">
                  <c:v>520</c:v>
                </c:pt>
                <c:pt idx="2511">
                  <c:v>426</c:v>
                </c:pt>
                <c:pt idx="2512">
                  <c:v>253</c:v>
                </c:pt>
                <c:pt idx="2513">
                  <c:v>607</c:v>
                </c:pt>
                <c:pt idx="2514">
                  <c:v>346</c:v>
                </c:pt>
                <c:pt idx="2515">
                  <c:v>67</c:v>
                </c:pt>
                <c:pt idx="2516">
                  <c:v>53</c:v>
                </c:pt>
                <c:pt idx="2517">
                  <c:v>343</c:v>
                </c:pt>
                <c:pt idx="2518">
                  <c:v>660</c:v>
                </c:pt>
                <c:pt idx="2519">
                  <c:v>95</c:v>
                </c:pt>
                <c:pt idx="2520">
                  <c:v>107</c:v>
                </c:pt>
                <c:pt idx="2521">
                  <c:v>429</c:v>
                </c:pt>
                <c:pt idx="2522">
                  <c:v>580</c:v>
                </c:pt>
                <c:pt idx="2523">
                  <c:v>539</c:v>
                </c:pt>
                <c:pt idx="2524">
                  <c:v>434</c:v>
                </c:pt>
                <c:pt idx="2525">
                  <c:v>450</c:v>
                </c:pt>
                <c:pt idx="2526">
                  <c:v>596</c:v>
                </c:pt>
                <c:pt idx="2527">
                  <c:v>323</c:v>
                </c:pt>
                <c:pt idx="2528">
                  <c:v>326</c:v>
                </c:pt>
                <c:pt idx="2529">
                  <c:v>183</c:v>
                </c:pt>
                <c:pt idx="2530">
                  <c:v>394</c:v>
                </c:pt>
                <c:pt idx="2531">
                  <c:v>583</c:v>
                </c:pt>
                <c:pt idx="2532">
                  <c:v>153</c:v>
                </c:pt>
                <c:pt idx="2533">
                  <c:v>321</c:v>
                </c:pt>
                <c:pt idx="2534">
                  <c:v>519</c:v>
                </c:pt>
                <c:pt idx="2535">
                  <c:v>132</c:v>
                </c:pt>
                <c:pt idx="2536">
                  <c:v>326</c:v>
                </c:pt>
                <c:pt idx="2537">
                  <c:v>490</c:v>
                </c:pt>
                <c:pt idx="2538">
                  <c:v>275</c:v>
                </c:pt>
                <c:pt idx="2539">
                  <c:v>704</c:v>
                </c:pt>
                <c:pt idx="2540">
                  <c:v>647</c:v>
                </c:pt>
                <c:pt idx="2541">
                  <c:v>417</c:v>
                </c:pt>
                <c:pt idx="2542">
                  <c:v>508</c:v>
                </c:pt>
                <c:pt idx="2543">
                  <c:v>605</c:v>
                </c:pt>
                <c:pt idx="2544">
                  <c:v>553</c:v>
                </c:pt>
                <c:pt idx="2545">
                  <c:v>468</c:v>
                </c:pt>
                <c:pt idx="2546">
                  <c:v>267</c:v>
                </c:pt>
                <c:pt idx="2547">
                  <c:v>442</c:v>
                </c:pt>
                <c:pt idx="2548">
                  <c:v>583</c:v>
                </c:pt>
                <c:pt idx="2549">
                  <c:v>388</c:v>
                </c:pt>
                <c:pt idx="2550">
                  <c:v>438</c:v>
                </c:pt>
                <c:pt idx="2551">
                  <c:v>420</c:v>
                </c:pt>
                <c:pt idx="2552">
                  <c:v>238</c:v>
                </c:pt>
                <c:pt idx="2553">
                  <c:v>239</c:v>
                </c:pt>
                <c:pt idx="2554">
                  <c:v>617</c:v>
                </c:pt>
                <c:pt idx="2555">
                  <c:v>706</c:v>
                </c:pt>
                <c:pt idx="2556">
                  <c:v>670</c:v>
                </c:pt>
                <c:pt idx="2557">
                  <c:v>90</c:v>
                </c:pt>
                <c:pt idx="2558">
                  <c:v>401</c:v>
                </c:pt>
                <c:pt idx="2559">
                  <c:v>602</c:v>
                </c:pt>
                <c:pt idx="2560">
                  <c:v>225</c:v>
                </c:pt>
                <c:pt idx="2561">
                  <c:v>732</c:v>
                </c:pt>
                <c:pt idx="2562">
                  <c:v>612</c:v>
                </c:pt>
                <c:pt idx="2563">
                  <c:v>535</c:v>
                </c:pt>
                <c:pt idx="2564">
                  <c:v>244</c:v>
                </c:pt>
                <c:pt idx="2565">
                  <c:v>319</c:v>
                </c:pt>
                <c:pt idx="2566">
                  <c:v>198</c:v>
                </c:pt>
                <c:pt idx="2567">
                  <c:v>636</c:v>
                </c:pt>
                <c:pt idx="2568">
                  <c:v>645</c:v>
                </c:pt>
                <c:pt idx="2569">
                  <c:v>401</c:v>
                </c:pt>
                <c:pt idx="2570">
                  <c:v>385</c:v>
                </c:pt>
                <c:pt idx="2571">
                  <c:v>270</c:v>
                </c:pt>
                <c:pt idx="2572">
                  <c:v>701</c:v>
                </c:pt>
                <c:pt idx="2573">
                  <c:v>71</c:v>
                </c:pt>
                <c:pt idx="2574">
                  <c:v>402</c:v>
                </c:pt>
                <c:pt idx="2575">
                  <c:v>183</c:v>
                </c:pt>
                <c:pt idx="2576">
                  <c:v>306</c:v>
                </c:pt>
                <c:pt idx="2577">
                  <c:v>222</c:v>
                </c:pt>
                <c:pt idx="2578">
                  <c:v>312</c:v>
                </c:pt>
                <c:pt idx="2579">
                  <c:v>447</c:v>
                </c:pt>
                <c:pt idx="2580">
                  <c:v>404</c:v>
                </c:pt>
                <c:pt idx="2581">
                  <c:v>740</c:v>
                </c:pt>
                <c:pt idx="2582">
                  <c:v>437</c:v>
                </c:pt>
                <c:pt idx="2583">
                  <c:v>215</c:v>
                </c:pt>
                <c:pt idx="2584">
                  <c:v>321</c:v>
                </c:pt>
                <c:pt idx="2585">
                  <c:v>139</c:v>
                </c:pt>
                <c:pt idx="2586">
                  <c:v>704</c:v>
                </c:pt>
                <c:pt idx="2587">
                  <c:v>86</c:v>
                </c:pt>
                <c:pt idx="2588">
                  <c:v>490</c:v>
                </c:pt>
                <c:pt idx="2589">
                  <c:v>750</c:v>
                </c:pt>
                <c:pt idx="2590">
                  <c:v>722</c:v>
                </c:pt>
                <c:pt idx="2591">
                  <c:v>269</c:v>
                </c:pt>
                <c:pt idx="2592">
                  <c:v>227</c:v>
                </c:pt>
                <c:pt idx="2593">
                  <c:v>575</c:v>
                </c:pt>
                <c:pt idx="2594">
                  <c:v>459</c:v>
                </c:pt>
                <c:pt idx="2595">
                  <c:v>367</c:v>
                </c:pt>
                <c:pt idx="2596">
                  <c:v>294</c:v>
                </c:pt>
                <c:pt idx="2597">
                  <c:v>458</c:v>
                </c:pt>
                <c:pt idx="2598">
                  <c:v>665</c:v>
                </c:pt>
                <c:pt idx="2599">
                  <c:v>103</c:v>
                </c:pt>
                <c:pt idx="2600">
                  <c:v>324</c:v>
                </c:pt>
                <c:pt idx="2601">
                  <c:v>565</c:v>
                </c:pt>
                <c:pt idx="2602">
                  <c:v>48</c:v>
                </c:pt>
                <c:pt idx="2603">
                  <c:v>658</c:v>
                </c:pt>
                <c:pt idx="2604">
                  <c:v>259</c:v>
                </c:pt>
                <c:pt idx="2605">
                  <c:v>617</c:v>
                </c:pt>
                <c:pt idx="2606">
                  <c:v>417</c:v>
                </c:pt>
                <c:pt idx="2607">
                  <c:v>280</c:v>
                </c:pt>
                <c:pt idx="2608">
                  <c:v>139</c:v>
                </c:pt>
                <c:pt idx="2609">
                  <c:v>197</c:v>
                </c:pt>
                <c:pt idx="2610">
                  <c:v>375</c:v>
                </c:pt>
                <c:pt idx="2611">
                  <c:v>544</c:v>
                </c:pt>
                <c:pt idx="2612">
                  <c:v>672</c:v>
                </c:pt>
                <c:pt idx="2613">
                  <c:v>277</c:v>
                </c:pt>
                <c:pt idx="2614">
                  <c:v>280</c:v>
                </c:pt>
                <c:pt idx="2615">
                  <c:v>591</c:v>
                </c:pt>
                <c:pt idx="2616">
                  <c:v>565</c:v>
                </c:pt>
                <c:pt idx="2617">
                  <c:v>192</c:v>
                </c:pt>
                <c:pt idx="2618">
                  <c:v>74</c:v>
                </c:pt>
                <c:pt idx="2619">
                  <c:v>357</c:v>
                </c:pt>
                <c:pt idx="2620">
                  <c:v>545</c:v>
                </c:pt>
                <c:pt idx="2621">
                  <c:v>560</c:v>
                </c:pt>
                <c:pt idx="2622">
                  <c:v>607</c:v>
                </c:pt>
                <c:pt idx="2623">
                  <c:v>525</c:v>
                </c:pt>
                <c:pt idx="2624">
                  <c:v>180</c:v>
                </c:pt>
                <c:pt idx="2625">
                  <c:v>412</c:v>
                </c:pt>
                <c:pt idx="2626">
                  <c:v>84</c:v>
                </c:pt>
                <c:pt idx="2627">
                  <c:v>378</c:v>
                </c:pt>
                <c:pt idx="2628">
                  <c:v>274</c:v>
                </c:pt>
                <c:pt idx="2629">
                  <c:v>193</c:v>
                </c:pt>
                <c:pt idx="2630">
                  <c:v>543</c:v>
                </c:pt>
                <c:pt idx="2631">
                  <c:v>641</c:v>
                </c:pt>
                <c:pt idx="2632">
                  <c:v>153</c:v>
                </c:pt>
                <c:pt idx="2633">
                  <c:v>191</c:v>
                </c:pt>
                <c:pt idx="2634">
                  <c:v>339</c:v>
                </c:pt>
                <c:pt idx="2635">
                  <c:v>362</c:v>
                </c:pt>
                <c:pt idx="2636">
                  <c:v>384</c:v>
                </c:pt>
                <c:pt idx="2637">
                  <c:v>230</c:v>
                </c:pt>
                <c:pt idx="2638">
                  <c:v>262</c:v>
                </c:pt>
                <c:pt idx="2639">
                  <c:v>396</c:v>
                </c:pt>
                <c:pt idx="2640">
                  <c:v>349</c:v>
                </c:pt>
                <c:pt idx="2641">
                  <c:v>548</c:v>
                </c:pt>
                <c:pt idx="2642">
                  <c:v>173</c:v>
                </c:pt>
                <c:pt idx="2643">
                  <c:v>529</c:v>
                </c:pt>
                <c:pt idx="2644">
                  <c:v>694</c:v>
                </c:pt>
                <c:pt idx="2645">
                  <c:v>511</c:v>
                </c:pt>
                <c:pt idx="2646">
                  <c:v>51</c:v>
                </c:pt>
                <c:pt idx="2647">
                  <c:v>308</c:v>
                </c:pt>
                <c:pt idx="2648">
                  <c:v>356</c:v>
                </c:pt>
                <c:pt idx="2649">
                  <c:v>160</c:v>
                </c:pt>
                <c:pt idx="2650">
                  <c:v>438</c:v>
                </c:pt>
                <c:pt idx="2651">
                  <c:v>294</c:v>
                </c:pt>
                <c:pt idx="2652">
                  <c:v>312</c:v>
                </c:pt>
                <c:pt idx="2653">
                  <c:v>465</c:v>
                </c:pt>
                <c:pt idx="2654">
                  <c:v>432</c:v>
                </c:pt>
                <c:pt idx="2655">
                  <c:v>693</c:v>
                </c:pt>
                <c:pt idx="2656">
                  <c:v>636</c:v>
                </c:pt>
                <c:pt idx="2657">
                  <c:v>286</c:v>
                </c:pt>
                <c:pt idx="2658">
                  <c:v>292</c:v>
                </c:pt>
                <c:pt idx="2659">
                  <c:v>439</c:v>
                </c:pt>
                <c:pt idx="2660">
                  <c:v>241</c:v>
                </c:pt>
                <c:pt idx="2661">
                  <c:v>212</c:v>
                </c:pt>
                <c:pt idx="2662">
                  <c:v>137</c:v>
                </c:pt>
                <c:pt idx="2663">
                  <c:v>351</c:v>
                </c:pt>
                <c:pt idx="2664">
                  <c:v>272</c:v>
                </c:pt>
                <c:pt idx="2665">
                  <c:v>231</c:v>
                </c:pt>
                <c:pt idx="2666">
                  <c:v>546</c:v>
                </c:pt>
                <c:pt idx="2667">
                  <c:v>581</c:v>
                </c:pt>
                <c:pt idx="2668">
                  <c:v>487</c:v>
                </c:pt>
                <c:pt idx="2669">
                  <c:v>552</c:v>
                </c:pt>
                <c:pt idx="2670">
                  <c:v>544</c:v>
                </c:pt>
                <c:pt idx="2671">
                  <c:v>527</c:v>
                </c:pt>
                <c:pt idx="2672">
                  <c:v>111</c:v>
                </c:pt>
                <c:pt idx="2673">
                  <c:v>93</c:v>
                </c:pt>
                <c:pt idx="2674">
                  <c:v>137</c:v>
                </c:pt>
                <c:pt idx="2675">
                  <c:v>587</c:v>
                </c:pt>
                <c:pt idx="2676">
                  <c:v>613</c:v>
                </c:pt>
                <c:pt idx="2677">
                  <c:v>482</c:v>
                </c:pt>
                <c:pt idx="2678">
                  <c:v>442</c:v>
                </c:pt>
                <c:pt idx="2679">
                  <c:v>433</c:v>
                </c:pt>
                <c:pt idx="2680">
                  <c:v>435</c:v>
                </c:pt>
                <c:pt idx="2681">
                  <c:v>412</c:v>
                </c:pt>
                <c:pt idx="2682">
                  <c:v>100</c:v>
                </c:pt>
                <c:pt idx="2683">
                  <c:v>660</c:v>
                </c:pt>
                <c:pt idx="2684">
                  <c:v>397</c:v>
                </c:pt>
                <c:pt idx="2685">
                  <c:v>686</c:v>
                </c:pt>
                <c:pt idx="2686">
                  <c:v>586</c:v>
                </c:pt>
                <c:pt idx="2687">
                  <c:v>623</c:v>
                </c:pt>
                <c:pt idx="2688">
                  <c:v>400</c:v>
                </c:pt>
                <c:pt idx="2689">
                  <c:v>121</c:v>
                </c:pt>
                <c:pt idx="2690">
                  <c:v>138</c:v>
                </c:pt>
                <c:pt idx="2691">
                  <c:v>598</c:v>
                </c:pt>
                <c:pt idx="2692">
                  <c:v>287</c:v>
                </c:pt>
                <c:pt idx="2693">
                  <c:v>9</c:v>
                </c:pt>
                <c:pt idx="2694">
                  <c:v>270</c:v>
                </c:pt>
                <c:pt idx="2695">
                  <c:v>457</c:v>
                </c:pt>
                <c:pt idx="2696">
                  <c:v>178</c:v>
                </c:pt>
                <c:pt idx="2697">
                  <c:v>512</c:v>
                </c:pt>
                <c:pt idx="2698">
                  <c:v>460</c:v>
                </c:pt>
                <c:pt idx="2699">
                  <c:v>263</c:v>
                </c:pt>
                <c:pt idx="2700">
                  <c:v>174</c:v>
                </c:pt>
                <c:pt idx="2701">
                  <c:v>381</c:v>
                </c:pt>
                <c:pt idx="2702">
                  <c:v>134</c:v>
                </c:pt>
                <c:pt idx="2703">
                  <c:v>107</c:v>
                </c:pt>
                <c:pt idx="2704">
                  <c:v>280</c:v>
                </c:pt>
                <c:pt idx="2705">
                  <c:v>330</c:v>
                </c:pt>
                <c:pt idx="2706">
                  <c:v>395</c:v>
                </c:pt>
                <c:pt idx="2707">
                  <c:v>292</c:v>
                </c:pt>
                <c:pt idx="2708">
                  <c:v>353</c:v>
                </c:pt>
                <c:pt idx="2709">
                  <c:v>224</c:v>
                </c:pt>
                <c:pt idx="2710">
                  <c:v>578</c:v>
                </c:pt>
                <c:pt idx="2711">
                  <c:v>122</c:v>
                </c:pt>
                <c:pt idx="2712">
                  <c:v>262</c:v>
                </c:pt>
                <c:pt idx="2713">
                  <c:v>149</c:v>
                </c:pt>
                <c:pt idx="2714">
                  <c:v>450</c:v>
                </c:pt>
                <c:pt idx="2715">
                  <c:v>544</c:v>
                </c:pt>
                <c:pt idx="2716">
                  <c:v>316</c:v>
                </c:pt>
                <c:pt idx="2717">
                  <c:v>393</c:v>
                </c:pt>
                <c:pt idx="2718">
                  <c:v>476</c:v>
                </c:pt>
                <c:pt idx="2719">
                  <c:v>603</c:v>
                </c:pt>
                <c:pt idx="2720">
                  <c:v>329</c:v>
                </c:pt>
                <c:pt idx="2721">
                  <c:v>682</c:v>
                </c:pt>
                <c:pt idx="2722">
                  <c:v>155</c:v>
                </c:pt>
                <c:pt idx="2723">
                  <c:v>172</c:v>
                </c:pt>
                <c:pt idx="2724">
                  <c:v>306</c:v>
                </c:pt>
                <c:pt idx="2725">
                  <c:v>217</c:v>
                </c:pt>
                <c:pt idx="2726">
                  <c:v>553</c:v>
                </c:pt>
                <c:pt idx="2727">
                  <c:v>448</c:v>
                </c:pt>
                <c:pt idx="2728">
                  <c:v>420</c:v>
                </c:pt>
                <c:pt idx="2729">
                  <c:v>245</c:v>
                </c:pt>
                <c:pt idx="2730">
                  <c:v>637</c:v>
                </c:pt>
                <c:pt idx="2731">
                  <c:v>138</c:v>
                </c:pt>
                <c:pt idx="2732">
                  <c:v>355</c:v>
                </c:pt>
                <c:pt idx="2733">
                  <c:v>539</c:v>
                </c:pt>
                <c:pt idx="2734">
                  <c:v>172</c:v>
                </c:pt>
                <c:pt idx="2735">
                  <c:v>74</c:v>
                </c:pt>
                <c:pt idx="2736">
                  <c:v>348</c:v>
                </c:pt>
                <c:pt idx="2737">
                  <c:v>115</c:v>
                </c:pt>
                <c:pt idx="2738">
                  <c:v>386</c:v>
                </c:pt>
                <c:pt idx="2739">
                  <c:v>556</c:v>
                </c:pt>
                <c:pt idx="2740">
                  <c:v>271</c:v>
                </c:pt>
                <c:pt idx="2741">
                  <c:v>415</c:v>
                </c:pt>
                <c:pt idx="2742">
                  <c:v>412</c:v>
                </c:pt>
                <c:pt idx="2743">
                  <c:v>518</c:v>
                </c:pt>
                <c:pt idx="2744">
                  <c:v>575</c:v>
                </c:pt>
                <c:pt idx="2745">
                  <c:v>446</c:v>
                </c:pt>
                <c:pt idx="2746">
                  <c:v>227</c:v>
                </c:pt>
                <c:pt idx="2747">
                  <c:v>200</c:v>
                </c:pt>
                <c:pt idx="2748">
                  <c:v>80</c:v>
                </c:pt>
                <c:pt idx="2749">
                  <c:v>405</c:v>
                </c:pt>
                <c:pt idx="2750">
                  <c:v>660</c:v>
                </c:pt>
                <c:pt idx="2751">
                  <c:v>133</c:v>
                </c:pt>
                <c:pt idx="2752">
                  <c:v>166</c:v>
                </c:pt>
                <c:pt idx="2753">
                  <c:v>431</c:v>
                </c:pt>
                <c:pt idx="2754">
                  <c:v>325</c:v>
                </c:pt>
                <c:pt idx="2755">
                  <c:v>94</c:v>
                </c:pt>
                <c:pt idx="2756">
                  <c:v>270</c:v>
                </c:pt>
                <c:pt idx="2757">
                  <c:v>365</c:v>
                </c:pt>
                <c:pt idx="2758">
                  <c:v>210</c:v>
                </c:pt>
                <c:pt idx="2759">
                  <c:v>644</c:v>
                </c:pt>
                <c:pt idx="2760">
                  <c:v>432</c:v>
                </c:pt>
                <c:pt idx="2761">
                  <c:v>291</c:v>
                </c:pt>
                <c:pt idx="2762">
                  <c:v>678</c:v>
                </c:pt>
                <c:pt idx="2763">
                  <c:v>316</c:v>
                </c:pt>
                <c:pt idx="2764">
                  <c:v>694</c:v>
                </c:pt>
                <c:pt idx="2765">
                  <c:v>118</c:v>
                </c:pt>
                <c:pt idx="2766">
                  <c:v>618</c:v>
                </c:pt>
                <c:pt idx="2767">
                  <c:v>520</c:v>
                </c:pt>
                <c:pt idx="2768">
                  <c:v>353</c:v>
                </c:pt>
                <c:pt idx="2769">
                  <c:v>531</c:v>
                </c:pt>
                <c:pt idx="2770">
                  <c:v>30</c:v>
                </c:pt>
                <c:pt idx="2771">
                  <c:v>305</c:v>
                </c:pt>
                <c:pt idx="2772">
                  <c:v>514</c:v>
                </c:pt>
                <c:pt idx="2773">
                  <c:v>22</c:v>
                </c:pt>
                <c:pt idx="2774">
                  <c:v>279</c:v>
                </c:pt>
                <c:pt idx="2775">
                  <c:v>463</c:v>
                </c:pt>
                <c:pt idx="2776">
                  <c:v>301</c:v>
                </c:pt>
                <c:pt idx="2777">
                  <c:v>533</c:v>
                </c:pt>
                <c:pt idx="2778">
                  <c:v>446</c:v>
                </c:pt>
                <c:pt idx="2779">
                  <c:v>452</c:v>
                </c:pt>
                <c:pt idx="2780">
                  <c:v>441</c:v>
                </c:pt>
                <c:pt idx="2781">
                  <c:v>259</c:v>
                </c:pt>
                <c:pt idx="2782">
                  <c:v>558</c:v>
                </c:pt>
                <c:pt idx="2783">
                  <c:v>658</c:v>
                </c:pt>
                <c:pt idx="2784">
                  <c:v>61</c:v>
                </c:pt>
                <c:pt idx="2785">
                  <c:v>495</c:v>
                </c:pt>
                <c:pt idx="2786">
                  <c:v>499</c:v>
                </c:pt>
                <c:pt idx="2787">
                  <c:v>156</c:v>
                </c:pt>
                <c:pt idx="2788">
                  <c:v>607</c:v>
                </c:pt>
                <c:pt idx="2789">
                  <c:v>341</c:v>
                </c:pt>
                <c:pt idx="2790">
                  <c:v>530</c:v>
                </c:pt>
                <c:pt idx="2791">
                  <c:v>602</c:v>
                </c:pt>
                <c:pt idx="2792">
                  <c:v>477</c:v>
                </c:pt>
                <c:pt idx="2793">
                  <c:v>320</c:v>
                </c:pt>
                <c:pt idx="2794">
                  <c:v>253</c:v>
                </c:pt>
                <c:pt idx="2795">
                  <c:v>553</c:v>
                </c:pt>
                <c:pt idx="2796">
                  <c:v>269</c:v>
                </c:pt>
                <c:pt idx="2797">
                  <c:v>122</c:v>
                </c:pt>
                <c:pt idx="2798">
                  <c:v>396</c:v>
                </c:pt>
                <c:pt idx="2799">
                  <c:v>157</c:v>
                </c:pt>
                <c:pt idx="2800">
                  <c:v>434</c:v>
                </c:pt>
                <c:pt idx="2801">
                  <c:v>454</c:v>
                </c:pt>
                <c:pt idx="2802">
                  <c:v>683</c:v>
                </c:pt>
                <c:pt idx="2803">
                  <c:v>261</c:v>
                </c:pt>
                <c:pt idx="2804">
                  <c:v>182</c:v>
                </c:pt>
                <c:pt idx="2805">
                  <c:v>581</c:v>
                </c:pt>
                <c:pt idx="2806">
                  <c:v>195</c:v>
                </c:pt>
                <c:pt idx="2807">
                  <c:v>631</c:v>
                </c:pt>
                <c:pt idx="2808">
                  <c:v>130</c:v>
                </c:pt>
                <c:pt idx="2809">
                  <c:v>598</c:v>
                </c:pt>
                <c:pt idx="2810">
                  <c:v>191</c:v>
                </c:pt>
                <c:pt idx="2811">
                  <c:v>561</c:v>
                </c:pt>
                <c:pt idx="2812">
                  <c:v>197</c:v>
                </c:pt>
                <c:pt idx="2813">
                  <c:v>412</c:v>
                </c:pt>
                <c:pt idx="2814">
                  <c:v>238</c:v>
                </c:pt>
                <c:pt idx="2815">
                  <c:v>444</c:v>
                </c:pt>
                <c:pt idx="2816">
                  <c:v>241</c:v>
                </c:pt>
                <c:pt idx="2817">
                  <c:v>370</c:v>
                </c:pt>
                <c:pt idx="2818">
                  <c:v>299</c:v>
                </c:pt>
                <c:pt idx="2819">
                  <c:v>740</c:v>
                </c:pt>
                <c:pt idx="2820">
                  <c:v>402</c:v>
                </c:pt>
                <c:pt idx="2821">
                  <c:v>259</c:v>
                </c:pt>
                <c:pt idx="2822">
                  <c:v>229</c:v>
                </c:pt>
                <c:pt idx="2823">
                  <c:v>230</c:v>
                </c:pt>
                <c:pt idx="2824">
                  <c:v>165</c:v>
                </c:pt>
                <c:pt idx="2825">
                  <c:v>305</c:v>
                </c:pt>
                <c:pt idx="2826">
                  <c:v>487</c:v>
                </c:pt>
                <c:pt idx="2827">
                  <c:v>86</c:v>
                </c:pt>
                <c:pt idx="2828">
                  <c:v>532</c:v>
                </c:pt>
                <c:pt idx="2829">
                  <c:v>436</c:v>
                </c:pt>
                <c:pt idx="2830">
                  <c:v>311</c:v>
                </c:pt>
                <c:pt idx="2831">
                  <c:v>109</c:v>
                </c:pt>
                <c:pt idx="2832">
                  <c:v>577</c:v>
                </c:pt>
                <c:pt idx="2833">
                  <c:v>516</c:v>
                </c:pt>
                <c:pt idx="2834">
                  <c:v>188</c:v>
                </c:pt>
                <c:pt idx="2835">
                  <c:v>274</c:v>
                </c:pt>
                <c:pt idx="2836">
                  <c:v>319</c:v>
                </c:pt>
                <c:pt idx="2837">
                  <c:v>239</c:v>
                </c:pt>
                <c:pt idx="2838">
                  <c:v>283</c:v>
                </c:pt>
                <c:pt idx="2839">
                  <c:v>446</c:v>
                </c:pt>
                <c:pt idx="2840">
                  <c:v>472</c:v>
                </c:pt>
                <c:pt idx="2841">
                  <c:v>352</c:v>
                </c:pt>
                <c:pt idx="2842">
                  <c:v>291</c:v>
                </c:pt>
                <c:pt idx="2843">
                  <c:v>159</c:v>
                </c:pt>
                <c:pt idx="2844">
                  <c:v>112</c:v>
                </c:pt>
                <c:pt idx="2845">
                  <c:v>632</c:v>
                </c:pt>
                <c:pt idx="2846">
                  <c:v>719</c:v>
                </c:pt>
                <c:pt idx="2847">
                  <c:v>354</c:v>
                </c:pt>
                <c:pt idx="2848">
                  <c:v>350</c:v>
                </c:pt>
                <c:pt idx="2849">
                  <c:v>362</c:v>
                </c:pt>
                <c:pt idx="2850">
                  <c:v>350</c:v>
                </c:pt>
                <c:pt idx="2851">
                  <c:v>102</c:v>
                </c:pt>
                <c:pt idx="2852">
                  <c:v>530</c:v>
                </c:pt>
                <c:pt idx="2853">
                  <c:v>730</c:v>
                </c:pt>
                <c:pt idx="2854">
                  <c:v>207</c:v>
                </c:pt>
                <c:pt idx="2855">
                  <c:v>411</c:v>
                </c:pt>
                <c:pt idx="2856">
                  <c:v>546</c:v>
                </c:pt>
                <c:pt idx="2857">
                  <c:v>375</c:v>
                </c:pt>
                <c:pt idx="2858">
                  <c:v>274</c:v>
                </c:pt>
                <c:pt idx="2859">
                  <c:v>456</c:v>
                </c:pt>
                <c:pt idx="2860">
                  <c:v>118</c:v>
                </c:pt>
                <c:pt idx="2861">
                  <c:v>652</c:v>
                </c:pt>
                <c:pt idx="2862">
                  <c:v>169</c:v>
                </c:pt>
                <c:pt idx="2863">
                  <c:v>681</c:v>
                </c:pt>
                <c:pt idx="2864">
                  <c:v>365</c:v>
                </c:pt>
                <c:pt idx="2865">
                  <c:v>292</c:v>
                </c:pt>
                <c:pt idx="2866">
                  <c:v>338</c:v>
                </c:pt>
                <c:pt idx="2867">
                  <c:v>501</c:v>
                </c:pt>
                <c:pt idx="2868">
                  <c:v>259</c:v>
                </c:pt>
                <c:pt idx="2869">
                  <c:v>555</c:v>
                </c:pt>
                <c:pt idx="2870">
                  <c:v>398</c:v>
                </c:pt>
                <c:pt idx="2871">
                  <c:v>201</c:v>
                </c:pt>
                <c:pt idx="2872">
                  <c:v>189</c:v>
                </c:pt>
                <c:pt idx="2873">
                  <c:v>113</c:v>
                </c:pt>
                <c:pt idx="2874">
                  <c:v>252</c:v>
                </c:pt>
                <c:pt idx="2875">
                  <c:v>684</c:v>
                </c:pt>
                <c:pt idx="2876">
                  <c:v>223</c:v>
                </c:pt>
                <c:pt idx="2877">
                  <c:v>367</c:v>
                </c:pt>
                <c:pt idx="2878">
                  <c:v>471</c:v>
                </c:pt>
                <c:pt idx="2879">
                  <c:v>235</c:v>
                </c:pt>
                <c:pt idx="2880">
                  <c:v>408</c:v>
                </c:pt>
                <c:pt idx="2881">
                  <c:v>541</c:v>
                </c:pt>
                <c:pt idx="2882">
                  <c:v>732</c:v>
                </c:pt>
                <c:pt idx="2883">
                  <c:v>223</c:v>
                </c:pt>
                <c:pt idx="2884">
                  <c:v>562</c:v>
                </c:pt>
                <c:pt idx="2885">
                  <c:v>376</c:v>
                </c:pt>
                <c:pt idx="2886">
                  <c:v>600</c:v>
                </c:pt>
                <c:pt idx="2887">
                  <c:v>466</c:v>
                </c:pt>
                <c:pt idx="2888">
                  <c:v>278</c:v>
                </c:pt>
                <c:pt idx="2889">
                  <c:v>423</c:v>
                </c:pt>
                <c:pt idx="2890">
                  <c:v>109</c:v>
                </c:pt>
                <c:pt idx="2891">
                  <c:v>318</c:v>
                </c:pt>
                <c:pt idx="2892">
                  <c:v>337</c:v>
                </c:pt>
                <c:pt idx="2893">
                  <c:v>169</c:v>
                </c:pt>
                <c:pt idx="2894">
                  <c:v>266</c:v>
                </c:pt>
                <c:pt idx="2895">
                  <c:v>64</c:v>
                </c:pt>
                <c:pt idx="2896">
                  <c:v>123</c:v>
                </c:pt>
                <c:pt idx="2897">
                  <c:v>416</c:v>
                </c:pt>
                <c:pt idx="2898">
                  <c:v>645</c:v>
                </c:pt>
                <c:pt idx="2899">
                  <c:v>637</c:v>
                </c:pt>
                <c:pt idx="2900">
                  <c:v>397</c:v>
                </c:pt>
                <c:pt idx="2901">
                  <c:v>603</c:v>
                </c:pt>
                <c:pt idx="2902">
                  <c:v>655</c:v>
                </c:pt>
                <c:pt idx="2903">
                  <c:v>269</c:v>
                </c:pt>
                <c:pt idx="2904">
                  <c:v>168</c:v>
                </c:pt>
                <c:pt idx="2905">
                  <c:v>267</c:v>
                </c:pt>
                <c:pt idx="2906">
                  <c:v>227</c:v>
                </c:pt>
                <c:pt idx="2907">
                  <c:v>302</c:v>
                </c:pt>
                <c:pt idx="2908">
                  <c:v>584</c:v>
                </c:pt>
                <c:pt idx="2909">
                  <c:v>654</c:v>
                </c:pt>
                <c:pt idx="2910">
                  <c:v>314</c:v>
                </c:pt>
                <c:pt idx="2911">
                  <c:v>533</c:v>
                </c:pt>
                <c:pt idx="2912">
                  <c:v>278</c:v>
                </c:pt>
                <c:pt idx="2913">
                  <c:v>197</c:v>
                </c:pt>
                <c:pt idx="2914">
                  <c:v>350</c:v>
                </c:pt>
                <c:pt idx="2915">
                  <c:v>661</c:v>
                </c:pt>
                <c:pt idx="2916">
                  <c:v>688</c:v>
                </c:pt>
                <c:pt idx="2917">
                  <c:v>484</c:v>
                </c:pt>
                <c:pt idx="2918">
                  <c:v>348</c:v>
                </c:pt>
                <c:pt idx="2919">
                  <c:v>341</c:v>
                </c:pt>
                <c:pt idx="2920">
                  <c:v>402</c:v>
                </c:pt>
                <c:pt idx="2921">
                  <c:v>278</c:v>
                </c:pt>
                <c:pt idx="2922">
                  <c:v>148</c:v>
                </c:pt>
                <c:pt idx="2923">
                  <c:v>191</c:v>
                </c:pt>
                <c:pt idx="2924">
                  <c:v>582</c:v>
                </c:pt>
                <c:pt idx="2925">
                  <c:v>91</c:v>
                </c:pt>
                <c:pt idx="2926">
                  <c:v>574</c:v>
                </c:pt>
                <c:pt idx="2927">
                  <c:v>40</c:v>
                </c:pt>
                <c:pt idx="2928">
                  <c:v>596</c:v>
                </c:pt>
                <c:pt idx="2929">
                  <c:v>570</c:v>
                </c:pt>
                <c:pt idx="2930">
                  <c:v>98</c:v>
                </c:pt>
                <c:pt idx="2931">
                  <c:v>396</c:v>
                </c:pt>
                <c:pt idx="2932">
                  <c:v>313</c:v>
                </c:pt>
                <c:pt idx="2933">
                  <c:v>229</c:v>
                </c:pt>
                <c:pt idx="2934">
                  <c:v>386</c:v>
                </c:pt>
                <c:pt idx="2935">
                  <c:v>465</c:v>
                </c:pt>
                <c:pt idx="2936">
                  <c:v>108</c:v>
                </c:pt>
                <c:pt idx="2937">
                  <c:v>445</c:v>
                </c:pt>
                <c:pt idx="2938">
                  <c:v>224</c:v>
                </c:pt>
                <c:pt idx="2939">
                  <c:v>219</c:v>
                </c:pt>
                <c:pt idx="2940">
                  <c:v>700</c:v>
                </c:pt>
                <c:pt idx="2941">
                  <c:v>469</c:v>
                </c:pt>
                <c:pt idx="2942">
                  <c:v>314</c:v>
                </c:pt>
                <c:pt idx="2943">
                  <c:v>95</c:v>
                </c:pt>
                <c:pt idx="2944">
                  <c:v>250</c:v>
                </c:pt>
                <c:pt idx="2945">
                  <c:v>331</c:v>
                </c:pt>
                <c:pt idx="2946">
                  <c:v>736</c:v>
                </c:pt>
                <c:pt idx="2947">
                  <c:v>69</c:v>
                </c:pt>
                <c:pt idx="2948">
                  <c:v>270</c:v>
                </c:pt>
                <c:pt idx="2949">
                  <c:v>612</c:v>
                </c:pt>
                <c:pt idx="2950">
                  <c:v>317</c:v>
                </c:pt>
                <c:pt idx="2951">
                  <c:v>460</c:v>
                </c:pt>
                <c:pt idx="2952">
                  <c:v>80</c:v>
                </c:pt>
                <c:pt idx="2953">
                  <c:v>76</c:v>
                </c:pt>
                <c:pt idx="2954">
                  <c:v>217</c:v>
                </c:pt>
                <c:pt idx="2955">
                  <c:v>163</c:v>
                </c:pt>
                <c:pt idx="2956">
                  <c:v>203</c:v>
                </c:pt>
                <c:pt idx="2957">
                  <c:v>237</c:v>
                </c:pt>
                <c:pt idx="2958">
                  <c:v>83</c:v>
                </c:pt>
                <c:pt idx="2959">
                  <c:v>486</c:v>
                </c:pt>
                <c:pt idx="2960">
                  <c:v>101</c:v>
                </c:pt>
                <c:pt idx="2961">
                  <c:v>167</c:v>
                </c:pt>
                <c:pt idx="2962">
                  <c:v>614</c:v>
                </c:pt>
                <c:pt idx="2963">
                  <c:v>243</c:v>
                </c:pt>
                <c:pt idx="2964">
                  <c:v>511</c:v>
                </c:pt>
                <c:pt idx="2965">
                  <c:v>122</c:v>
                </c:pt>
                <c:pt idx="2966">
                  <c:v>564</c:v>
                </c:pt>
                <c:pt idx="2967">
                  <c:v>157</c:v>
                </c:pt>
                <c:pt idx="2968">
                  <c:v>693</c:v>
                </c:pt>
                <c:pt idx="2969">
                  <c:v>327</c:v>
                </c:pt>
                <c:pt idx="2970">
                  <c:v>406</c:v>
                </c:pt>
                <c:pt idx="2971">
                  <c:v>280</c:v>
                </c:pt>
                <c:pt idx="2972">
                  <c:v>489</c:v>
                </c:pt>
                <c:pt idx="2973">
                  <c:v>306</c:v>
                </c:pt>
                <c:pt idx="2974">
                  <c:v>225</c:v>
                </c:pt>
                <c:pt idx="2975">
                  <c:v>584</c:v>
                </c:pt>
                <c:pt idx="2976">
                  <c:v>172</c:v>
                </c:pt>
                <c:pt idx="2977">
                  <c:v>279</c:v>
                </c:pt>
                <c:pt idx="2978">
                  <c:v>318</c:v>
                </c:pt>
                <c:pt idx="2979">
                  <c:v>448</c:v>
                </c:pt>
                <c:pt idx="2980">
                  <c:v>465</c:v>
                </c:pt>
                <c:pt idx="2981">
                  <c:v>273</c:v>
                </c:pt>
                <c:pt idx="2982">
                  <c:v>101</c:v>
                </c:pt>
                <c:pt idx="2983">
                  <c:v>211</c:v>
                </c:pt>
                <c:pt idx="2984">
                  <c:v>383</c:v>
                </c:pt>
                <c:pt idx="2985">
                  <c:v>145</c:v>
                </c:pt>
                <c:pt idx="2986">
                  <c:v>187</c:v>
                </c:pt>
                <c:pt idx="2987">
                  <c:v>293</c:v>
                </c:pt>
                <c:pt idx="2988">
                  <c:v>301</c:v>
                </c:pt>
                <c:pt idx="2989">
                  <c:v>193</c:v>
                </c:pt>
                <c:pt idx="2990">
                  <c:v>95</c:v>
                </c:pt>
                <c:pt idx="2991">
                  <c:v>540</c:v>
                </c:pt>
                <c:pt idx="2992">
                  <c:v>39</c:v>
                </c:pt>
                <c:pt idx="2993">
                  <c:v>323</c:v>
                </c:pt>
                <c:pt idx="2994">
                  <c:v>574</c:v>
                </c:pt>
                <c:pt idx="2995">
                  <c:v>263</c:v>
                </c:pt>
                <c:pt idx="2996">
                  <c:v>509</c:v>
                </c:pt>
                <c:pt idx="2997">
                  <c:v>85</c:v>
                </c:pt>
                <c:pt idx="2998">
                  <c:v>475</c:v>
                </c:pt>
                <c:pt idx="2999">
                  <c:v>248</c:v>
                </c:pt>
                <c:pt idx="3000">
                  <c:v>304</c:v>
                </c:pt>
                <c:pt idx="3001">
                  <c:v>144</c:v>
                </c:pt>
                <c:pt idx="3002">
                  <c:v>708</c:v>
                </c:pt>
                <c:pt idx="3003">
                  <c:v>420</c:v>
                </c:pt>
                <c:pt idx="3004">
                  <c:v>266</c:v>
                </c:pt>
                <c:pt idx="3005">
                  <c:v>352</c:v>
                </c:pt>
                <c:pt idx="3006">
                  <c:v>542</c:v>
                </c:pt>
                <c:pt idx="3007">
                  <c:v>148</c:v>
                </c:pt>
                <c:pt idx="3008">
                  <c:v>470</c:v>
                </c:pt>
                <c:pt idx="3009">
                  <c:v>422</c:v>
                </c:pt>
                <c:pt idx="3010">
                  <c:v>342</c:v>
                </c:pt>
                <c:pt idx="3011">
                  <c:v>604</c:v>
                </c:pt>
                <c:pt idx="3012">
                  <c:v>58</c:v>
                </c:pt>
                <c:pt idx="3013">
                  <c:v>379</c:v>
                </c:pt>
                <c:pt idx="3014">
                  <c:v>551</c:v>
                </c:pt>
                <c:pt idx="3015">
                  <c:v>221</c:v>
                </c:pt>
                <c:pt idx="3016">
                  <c:v>270</c:v>
                </c:pt>
                <c:pt idx="3017">
                  <c:v>123</c:v>
                </c:pt>
                <c:pt idx="3018">
                  <c:v>143</c:v>
                </c:pt>
                <c:pt idx="3019">
                  <c:v>306</c:v>
                </c:pt>
                <c:pt idx="3020">
                  <c:v>444</c:v>
                </c:pt>
                <c:pt idx="3021">
                  <c:v>341</c:v>
                </c:pt>
                <c:pt idx="3022">
                  <c:v>72</c:v>
                </c:pt>
                <c:pt idx="3023">
                  <c:v>299</c:v>
                </c:pt>
                <c:pt idx="3024">
                  <c:v>592</c:v>
                </c:pt>
                <c:pt idx="3025">
                  <c:v>235</c:v>
                </c:pt>
                <c:pt idx="3026">
                  <c:v>438</c:v>
                </c:pt>
                <c:pt idx="3027">
                  <c:v>372</c:v>
                </c:pt>
                <c:pt idx="3028">
                  <c:v>193</c:v>
                </c:pt>
                <c:pt idx="3029">
                  <c:v>181</c:v>
                </c:pt>
                <c:pt idx="3030">
                  <c:v>292</c:v>
                </c:pt>
                <c:pt idx="3031">
                  <c:v>23</c:v>
                </c:pt>
                <c:pt idx="3032">
                  <c:v>250</c:v>
                </c:pt>
                <c:pt idx="3033">
                  <c:v>343</c:v>
                </c:pt>
                <c:pt idx="3034">
                  <c:v>681</c:v>
                </c:pt>
                <c:pt idx="3035">
                  <c:v>410</c:v>
                </c:pt>
                <c:pt idx="3036">
                  <c:v>271</c:v>
                </c:pt>
                <c:pt idx="3037">
                  <c:v>38</c:v>
                </c:pt>
                <c:pt idx="3038">
                  <c:v>111</c:v>
                </c:pt>
                <c:pt idx="3039">
                  <c:v>571</c:v>
                </c:pt>
                <c:pt idx="3040">
                  <c:v>331</c:v>
                </c:pt>
                <c:pt idx="3041">
                  <c:v>463</c:v>
                </c:pt>
                <c:pt idx="3042">
                  <c:v>614</c:v>
                </c:pt>
                <c:pt idx="3043">
                  <c:v>561</c:v>
                </c:pt>
                <c:pt idx="3044">
                  <c:v>207</c:v>
                </c:pt>
                <c:pt idx="3045">
                  <c:v>112</c:v>
                </c:pt>
                <c:pt idx="3046">
                  <c:v>490</c:v>
                </c:pt>
                <c:pt idx="3047">
                  <c:v>232</c:v>
                </c:pt>
                <c:pt idx="3048">
                  <c:v>320</c:v>
                </c:pt>
                <c:pt idx="3049">
                  <c:v>602</c:v>
                </c:pt>
                <c:pt idx="3050">
                  <c:v>148</c:v>
                </c:pt>
                <c:pt idx="3051">
                  <c:v>49</c:v>
                </c:pt>
                <c:pt idx="3052">
                  <c:v>361</c:v>
                </c:pt>
                <c:pt idx="3053">
                  <c:v>113</c:v>
                </c:pt>
                <c:pt idx="3054">
                  <c:v>623</c:v>
                </c:pt>
                <c:pt idx="3055">
                  <c:v>711</c:v>
                </c:pt>
                <c:pt idx="3056">
                  <c:v>563</c:v>
                </c:pt>
                <c:pt idx="3057">
                  <c:v>219</c:v>
                </c:pt>
                <c:pt idx="3058">
                  <c:v>707</c:v>
                </c:pt>
                <c:pt idx="3059">
                  <c:v>533</c:v>
                </c:pt>
                <c:pt idx="3060">
                  <c:v>542</c:v>
                </c:pt>
                <c:pt idx="3061">
                  <c:v>282</c:v>
                </c:pt>
                <c:pt idx="3062">
                  <c:v>660</c:v>
                </c:pt>
                <c:pt idx="3063">
                  <c:v>482</c:v>
                </c:pt>
                <c:pt idx="3064">
                  <c:v>183</c:v>
                </c:pt>
                <c:pt idx="3065">
                  <c:v>314</c:v>
                </c:pt>
                <c:pt idx="3066">
                  <c:v>406</c:v>
                </c:pt>
                <c:pt idx="3067">
                  <c:v>229</c:v>
                </c:pt>
                <c:pt idx="3068">
                  <c:v>616</c:v>
                </c:pt>
                <c:pt idx="3069">
                  <c:v>536</c:v>
                </c:pt>
                <c:pt idx="3070">
                  <c:v>476</c:v>
                </c:pt>
                <c:pt idx="3071">
                  <c:v>694</c:v>
                </c:pt>
                <c:pt idx="3072">
                  <c:v>588</c:v>
                </c:pt>
                <c:pt idx="3073">
                  <c:v>229</c:v>
                </c:pt>
                <c:pt idx="3074">
                  <c:v>465</c:v>
                </c:pt>
                <c:pt idx="3075">
                  <c:v>420</c:v>
                </c:pt>
                <c:pt idx="3076">
                  <c:v>353</c:v>
                </c:pt>
                <c:pt idx="3077">
                  <c:v>398</c:v>
                </c:pt>
                <c:pt idx="3078">
                  <c:v>293</c:v>
                </c:pt>
                <c:pt idx="3079">
                  <c:v>143</c:v>
                </c:pt>
                <c:pt idx="3080">
                  <c:v>260</c:v>
                </c:pt>
                <c:pt idx="3081">
                  <c:v>474</c:v>
                </c:pt>
                <c:pt idx="3082">
                  <c:v>276</c:v>
                </c:pt>
                <c:pt idx="3083">
                  <c:v>441</c:v>
                </c:pt>
                <c:pt idx="3084">
                  <c:v>362</c:v>
                </c:pt>
                <c:pt idx="3085">
                  <c:v>500</c:v>
                </c:pt>
                <c:pt idx="3086">
                  <c:v>573</c:v>
                </c:pt>
                <c:pt idx="3087">
                  <c:v>305</c:v>
                </c:pt>
                <c:pt idx="3088">
                  <c:v>384</c:v>
                </c:pt>
                <c:pt idx="3089">
                  <c:v>218</c:v>
                </c:pt>
                <c:pt idx="3090">
                  <c:v>263</c:v>
                </c:pt>
                <c:pt idx="3091">
                  <c:v>222</c:v>
                </c:pt>
                <c:pt idx="3092">
                  <c:v>500</c:v>
                </c:pt>
                <c:pt idx="3093">
                  <c:v>255</c:v>
                </c:pt>
                <c:pt idx="3094">
                  <c:v>607</c:v>
                </c:pt>
                <c:pt idx="3095">
                  <c:v>188</c:v>
                </c:pt>
                <c:pt idx="3096">
                  <c:v>524</c:v>
                </c:pt>
                <c:pt idx="3097">
                  <c:v>249</c:v>
                </c:pt>
                <c:pt idx="3098">
                  <c:v>377</c:v>
                </c:pt>
                <c:pt idx="3099">
                  <c:v>380</c:v>
                </c:pt>
                <c:pt idx="3100">
                  <c:v>160</c:v>
                </c:pt>
                <c:pt idx="3101">
                  <c:v>277</c:v>
                </c:pt>
                <c:pt idx="3102">
                  <c:v>307</c:v>
                </c:pt>
                <c:pt idx="3103">
                  <c:v>84</c:v>
                </c:pt>
                <c:pt idx="3104">
                  <c:v>434</c:v>
                </c:pt>
                <c:pt idx="3105">
                  <c:v>538</c:v>
                </c:pt>
                <c:pt idx="3106">
                  <c:v>294</c:v>
                </c:pt>
                <c:pt idx="3107">
                  <c:v>315</c:v>
                </c:pt>
                <c:pt idx="3108">
                  <c:v>180</c:v>
                </c:pt>
                <c:pt idx="3109">
                  <c:v>34</c:v>
                </c:pt>
                <c:pt idx="3110">
                  <c:v>259</c:v>
                </c:pt>
                <c:pt idx="3111">
                  <c:v>738</c:v>
                </c:pt>
                <c:pt idx="3112">
                  <c:v>219</c:v>
                </c:pt>
                <c:pt idx="3113">
                  <c:v>345</c:v>
                </c:pt>
                <c:pt idx="3114">
                  <c:v>682</c:v>
                </c:pt>
                <c:pt idx="3115">
                  <c:v>357</c:v>
                </c:pt>
                <c:pt idx="3116">
                  <c:v>321</c:v>
                </c:pt>
                <c:pt idx="3117">
                  <c:v>438</c:v>
                </c:pt>
                <c:pt idx="3118">
                  <c:v>90</c:v>
                </c:pt>
                <c:pt idx="3119">
                  <c:v>410</c:v>
                </c:pt>
                <c:pt idx="3120">
                  <c:v>456</c:v>
                </c:pt>
                <c:pt idx="3121">
                  <c:v>120</c:v>
                </c:pt>
                <c:pt idx="3122">
                  <c:v>251</c:v>
                </c:pt>
                <c:pt idx="3123">
                  <c:v>231</c:v>
                </c:pt>
                <c:pt idx="3124">
                  <c:v>150</c:v>
                </c:pt>
                <c:pt idx="3125">
                  <c:v>143</c:v>
                </c:pt>
                <c:pt idx="3126">
                  <c:v>122</c:v>
                </c:pt>
                <c:pt idx="3127">
                  <c:v>453</c:v>
                </c:pt>
                <c:pt idx="3128">
                  <c:v>385</c:v>
                </c:pt>
                <c:pt idx="3129">
                  <c:v>147</c:v>
                </c:pt>
                <c:pt idx="3130">
                  <c:v>204</c:v>
                </c:pt>
                <c:pt idx="3131">
                  <c:v>329</c:v>
                </c:pt>
                <c:pt idx="3132">
                  <c:v>341</c:v>
                </c:pt>
                <c:pt idx="3133">
                  <c:v>349</c:v>
                </c:pt>
                <c:pt idx="3134">
                  <c:v>433</c:v>
                </c:pt>
                <c:pt idx="3135">
                  <c:v>406</c:v>
                </c:pt>
                <c:pt idx="3136">
                  <c:v>102</c:v>
                </c:pt>
                <c:pt idx="3137">
                  <c:v>279</c:v>
                </c:pt>
                <c:pt idx="3138">
                  <c:v>346</c:v>
                </c:pt>
                <c:pt idx="3139">
                  <c:v>52</c:v>
                </c:pt>
                <c:pt idx="3140">
                  <c:v>305</c:v>
                </c:pt>
                <c:pt idx="3141">
                  <c:v>471</c:v>
                </c:pt>
                <c:pt idx="3142">
                  <c:v>331</c:v>
                </c:pt>
                <c:pt idx="3143">
                  <c:v>198</c:v>
                </c:pt>
                <c:pt idx="3144">
                  <c:v>573</c:v>
                </c:pt>
                <c:pt idx="3145">
                  <c:v>530</c:v>
                </c:pt>
                <c:pt idx="3146">
                  <c:v>483</c:v>
                </c:pt>
                <c:pt idx="3147">
                  <c:v>648</c:v>
                </c:pt>
                <c:pt idx="3148">
                  <c:v>189</c:v>
                </c:pt>
                <c:pt idx="3149">
                  <c:v>282</c:v>
                </c:pt>
                <c:pt idx="3150">
                  <c:v>480</c:v>
                </c:pt>
                <c:pt idx="3151">
                  <c:v>316</c:v>
                </c:pt>
                <c:pt idx="3152">
                  <c:v>575</c:v>
                </c:pt>
                <c:pt idx="3153">
                  <c:v>129</c:v>
                </c:pt>
                <c:pt idx="3154">
                  <c:v>553</c:v>
                </c:pt>
                <c:pt idx="3155">
                  <c:v>549</c:v>
                </c:pt>
                <c:pt idx="3156">
                  <c:v>120</c:v>
                </c:pt>
                <c:pt idx="3157">
                  <c:v>66</c:v>
                </c:pt>
                <c:pt idx="3158">
                  <c:v>337</c:v>
                </c:pt>
                <c:pt idx="3159">
                  <c:v>122</c:v>
                </c:pt>
                <c:pt idx="3160">
                  <c:v>252</c:v>
                </c:pt>
                <c:pt idx="3161">
                  <c:v>346</c:v>
                </c:pt>
                <c:pt idx="3162">
                  <c:v>192</c:v>
                </c:pt>
                <c:pt idx="3163">
                  <c:v>157</c:v>
                </c:pt>
                <c:pt idx="3164">
                  <c:v>531</c:v>
                </c:pt>
                <c:pt idx="3165">
                  <c:v>350</c:v>
                </c:pt>
                <c:pt idx="3166">
                  <c:v>313</c:v>
                </c:pt>
                <c:pt idx="3167">
                  <c:v>144</c:v>
                </c:pt>
                <c:pt idx="3168">
                  <c:v>121</c:v>
                </c:pt>
                <c:pt idx="3169">
                  <c:v>141</c:v>
                </c:pt>
                <c:pt idx="3170">
                  <c:v>357</c:v>
                </c:pt>
                <c:pt idx="3171">
                  <c:v>352</c:v>
                </c:pt>
                <c:pt idx="3172">
                  <c:v>91</c:v>
                </c:pt>
                <c:pt idx="3173">
                  <c:v>278</c:v>
                </c:pt>
                <c:pt idx="3174">
                  <c:v>412</c:v>
                </c:pt>
                <c:pt idx="3175">
                  <c:v>389</c:v>
                </c:pt>
                <c:pt idx="3176">
                  <c:v>149</c:v>
                </c:pt>
                <c:pt idx="3177">
                  <c:v>457</c:v>
                </c:pt>
                <c:pt idx="3178">
                  <c:v>545</c:v>
                </c:pt>
                <c:pt idx="3179">
                  <c:v>176</c:v>
                </c:pt>
                <c:pt idx="3180">
                  <c:v>128</c:v>
                </c:pt>
                <c:pt idx="3181">
                  <c:v>185</c:v>
                </c:pt>
                <c:pt idx="3182">
                  <c:v>412</c:v>
                </c:pt>
                <c:pt idx="3183">
                  <c:v>689</c:v>
                </c:pt>
                <c:pt idx="3184">
                  <c:v>299</c:v>
                </c:pt>
                <c:pt idx="3185">
                  <c:v>135</c:v>
                </c:pt>
                <c:pt idx="3186">
                  <c:v>122</c:v>
                </c:pt>
                <c:pt idx="3187">
                  <c:v>230</c:v>
                </c:pt>
                <c:pt idx="3188">
                  <c:v>405</c:v>
                </c:pt>
                <c:pt idx="3189">
                  <c:v>345</c:v>
                </c:pt>
                <c:pt idx="3190">
                  <c:v>479</c:v>
                </c:pt>
                <c:pt idx="3191">
                  <c:v>536</c:v>
                </c:pt>
                <c:pt idx="3192">
                  <c:v>266</c:v>
                </c:pt>
                <c:pt idx="3193">
                  <c:v>149</c:v>
                </c:pt>
                <c:pt idx="3194">
                  <c:v>488</c:v>
                </c:pt>
                <c:pt idx="3195">
                  <c:v>224</c:v>
                </c:pt>
                <c:pt idx="3196">
                  <c:v>171</c:v>
                </c:pt>
                <c:pt idx="3197">
                  <c:v>346</c:v>
                </c:pt>
                <c:pt idx="3198">
                  <c:v>140</c:v>
                </c:pt>
                <c:pt idx="3199">
                  <c:v>192</c:v>
                </c:pt>
                <c:pt idx="3200">
                  <c:v>531</c:v>
                </c:pt>
                <c:pt idx="3201">
                  <c:v>108</c:v>
                </c:pt>
                <c:pt idx="3202">
                  <c:v>380</c:v>
                </c:pt>
                <c:pt idx="3203">
                  <c:v>316</c:v>
                </c:pt>
                <c:pt idx="3204">
                  <c:v>178</c:v>
                </c:pt>
                <c:pt idx="3205">
                  <c:v>186</c:v>
                </c:pt>
                <c:pt idx="3206">
                  <c:v>317</c:v>
                </c:pt>
                <c:pt idx="3207">
                  <c:v>439</c:v>
                </c:pt>
                <c:pt idx="3208">
                  <c:v>314</c:v>
                </c:pt>
                <c:pt idx="3209">
                  <c:v>133</c:v>
                </c:pt>
                <c:pt idx="3210">
                  <c:v>689</c:v>
                </c:pt>
                <c:pt idx="3211">
                  <c:v>390</c:v>
                </c:pt>
                <c:pt idx="3212">
                  <c:v>109</c:v>
                </c:pt>
                <c:pt idx="3213">
                  <c:v>96</c:v>
                </c:pt>
                <c:pt idx="3214">
                  <c:v>325</c:v>
                </c:pt>
                <c:pt idx="3215">
                  <c:v>233</c:v>
                </c:pt>
                <c:pt idx="3216">
                  <c:v>579</c:v>
                </c:pt>
                <c:pt idx="3217">
                  <c:v>616</c:v>
                </c:pt>
                <c:pt idx="3218">
                  <c:v>250</c:v>
                </c:pt>
                <c:pt idx="3219">
                  <c:v>568</c:v>
                </c:pt>
                <c:pt idx="3220">
                  <c:v>393</c:v>
                </c:pt>
                <c:pt idx="3221">
                  <c:v>390</c:v>
                </c:pt>
                <c:pt idx="3222">
                  <c:v>427</c:v>
                </c:pt>
                <c:pt idx="3223">
                  <c:v>408</c:v>
                </c:pt>
                <c:pt idx="3224">
                  <c:v>258</c:v>
                </c:pt>
                <c:pt idx="3225">
                  <c:v>365</c:v>
                </c:pt>
                <c:pt idx="3226">
                  <c:v>176</c:v>
                </c:pt>
                <c:pt idx="3227">
                  <c:v>548</c:v>
                </c:pt>
                <c:pt idx="3228">
                  <c:v>643</c:v>
                </c:pt>
                <c:pt idx="3229">
                  <c:v>371</c:v>
                </c:pt>
                <c:pt idx="3230">
                  <c:v>601</c:v>
                </c:pt>
                <c:pt idx="3231">
                  <c:v>608</c:v>
                </c:pt>
                <c:pt idx="3232">
                  <c:v>290</c:v>
                </c:pt>
                <c:pt idx="3233">
                  <c:v>399</c:v>
                </c:pt>
                <c:pt idx="3234">
                  <c:v>661</c:v>
                </c:pt>
                <c:pt idx="3235">
                  <c:v>534</c:v>
                </c:pt>
                <c:pt idx="3236">
                  <c:v>648</c:v>
                </c:pt>
                <c:pt idx="3237">
                  <c:v>648</c:v>
                </c:pt>
                <c:pt idx="3238">
                  <c:v>497</c:v>
                </c:pt>
                <c:pt idx="3239">
                  <c:v>371</c:v>
                </c:pt>
                <c:pt idx="3240">
                  <c:v>195</c:v>
                </c:pt>
                <c:pt idx="3241">
                  <c:v>143</c:v>
                </c:pt>
                <c:pt idx="3242">
                  <c:v>75</c:v>
                </c:pt>
                <c:pt idx="3243">
                  <c:v>192</c:v>
                </c:pt>
                <c:pt idx="3244">
                  <c:v>427</c:v>
                </c:pt>
                <c:pt idx="3245">
                  <c:v>141</c:v>
                </c:pt>
                <c:pt idx="3246">
                  <c:v>515</c:v>
                </c:pt>
                <c:pt idx="3247">
                  <c:v>117</c:v>
                </c:pt>
                <c:pt idx="3248">
                  <c:v>302</c:v>
                </c:pt>
                <c:pt idx="3249">
                  <c:v>402</c:v>
                </c:pt>
                <c:pt idx="3250">
                  <c:v>554</c:v>
                </c:pt>
                <c:pt idx="3251">
                  <c:v>580</c:v>
                </c:pt>
                <c:pt idx="3252">
                  <c:v>511</c:v>
                </c:pt>
                <c:pt idx="3253">
                  <c:v>126</c:v>
                </c:pt>
                <c:pt idx="3254">
                  <c:v>429</c:v>
                </c:pt>
                <c:pt idx="3255">
                  <c:v>429</c:v>
                </c:pt>
                <c:pt idx="3256">
                  <c:v>238</c:v>
                </c:pt>
                <c:pt idx="3257">
                  <c:v>631</c:v>
                </c:pt>
                <c:pt idx="3258">
                  <c:v>401</c:v>
                </c:pt>
                <c:pt idx="3259">
                  <c:v>485</c:v>
                </c:pt>
                <c:pt idx="3260">
                  <c:v>374</c:v>
                </c:pt>
                <c:pt idx="3261">
                  <c:v>388</c:v>
                </c:pt>
                <c:pt idx="3262">
                  <c:v>339</c:v>
                </c:pt>
                <c:pt idx="3263">
                  <c:v>615</c:v>
                </c:pt>
                <c:pt idx="3264">
                  <c:v>275</c:v>
                </c:pt>
                <c:pt idx="3265">
                  <c:v>548</c:v>
                </c:pt>
                <c:pt idx="3266">
                  <c:v>477</c:v>
                </c:pt>
                <c:pt idx="3267">
                  <c:v>305</c:v>
                </c:pt>
                <c:pt idx="3268">
                  <c:v>256</c:v>
                </c:pt>
                <c:pt idx="3269">
                  <c:v>131</c:v>
                </c:pt>
                <c:pt idx="3270">
                  <c:v>31</c:v>
                </c:pt>
                <c:pt idx="3271">
                  <c:v>88</c:v>
                </c:pt>
                <c:pt idx="3272">
                  <c:v>254</c:v>
                </c:pt>
                <c:pt idx="3273">
                  <c:v>634</c:v>
                </c:pt>
                <c:pt idx="3274">
                  <c:v>304</c:v>
                </c:pt>
                <c:pt idx="3275">
                  <c:v>119</c:v>
                </c:pt>
                <c:pt idx="3276">
                  <c:v>51</c:v>
                </c:pt>
                <c:pt idx="3277">
                  <c:v>700</c:v>
                </c:pt>
                <c:pt idx="3278">
                  <c:v>561</c:v>
                </c:pt>
                <c:pt idx="3279">
                  <c:v>121</c:v>
                </c:pt>
                <c:pt idx="3280">
                  <c:v>574</c:v>
                </c:pt>
                <c:pt idx="3281">
                  <c:v>228</c:v>
                </c:pt>
                <c:pt idx="3282">
                  <c:v>607</c:v>
                </c:pt>
                <c:pt idx="3283">
                  <c:v>236</c:v>
                </c:pt>
                <c:pt idx="3284">
                  <c:v>521</c:v>
                </c:pt>
                <c:pt idx="3285">
                  <c:v>486</c:v>
                </c:pt>
                <c:pt idx="3286">
                  <c:v>209</c:v>
                </c:pt>
                <c:pt idx="3287">
                  <c:v>100</c:v>
                </c:pt>
                <c:pt idx="3288">
                  <c:v>265</c:v>
                </c:pt>
                <c:pt idx="3289">
                  <c:v>137</c:v>
                </c:pt>
                <c:pt idx="3290">
                  <c:v>495</c:v>
                </c:pt>
                <c:pt idx="3291">
                  <c:v>299</c:v>
                </c:pt>
                <c:pt idx="3292">
                  <c:v>328</c:v>
                </c:pt>
                <c:pt idx="3293">
                  <c:v>213</c:v>
                </c:pt>
                <c:pt idx="3294">
                  <c:v>537</c:v>
                </c:pt>
                <c:pt idx="3295">
                  <c:v>375</c:v>
                </c:pt>
                <c:pt idx="3296">
                  <c:v>25</c:v>
                </c:pt>
                <c:pt idx="3297">
                  <c:v>390</c:v>
                </c:pt>
                <c:pt idx="3298">
                  <c:v>98</c:v>
                </c:pt>
                <c:pt idx="3299">
                  <c:v>157</c:v>
                </c:pt>
                <c:pt idx="3300">
                  <c:v>624</c:v>
                </c:pt>
                <c:pt idx="3301">
                  <c:v>173</c:v>
                </c:pt>
                <c:pt idx="3302">
                  <c:v>422</c:v>
                </c:pt>
                <c:pt idx="3303">
                  <c:v>201</c:v>
                </c:pt>
                <c:pt idx="3304">
                  <c:v>429</c:v>
                </c:pt>
                <c:pt idx="3305">
                  <c:v>500</c:v>
                </c:pt>
                <c:pt idx="3306">
                  <c:v>63</c:v>
                </c:pt>
                <c:pt idx="3307">
                  <c:v>199</c:v>
                </c:pt>
                <c:pt idx="3308">
                  <c:v>683</c:v>
                </c:pt>
                <c:pt idx="3309">
                  <c:v>273</c:v>
                </c:pt>
                <c:pt idx="3310">
                  <c:v>449</c:v>
                </c:pt>
                <c:pt idx="3311">
                  <c:v>475</c:v>
                </c:pt>
                <c:pt idx="3312">
                  <c:v>223</c:v>
                </c:pt>
                <c:pt idx="3313">
                  <c:v>432</c:v>
                </c:pt>
                <c:pt idx="3314">
                  <c:v>390</c:v>
                </c:pt>
                <c:pt idx="3315">
                  <c:v>311</c:v>
                </c:pt>
                <c:pt idx="3316">
                  <c:v>137</c:v>
                </c:pt>
                <c:pt idx="3317">
                  <c:v>563</c:v>
                </c:pt>
                <c:pt idx="3318">
                  <c:v>237</c:v>
                </c:pt>
                <c:pt idx="3319">
                  <c:v>553</c:v>
                </c:pt>
                <c:pt idx="3320">
                  <c:v>109</c:v>
                </c:pt>
                <c:pt idx="3321">
                  <c:v>637</c:v>
                </c:pt>
                <c:pt idx="3322">
                  <c:v>160</c:v>
                </c:pt>
                <c:pt idx="3323">
                  <c:v>566</c:v>
                </c:pt>
                <c:pt idx="3324">
                  <c:v>437</c:v>
                </c:pt>
                <c:pt idx="3325">
                  <c:v>220</c:v>
                </c:pt>
                <c:pt idx="3326">
                  <c:v>547</c:v>
                </c:pt>
                <c:pt idx="3327">
                  <c:v>410</c:v>
                </c:pt>
                <c:pt idx="3328">
                  <c:v>122</c:v>
                </c:pt>
                <c:pt idx="3329">
                  <c:v>473</c:v>
                </c:pt>
                <c:pt idx="3330">
                  <c:v>159</c:v>
                </c:pt>
                <c:pt idx="3331">
                  <c:v>457</c:v>
                </c:pt>
                <c:pt idx="3332">
                  <c:v>371</c:v>
                </c:pt>
                <c:pt idx="3333">
                  <c:v>230</c:v>
                </c:pt>
                <c:pt idx="3334">
                  <c:v>380</c:v>
                </c:pt>
                <c:pt idx="3335">
                  <c:v>368</c:v>
                </c:pt>
                <c:pt idx="3336">
                  <c:v>181</c:v>
                </c:pt>
                <c:pt idx="3337">
                  <c:v>387</c:v>
                </c:pt>
                <c:pt idx="3338">
                  <c:v>739</c:v>
                </c:pt>
                <c:pt idx="3339">
                  <c:v>407</c:v>
                </c:pt>
                <c:pt idx="3340">
                  <c:v>171</c:v>
                </c:pt>
                <c:pt idx="3341">
                  <c:v>505</c:v>
                </c:pt>
                <c:pt idx="3342">
                  <c:v>631</c:v>
                </c:pt>
                <c:pt idx="3343">
                  <c:v>134</c:v>
                </c:pt>
                <c:pt idx="3344">
                  <c:v>384</c:v>
                </c:pt>
                <c:pt idx="3345">
                  <c:v>405</c:v>
                </c:pt>
                <c:pt idx="3346">
                  <c:v>687</c:v>
                </c:pt>
                <c:pt idx="3347">
                  <c:v>217</c:v>
                </c:pt>
                <c:pt idx="3348">
                  <c:v>310</c:v>
                </c:pt>
                <c:pt idx="3349">
                  <c:v>463</c:v>
                </c:pt>
                <c:pt idx="3350">
                  <c:v>565</c:v>
                </c:pt>
                <c:pt idx="3351">
                  <c:v>646</c:v>
                </c:pt>
                <c:pt idx="3352">
                  <c:v>233</c:v>
                </c:pt>
                <c:pt idx="3353">
                  <c:v>273</c:v>
                </c:pt>
                <c:pt idx="3354">
                  <c:v>175</c:v>
                </c:pt>
                <c:pt idx="3355">
                  <c:v>484</c:v>
                </c:pt>
                <c:pt idx="3356">
                  <c:v>241</c:v>
                </c:pt>
                <c:pt idx="3357">
                  <c:v>255</c:v>
                </c:pt>
                <c:pt idx="3358">
                  <c:v>341</c:v>
                </c:pt>
                <c:pt idx="3359">
                  <c:v>153</c:v>
                </c:pt>
                <c:pt idx="3360">
                  <c:v>440</c:v>
                </c:pt>
                <c:pt idx="3361">
                  <c:v>92</c:v>
                </c:pt>
                <c:pt idx="3362">
                  <c:v>83</c:v>
                </c:pt>
                <c:pt idx="3363">
                  <c:v>362</c:v>
                </c:pt>
                <c:pt idx="3364">
                  <c:v>299</c:v>
                </c:pt>
                <c:pt idx="3365">
                  <c:v>291</c:v>
                </c:pt>
                <c:pt idx="3366">
                  <c:v>425</c:v>
                </c:pt>
                <c:pt idx="3367">
                  <c:v>650</c:v>
                </c:pt>
                <c:pt idx="3368">
                  <c:v>275</c:v>
                </c:pt>
                <c:pt idx="3369">
                  <c:v>287</c:v>
                </c:pt>
                <c:pt idx="3370">
                  <c:v>189</c:v>
                </c:pt>
                <c:pt idx="3371">
                  <c:v>284</c:v>
                </c:pt>
                <c:pt idx="3372">
                  <c:v>564</c:v>
                </c:pt>
                <c:pt idx="3373">
                  <c:v>490</c:v>
                </c:pt>
                <c:pt idx="3374">
                  <c:v>178</c:v>
                </c:pt>
                <c:pt idx="3375">
                  <c:v>354</c:v>
                </c:pt>
                <c:pt idx="3376">
                  <c:v>322</c:v>
                </c:pt>
                <c:pt idx="3377">
                  <c:v>400</c:v>
                </c:pt>
                <c:pt idx="3378">
                  <c:v>304</c:v>
                </c:pt>
                <c:pt idx="3379">
                  <c:v>178</c:v>
                </c:pt>
                <c:pt idx="3380">
                  <c:v>472</c:v>
                </c:pt>
                <c:pt idx="3381">
                  <c:v>457</c:v>
                </c:pt>
                <c:pt idx="3382">
                  <c:v>434</c:v>
                </c:pt>
                <c:pt idx="3383">
                  <c:v>498</c:v>
                </c:pt>
                <c:pt idx="3384">
                  <c:v>250</c:v>
                </c:pt>
                <c:pt idx="3385">
                  <c:v>138</c:v>
                </c:pt>
                <c:pt idx="3386">
                  <c:v>52</c:v>
                </c:pt>
                <c:pt idx="3387">
                  <c:v>115</c:v>
                </c:pt>
                <c:pt idx="3388">
                  <c:v>317</c:v>
                </c:pt>
                <c:pt idx="3389">
                  <c:v>71</c:v>
                </c:pt>
                <c:pt idx="3390">
                  <c:v>29</c:v>
                </c:pt>
                <c:pt idx="3391">
                  <c:v>267</c:v>
                </c:pt>
                <c:pt idx="3392">
                  <c:v>583</c:v>
                </c:pt>
                <c:pt idx="3393">
                  <c:v>574</c:v>
                </c:pt>
                <c:pt idx="3394">
                  <c:v>230</c:v>
                </c:pt>
                <c:pt idx="3395">
                  <c:v>59</c:v>
                </c:pt>
                <c:pt idx="3396">
                  <c:v>215</c:v>
                </c:pt>
                <c:pt idx="3397">
                  <c:v>83</c:v>
                </c:pt>
                <c:pt idx="3398">
                  <c:v>371</c:v>
                </c:pt>
                <c:pt idx="3399">
                  <c:v>157</c:v>
                </c:pt>
                <c:pt idx="3400">
                  <c:v>429</c:v>
                </c:pt>
                <c:pt idx="3401">
                  <c:v>418</c:v>
                </c:pt>
                <c:pt idx="3402">
                  <c:v>192</c:v>
                </c:pt>
                <c:pt idx="3403">
                  <c:v>198</c:v>
                </c:pt>
                <c:pt idx="3404">
                  <c:v>724</c:v>
                </c:pt>
                <c:pt idx="3405">
                  <c:v>256</c:v>
                </c:pt>
                <c:pt idx="3406">
                  <c:v>279</c:v>
                </c:pt>
                <c:pt idx="3407">
                  <c:v>351</c:v>
                </c:pt>
                <c:pt idx="3408">
                  <c:v>621</c:v>
                </c:pt>
                <c:pt idx="3409">
                  <c:v>234</c:v>
                </c:pt>
                <c:pt idx="3410">
                  <c:v>228</c:v>
                </c:pt>
                <c:pt idx="3411">
                  <c:v>276</c:v>
                </c:pt>
                <c:pt idx="3412">
                  <c:v>159</c:v>
                </c:pt>
                <c:pt idx="3413">
                  <c:v>457</c:v>
                </c:pt>
                <c:pt idx="3414">
                  <c:v>699</c:v>
                </c:pt>
                <c:pt idx="3415">
                  <c:v>118</c:v>
                </c:pt>
                <c:pt idx="3416">
                  <c:v>437</c:v>
                </c:pt>
                <c:pt idx="3417">
                  <c:v>132</c:v>
                </c:pt>
                <c:pt idx="3418">
                  <c:v>461</c:v>
                </c:pt>
                <c:pt idx="3419">
                  <c:v>434</c:v>
                </c:pt>
                <c:pt idx="3420">
                  <c:v>474</c:v>
                </c:pt>
                <c:pt idx="3421">
                  <c:v>277</c:v>
                </c:pt>
                <c:pt idx="3422">
                  <c:v>455</c:v>
                </c:pt>
                <c:pt idx="3423">
                  <c:v>428</c:v>
                </c:pt>
                <c:pt idx="3424">
                  <c:v>373</c:v>
                </c:pt>
                <c:pt idx="3425">
                  <c:v>473</c:v>
                </c:pt>
                <c:pt idx="3426">
                  <c:v>88</c:v>
                </c:pt>
                <c:pt idx="3427">
                  <c:v>261</c:v>
                </c:pt>
                <c:pt idx="3428">
                  <c:v>439</c:v>
                </c:pt>
                <c:pt idx="3429">
                  <c:v>220</c:v>
                </c:pt>
                <c:pt idx="3430">
                  <c:v>69</c:v>
                </c:pt>
                <c:pt idx="3431">
                  <c:v>233</c:v>
                </c:pt>
                <c:pt idx="3432">
                  <c:v>148</c:v>
                </c:pt>
                <c:pt idx="3433">
                  <c:v>206</c:v>
                </c:pt>
                <c:pt idx="3434">
                  <c:v>593</c:v>
                </c:pt>
                <c:pt idx="3435">
                  <c:v>372</c:v>
                </c:pt>
                <c:pt idx="3436">
                  <c:v>53</c:v>
                </c:pt>
                <c:pt idx="3437">
                  <c:v>176</c:v>
                </c:pt>
                <c:pt idx="3438">
                  <c:v>149</c:v>
                </c:pt>
                <c:pt idx="3439">
                  <c:v>273</c:v>
                </c:pt>
                <c:pt idx="3440">
                  <c:v>433</c:v>
                </c:pt>
                <c:pt idx="3441">
                  <c:v>122</c:v>
                </c:pt>
                <c:pt idx="3442">
                  <c:v>612</c:v>
                </c:pt>
                <c:pt idx="3443">
                  <c:v>142</c:v>
                </c:pt>
                <c:pt idx="3444">
                  <c:v>454</c:v>
                </c:pt>
                <c:pt idx="3445">
                  <c:v>230</c:v>
                </c:pt>
                <c:pt idx="3446">
                  <c:v>556</c:v>
                </c:pt>
                <c:pt idx="3447">
                  <c:v>652</c:v>
                </c:pt>
                <c:pt idx="3448">
                  <c:v>382</c:v>
                </c:pt>
                <c:pt idx="3449">
                  <c:v>302</c:v>
                </c:pt>
                <c:pt idx="3450">
                  <c:v>492</c:v>
                </c:pt>
                <c:pt idx="3451">
                  <c:v>572</c:v>
                </c:pt>
                <c:pt idx="3452">
                  <c:v>138</c:v>
                </c:pt>
                <c:pt idx="3453">
                  <c:v>523</c:v>
                </c:pt>
                <c:pt idx="3454">
                  <c:v>749</c:v>
                </c:pt>
                <c:pt idx="3455">
                  <c:v>268</c:v>
                </c:pt>
                <c:pt idx="3456">
                  <c:v>51</c:v>
                </c:pt>
                <c:pt idx="3457">
                  <c:v>688</c:v>
                </c:pt>
                <c:pt idx="3458">
                  <c:v>480</c:v>
                </c:pt>
                <c:pt idx="3459">
                  <c:v>440</c:v>
                </c:pt>
                <c:pt idx="3460">
                  <c:v>296</c:v>
                </c:pt>
                <c:pt idx="3461">
                  <c:v>290</c:v>
                </c:pt>
                <c:pt idx="3462">
                  <c:v>57</c:v>
                </c:pt>
                <c:pt idx="3463">
                  <c:v>336</c:v>
                </c:pt>
                <c:pt idx="3464">
                  <c:v>697</c:v>
                </c:pt>
                <c:pt idx="3465">
                  <c:v>124</c:v>
                </c:pt>
                <c:pt idx="3466">
                  <c:v>227</c:v>
                </c:pt>
                <c:pt idx="3467">
                  <c:v>438</c:v>
                </c:pt>
                <c:pt idx="3468">
                  <c:v>630</c:v>
                </c:pt>
                <c:pt idx="3469">
                  <c:v>309</c:v>
                </c:pt>
                <c:pt idx="3470">
                  <c:v>642</c:v>
                </c:pt>
                <c:pt idx="3471">
                  <c:v>270</c:v>
                </c:pt>
                <c:pt idx="3472">
                  <c:v>401</c:v>
                </c:pt>
                <c:pt idx="3473">
                  <c:v>353</c:v>
                </c:pt>
                <c:pt idx="3474">
                  <c:v>641</c:v>
                </c:pt>
                <c:pt idx="3475">
                  <c:v>458</c:v>
                </c:pt>
                <c:pt idx="3476">
                  <c:v>571</c:v>
                </c:pt>
                <c:pt idx="3477">
                  <c:v>253</c:v>
                </c:pt>
                <c:pt idx="3478">
                  <c:v>472</c:v>
                </c:pt>
                <c:pt idx="3479">
                  <c:v>356</c:v>
                </c:pt>
                <c:pt idx="3480">
                  <c:v>598</c:v>
                </c:pt>
                <c:pt idx="3481">
                  <c:v>390</c:v>
                </c:pt>
                <c:pt idx="3482">
                  <c:v>332</c:v>
                </c:pt>
                <c:pt idx="3483">
                  <c:v>431</c:v>
                </c:pt>
                <c:pt idx="3484">
                  <c:v>511</c:v>
                </c:pt>
                <c:pt idx="3485">
                  <c:v>404</c:v>
                </c:pt>
                <c:pt idx="3486">
                  <c:v>340</c:v>
                </c:pt>
                <c:pt idx="3487">
                  <c:v>553</c:v>
                </c:pt>
                <c:pt idx="3488">
                  <c:v>254</c:v>
                </c:pt>
                <c:pt idx="3489">
                  <c:v>395</c:v>
                </c:pt>
                <c:pt idx="3490">
                  <c:v>378</c:v>
                </c:pt>
                <c:pt idx="3491">
                  <c:v>222</c:v>
                </c:pt>
                <c:pt idx="3492">
                  <c:v>59</c:v>
                </c:pt>
                <c:pt idx="3493">
                  <c:v>37</c:v>
                </c:pt>
                <c:pt idx="3494">
                  <c:v>430</c:v>
                </c:pt>
                <c:pt idx="3495">
                  <c:v>288</c:v>
                </c:pt>
                <c:pt idx="3496">
                  <c:v>348</c:v>
                </c:pt>
                <c:pt idx="3497">
                  <c:v>269</c:v>
                </c:pt>
                <c:pt idx="3498">
                  <c:v>275</c:v>
                </c:pt>
                <c:pt idx="3499">
                  <c:v>238</c:v>
                </c:pt>
                <c:pt idx="3500">
                  <c:v>196</c:v>
                </c:pt>
                <c:pt idx="3501">
                  <c:v>347</c:v>
                </c:pt>
                <c:pt idx="3502">
                  <c:v>700</c:v>
                </c:pt>
                <c:pt idx="3503">
                  <c:v>166</c:v>
                </c:pt>
                <c:pt idx="3504">
                  <c:v>351</c:v>
                </c:pt>
                <c:pt idx="3505">
                  <c:v>44</c:v>
                </c:pt>
                <c:pt idx="3506">
                  <c:v>509</c:v>
                </c:pt>
                <c:pt idx="3507">
                  <c:v>210</c:v>
                </c:pt>
                <c:pt idx="3508">
                  <c:v>362</c:v>
                </c:pt>
                <c:pt idx="3509">
                  <c:v>268</c:v>
                </c:pt>
                <c:pt idx="3510">
                  <c:v>197</c:v>
                </c:pt>
                <c:pt idx="3511">
                  <c:v>383</c:v>
                </c:pt>
                <c:pt idx="3512">
                  <c:v>386</c:v>
                </c:pt>
                <c:pt idx="3513">
                  <c:v>445</c:v>
                </c:pt>
                <c:pt idx="3514">
                  <c:v>600</c:v>
                </c:pt>
                <c:pt idx="3515">
                  <c:v>293</c:v>
                </c:pt>
                <c:pt idx="3516">
                  <c:v>314</c:v>
                </c:pt>
                <c:pt idx="3517">
                  <c:v>137</c:v>
                </c:pt>
                <c:pt idx="3518">
                  <c:v>674</c:v>
                </c:pt>
                <c:pt idx="3519">
                  <c:v>344</c:v>
                </c:pt>
                <c:pt idx="3520">
                  <c:v>51</c:v>
                </c:pt>
                <c:pt idx="3521">
                  <c:v>668</c:v>
                </c:pt>
                <c:pt idx="3522">
                  <c:v>625</c:v>
                </c:pt>
                <c:pt idx="3523">
                  <c:v>377</c:v>
                </c:pt>
                <c:pt idx="3524">
                  <c:v>147</c:v>
                </c:pt>
                <c:pt idx="3525">
                  <c:v>425</c:v>
                </c:pt>
                <c:pt idx="3526">
                  <c:v>41</c:v>
                </c:pt>
                <c:pt idx="3527">
                  <c:v>408</c:v>
                </c:pt>
                <c:pt idx="3528">
                  <c:v>66</c:v>
                </c:pt>
                <c:pt idx="3529">
                  <c:v>398</c:v>
                </c:pt>
                <c:pt idx="3530">
                  <c:v>30</c:v>
                </c:pt>
                <c:pt idx="3531">
                  <c:v>160</c:v>
                </c:pt>
                <c:pt idx="3532">
                  <c:v>606</c:v>
                </c:pt>
                <c:pt idx="3533">
                  <c:v>112</c:v>
                </c:pt>
                <c:pt idx="3534">
                  <c:v>482</c:v>
                </c:pt>
                <c:pt idx="3535">
                  <c:v>452</c:v>
                </c:pt>
                <c:pt idx="3536">
                  <c:v>257</c:v>
                </c:pt>
                <c:pt idx="3537">
                  <c:v>245</c:v>
                </c:pt>
                <c:pt idx="3538">
                  <c:v>246</c:v>
                </c:pt>
                <c:pt idx="3539">
                  <c:v>397</c:v>
                </c:pt>
                <c:pt idx="3540">
                  <c:v>123</c:v>
                </c:pt>
                <c:pt idx="3541">
                  <c:v>352</c:v>
                </c:pt>
                <c:pt idx="3542">
                  <c:v>407</c:v>
                </c:pt>
                <c:pt idx="3543">
                  <c:v>334</c:v>
                </c:pt>
                <c:pt idx="3544">
                  <c:v>199</c:v>
                </c:pt>
                <c:pt idx="3545">
                  <c:v>150</c:v>
                </c:pt>
                <c:pt idx="3546">
                  <c:v>235</c:v>
                </c:pt>
                <c:pt idx="3547">
                  <c:v>259</c:v>
                </c:pt>
                <c:pt idx="3548">
                  <c:v>487</c:v>
                </c:pt>
                <c:pt idx="3549">
                  <c:v>276</c:v>
                </c:pt>
                <c:pt idx="3550">
                  <c:v>87</c:v>
                </c:pt>
                <c:pt idx="3551">
                  <c:v>97</c:v>
                </c:pt>
                <c:pt idx="3552">
                  <c:v>229</c:v>
                </c:pt>
                <c:pt idx="3553">
                  <c:v>406</c:v>
                </c:pt>
                <c:pt idx="3554">
                  <c:v>198</c:v>
                </c:pt>
                <c:pt idx="3555">
                  <c:v>159</c:v>
                </c:pt>
                <c:pt idx="3556">
                  <c:v>297</c:v>
                </c:pt>
                <c:pt idx="3557">
                  <c:v>119</c:v>
                </c:pt>
                <c:pt idx="3558">
                  <c:v>361</c:v>
                </c:pt>
                <c:pt idx="3559">
                  <c:v>217</c:v>
                </c:pt>
                <c:pt idx="3560">
                  <c:v>528</c:v>
                </c:pt>
                <c:pt idx="3561">
                  <c:v>58</c:v>
                </c:pt>
                <c:pt idx="3562">
                  <c:v>432</c:v>
                </c:pt>
                <c:pt idx="3563">
                  <c:v>507</c:v>
                </c:pt>
                <c:pt idx="3564">
                  <c:v>391</c:v>
                </c:pt>
                <c:pt idx="3565">
                  <c:v>395</c:v>
                </c:pt>
                <c:pt idx="3566">
                  <c:v>524</c:v>
                </c:pt>
                <c:pt idx="3567">
                  <c:v>148</c:v>
                </c:pt>
                <c:pt idx="3568">
                  <c:v>41</c:v>
                </c:pt>
                <c:pt idx="3569">
                  <c:v>111</c:v>
                </c:pt>
                <c:pt idx="3570">
                  <c:v>68</c:v>
                </c:pt>
                <c:pt idx="3571">
                  <c:v>281</c:v>
                </c:pt>
                <c:pt idx="3572">
                  <c:v>69</c:v>
                </c:pt>
                <c:pt idx="3573">
                  <c:v>58</c:v>
                </c:pt>
                <c:pt idx="3574">
                  <c:v>57</c:v>
                </c:pt>
                <c:pt idx="3575">
                  <c:v>715</c:v>
                </c:pt>
                <c:pt idx="3576">
                  <c:v>95</c:v>
                </c:pt>
                <c:pt idx="3577">
                  <c:v>223</c:v>
                </c:pt>
                <c:pt idx="3578">
                  <c:v>92</c:v>
                </c:pt>
                <c:pt idx="3579">
                  <c:v>277</c:v>
                </c:pt>
                <c:pt idx="3580">
                  <c:v>99</c:v>
                </c:pt>
                <c:pt idx="3581">
                  <c:v>122</c:v>
                </c:pt>
                <c:pt idx="3582">
                  <c:v>183</c:v>
                </c:pt>
                <c:pt idx="3583">
                  <c:v>50</c:v>
                </c:pt>
                <c:pt idx="3584">
                  <c:v>268</c:v>
                </c:pt>
                <c:pt idx="3585">
                  <c:v>97</c:v>
                </c:pt>
                <c:pt idx="3586">
                  <c:v>316</c:v>
                </c:pt>
                <c:pt idx="3587">
                  <c:v>367</c:v>
                </c:pt>
                <c:pt idx="3588">
                  <c:v>36</c:v>
                </c:pt>
                <c:pt idx="3589">
                  <c:v>187</c:v>
                </c:pt>
                <c:pt idx="3590">
                  <c:v>254</c:v>
                </c:pt>
                <c:pt idx="3591">
                  <c:v>401</c:v>
                </c:pt>
                <c:pt idx="3592">
                  <c:v>654</c:v>
                </c:pt>
                <c:pt idx="3593">
                  <c:v>48</c:v>
                </c:pt>
                <c:pt idx="3594">
                  <c:v>83</c:v>
                </c:pt>
                <c:pt idx="3595">
                  <c:v>662</c:v>
                </c:pt>
                <c:pt idx="3596">
                  <c:v>82</c:v>
                </c:pt>
                <c:pt idx="3597">
                  <c:v>117</c:v>
                </c:pt>
                <c:pt idx="3598">
                  <c:v>118</c:v>
                </c:pt>
                <c:pt idx="3599">
                  <c:v>98</c:v>
                </c:pt>
                <c:pt idx="3600">
                  <c:v>35</c:v>
                </c:pt>
                <c:pt idx="3601">
                  <c:v>68</c:v>
                </c:pt>
                <c:pt idx="3602">
                  <c:v>334</c:v>
                </c:pt>
                <c:pt idx="3603">
                  <c:v>238</c:v>
                </c:pt>
                <c:pt idx="3604">
                  <c:v>54</c:v>
                </c:pt>
                <c:pt idx="3605">
                  <c:v>15</c:v>
                </c:pt>
                <c:pt idx="3606">
                  <c:v>223</c:v>
                </c:pt>
                <c:pt idx="3607">
                  <c:v>596</c:v>
                </c:pt>
                <c:pt idx="3608">
                  <c:v>267</c:v>
                </c:pt>
                <c:pt idx="3609">
                  <c:v>262</c:v>
                </c:pt>
                <c:pt idx="3610">
                  <c:v>162</c:v>
                </c:pt>
                <c:pt idx="3611">
                  <c:v>24</c:v>
                </c:pt>
                <c:pt idx="3612">
                  <c:v>333</c:v>
                </c:pt>
                <c:pt idx="3613">
                  <c:v>165</c:v>
                </c:pt>
                <c:pt idx="3614">
                  <c:v>200</c:v>
                </c:pt>
                <c:pt idx="3615">
                  <c:v>78</c:v>
                </c:pt>
                <c:pt idx="3616">
                  <c:v>658</c:v>
                </c:pt>
                <c:pt idx="3617">
                  <c:v>199</c:v>
                </c:pt>
                <c:pt idx="3618">
                  <c:v>466</c:v>
                </c:pt>
                <c:pt idx="3619">
                  <c:v>107</c:v>
                </c:pt>
                <c:pt idx="3620">
                  <c:v>114</c:v>
                </c:pt>
                <c:pt idx="3621">
                  <c:v>145</c:v>
                </c:pt>
                <c:pt idx="3622">
                  <c:v>163</c:v>
                </c:pt>
                <c:pt idx="3623">
                  <c:v>208</c:v>
                </c:pt>
                <c:pt idx="3624">
                  <c:v>230</c:v>
                </c:pt>
                <c:pt idx="3625">
                  <c:v>277</c:v>
                </c:pt>
                <c:pt idx="3626">
                  <c:v>79</c:v>
                </c:pt>
                <c:pt idx="3627">
                  <c:v>92</c:v>
                </c:pt>
                <c:pt idx="3628">
                  <c:v>725</c:v>
                </c:pt>
                <c:pt idx="3629">
                  <c:v>506</c:v>
                </c:pt>
                <c:pt idx="3630">
                  <c:v>25</c:v>
                </c:pt>
                <c:pt idx="3631">
                  <c:v>257</c:v>
                </c:pt>
                <c:pt idx="3632">
                  <c:v>490</c:v>
                </c:pt>
                <c:pt idx="3633">
                  <c:v>62</c:v>
                </c:pt>
                <c:pt idx="3634">
                  <c:v>72</c:v>
                </c:pt>
                <c:pt idx="3635">
                  <c:v>573</c:v>
                </c:pt>
                <c:pt idx="3636">
                  <c:v>409</c:v>
                </c:pt>
                <c:pt idx="3637">
                  <c:v>122</c:v>
                </c:pt>
                <c:pt idx="3638">
                  <c:v>214</c:v>
                </c:pt>
                <c:pt idx="3639">
                  <c:v>150</c:v>
                </c:pt>
                <c:pt idx="3640">
                  <c:v>90</c:v>
                </c:pt>
                <c:pt idx="3641">
                  <c:v>148</c:v>
                </c:pt>
                <c:pt idx="3642">
                  <c:v>61</c:v>
                </c:pt>
                <c:pt idx="3643">
                  <c:v>117</c:v>
                </c:pt>
                <c:pt idx="3644">
                  <c:v>54</c:v>
                </c:pt>
                <c:pt idx="3645">
                  <c:v>211</c:v>
                </c:pt>
                <c:pt idx="3646">
                  <c:v>437</c:v>
                </c:pt>
                <c:pt idx="3647">
                  <c:v>42</c:v>
                </c:pt>
                <c:pt idx="3648">
                  <c:v>377</c:v>
                </c:pt>
                <c:pt idx="3649">
                  <c:v>83</c:v>
                </c:pt>
                <c:pt idx="3650">
                  <c:v>62</c:v>
                </c:pt>
                <c:pt idx="3651">
                  <c:v>301</c:v>
                </c:pt>
                <c:pt idx="3652">
                  <c:v>90</c:v>
                </c:pt>
                <c:pt idx="3653">
                  <c:v>262</c:v>
                </c:pt>
                <c:pt idx="3654">
                  <c:v>315</c:v>
                </c:pt>
                <c:pt idx="3655">
                  <c:v>40</c:v>
                </c:pt>
                <c:pt idx="3656">
                  <c:v>394</c:v>
                </c:pt>
                <c:pt idx="3657">
                  <c:v>337</c:v>
                </c:pt>
                <c:pt idx="3658">
                  <c:v>278</c:v>
                </c:pt>
                <c:pt idx="3659">
                  <c:v>463</c:v>
                </c:pt>
                <c:pt idx="3660">
                  <c:v>167</c:v>
                </c:pt>
                <c:pt idx="3661">
                  <c:v>160</c:v>
                </c:pt>
                <c:pt idx="3662">
                  <c:v>51</c:v>
                </c:pt>
                <c:pt idx="3663">
                  <c:v>399</c:v>
                </c:pt>
                <c:pt idx="3664">
                  <c:v>80</c:v>
                </c:pt>
                <c:pt idx="3665">
                  <c:v>316</c:v>
                </c:pt>
                <c:pt idx="3666">
                  <c:v>568</c:v>
                </c:pt>
                <c:pt idx="3667">
                  <c:v>32</c:v>
                </c:pt>
                <c:pt idx="3668">
                  <c:v>300</c:v>
                </c:pt>
                <c:pt idx="3669">
                  <c:v>193</c:v>
                </c:pt>
                <c:pt idx="3670">
                  <c:v>89</c:v>
                </c:pt>
                <c:pt idx="3671">
                  <c:v>562</c:v>
                </c:pt>
                <c:pt idx="3672">
                  <c:v>38</c:v>
                </c:pt>
                <c:pt idx="3673">
                  <c:v>258</c:v>
                </c:pt>
                <c:pt idx="3674">
                  <c:v>71</c:v>
                </c:pt>
                <c:pt idx="3675">
                  <c:v>178</c:v>
                </c:pt>
                <c:pt idx="3676">
                  <c:v>53</c:v>
                </c:pt>
                <c:pt idx="3677">
                  <c:v>89</c:v>
                </c:pt>
                <c:pt idx="3678">
                  <c:v>63</c:v>
                </c:pt>
                <c:pt idx="3679">
                  <c:v>498</c:v>
                </c:pt>
                <c:pt idx="3680">
                  <c:v>284</c:v>
                </c:pt>
                <c:pt idx="3681">
                  <c:v>281</c:v>
                </c:pt>
                <c:pt idx="3682">
                  <c:v>190</c:v>
                </c:pt>
                <c:pt idx="3683">
                  <c:v>86</c:v>
                </c:pt>
                <c:pt idx="3684">
                  <c:v>375</c:v>
                </c:pt>
                <c:pt idx="3685">
                  <c:v>399</c:v>
                </c:pt>
                <c:pt idx="3686">
                  <c:v>58</c:v>
                </c:pt>
                <c:pt idx="3687">
                  <c:v>249</c:v>
                </c:pt>
                <c:pt idx="3688">
                  <c:v>496</c:v>
                </c:pt>
                <c:pt idx="3689">
                  <c:v>60</c:v>
                </c:pt>
                <c:pt idx="3690">
                  <c:v>236</c:v>
                </c:pt>
                <c:pt idx="3691">
                  <c:v>196</c:v>
                </c:pt>
                <c:pt idx="3692">
                  <c:v>270</c:v>
                </c:pt>
                <c:pt idx="3693">
                  <c:v>133</c:v>
                </c:pt>
                <c:pt idx="3694">
                  <c:v>135</c:v>
                </c:pt>
                <c:pt idx="3695">
                  <c:v>114</c:v>
                </c:pt>
                <c:pt idx="3696">
                  <c:v>500</c:v>
                </c:pt>
                <c:pt idx="3697">
                  <c:v>208</c:v>
                </c:pt>
                <c:pt idx="3698">
                  <c:v>288</c:v>
                </c:pt>
                <c:pt idx="3699">
                  <c:v>316</c:v>
                </c:pt>
                <c:pt idx="3700">
                  <c:v>607</c:v>
                </c:pt>
                <c:pt idx="3701">
                  <c:v>23</c:v>
                </c:pt>
                <c:pt idx="3702">
                  <c:v>166</c:v>
                </c:pt>
                <c:pt idx="3703">
                  <c:v>184</c:v>
                </c:pt>
                <c:pt idx="3704">
                  <c:v>61</c:v>
                </c:pt>
                <c:pt idx="3705">
                  <c:v>222</c:v>
                </c:pt>
                <c:pt idx="3706">
                  <c:v>253</c:v>
                </c:pt>
                <c:pt idx="3707">
                  <c:v>88</c:v>
                </c:pt>
                <c:pt idx="3708">
                  <c:v>142</c:v>
                </c:pt>
                <c:pt idx="3709">
                  <c:v>247</c:v>
                </c:pt>
                <c:pt idx="3710">
                  <c:v>39</c:v>
                </c:pt>
                <c:pt idx="3711">
                  <c:v>236</c:v>
                </c:pt>
                <c:pt idx="3712">
                  <c:v>39</c:v>
                </c:pt>
                <c:pt idx="3713">
                  <c:v>400</c:v>
                </c:pt>
                <c:pt idx="3714">
                  <c:v>231</c:v>
                </c:pt>
                <c:pt idx="3715">
                  <c:v>39</c:v>
                </c:pt>
                <c:pt idx="3716">
                  <c:v>64</c:v>
                </c:pt>
                <c:pt idx="3717">
                  <c:v>126</c:v>
                </c:pt>
                <c:pt idx="3718">
                  <c:v>199</c:v>
                </c:pt>
                <c:pt idx="3719">
                  <c:v>436</c:v>
                </c:pt>
                <c:pt idx="3720">
                  <c:v>50</c:v>
                </c:pt>
                <c:pt idx="3721">
                  <c:v>108</c:v>
                </c:pt>
                <c:pt idx="3722">
                  <c:v>65</c:v>
                </c:pt>
                <c:pt idx="3723">
                  <c:v>200</c:v>
                </c:pt>
                <c:pt idx="3724">
                  <c:v>91</c:v>
                </c:pt>
                <c:pt idx="3725">
                  <c:v>164</c:v>
                </c:pt>
                <c:pt idx="3726">
                  <c:v>205</c:v>
                </c:pt>
                <c:pt idx="3727">
                  <c:v>188</c:v>
                </c:pt>
                <c:pt idx="3728">
                  <c:v>214</c:v>
                </c:pt>
                <c:pt idx="3729">
                  <c:v>295</c:v>
                </c:pt>
                <c:pt idx="3730">
                  <c:v>38</c:v>
                </c:pt>
                <c:pt idx="3731">
                  <c:v>140</c:v>
                </c:pt>
                <c:pt idx="3732">
                  <c:v>219</c:v>
                </c:pt>
                <c:pt idx="3733">
                  <c:v>108</c:v>
                </c:pt>
                <c:pt idx="3734">
                  <c:v>94</c:v>
                </c:pt>
                <c:pt idx="3735">
                  <c:v>47</c:v>
                </c:pt>
                <c:pt idx="3736">
                  <c:v>152</c:v>
                </c:pt>
                <c:pt idx="3737">
                  <c:v>147</c:v>
                </c:pt>
                <c:pt idx="3738">
                  <c:v>413</c:v>
                </c:pt>
                <c:pt idx="3739">
                  <c:v>304</c:v>
                </c:pt>
                <c:pt idx="3740">
                  <c:v>102</c:v>
                </c:pt>
                <c:pt idx="3741">
                  <c:v>132</c:v>
                </c:pt>
                <c:pt idx="3742">
                  <c:v>40</c:v>
                </c:pt>
                <c:pt idx="3743">
                  <c:v>224</c:v>
                </c:pt>
                <c:pt idx="3744">
                  <c:v>244</c:v>
                </c:pt>
                <c:pt idx="3745">
                  <c:v>27</c:v>
                </c:pt>
                <c:pt idx="3746">
                  <c:v>95</c:v>
                </c:pt>
                <c:pt idx="3747">
                  <c:v>56</c:v>
                </c:pt>
                <c:pt idx="3748">
                  <c:v>329</c:v>
                </c:pt>
                <c:pt idx="3749">
                  <c:v>682</c:v>
                </c:pt>
                <c:pt idx="3750">
                  <c:v>57</c:v>
                </c:pt>
                <c:pt idx="3751">
                  <c:v>245</c:v>
                </c:pt>
                <c:pt idx="3752">
                  <c:v>292</c:v>
                </c:pt>
                <c:pt idx="3753">
                  <c:v>186</c:v>
                </c:pt>
                <c:pt idx="3754">
                  <c:v>55</c:v>
                </c:pt>
                <c:pt idx="3755">
                  <c:v>146</c:v>
                </c:pt>
                <c:pt idx="3756">
                  <c:v>41</c:v>
                </c:pt>
                <c:pt idx="3757">
                  <c:v>371</c:v>
                </c:pt>
                <c:pt idx="3758">
                  <c:v>291</c:v>
                </c:pt>
                <c:pt idx="3759">
                  <c:v>49</c:v>
                </c:pt>
                <c:pt idx="3760">
                  <c:v>520</c:v>
                </c:pt>
                <c:pt idx="3761">
                  <c:v>533</c:v>
                </c:pt>
                <c:pt idx="3762">
                  <c:v>302</c:v>
                </c:pt>
                <c:pt idx="3763">
                  <c:v>49</c:v>
                </c:pt>
                <c:pt idx="3764">
                  <c:v>92</c:v>
                </c:pt>
                <c:pt idx="3765">
                  <c:v>294</c:v>
                </c:pt>
                <c:pt idx="3766">
                  <c:v>139</c:v>
                </c:pt>
                <c:pt idx="3767">
                  <c:v>458</c:v>
                </c:pt>
                <c:pt idx="3768">
                  <c:v>269</c:v>
                </c:pt>
                <c:pt idx="3769">
                  <c:v>254</c:v>
                </c:pt>
                <c:pt idx="3770">
                  <c:v>26</c:v>
                </c:pt>
                <c:pt idx="3771">
                  <c:v>51</c:v>
                </c:pt>
                <c:pt idx="3772">
                  <c:v>231</c:v>
                </c:pt>
                <c:pt idx="3773">
                  <c:v>179</c:v>
                </c:pt>
                <c:pt idx="3774">
                  <c:v>312</c:v>
                </c:pt>
                <c:pt idx="3775">
                  <c:v>38</c:v>
                </c:pt>
                <c:pt idx="3776">
                  <c:v>66</c:v>
                </c:pt>
                <c:pt idx="3777">
                  <c:v>232</c:v>
                </c:pt>
                <c:pt idx="3778">
                  <c:v>363</c:v>
                </c:pt>
                <c:pt idx="3779">
                  <c:v>239</c:v>
                </c:pt>
                <c:pt idx="3780">
                  <c:v>78</c:v>
                </c:pt>
                <c:pt idx="3781">
                  <c:v>185</c:v>
                </c:pt>
                <c:pt idx="3782">
                  <c:v>38</c:v>
                </c:pt>
                <c:pt idx="3783">
                  <c:v>37</c:v>
                </c:pt>
                <c:pt idx="3784">
                  <c:v>271</c:v>
                </c:pt>
                <c:pt idx="3785">
                  <c:v>184</c:v>
                </c:pt>
                <c:pt idx="3786">
                  <c:v>224</c:v>
                </c:pt>
                <c:pt idx="3787">
                  <c:v>82</c:v>
                </c:pt>
                <c:pt idx="3788">
                  <c:v>592</c:v>
                </c:pt>
                <c:pt idx="3789">
                  <c:v>41</c:v>
                </c:pt>
                <c:pt idx="3790">
                  <c:v>80</c:v>
                </c:pt>
                <c:pt idx="3791">
                  <c:v>317</c:v>
                </c:pt>
                <c:pt idx="3792">
                  <c:v>179</c:v>
                </c:pt>
                <c:pt idx="3793">
                  <c:v>419</c:v>
                </c:pt>
                <c:pt idx="3794">
                  <c:v>269</c:v>
                </c:pt>
                <c:pt idx="3795">
                  <c:v>66</c:v>
                </c:pt>
                <c:pt idx="3796">
                  <c:v>674</c:v>
                </c:pt>
                <c:pt idx="3797">
                  <c:v>57</c:v>
                </c:pt>
                <c:pt idx="3798">
                  <c:v>184</c:v>
                </c:pt>
                <c:pt idx="3799">
                  <c:v>50</c:v>
                </c:pt>
                <c:pt idx="3800">
                  <c:v>349</c:v>
                </c:pt>
                <c:pt idx="3801">
                  <c:v>175</c:v>
                </c:pt>
                <c:pt idx="3802">
                  <c:v>120</c:v>
                </c:pt>
                <c:pt idx="3803">
                  <c:v>226</c:v>
                </c:pt>
                <c:pt idx="3804">
                  <c:v>240</c:v>
                </c:pt>
                <c:pt idx="3805">
                  <c:v>153</c:v>
                </c:pt>
                <c:pt idx="3806">
                  <c:v>287</c:v>
                </c:pt>
                <c:pt idx="3807">
                  <c:v>86</c:v>
                </c:pt>
                <c:pt idx="3808">
                  <c:v>78</c:v>
                </c:pt>
                <c:pt idx="3809">
                  <c:v>198</c:v>
                </c:pt>
                <c:pt idx="3810">
                  <c:v>252</c:v>
                </c:pt>
                <c:pt idx="3811">
                  <c:v>251</c:v>
                </c:pt>
                <c:pt idx="3812">
                  <c:v>33</c:v>
                </c:pt>
                <c:pt idx="3813">
                  <c:v>278</c:v>
                </c:pt>
                <c:pt idx="3814">
                  <c:v>76</c:v>
                </c:pt>
                <c:pt idx="3815">
                  <c:v>175</c:v>
                </c:pt>
                <c:pt idx="3816">
                  <c:v>232</c:v>
                </c:pt>
                <c:pt idx="3817">
                  <c:v>38</c:v>
                </c:pt>
                <c:pt idx="3818">
                  <c:v>180</c:v>
                </c:pt>
                <c:pt idx="3819">
                  <c:v>182</c:v>
                </c:pt>
                <c:pt idx="3820">
                  <c:v>34</c:v>
                </c:pt>
                <c:pt idx="3821">
                  <c:v>579</c:v>
                </c:pt>
                <c:pt idx="3822">
                  <c:v>48</c:v>
                </c:pt>
                <c:pt idx="3823">
                  <c:v>61</c:v>
                </c:pt>
                <c:pt idx="3824">
                  <c:v>215</c:v>
                </c:pt>
                <c:pt idx="3825">
                  <c:v>191</c:v>
                </c:pt>
                <c:pt idx="3826">
                  <c:v>285</c:v>
                </c:pt>
                <c:pt idx="3827">
                  <c:v>55</c:v>
                </c:pt>
                <c:pt idx="3828">
                  <c:v>232</c:v>
                </c:pt>
                <c:pt idx="3829">
                  <c:v>309</c:v>
                </c:pt>
                <c:pt idx="3830">
                  <c:v>390</c:v>
                </c:pt>
                <c:pt idx="3831">
                  <c:v>263</c:v>
                </c:pt>
                <c:pt idx="3832">
                  <c:v>44</c:v>
                </c:pt>
                <c:pt idx="3833">
                  <c:v>36</c:v>
                </c:pt>
                <c:pt idx="3834">
                  <c:v>196</c:v>
                </c:pt>
                <c:pt idx="3835">
                  <c:v>63</c:v>
                </c:pt>
                <c:pt idx="3836">
                  <c:v>198</c:v>
                </c:pt>
                <c:pt idx="3837">
                  <c:v>59</c:v>
                </c:pt>
                <c:pt idx="3838">
                  <c:v>218</c:v>
                </c:pt>
                <c:pt idx="3839">
                  <c:v>79</c:v>
                </c:pt>
                <c:pt idx="3840">
                  <c:v>251</c:v>
                </c:pt>
                <c:pt idx="3841">
                  <c:v>38</c:v>
                </c:pt>
                <c:pt idx="3842">
                  <c:v>23</c:v>
                </c:pt>
                <c:pt idx="3843">
                  <c:v>222</c:v>
                </c:pt>
                <c:pt idx="3844">
                  <c:v>155</c:v>
                </c:pt>
                <c:pt idx="3845">
                  <c:v>79</c:v>
                </c:pt>
                <c:pt idx="3846">
                  <c:v>331</c:v>
                </c:pt>
                <c:pt idx="3847">
                  <c:v>693</c:v>
                </c:pt>
                <c:pt idx="3848">
                  <c:v>260</c:v>
                </c:pt>
                <c:pt idx="3849">
                  <c:v>166</c:v>
                </c:pt>
                <c:pt idx="3850">
                  <c:v>76</c:v>
                </c:pt>
                <c:pt idx="3851">
                  <c:v>302</c:v>
                </c:pt>
                <c:pt idx="3852">
                  <c:v>104</c:v>
                </c:pt>
                <c:pt idx="3853">
                  <c:v>205</c:v>
                </c:pt>
                <c:pt idx="3854">
                  <c:v>237</c:v>
                </c:pt>
                <c:pt idx="3855">
                  <c:v>252</c:v>
                </c:pt>
                <c:pt idx="3856">
                  <c:v>102</c:v>
                </c:pt>
                <c:pt idx="3857">
                  <c:v>74</c:v>
                </c:pt>
                <c:pt idx="3858">
                  <c:v>73</c:v>
                </c:pt>
                <c:pt idx="3859">
                  <c:v>137</c:v>
                </c:pt>
                <c:pt idx="3860">
                  <c:v>103</c:v>
                </c:pt>
                <c:pt idx="3861">
                  <c:v>194</c:v>
                </c:pt>
                <c:pt idx="3862">
                  <c:v>61</c:v>
                </c:pt>
                <c:pt idx="3863">
                  <c:v>227</c:v>
                </c:pt>
                <c:pt idx="3864">
                  <c:v>51</c:v>
                </c:pt>
                <c:pt idx="3865">
                  <c:v>112</c:v>
                </c:pt>
                <c:pt idx="3866">
                  <c:v>147</c:v>
                </c:pt>
                <c:pt idx="3867">
                  <c:v>273</c:v>
                </c:pt>
                <c:pt idx="3868">
                  <c:v>72</c:v>
                </c:pt>
                <c:pt idx="3869">
                  <c:v>57</c:v>
                </c:pt>
                <c:pt idx="3870">
                  <c:v>336</c:v>
                </c:pt>
                <c:pt idx="3871">
                  <c:v>120</c:v>
                </c:pt>
                <c:pt idx="3872">
                  <c:v>70</c:v>
                </c:pt>
                <c:pt idx="3873">
                  <c:v>265</c:v>
                </c:pt>
                <c:pt idx="3874">
                  <c:v>231</c:v>
                </c:pt>
                <c:pt idx="3875">
                  <c:v>120</c:v>
                </c:pt>
                <c:pt idx="3876">
                  <c:v>52</c:v>
                </c:pt>
                <c:pt idx="3877">
                  <c:v>201</c:v>
                </c:pt>
                <c:pt idx="3878">
                  <c:v>113</c:v>
                </c:pt>
                <c:pt idx="3879">
                  <c:v>321</c:v>
                </c:pt>
                <c:pt idx="3880">
                  <c:v>120</c:v>
                </c:pt>
                <c:pt idx="3881">
                  <c:v>67</c:v>
                </c:pt>
                <c:pt idx="3882">
                  <c:v>388</c:v>
                </c:pt>
                <c:pt idx="3883">
                  <c:v>129</c:v>
                </c:pt>
                <c:pt idx="3884">
                  <c:v>222</c:v>
                </c:pt>
                <c:pt idx="3885">
                  <c:v>148</c:v>
                </c:pt>
                <c:pt idx="3886">
                  <c:v>239</c:v>
                </c:pt>
                <c:pt idx="3887">
                  <c:v>132</c:v>
                </c:pt>
                <c:pt idx="3888">
                  <c:v>145</c:v>
                </c:pt>
                <c:pt idx="3889">
                  <c:v>76</c:v>
                </c:pt>
                <c:pt idx="3890">
                  <c:v>113</c:v>
                </c:pt>
                <c:pt idx="3891">
                  <c:v>96</c:v>
                </c:pt>
                <c:pt idx="3892">
                  <c:v>199</c:v>
                </c:pt>
                <c:pt idx="3893">
                  <c:v>528</c:v>
                </c:pt>
                <c:pt idx="3894">
                  <c:v>202</c:v>
                </c:pt>
                <c:pt idx="3895">
                  <c:v>193</c:v>
                </c:pt>
                <c:pt idx="3896">
                  <c:v>43</c:v>
                </c:pt>
                <c:pt idx="3897">
                  <c:v>323</c:v>
                </c:pt>
                <c:pt idx="3898">
                  <c:v>53</c:v>
                </c:pt>
                <c:pt idx="3899">
                  <c:v>30</c:v>
                </c:pt>
                <c:pt idx="3900">
                  <c:v>76</c:v>
                </c:pt>
                <c:pt idx="3901">
                  <c:v>53</c:v>
                </c:pt>
                <c:pt idx="3902">
                  <c:v>213</c:v>
                </c:pt>
                <c:pt idx="3903">
                  <c:v>265</c:v>
                </c:pt>
                <c:pt idx="3904">
                  <c:v>293</c:v>
                </c:pt>
                <c:pt idx="3905">
                  <c:v>410</c:v>
                </c:pt>
                <c:pt idx="3906">
                  <c:v>321</c:v>
                </c:pt>
                <c:pt idx="3907">
                  <c:v>65</c:v>
                </c:pt>
                <c:pt idx="3908">
                  <c:v>23</c:v>
                </c:pt>
                <c:pt idx="3909">
                  <c:v>203</c:v>
                </c:pt>
                <c:pt idx="3910">
                  <c:v>180</c:v>
                </c:pt>
                <c:pt idx="3911">
                  <c:v>154</c:v>
                </c:pt>
                <c:pt idx="3912">
                  <c:v>43</c:v>
                </c:pt>
                <c:pt idx="3913">
                  <c:v>500</c:v>
                </c:pt>
                <c:pt idx="3914">
                  <c:v>22</c:v>
                </c:pt>
                <c:pt idx="3915">
                  <c:v>181</c:v>
                </c:pt>
                <c:pt idx="3916">
                  <c:v>69</c:v>
                </c:pt>
                <c:pt idx="3917">
                  <c:v>257</c:v>
                </c:pt>
                <c:pt idx="3918">
                  <c:v>111</c:v>
                </c:pt>
                <c:pt idx="3919">
                  <c:v>377</c:v>
                </c:pt>
                <c:pt idx="3920">
                  <c:v>266</c:v>
                </c:pt>
                <c:pt idx="3921">
                  <c:v>166</c:v>
                </c:pt>
                <c:pt idx="3922">
                  <c:v>84</c:v>
                </c:pt>
                <c:pt idx="3923">
                  <c:v>37</c:v>
                </c:pt>
                <c:pt idx="3924">
                  <c:v>447</c:v>
                </c:pt>
                <c:pt idx="3925">
                  <c:v>485</c:v>
                </c:pt>
                <c:pt idx="3926">
                  <c:v>446</c:v>
                </c:pt>
                <c:pt idx="3927">
                  <c:v>348</c:v>
                </c:pt>
                <c:pt idx="3928">
                  <c:v>334</c:v>
                </c:pt>
                <c:pt idx="3929">
                  <c:v>491</c:v>
                </c:pt>
                <c:pt idx="3930">
                  <c:v>303</c:v>
                </c:pt>
                <c:pt idx="3931">
                  <c:v>361</c:v>
                </c:pt>
                <c:pt idx="3932">
                  <c:v>40</c:v>
                </c:pt>
                <c:pt idx="3933">
                  <c:v>425</c:v>
                </c:pt>
                <c:pt idx="3934">
                  <c:v>106</c:v>
                </c:pt>
                <c:pt idx="3935">
                  <c:v>710</c:v>
                </c:pt>
                <c:pt idx="3936">
                  <c:v>272</c:v>
                </c:pt>
                <c:pt idx="3937">
                  <c:v>181</c:v>
                </c:pt>
                <c:pt idx="3938">
                  <c:v>186</c:v>
                </c:pt>
                <c:pt idx="3939">
                  <c:v>630</c:v>
                </c:pt>
                <c:pt idx="3940">
                  <c:v>301</c:v>
                </c:pt>
                <c:pt idx="3941">
                  <c:v>119</c:v>
                </c:pt>
                <c:pt idx="3942">
                  <c:v>624</c:v>
                </c:pt>
                <c:pt idx="3943">
                  <c:v>100</c:v>
                </c:pt>
                <c:pt idx="3944">
                  <c:v>238</c:v>
                </c:pt>
                <c:pt idx="3945">
                  <c:v>265</c:v>
                </c:pt>
                <c:pt idx="3946">
                  <c:v>232</c:v>
                </c:pt>
                <c:pt idx="3947">
                  <c:v>493</c:v>
                </c:pt>
                <c:pt idx="3948">
                  <c:v>82</c:v>
                </c:pt>
                <c:pt idx="3949">
                  <c:v>327</c:v>
                </c:pt>
                <c:pt idx="3950">
                  <c:v>371</c:v>
                </c:pt>
                <c:pt idx="3951">
                  <c:v>380</c:v>
                </c:pt>
                <c:pt idx="3952">
                  <c:v>292</c:v>
                </c:pt>
                <c:pt idx="3953">
                  <c:v>430</c:v>
                </c:pt>
                <c:pt idx="3954">
                  <c:v>394</c:v>
                </c:pt>
                <c:pt idx="3955">
                  <c:v>378</c:v>
                </c:pt>
                <c:pt idx="3956">
                  <c:v>322</c:v>
                </c:pt>
                <c:pt idx="3957">
                  <c:v>259</c:v>
                </c:pt>
                <c:pt idx="3958">
                  <c:v>229</c:v>
                </c:pt>
                <c:pt idx="3959">
                  <c:v>349</c:v>
                </c:pt>
                <c:pt idx="3960">
                  <c:v>397</c:v>
                </c:pt>
                <c:pt idx="3961">
                  <c:v>148</c:v>
                </c:pt>
                <c:pt idx="3962">
                  <c:v>370</c:v>
                </c:pt>
                <c:pt idx="3963">
                  <c:v>691</c:v>
                </c:pt>
                <c:pt idx="3964">
                  <c:v>95</c:v>
                </c:pt>
                <c:pt idx="3965">
                  <c:v>49</c:v>
                </c:pt>
                <c:pt idx="3966">
                  <c:v>112</c:v>
                </c:pt>
                <c:pt idx="3967">
                  <c:v>333</c:v>
                </c:pt>
                <c:pt idx="3968">
                  <c:v>170</c:v>
                </c:pt>
                <c:pt idx="3969">
                  <c:v>247</c:v>
                </c:pt>
                <c:pt idx="3970">
                  <c:v>568</c:v>
                </c:pt>
                <c:pt idx="3971">
                  <c:v>290</c:v>
                </c:pt>
                <c:pt idx="3972">
                  <c:v>119</c:v>
                </c:pt>
                <c:pt idx="3973">
                  <c:v>185</c:v>
                </c:pt>
                <c:pt idx="3974">
                  <c:v>303</c:v>
                </c:pt>
                <c:pt idx="3975">
                  <c:v>654</c:v>
                </c:pt>
                <c:pt idx="3976">
                  <c:v>117</c:v>
                </c:pt>
                <c:pt idx="3977">
                  <c:v>53</c:v>
                </c:pt>
                <c:pt idx="3978">
                  <c:v>86</c:v>
                </c:pt>
                <c:pt idx="3979">
                  <c:v>514</c:v>
                </c:pt>
                <c:pt idx="3980">
                  <c:v>126</c:v>
                </c:pt>
                <c:pt idx="3981">
                  <c:v>161</c:v>
                </c:pt>
                <c:pt idx="3982">
                  <c:v>548</c:v>
                </c:pt>
                <c:pt idx="3983">
                  <c:v>301</c:v>
                </c:pt>
                <c:pt idx="3984">
                  <c:v>232</c:v>
                </c:pt>
                <c:pt idx="3985">
                  <c:v>597</c:v>
                </c:pt>
                <c:pt idx="3986">
                  <c:v>325</c:v>
                </c:pt>
                <c:pt idx="3987">
                  <c:v>348</c:v>
                </c:pt>
                <c:pt idx="3988">
                  <c:v>333</c:v>
                </c:pt>
                <c:pt idx="3989">
                  <c:v>263</c:v>
                </c:pt>
                <c:pt idx="3990">
                  <c:v>513</c:v>
                </c:pt>
                <c:pt idx="3991">
                  <c:v>236</c:v>
                </c:pt>
                <c:pt idx="3992">
                  <c:v>336</c:v>
                </c:pt>
                <c:pt idx="3993">
                  <c:v>552</c:v>
                </c:pt>
                <c:pt idx="3994">
                  <c:v>255</c:v>
                </c:pt>
                <c:pt idx="3995">
                  <c:v>459</c:v>
                </c:pt>
                <c:pt idx="3996">
                  <c:v>219</c:v>
                </c:pt>
                <c:pt idx="3997">
                  <c:v>355</c:v>
                </c:pt>
                <c:pt idx="3998">
                  <c:v>387</c:v>
                </c:pt>
                <c:pt idx="3999">
                  <c:v>399</c:v>
                </c:pt>
                <c:pt idx="4000">
                  <c:v>695</c:v>
                </c:pt>
                <c:pt idx="4001">
                  <c:v>249</c:v>
                </c:pt>
                <c:pt idx="4002">
                  <c:v>614</c:v>
                </c:pt>
                <c:pt idx="4003">
                  <c:v>462</c:v>
                </c:pt>
                <c:pt idx="4004">
                  <c:v>326</c:v>
                </c:pt>
                <c:pt idx="4005">
                  <c:v>397</c:v>
                </c:pt>
                <c:pt idx="4006">
                  <c:v>262</c:v>
                </c:pt>
                <c:pt idx="4007">
                  <c:v>348</c:v>
                </c:pt>
                <c:pt idx="4008">
                  <c:v>623</c:v>
                </c:pt>
                <c:pt idx="4009">
                  <c:v>541</c:v>
                </c:pt>
                <c:pt idx="4010">
                  <c:v>406</c:v>
                </c:pt>
                <c:pt idx="4011">
                  <c:v>449</c:v>
                </c:pt>
                <c:pt idx="4012">
                  <c:v>71</c:v>
                </c:pt>
                <c:pt idx="4013">
                  <c:v>143</c:v>
                </c:pt>
                <c:pt idx="4014">
                  <c:v>209</c:v>
                </c:pt>
                <c:pt idx="4015">
                  <c:v>412</c:v>
                </c:pt>
                <c:pt idx="4016">
                  <c:v>336</c:v>
                </c:pt>
                <c:pt idx="4017">
                  <c:v>497</c:v>
                </c:pt>
                <c:pt idx="4018">
                  <c:v>652</c:v>
                </c:pt>
                <c:pt idx="4019">
                  <c:v>634</c:v>
                </c:pt>
                <c:pt idx="4020">
                  <c:v>554</c:v>
                </c:pt>
                <c:pt idx="4021">
                  <c:v>257</c:v>
                </c:pt>
                <c:pt idx="4022">
                  <c:v>714</c:v>
                </c:pt>
                <c:pt idx="4023">
                  <c:v>323</c:v>
                </c:pt>
                <c:pt idx="4024">
                  <c:v>359</c:v>
                </c:pt>
                <c:pt idx="4025">
                  <c:v>230</c:v>
                </c:pt>
                <c:pt idx="4026">
                  <c:v>294</c:v>
                </c:pt>
                <c:pt idx="4027">
                  <c:v>429</c:v>
                </c:pt>
                <c:pt idx="4028">
                  <c:v>99</c:v>
                </c:pt>
                <c:pt idx="4029">
                  <c:v>581</c:v>
                </c:pt>
                <c:pt idx="4030">
                  <c:v>583</c:v>
                </c:pt>
                <c:pt idx="4031">
                  <c:v>742</c:v>
                </c:pt>
                <c:pt idx="4032">
                  <c:v>681</c:v>
                </c:pt>
                <c:pt idx="4033">
                  <c:v>713</c:v>
                </c:pt>
                <c:pt idx="4034">
                  <c:v>674</c:v>
                </c:pt>
                <c:pt idx="4035">
                  <c:v>674</c:v>
                </c:pt>
                <c:pt idx="4036">
                  <c:v>747</c:v>
                </c:pt>
                <c:pt idx="4037">
                  <c:v>725</c:v>
                </c:pt>
                <c:pt idx="4038">
                  <c:v>371</c:v>
                </c:pt>
                <c:pt idx="4039">
                  <c:v>347</c:v>
                </c:pt>
                <c:pt idx="4040">
                  <c:v>444</c:v>
                </c:pt>
                <c:pt idx="4041">
                  <c:v>388</c:v>
                </c:pt>
                <c:pt idx="4042">
                  <c:v>574</c:v>
                </c:pt>
                <c:pt idx="4043">
                  <c:v>668</c:v>
                </c:pt>
                <c:pt idx="4044">
                  <c:v>555</c:v>
                </c:pt>
                <c:pt idx="4045">
                  <c:v>261</c:v>
                </c:pt>
                <c:pt idx="4046">
                  <c:v>594</c:v>
                </c:pt>
                <c:pt idx="4047">
                  <c:v>311</c:v>
                </c:pt>
                <c:pt idx="4048">
                  <c:v>375</c:v>
                </c:pt>
                <c:pt idx="4049">
                  <c:v>54</c:v>
                </c:pt>
                <c:pt idx="4050">
                  <c:v>211</c:v>
                </c:pt>
                <c:pt idx="4051">
                  <c:v>281</c:v>
                </c:pt>
                <c:pt idx="4052">
                  <c:v>385</c:v>
                </c:pt>
                <c:pt idx="4053">
                  <c:v>522</c:v>
                </c:pt>
                <c:pt idx="4054">
                  <c:v>306</c:v>
                </c:pt>
                <c:pt idx="4055">
                  <c:v>275</c:v>
                </c:pt>
                <c:pt idx="4056">
                  <c:v>209</c:v>
                </c:pt>
                <c:pt idx="4057">
                  <c:v>460</c:v>
                </c:pt>
                <c:pt idx="4058">
                  <c:v>203</c:v>
                </c:pt>
                <c:pt idx="4059">
                  <c:v>309</c:v>
                </c:pt>
                <c:pt idx="4060">
                  <c:v>45</c:v>
                </c:pt>
                <c:pt idx="4061">
                  <c:v>277</c:v>
                </c:pt>
                <c:pt idx="4062">
                  <c:v>299</c:v>
                </c:pt>
                <c:pt idx="4063">
                  <c:v>75</c:v>
                </c:pt>
                <c:pt idx="4064">
                  <c:v>526</c:v>
                </c:pt>
                <c:pt idx="4065">
                  <c:v>178</c:v>
                </c:pt>
                <c:pt idx="4066">
                  <c:v>114</c:v>
                </c:pt>
                <c:pt idx="4067">
                  <c:v>125</c:v>
                </c:pt>
                <c:pt idx="4068">
                  <c:v>73</c:v>
                </c:pt>
                <c:pt idx="4069">
                  <c:v>40</c:v>
                </c:pt>
                <c:pt idx="4070">
                  <c:v>42</c:v>
                </c:pt>
                <c:pt idx="4071">
                  <c:v>154</c:v>
                </c:pt>
                <c:pt idx="4072">
                  <c:v>132</c:v>
                </c:pt>
                <c:pt idx="4073">
                  <c:v>677</c:v>
                </c:pt>
                <c:pt idx="4074">
                  <c:v>488</c:v>
                </c:pt>
                <c:pt idx="4075">
                  <c:v>550</c:v>
                </c:pt>
                <c:pt idx="4076">
                  <c:v>472</c:v>
                </c:pt>
                <c:pt idx="4077">
                  <c:v>392</c:v>
                </c:pt>
                <c:pt idx="4078">
                  <c:v>485</c:v>
                </c:pt>
                <c:pt idx="4079">
                  <c:v>381</c:v>
                </c:pt>
                <c:pt idx="4080">
                  <c:v>223</c:v>
                </c:pt>
                <c:pt idx="4081">
                  <c:v>409</c:v>
                </c:pt>
                <c:pt idx="4082">
                  <c:v>445</c:v>
                </c:pt>
                <c:pt idx="4083">
                  <c:v>220</c:v>
                </c:pt>
                <c:pt idx="4084">
                  <c:v>301</c:v>
                </c:pt>
                <c:pt idx="4085">
                  <c:v>610</c:v>
                </c:pt>
                <c:pt idx="4086">
                  <c:v>656</c:v>
                </c:pt>
                <c:pt idx="4087">
                  <c:v>448</c:v>
                </c:pt>
                <c:pt idx="4088">
                  <c:v>42</c:v>
                </c:pt>
                <c:pt idx="4089">
                  <c:v>333</c:v>
                </c:pt>
                <c:pt idx="4090">
                  <c:v>95</c:v>
                </c:pt>
                <c:pt idx="4091">
                  <c:v>85</c:v>
                </c:pt>
                <c:pt idx="4092">
                  <c:v>436</c:v>
                </c:pt>
                <c:pt idx="4093">
                  <c:v>101</c:v>
                </c:pt>
                <c:pt idx="4094">
                  <c:v>449</c:v>
                </c:pt>
                <c:pt idx="4095">
                  <c:v>482</c:v>
                </c:pt>
                <c:pt idx="4096">
                  <c:v>371</c:v>
                </c:pt>
                <c:pt idx="4097">
                  <c:v>330</c:v>
                </c:pt>
                <c:pt idx="4098">
                  <c:v>211</c:v>
                </c:pt>
                <c:pt idx="4099">
                  <c:v>472</c:v>
                </c:pt>
                <c:pt idx="4100">
                  <c:v>528</c:v>
                </c:pt>
                <c:pt idx="4101">
                  <c:v>450</c:v>
                </c:pt>
                <c:pt idx="4102">
                  <c:v>456</c:v>
                </c:pt>
                <c:pt idx="4103">
                  <c:v>300</c:v>
                </c:pt>
                <c:pt idx="4104">
                  <c:v>333</c:v>
                </c:pt>
                <c:pt idx="4105">
                  <c:v>546</c:v>
                </c:pt>
                <c:pt idx="4106">
                  <c:v>342</c:v>
                </c:pt>
                <c:pt idx="4107">
                  <c:v>497</c:v>
                </c:pt>
                <c:pt idx="4108">
                  <c:v>449</c:v>
                </c:pt>
                <c:pt idx="4109">
                  <c:v>246</c:v>
                </c:pt>
                <c:pt idx="4110">
                  <c:v>586</c:v>
                </c:pt>
                <c:pt idx="4111">
                  <c:v>258</c:v>
                </c:pt>
                <c:pt idx="4112">
                  <c:v>225</c:v>
                </c:pt>
                <c:pt idx="4113">
                  <c:v>481</c:v>
                </c:pt>
                <c:pt idx="4114">
                  <c:v>545</c:v>
                </c:pt>
                <c:pt idx="4115">
                  <c:v>208</c:v>
                </c:pt>
                <c:pt idx="4116">
                  <c:v>269</c:v>
                </c:pt>
                <c:pt idx="4117">
                  <c:v>351</c:v>
                </c:pt>
                <c:pt idx="4118">
                  <c:v>487</c:v>
                </c:pt>
                <c:pt idx="4119">
                  <c:v>265</c:v>
                </c:pt>
                <c:pt idx="4120">
                  <c:v>624</c:v>
                </c:pt>
                <c:pt idx="4121">
                  <c:v>663</c:v>
                </c:pt>
                <c:pt idx="4122">
                  <c:v>515</c:v>
                </c:pt>
                <c:pt idx="4123">
                  <c:v>573</c:v>
                </c:pt>
                <c:pt idx="4124">
                  <c:v>699</c:v>
                </c:pt>
                <c:pt idx="4125">
                  <c:v>207</c:v>
                </c:pt>
                <c:pt idx="4126">
                  <c:v>332</c:v>
                </c:pt>
                <c:pt idx="4127">
                  <c:v>272</c:v>
                </c:pt>
                <c:pt idx="4128">
                  <c:v>510</c:v>
                </c:pt>
                <c:pt idx="4129">
                  <c:v>579</c:v>
                </c:pt>
                <c:pt idx="4130">
                  <c:v>303</c:v>
                </c:pt>
                <c:pt idx="4131">
                  <c:v>714</c:v>
                </c:pt>
                <c:pt idx="4132">
                  <c:v>575</c:v>
                </c:pt>
                <c:pt idx="4133">
                  <c:v>362</c:v>
                </c:pt>
                <c:pt idx="4134">
                  <c:v>304</c:v>
                </c:pt>
                <c:pt idx="4135">
                  <c:v>339</c:v>
                </c:pt>
                <c:pt idx="4136">
                  <c:v>358</c:v>
                </c:pt>
                <c:pt idx="4137">
                  <c:v>738</c:v>
                </c:pt>
                <c:pt idx="4138">
                  <c:v>573</c:v>
                </c:pt>
                <c:pt idx="4139">
                  <c:v>716</c:v>
                </c:pt>
                <c:pt idx="4140">
                  <c:v>624</c:v>
                </c:pt>
                <c:pt idx="4141">
                  <c:v>446</c:v>
                </c:pt>
                <c:pt idx="4142">
                  <c:v>257</c:v>
                </c:pt>
                <c:pt idx="4143">
                  <c:v>268</c:v>
                </c:pt>
                <c:pt idx="4144">
                  <c:v>593</c:v>
                </c:pt>
                <c:pt idx="4145">
                  <c:v>174</c:v>
                </c:pt>
                <c:pt idx="4146">
                  <c:v>174</c:v>
                </c:pt>
                <c:pt idx="4147">
                  <c:v>495</c:v>
                </c:pt>
                <c:pt idx="4148">
                  <c:v>276</c:v>
                </c:pt>
                <c:pt idx="4149">
                  <c:v>298</c:v>
                </c:pt>
                <c:pt idx="4150">
                  <c:v>398</c:v>
                </c:pt>
                <c:pt idx="4151">
                  <c:v>681</c:v>
                </c:pt>
                <c:pt idx="4152">
                  <c:v>663</c:v>
                </c:pt>
                <c:pt idx="4153">
                  <c:v>439</c:v>
                </c:pt>
                <c:pt idx="4154">
                  <c:v>8</c:v>
                </c:pt>
                <c:pt idx="4155">
                  <c:v>103</c:v>
                </c:pt>
                <c:pt idx="4156">
                  <c:v>47</c:v>
                </c:pt>
                <c:pt idx="4157">
                  <c:v>187</c:v>
                </c:pt>
                <c:pt idx="4158">
                  <c:v>217</c:v>
                </c:pt>
                <c:pt idx="4159">
                  <c:v>158</c:v>
                </c:pt>
                <c:pt idx="4160">
                  <c:v>179</c:v>
                </c:pt>
                <c:pt idx="4161">
                  <c:v>75</c:v>
                </c:pt>
                <c:pt idx="4162">
                  <c:v>185</c:v>
                </c:pt>
                <c:pt idx="4163">
                  <c:v>29</c:v>
                </c:pt>
                <c:pt idx="4164">
                  <c:v>263</c:v>
                </c:pt>
                <c:pt idx="4165">
                  <c:v>172</c:v>
                </c:pt>
                <c:pt idx="4166">
                  <c:v>128</c:v>
                </c:pt>
                <c:pt idx="4167">
                  <c:v>148</c:v>
                </c:pt>
                <c:pt idx="4168">
                  <c:v>146</c:v>
                </c:pt>
                <c:pt idx="4169">
                  <c:v>162</c:v>
                </c:pt>
                <c:pt idx="4170">
                  <c:v>232</c:v>
                </c:pt>
                <c:pt idx="4171">
                  <c:v>135</c:v>
                </c:pt>
                <c:pt idx="4172">
                  <c:v>108</c:v>
                </c:pt>
                <c:pt idx="4173">
                  <c:v>258</c:v>
                </c:pt>
                <c:pt idx="4174">
                  <c:v>520</c:v>
                </c:pt>
                <c:pt idx="4175">
                  <c:v>502</c:v>
                </c:pt>
                <c:pt idx="4176">
                  <c:v>155</c:v>
                </c:pt>
                <c:pt idx="4177">
                  <c:v>305</c:v>
                </c:pt>
                <c:pt idx="4178">
                  <c:v>368</c:v>
                </c:pt>
                <c:pt idx="4179">
                  <c:v>682</c:v>
                </c:pt>
                <c:pt idx="4180">
                  <c:v>100</c:v>
                </c:pt>
                <c:pt idx="4181">
                  <c:v>318</c:v>
                </c:pt>
                <c:pt idx="4182">
                  <c:v>97</c:v>
                </c:pt>
                <c:pt idx="4183">
                  <c:v>83</c:v>
                </c:pt>
                <c:pt idx="4184">
                  <c:v>184</c:v>
                </c:pt>
                <c:pt idx="4185">
                  <c:v>400</c:v>
                </c:pt>
                <c:pt idx="4186">
                  <c:v>119</c:v>
                </c:pt>
                <c:pt idx="4187">
                  <c:v>123</c:v>
                </c:pt>
                <c:pt idx="4188">
                  <c:v>182</c:v>
                </c:pt>
                <c:pt idx="4189">
                  <c:v>150</c:v>
                </c:pt>
                <c:pt idx="4190">
                  <c:v>120</c:v>
                </c:pt>
                <c:pt idx="4191">
                  <c:v>204</c:v>
                </c:pt>
                <c:pt idx="4192">
                  <c:v>145</c:v>
                </c:pt>
                <c:pt idx="4193">
                  <c:v>87</c:v>
                </c:pt>
                <c:pt idx="4194">
                  <c:v>132</c:v>
                </c:pt>
                <c:pt idx="4195">
                  <c:v>154</c:v>
                </c:pt>
                <c:pt idx="4196">
                  <c:v>192</c:v>
                </c:pt>
                <c:pt idx="4197">
                  <c:v>467</c:v>
                </c:pt>
                <c:pt idx="4198">
                  <c:v>269</c:v>
                </c:pt>
                <c:pt idx="4199">
                  <c:v>429</c:v>
                </c:pt>
                <c:pt idx="4200">
                  <c:v>156</c:v>
                </c:pt>
                <c:pt idx="4201">
                  <c:v>139</c:v>
                </c:pt>
                <c:pt idx="4202">
                  <c:v>35</c:v>
                </c:pt>
                <c:pt idx="4203">
                  <c:v>113</c:v>
                </c:pt>
                <c:pt idx="4204">
                  <c:v>370</c:v>
                </c:pt>
                <c:pt idx="4205">
                  <c:v>163</c:v>
                </c:pt>
                <c:pt idx="4206">
                  <c:v>193</c:v>
                </c:pt>
                <c:pt idx="4207">
                  <c:v>648</c:v>
                </c:pt>
                <c:pt idx="4208">
                  <c:v>153</c:v>
                </c:pt>
                <c:pt idx="4209">
                  <c:v>130</c:v>
                </c:pt>
                <c:pt idx="4210">
                  <c:v>278</c:v>
                </c:pt>
                <c:pt idx="4211">
                  <c:v>271</c:v>
                </c:pt>
                <c:pt idx="4212">
                  <c:v>297</c:v>
                </c:pt>
                <c:pt idx="4213">
                  <c:v>136</c:v>
                </c:pt>
                <c:pt idx="4214">
                  <c:v>388</c:v>
                </c:pt>
                <c:pt idx="4215">
                  <c:v>211</c:v>
                </c:pt>
                <c:pt idx="4216">
                  <c:v>122</c:v>
                </c:pt>
                <c:pt idx="4217">
                  <c:v>80</c:v>
                </c:pt>
                <c:pt idx="4218">
                  <c:v>67</c:v>
                </c:pt>
                <c:pt idx="4219">
                  <c:v>44</c:v>
                </c:pt>
                <c:pt idx="4220">
                  <c:v>152</c:v>
                </c:pt>
                <c:pt idx="4221">
                  <c:v>302</c:v>
                </c:pt>
                <c:pt idx="4222">
                  <c:v>113</c:v>
                </c:pt>
                <c:pt idx="4223">
                  <c:v>555</c:v>
                </c:pt>
                <c:pt idx="4224">
                  <c:v>133</c:v>
                </c:pt>
                <c:pt idx="4225">
                  <c:v>173</c:v>
                </c:pt>
                <c:pt idx="4226">
                  <c:v>117</c:v>
                </c:pt>
                <c:pt idx="4227">
                  <c:v>220</c:v>
                </c:pt>
                <c:pt idx="4228">
                  <c:v>130</c:v>
                </c:pt>
                <c:pt idx="4229">
                  <c:v>264</c:v>
                </c:pt>
                <c:pt idx="4230">
                  <c:v>443</c:v>
                </c:pt>
                <c:pt idx="4231">
                  <c:v>433</c:v>
                </c:pt>
                <c:pt idx="4232">
                  <c:v>462</c:v>
                </c:pt>
                <c:pt idx="4233">
                  <c:v>224</c:v>
                </c:pt>
                <c:pt idx="4234">
                  <c:v>219</c:v>
                </c:pt>
                <c:pt idx="4235">
                  <c:v>119</c:v>
                </c:pt>
                <c:pt idx="4236">
                  <c:v>261</c:v>
                </c:pt>
                <c:pt idx="4237">
                  <c:v>151</c:v>
                </c:pt>
                <c:pt idx="4238">
                  <c:v>160</c:v>
                </c:pt>
                <c:pt idx="4239">
                  <c:v>72</c:v>
                </c:pt>
                <c:pt idx="4240">
                  <c:v>254</c:v>
                </c:pt>
                <c:pt idx="4241">
                  <c:v>48</c:v>
                </c:pt>
                <c:pt idx="4242">
                  <c:v>69</c:v>
                </c:pt>
                <c:pt idx="4243">
                  <c:v>84</c:v>
                </c:pt>
                <c:pt idx="4244">
                  <c:v>140</c:v>
                </c:pt>
                <c:pt idx="4245">
                  <c:v>137</c:v>
                </c:pt>
                <c:pt idx="4246">
                  <c:v>147</c:v>
                </c:pt>
                <c:pt idx="4247">
                  <c:v>131</c:v>
                </c:pt>
                <c:pt idx="4248">
                  <c:v>24</c:v>
                </c:pt>
                <c:pt idx="4249">
                  <c:v>28</c:v>
                </c:pt>
                <c:pt idx="4250">
                  <c:v>24</c:v>
                </c:pt>
                <c:pt idx="4251">
                  <c:v>596</c:v>
                </c:pt>
                <c:pt idx="4252">
                  <c:v>56</c:v>
                </c:pt>
                <c:pt idx="4253">
                  <c:v>240</c:v>
                </c:pt>
                <c:pt idx="4254">
                  <c:v>151</c:v>
                </c:pt>
                <c:pt idx="4255">
                  <c:v>353</c:v>
                </c:pt>
                <c:pt idx="4256">
                  <c:v>116</c:v>
                </c:pt>
                <c:pt idx="4257">
                  <c:v>261</c:v>
                </c:pt>
                <c:pt idx="4258">
                  <c:v>204</c:v>
                </c:pt>
                <c:pt idx="4259">
                  <c:v>179</c:v>
                </c:pt>
                <c:pt idx="4260">
                  <c:v>120</c:v>
                </c:pt>
                <c:pt idx="4261">
                  <c:v>170</c:v>
                </c:pt>
                <c:pt idx="4262">
                  <c:v>162</c:v>
                </c:pt>
                <c:pt idx="4263">
                  <c:v>153</c:v>
                </c:pt>
                <c:pt idx="4264">
                  <c:v>127</c:v>
                </c:pt>
                <c:pt idx="4265">
                  <c:v>131</c:v>
                </c:pt>
                <c:pt idx="4266">
                  <c:v>109</c:v>
                </c:pt>
                <c:pt idx="4267">
                  <c:v>28</c:v>
                </c:pt>
                <c:pt idx="4268">
                  <c:v>71</c:v>
                </c:pt>
                <c:pt idx="4269">
                  <c:v>26</c:v>
                </c:pt>
                <c:pt idx="4270">
                  <c:v>28</c:v>
                </c:pt>
                <c:pt idx="4271">
                  <c:v>27</c:v>
                </c:pt>
                <c:pt idx="4272">
                  <c:v>121</c:v>
                </c:pt>
                <c:pt idx="4273">
                  <c:v>130</c:v>
                </c:pt>
                <c:pt idx="4274">
                  <c:v>187</c:v>
                </c:pt>
                <c:pt idx="4275">
                  <c:v>147</c:v>
                </c:pt>
                <c:pt idx="4276">
                  <c:v>220</c:v>
                </c:pt>
                <c:pt idx="4277">
                  <c:v>161</c:v>
                </c:pt>
                <c:pt idx="4278">
                  <c:v>91</c:v>
                </c:pt>
                <c:pt idx="4279">
                  <c:v>183</c:v>
                </c:pt>
                <c:pt idx="4280">
                  <c:v>78</c:v>
                </c:pt>
                <c:pt idx="4281">
                  <c:v>320</c:v>
                </c:pt>
                <c:pt idx="4282">
                  <c:v>152</c:v>
                </c:pt>
                <c:pt idx="4283">
                  <c:v>170</c:v>
                </c:pt>
                <c:pt idx="4284">
                  <c:v>10</c:v>
                </c:pt>
                <c:pt idx="4285">
                  <c:v>88</c:v>
                </c:pt>
                <c:pt idx="4286">
                  <c:v>268</c:v>
                </c:pt>
                <c:pt idx="4287">
                  <c:v>163</c:v>
                </c:pt>
                <c:pt idx="4288">
                  <c:v>87</c:v>
                </c:pt>
                <c:pt idx="4289">
                  <c:v>81</c:v>
                </c:pt>
                <c:pt idx="4290">
                  <c:v>210</c:v>
                </c:pt>
                <c:pt idx="4291">
                  <c:v>510</c:v>
                </c:pt>
                <c:pt idx="4292">
                  <c:v>130</c:v>
                </c:pt>
                <c:pt idx="4293">
                  <c:v>219</c:v>
                </c:pt>
                <c:pt idx="4294">
                  <c:v>58</c:v>
                </c:pt>
                <c:pt idx="4295">
                  <c:v>71</c:v>
                </c:pt>
                <c:pt idx="4296">
                  <c:v>102</c:v>
                </c:pt>
                <c:pt idx="4297">
                  <c:v>43</c:v>
                </c:pt>
                <c:pt idx="4298">
                  <c:v>503</c:v>
                </c:pt>
                <c:pt idx="4299">
                  <c:v>207</c:v>
                </c:pt>
                <c:pt idx="4300">
                  <c:v>307</c:v>
                </c:pt>
                <c:pt idx="4301">
                  <c:v>416</c:v>
                </c:pt>
                <c:pt idx="4302">
                  <c:v>116</c:v>
                </c:pt>
                <c:pt idx="4303">
                  <c:v>276</c:v>
                </c:pt>
                <c:pt idx="4304">
                  <c:v>325</c:v>
                </c:pt>
                <c:pt idx="4305">
                  <c:v>70</c:v>
                </c:pt>
                <c:pt idx="4306">
                  <c:v>84</c:v>
                </c:pt>
                <c:pt idx="4307">
                  <c:v>81</c:v>
                </c:pt>
                <c:pt idx="4308">
                  <c:v>19</c:v>
                </c:pt>
                <c:pt idx="4309">
                  <c:v>122</c:v>
                </c:pt>
                <c:pt idx="4310">
                  <c:v>77</c:v>
                </c:pt>
                <c:pt idx="4311">
                  <c:v>325</c:v>
                </c:pt>
                <c:pt idx="4312">
                  <c:v>88</c:v>
                </c:pt>
                <c:pt idx="4313">
                  <c:v>131</c:v>
                </c:pt>
                <c:pt idx="4314">
                  <c:v>16</c:v>
                </c:pt>
                <c:pt idx="4315">
                  <c:v>102</c:v>
                </c:pt>
                <c:pt idx="4316">
                  <c:v>40</c:v>
                </c:pt>
                <c:pt idx="4317">
                  <c:v>33</c:v>
                </c:pt>
                <c:pt idx="4318">
                  <c:v>431</c:v>
                </c:pt>
                <c:pt idx="4319">
                  <c:v>157</c:v>
                </c:pt>
                <c:pt idx="4320">
                  <c:v>430</c:v>
                </c:pt>
                <c:pt idx="4321">
                  <c:v>38</c:v>
                </c:pt>
                <c:pt idx="4322">
                  <c:v>544</c:v>
                </c:pt>
                <c:pt idx="4323">
                  <c:v>280</c:v>
                </c:pt>
                <c:pt idx="4324">
                  <c:v>175</c:v>
                </c:pt>
                <c:pt idx="4325">
                  <c:v>519</c:v>
                </c:pt>
                <c:pt idx="4326">
                  <c:v>541</c:v>
                </c:pt>
                <c:pt idx="4327">
                  <c:v>19</c:v>
                </c:pt>
                <c:pt idx="4328">
                  <c:v>10</c:v>
                </c:pt>
                <c:pt idx="4329">
                  <c:v>261</c:v>
                </c:pt>
                <c:pt idx="4330">
                  <c:v>195</c:v>
                </c:pt>
                <c:pt idx="4331">
                  <c:v>213</c:v>
                </c:pt>
                <c:pt idx="4332">
                  <c:v>331</c:v>
                </c:pt>
                <c:pt idx="4333">
                  <c:v>54</c:v>
                </c:pt>
                <c:pt idx="4334">
                  <c:v>37</c:v>
                </c:pt>
                <c:pt idx="4335">
                  <c:v>211</c:v>
                </c:pt>
                <c:pt idx="4336">
                  <c:v>609</c:v>
                </c:pt>
                <c:pt idx="4337">
                  <c:v>288</c:v>
                </c:pt>
                <c:pt idx="4338">
                  <c:v>327</c:v>
                </c:pt>
                <c:pt idx="4339">
                  <c:v>28</c:v>
                </c:pt>
                <c:pt idx="4340">
                  <c:v>19</c:v>
                </c:pt>
                <c:pt idx="4341">
                  <c:v>92</c:v>
                </c:pt>
                <c:pt idx="4342">
                  <c:v>10</c:v>
                </c:pt>
                <c:pt idx="4343">
                  <c:v>70</c:v>
                </c:pt>
                <c:pt idx="4344">
                  <c:v>318</c:v>
                </c:pt>
                <c:pt idx="4345">
                  <c:v>74</c:v>
                </c:pt>
                <c:pt idx="4346">
                  <c:v>267</c:v>
                </c:pt>
                <c:pt idx="4347">
                  <c:v>46</c:v>
                </c:pt>
                <c:pt idx="4348">
                  <c:v>23</c:v>
                </c:pt>
                <c:pt idx="4349">
                  <c:v>33</c:v>
                </c:pt>
                <c:pt idx="4350">
                  <c:v>10</c:v>
                </c:pt>
                <c:pt idx="4351">
                  <c:v>164</c:v>
                </c:pt>
                <c:pt idx="4352">
                  <c:v>208</c:v>
                </c:pt>
                <c:pt idx="4353">
                  <c:v>87</c:v>
                </c:pt>
                <c:pt idx="4354">
                  <c:v>384</c:v>
                </c:pt>
                <c:pt idx="4355">
                  <c:v>536</c:v>
                </c:pt>
                <c:pt idx="4356">
                  <c:v>251</c:v>
                </c:pt>
                <c:pt idx="4357">
                  <c:v>34</c:v>
                </c:pt>
                <c:pt idx="4358">
                  <c:v>41</c:v>
                </c:pt>
                <c:pt idx="4359">
                  <c:v>176</c:v>
                </c:pt>
                <c:pt idx="4360">
                  <c:v>174</c:v>
                </c:pt>
                <c:pt idx="4361">
                  <c:v>324</c:v>
                </c:pt>
                <c:pt idx="4362">
                  <c:v>168</c:v>
                </c:pt>
                <c:pt idx="4363">
                  <c:v>119</c:v>
                </c:pt>
                <c:pt idx="4364">
                  <c:v>20</c:v>
                </c:pt>
                <c:pt idx="4365">
                  <c:v>162</c:v>
                </c:pt>
                <c:pt idx="4366">
                  <c:v>168</c:v>
                </c:pt>
                <c:pt idx="4367">
                  <c:v>480</c:v>
                </c:pt>
                <c:pt idx="4368">
                  <c:v>246</c:v>
                </c:pt>
                <c:pt idx="4369">
                  <c:v>250</c:v>
                </c:pt>
                <c:pt idx="4370">
                  <c:v>186</c:v>
                </c:pt>
                <c:pt idx="4371">
                  <c:v>123</c:v>
                </c:pt>
                <c:pt idx="4372">
                  <c:v>162</c:v>
                </c:pt>
                <c:pt idx="4373">
                  <c:v>24</c:v>
                </c:pt>
                <c:pt idx="4374">
                  <c:v>88</c:v>
                </c:pt>
                <c:pt idx="4375">
                  <c:v>47</c:v>
                </c:pt>
                <c:pt idx="4376">
                  <c:v>132</c:v>
                </c:pt>
                <c:pt idx="4377">
                  <c:v>157</c:v>
                </c:pt>
                <c:pt idx="4378">
                  <c:v>139</c:v>
                </c:pt>
                <c:pt idx="4379">
                  <c:v>156</c:v>
                </c:pt>
                <c:pt idx="4380">
                  <c:v>118</c:v>
                </c:pt>
                <c:pt idx="4381">
                  <c:v>235</c:v>
                </c:pt>
                <c:pt idx="4382">
                  <c:v>439</c:v>
                </c:pt>
                <c:pt idx="4383">
                  <c:v>58</c:v>
                </c:pt>
                <c:pt idx="4384">
                  <c:v>244</c:v>
                </c:pt>
                <c:pt idx="4385">
                  <c:v>179</c:v>
                </c:pt>
                <c:pt idx="4386">
                  <c:v>610</c:v>
                </c:pt>
                <c:pt idx="4387">
                  <c:v>166</c:v>
                </c:pt>
                <c:pt idx="4388">
                  <c:v>130</c:v>
                </c:pt>
                <c:pt idx="4389">
                  <c:v>203</c:v>
                </c:pt>
                <c:pt idx="4390">
                  <c:v>131</c:v>
                </c:pt>
                <c:pt idx="4391">
                  <c:v>168</c:v>
                </c:pt>
                <c:pt idx="4392">
                  <c:v>170</c:v>
                </c:pt>
                <c:pt idx="4393">
                  <c:v>321</c:v>
                </c:pt>
                <c:pt idx="4394">
                  <c:v>169</c:v>
                </c:pt>
                <c:pt idx="4395">
                  <c:v>199</c:v>
                </c:pt>
                <c:pt idx="4396">
                  <c:v>93</c:v>
                </c:pt>
                <c:pt idx="4397">
                  <c:v>183</c:v>
                </c:pt>
                <c:pt idx="4398">
                  <c:v>196</c:v>
                </c:pt>
                <c:pt idx="4399">
                  <c:v>187</c:v>
                </c:pt>
                <c:pt idx="4400">
                  <c:v>261</c:v>
                </c:pt>
                <c:pt idx="4401">
                  <c:v>304</c:v>
                </c:pt>
                <c:pt idx="4402">
                  <c:v>160</c:v>
                </c:pt>
                <c:pt idx="4403">
                  <c:v>182</c:v>
                </c:pt>
                <c:pt idx="4404">
                  <c:v>187</c:v>
                </c:pt>
                <c:pt idx="4405">
                  <c:v>253</c:v>
                </c:pt>
                <c:pt idx="4406">
                  <c:v>722</c:v>
                </c:pt>
                <c:pt idx="4407">
                  <c:v>45</c:v>
                </c:pt>
                <c:pt idx="4408">
                  <c:v>142</c:v>
                </c:pt>
                <c:pt idx="4409">
                  <c:v>178</c:v>
                </c:pt>
                <c:pt idx="4410">
                  <c:v>227</c:v>
                </c:pt>
                <c:pt idx="4411">
                  <c:v>450</c:v>
                </c:pt>
                <c:pt idx="4412">
                  <c:v>168</c:v>
                </c:pt>
                <c:pt idx="4413">
                  <c:v>194</c:v>
                </c:pt>
                <c:pt idx="4414">
                  <c:v>231</c:v>
                </c:pt>
                <c:pt idx="4415">
                  <c:v>617</c:v>
                </c:pt>
                <c:pt idx="4416">
                  <c:v>228</c:v>
                </c:pt>
                <c:pt idx="4417">
                  <c:v>187</c:v>
                </c:pt>
                <c:pt idx="4418">
                  <c:v>338</c:v>
                </c:pt>
                <c:pt idx="4419">
                  <c:v>734</c:v>
                </c:pt>
                <c:pt idx="4420">
                  <c:v>219</c:v>
                </c:pt>
                <c:pt idx="4421">
                  <c:v>129</c:v>
                </c:pt>
                <c:pt idx="4422">
                  <c:v>199</c:v>
                </c:pt>
                <c:pt idx="4423">
                  <c:v>105</c:v>
                </c:pt>
                <c:pt idx="4424">
                  <c:v>147</c:v>
                </c:pt>
                <c:pt idx="4425">
                  <c:v>132</c:v>
                </c:pt>
                <c:pt idx="4426">
                  <c:v>392</c:v>
                </c:pt>
                <c:pt idx="4427">
                  <c:v>213</c:v>
                </c:pt>
                <c:pt idx="4428">
                  <c:v>61</c:v>
                </c:pt>
                <c:pt idx="4429">
                  <c:v>172</c:v>
                </c:pt>
                <c:pt idx="4430">
                  <c:v>153</c:v>
                </c:pt>
                <c:pt idx="4431">
                  <c:v>489</c:v>
                </c:pt>
                <c:pt idx="4432">
                  <c:v>157</c:v>
                </c:pt>
                <c:pt idx="4433">
                  <c:v>191</c:v>
                </c:pt>
                <c:pt idx="4434">
                  <c:v>290</c:v>
                </c:pt>
                <c:pt idx="4435">
                  <c:v>299</c:v>
                </c:pt>
                <c:pt idx="4436">
                  <c:v>167</c:v>
                </c:pt>
                <c:pt idx="4437">
                  <c:v>176</c:v>
                </c:pt>
                <c:pt idx="4438">
                  <c:v>155</c:v>
                </c:pt>
                <c:pt idx="4439">
                  <c:v>210</c:v>
                </c:pt>
                <c:pt idx="4440">
                  <c:v>107</c:v>
                </c:pt>
                <c:pt idx="4441">
                  <c:v>76</c:v>
                </c:pt>
                <c:pt idx="4442">
                  <c:v>513</c:v>
                </c:pt>
                <c:pt idx="4443">
                  <c:v>83</c:v>
                </c:pt>
                <c:pt idx="4444">
                  <c:v>474</c:v>
                </c:pt>
                <c:pt idx="4445">
                  <c:v>504</c:v>
                </c:pt>
                <c:pt idx="4446">
                  <c:v>355</c:v>
                </c:pt>
                <c:pt idx="4447">
                  <c:v>114</c:v>
                </c:pt>
                <c:pt idx="4448">
                  <c:v>25</c:v>
                </c:pt>
                <c:pt idx="4449">
                  <c:v>158</c:v>
                </c:pt>
                <c:pt idx="4450">
                  <c:v>201</c:v>
                </c:pt>
                <c:pt idx="4451">
                  <c:v>166</c:v>
                </c:pt>
                <c:pt idx="4452">
                  <c:v>163</c:v>
                </c:pt>
                <c:pt idx="4453">
                  <c:v>304</c:v>
                </c:pt>
                <c:pt idx="4454">
                  <c:v>289</c:v>
                </c:pt>
                <c:pt idx="4455">
                  <c:v>215</c:v>
                </c:pt>
                <c:pt idx="4456">
                  <c:v>359</c:v>
                </c:pt>
                <c:pt idx="4457">
                  <c:v>175</c:v>
                </c:pt>
                <c:pt idx="4458">
                  <c:v>81</c:v>
                </c:pt>
                <c:pt idx="4459">
                  <c:v>125</c:v>
                </c:pt>
                <c:pt idx="4460">
                  <c:v>163</c:v>
                </c:pt>
                <c:pt idx="4461">
                  <c:v>114</c:v>
                </c:pt>
                <c:pt idx="4462">
                  <c:v>255</c:v>
                </c:pt>
                <c:pt idx="4463">
                  <c:v>443</c:v>
                </c:pt>
                <c:pt idx="4464">
                  <c:v>414</c:v>
                </c:pt>
                <c:pt idx="4465">
                  <c:v>267</c:v>
                </c:pt>
                <c:pt idx="4466">
                  <c:v>165</c:v>
                </c:pt>
                <c:pt idx="4467">
                  <c:v>186</c:v>
                </c:pt>
                <c:pt idx="4468">
                  <c:v>126</c:v>
                </c:pt>
                <c:pt idx="4469">
                  <c:v>90</c:v>
                </c:pt>
                <c:pt idx="4470">
                  <c:v>193</c:v>
                </c:pt>
                <c:pt idx="4471">
                  <c:v>76</c:v>
                </c:pt>
                <c:pt idx="4472">
                  <c:v>384</c:v>
                </c:pt>
                <c:pt idx="4473">
                  <c:v>161</c:v>
                </c:pt>
                <c:pt idx="4474">
                  <c:v>116</c:v>
                </c:pt>
                <c:pt idx="4475">
                  <c:v>524</c:v>
                </c:pt>
                <c:pt idx="4476">
                  <c:v>65</c:v>
                </c:pt>
                <c:pt idx="4477">
                  <c:v>561</c:v>
                </c:pt>
                <c:pt idx="4478">
                  <c:v>165</c:v>
                </c:pt>
                <c:pt idx="4479">
                  <c:v>200</c:v>
                </c:pt>
                <c:pt idx="4480">
                  <c:v>225</c:v>
                </c:pt>
                <c:pt idx="4481">
                  <c:v>93</c:v>
                </c:pt>
                <c:pt idx="4482">
                  <c:v>198</c:v>
                </c:pt>
                <c:pt idx="4483">
                  <c:v>579</c:v>
                </c:pt>
                <c:pt idx="4484">
                  <c:v>216</c:v>
                </c:pt>
                <c:pt idx="4485">
                  <c:v>233</c:v>
                </c:pt>
                <c:pt idx="4486">
                  <c:v>206</c:v>
                </c:pt>
                <c:pt idx="4487">
                  <c:v>94</c:v>
                </c:pt>
                <c:pt idx="4488">
                  <c:v>75</c:v>
                </c:pt>
                <c:pt idx="4489">
                  <c:v>342</c:v>
                </c:pt>
                <c:pt idx="4490">
                  <c:v>26</c:v>
                </c:pt>
                <c:pt idx="4491">
                  <c:v>244</c:v>
                </c:pt>
                <c:pt idx="4492">
                  <c:v>228</c:v>
                </c:pt>
                <c:pt idx="4493">
                  <c:v>214</c:v>
                </c:pt>
                <c:pt idx="4494">
                  <c:v>119</c:v>
                </c:pt>
                <c:pt idx="4495">
                  <c:v>189</c:v>
                </c:pt>
                <c:pt idx="4496">
                  <c:v>82</c:v>
                </c:pt>
                <c:pt idx="4497">
                  <c:v>278</c:v>
                </c:pt>
                <c:pt idx="4498">
                  <c:v>41</c:v>
                </c:pt>
                <c:pt idx="4499">
                  <c:v>23</c:v>
                </c:pt>
                <c:pt idx="4500">
                  <c:v>167</c:v>
                </c:pt>
                <c:pt idx="4501">
                  <c:v>362</c:v>
                </c:pt>
                <c:pt idx="4502">
                  <c:v>255</c:v>
                </c:pt>
                <c:pt idx="4503">
                  <c:v>167</c:v>
                </c:pt>
                <c:pt idx="4504">
                  <c:v>148</c:v>
                </c:pt>
                <c:pt idx="4505">
                  <c:v>22</c:v>
                </c:pt>
                <c:pt idx="4506">
                  <c:v>168</c:v>
                </c:pt>
                <c:pt idx="4507">
                  <c:v>128</c:v>
                </c:pt>
                <c:pt idx="4508">
                  <c:v>33</c:v>
                </c:pt>
                <c:pt idx="4509">
                  <c:v>276</c:v>
                </c:pt>
                <c:pt idx="4510">
                  <c:v>127</c:v>
                </c:pt>
                <c:pt idx="4511">
                  <c:v>319</c:v>
                </c:pt>
                <c:pt idx="4512">
                  <c:v>170</c:v>
                </c:pt>
                <c:pt idx="4513">
                  <c:v>88</c:v>
                </c:pt>
                <c:pt idx="4514">
                  <c:v>139</c:v>
                </c:pt>
                <c:pt idx="4515">
                  <c:v>37</c:v>
                </c:pt>
                <c:pt idx="4516">
                  <c:v>53</c:v>
                </c:pt>
                <c:pt idx="4517">
                  <c:v>433</c:v>
                </c:pt>
                <c:pt idx="4518">
                  <c:v>235</c:v>
                </c:pt>
                <c:pt idx="4519">
                  <c:v>28</c:v>
                </c:pt>
                <c:pt idx="4520">
                  <c:v>392</c:v>
                </c:pt>
                <c:pt idx="4521">
                  <c:v>31</c:v>
                </c:pt>
                <c:pt idx="4522">
                  <c:v>150</c:v>
                </c:pt>
                <c:pt idx="4523">
                  <c:v>22</c:v>
                </c:pt>
                <c:pt idx="4524">
                  <c:v>211</c:v>
                </c:pt>
                <c:pt idx="4525">
                  <c:v>430</c:v>
                </c:pt>
                <c:pt idx="4526">
                  <c:v>116</c:v>
                </c:pt>
                <c:pt idx="4527">
                  <c:v>45</c:v>
                </c:pt>
                <c:pt idx="4528">
                  <c:v>53</c:v>
                </c:pt>
                <c:pt idx="4529">
                  <c:v>293</c:v>
                </c:pt>
                <c:pt idx="4530">
                  <c:v>37</c:v>
                </c:pt>
                <c:pt idx="4531">
                  <c:v>187</c:v>
                </c:pt>
                <c:pt idx="4532">
                  <c:v>395</c:v>
                </c:pt>
                <c:pt idx="4533">
                  <c:v>213</c:v>
                </c:pt>
                <c:pt idx="4534">
                  <c:v>43</c:v>
                </c:pt>
                <c:pt idx="4535">
                  <c:v>88</c:v>
                </c:pt>
                <c:pt idx="4536">
                  <c:v>287</c:v>
                </c:pt>
                <c:pt idx="4537">
                  <c:v>293</c:v>
                </c:pt>
                <c:pt idx="4538">
                  <c:v>121</c:v>
                </c:pt>
                <c:pt idx="4539">
                  <c:v>78</c:v>
                </c:pt>
                <c:pt idx="4540">
                  <c:v>63</c:v>
                </c:pt>
                <c:pt idx="4541">
                  <c:v>59</c:v>
                </c:pt>
                <c:pt idx="4542">
                  <c:v>33</c:v>
                </c:pt>
                <c:pt idx="4543">
                  <c:v>260</c:v>
                </c:pt>
                <c:pt idx="4544">
                  <c:v>304</c:v>
                </c:pt>
                <c:pt idx="4545">
                  <c:v>89</c:v>
                </c:pt>
                <c:pt idx="4546">
                  <c:v>84</c:v>
                </c:pt>
                <c:pt idx="4547">
                  <c:v>28</c:v>
                </c:pt>
                <c:pt idx="4548">
                  <c:v>308</c:v>
                </c:pt>
                <c:pt idx="4549">
                  <c:v>35</c:v>
                </c:pt>
                <c:pt idx="4550">
                  <c:v>24</c:v>
                </c:pt>
                <c:pt idx="4551">
                  <c:v>62</c:v>
                </c:pt>
                <c:pt idx="4552">
                  <c:v>222</c:v>
                </c:pt>
                <c:pt idx="4553">
                  <c:v>116</c:v>
                </c:pt>
                <c:pt idx="4554">
                  <c:v>161</c:v>
                </c:pt>
                <c:pt idx="4555">
                  <c:v>630</c:v>
                </c:pt>
                <c:pt idx="4556">
                  <c:v>19</c:v>
                </c:pt>
                <c:pt idx="4557">
                  <c:v>88</c:v>
                </c:pt>
                <c:pt idx="4558">
                  <c:v>135</c:v>
                </c:pt>
                <c:pt idx="4559">
                  <c:v>174</c:v>
                </c:pt>
                <c:pt idx="4560">
                  <c:v>89</c:v>
                </c:pt>
                <c:pt idx="4561">
                  <c:v>186</c:v>
                </c:pt>
                <c:pt idx="4562">
                  <c:v>129</c:v>
                </c:pt>
                <c:pt idx="4563">
                  <c:v>54</c:v>
                </c:pt>
                <c:pt idx="4564">
                  <c:v>41</c:v>
                </c:pt>
                <c:pt idx="4565">
                  <c:v>224</c:v>
                </c:pt>
                <c:pt idx="4566">
                  <c:v>137</c:v>
                </c:pt>
                <c:pt idx="4567">
                  <c:v>140</c:v>
                </c:pt>
                <c:pt idx="4568">
                  <c:v>95</c:v>
                </c:pt>
                <c:pt idx="4569">
                  <c:v>52</c:v>
                </c:pt>
                <c:pt idx="4570">
                  <c:v>310</c:v>
                </c:pt>
                <c:pt idx="4571">
                  <c:v>254</c:v>
                </c:pt>
                <c:pt idx="4572">
                  <c:v>145</c:v>
                </c:pt>
                <c:pt idx="4573">
                  <c:v>26</c:v>
                </c:pt>
                <c:pt idx="4574">
                  <c:v>181</c:v>
                </c:pt>
                <c:pt idx="4575">
                  <c:v>127</c:v>
                </c:pt>
                <c:pt idx="4576">
                  <c:v>282</c:v>
                </c:pt>
                <c:pt idx="4577">
                  <c:v>86</c:v>
                </c:pt>
                <c:pt idx="4578">
                  <c:v>60</c:v>
                </c:pt>
                <c:pt idx="4579">
                  <c:v>90</c:v>
                </c:pt>
                <c:pt idx="4580">
                  <c:v>24</c:v>
                </c:pt>
                <c:pt idx="4581">
                  <c:v>623</c:v>
                </c:pt>
                <c:pt idx="4582">
                  <c:v>133</c:v>
                </c:pt>
                <c:pt idx="4583">
                  <c:v>100</c:v>
                </c:pt>
                <c:pt idx="4584">
                  <c:v>184</c:v>
                </c:pt>
                <c:pt idx="4585">
                  <c:v>145</c:v>
                </c:pt>
                <c:pt idx="4586">
                  <c:v>172</c:v>
                </c:pt>
                <c:pt idx="4587">
                  <c:v>178</c:v>
                </c:pt>
                <c:pt idx="4588">
                  <c:v>190</c:v>
                </c:pt>
                <c:pt idx="4589">
                  <c:v>27</c:v>
                </c:pt>
                <c:pt idx="4590">
                  <c:v>371</c:v>
                </c:pt>
                <c:pt idx="4591">
                  <c:v>190</c:v>
                </c:pt>
                <c:pt idx="4592">
                  <c:v>254</c:v>
                </c:pt>
                <c:pt idx="4593">
                  <c:v>590</c:v>
                </c:pt>
                <c:pt idx="4594">
                  <c:v>197</c:v>
                </c:pt>
                <c:pt idx="4595">
                  <c:v>159</c:v>
                </c:pt>
                <c:pt idx="4596">
                  <c:v>224</c:v>
                </c:pt>
                <c:pt idx="4597">
                  <c:v>130</c:v>
                </c:pt>
                <c:pt idx="4598">
                  <c:v>76</c:v>
                </c:pt>
                <c:pt idx="4599">
                  <c:v>26</c:v>
                </c:pt>
                <c:pt idx="4600">
                  <c:v>503</c:v>
                </c:pt>
                <c:pt idx="4601">
                  <c:v>160</c:v>
                </c:pt>
                <c:pt idx="4602">
                  <c:v>185</c:v>
                </c:pt>
                <c:pt idx="4603">
                  <c:v>171</c:v>
                </c:pt>
                <c:pt idx="4604">
                  <c:v>191</c:v>
                </c:pt>
                <c:pt idx="4605">
                  <c:v>48</c:v>
                </c:pt>
                <c:pt idx="4606">
                  <c:v>160</c:v>
                </c:pt>
                <c:pt idx="4607">
                  <c:v>25</c:v>
                </c:pt>
                <c:pt idx="4608">
                  <c:v>152</c:v>
                </c:pt>
                <c:pt idx="4609">
                  <c:v>118</c:v>
                </c:pt>
                <c:pt idx="4610">
                  <c:v>171</c:v>
                </c:pt>
                <c:pt idx="4611">
                  <c:v>290</c:v>
                </c:pt>
                <c:pt idx="4612">
                  <c:v>70</c:v>
                </c:pt>
                <c:pt idx="4613">
                  <c:v>75</c:v>
                </c:pt>
                <c:pt idx="4614">
                  <c:v>35</c:v>
                </c:pt>
                <c:pt idx="4615">
                  <c:v>243</c:v>
                </c:pt>
                <c:pt idx="4616">
                  <c:v>41</c:v>
                </c:pt>
                <c:pt idx="4617">
                  <c:v>27</c:v>
                </c:pt>
                <c:pt idx="4618">
                  <c:v>288</c:v>
                </c:pt>
                <c:pt idx="4619">
                  <c:v>71</c:v>
                </c:pt>
                <c:pt idx="4620">
                  <c:v>113</c:v>
                </c:pt>
                <c:pt idx="4621">
                  <c:v>234</c:v>
                </c:pt>
                <c:pt idx="4622">
                  <c:v>157</c:v>
                </c:pt>
                <c:pt idx="4623">
                  <c:v>163</c:v>
                </c:pt>
                <c:pt idx="4624">
                  <c:v>249</c:v>
                </c:pt>
                <c:pt idx="4625">
                  <c:v>172</c:v>
                </c:pt>
                <c:pt idx="4626">
                  <c:v>339</c:v>
                </c:pt>
                <c:pt idx="4627">
                  <c:v>283</c:v>
                </c:pt>
                <c:pt idx="4628">
                  <c:v>113</c:v>
                </c:pt>
                <c:pt idx="4629">
                  <c:v>127</c:v>
                </c:pt>
                <c:pt idx="4630">
                  <c:v>27</c:v>
                </c:pt>
                <c:pt idx="4631">
                  <c:v>304</c:v>
                </c:pt>
                <c:pt idx="4632">
                  <c:v>114</c:v>
                </c:pt>
                <c:pt idx="4633">
                  <c:v>96</c:v>
                </c:pt>
                <c:pt idx="4634">
                  <c:v>24</c:v>
                </c:pt>
                <c:pt idx="4635">
                  <c:v>616</c:v>
                </c:pt>
                <c:pt idx="4636">
                  <c:v>185</c:v>
                </c:pt>
                <c:pt idx="4637">
                  <c:v>468</c:v>
                </c:pt>
                <c:pt idx="4638">
                  <c:v>309</c:v>
                </c:pt>
                <c:pt idx="4639">
                  <c:v>54</c:v>
                </c:pt>
                <c:pt idx="4640">
                  <c:v>356</c:v>
                </c:pt>
                <c:pt idx="4641">
                  <c:v>462</c:v>
                </c:pt>
                <c:pt idx="4642">
                  <c:v>96</c:v>
                </c:pt>
                <c:pt idx="4643">
                  <c:v>362</c:v>
                </c:pt>
                <c:pt idx="4644">
                  <c:v>190</c:v>
                </c:pt>
                <c:pt idx="4645">
                  <c:v>217</c:v>
                </c:pt>
                <c:pt idx="4646">
                  <c:v>165</c:v>
                </c:pt>
                <c:pt idx="4647">
                  <c:v>190</c:v>
                </c:pt>
                <c:pt idx="4648">
                  <c:v>217</c:v>
                </c:pt>
                <c:pt idx="4649">
                  <c:v>210</c:v>
                </c:pt>
                <c:pt idx="4650">
                  <c:v>153</c:v>
                </c:pt>
                <c:pt idx="4651">
                  <c:v>160</c:v>
                </c:pt>
                <c:pt idx="4652">
                  <c:v>152</c:v>
                </c:pt>
                <c:pt idx="4653">
                  <c:v>283</c:v>
                </c:pt>
                <c:pt idx="4654">
                  <c:v>116</c:v>
                </c:pt>
                <c:pt idx="4655">
                  <c:v>110</c:v>
                </c:pt>
                <c:pt idx="4656">
                  <c:v>233</c:v>
                </c:pt>
                <c:pt idx="4657">
                  <c:v>201</c:v>
                </c:pt>
                <c:pt idx="4658">
                  <c:v>138</c:v>
                </c:pt>
                <c:pt idx="4659">
                  <c:v>157</c:v>
                </c:pt>
                <c:pt idx="4660">
                  <c:v>358</c:v>
                </c:pt>
                <c:pt idx="4661">
                  <c:v>239</c:v>
                </c:pt>
                <c:pt idx="4662">
                  <c:v>119</c:v>
                </c:pt>
                <c:pt idx="4663">
                  <c:v>148</c:v>
                </c:pt>
                <c:pt idx="4664">
                  <c:v>295</c:v>
                </c:pt>
                <c:pt idx="4665">
                  <c:v>52</c:v>
                </c:pt>
                <c:pt idx="4666">
                  <c:v>634</c:v>
                </c:pt>
                <c:pt idx="4667">
                  <c:v>108</c:v>
                </c:pt>
                <c:pt idx="4668">
                  <c:v>214</c:v>
                </c:pt>
                <c:pt idx="4669">
                  <c:v>282</c:v>
                </c:pt>
                <c:pt idx="4670">
                  <c:v>69</c:v>
                </c:pt>
                <c:pt idx="4671">
                  <c:v>35</c:v>
                </c:pt>
                <c:pt idx="4672">
                  <c:v>272</c:v>
                </c:pt>
                <c:pt idx="4673">
                  <c:v>142</c:v>
                </c:pt>
                <c:pt idx="4674">
                  <c:v>284</c:v>
                </c:pt>
                <c:pt idx="4675">
                  <c:v>158</c:v>
                </c:pt>
                <c:pt idx="4676">
                  <c:v>305</c:v>
                </c:pt>
                <c:pt idx="4677">
                  <c:v>168</c:v>
                </c:pt>
                <c:pt idx="4678">
                  <c:v>32</c:v>
                </c:pt>
                <c:pt idx="4679">
                  <c:v>98</c:v>
                </c:pt>
                <c:pt idx="4680">
                  <c:v>116</c:v>
                </c:pt>
                <c:pt idx="4681">
                  <c:v>231</c:v>
                </c:pt>
                <c:pt idx="4682">
                  <c:v>52</c:v>
                </c:pt>
                <c:pt idx="4683">
                  <c:v>267</c:v>
                </c:pt>
                <c:pt idx="4684">
                  <c:v>200</c:v>
                </c:pt>
                <c:pt idx="4685">
                  <c:v>449</c:v>
                </c:pt>
                <c:pt idx="4686">
                  <c:v>116</c:v>
                </c:pt>
                <c:pt idx="4687">
                  <c:v>302</c:v>
                </c:pt>
                <c:pt idx="4688">
                  <c:v>162</c:v>
                </c:pt>
                <c:pt idx="4689">
                  <c:v>94</c:v>
                </c:pt>
                <c:pt idx="4690">
                  <c:v>74</c:v>
                </c:pt>
                <c:pt idx="4691">
                  <c:v>68</c:v>
                </c:pt>
                <c:pt idx="4692">
                  <c:v>128</c:v>
                </c:pt>
                <c:pt idx="4693">
                  <c:v>444</c:v>
                </c:pt>
                <c:pt idx="4694">
                  <c:v>245</c:v>
                </c:pt>
                <c:pt idx="4695">
                  <c:v>617</c:v>
                </c:pt>
                <c:pt idx="4696">
                  <c:v>132</c:v>
                </c:pt>
                <c:pt idx="4697">
                  <c:v>204</c:v>
                </c:pt>
                <c:pt idx="4698">
                  <c:v>117</c:v>
                </c:pt>
                <c:pt idx="4699">
                  <c:v>201</c:v>
                </c:pt>
                <c:pt idx="4700">
                  <c:v>204</c:v>
                </c:pt>
                <c:pt idx="4701">
                  <c:v>28</c:v>
                </c:pt>
                <c:pt idx="4702">
                  <c:v>386</c:v>
                </c:pt>
                <c:pt idx="4703">
                  <c:v>141</c:v>
                </c:pt>
                <c:pt idx="4704">
                  <c:v>270</c:v>
                </c:pt>
                <c:pt idx="4705">
                  <c:v>128</c:v>
                </c:pt>
                <c:pt idx="4706">
                  <c:v>79</c:v>
                </c:pt>
                <c:pt idx="4707">
                  <c:v>398</c:v>
                </c:pt>
                <c:pt idx="4708">
                  <c:v>150</c:v>
                </c:pt>
                <c:pt idx="4709">
                  <c:v>124</c:v>
                </c:pt>
                <c:pt idx="4710">
                  <c:v>248</c:v>
                </c:pt>
                <c:pt idx="4711">
                  <c:v>199</c:v>
                </c:pt>
                <c:pt idx="4712">
                  <c:v>106</c:v>
                </c:pt>
                <c:pt idx="4713">
                  <c:v>136</c:v>
                </c:pt>
                <c:pt idx="4714">
                  <c:v>86</c:v>
                </c:pt>
                <c:pt idx="4715">
                  <c:v>223</c:v>
                </c:pt>
                <c:pt idx="4716">
                  <c:v>124</c:v>
                </c:pt>
                <c:pt idx="4717">
                  <c:v>395</c:v>
                </c:pt>
                <c:pt idx="4718">
                  <c:v>110</c:v>
                </c:pt>
                <c:pt idx="4719">
                  <c:v>242</c:v>
                </c:pt>
                <c:pt idx="4720">
                  <c:v>484</c:v>
                </c:pt>
                <c:pt idx="4721">
                  <c:v>140</c:v>
                </c:pt>
                <c:pt idx="4722">
                  <c:v>64</c:v>
                </c:pt>
                <c:pt idx="4723">
                  <c:v>10</c:v>
                </c:pt>
                <c:pt idx="4724">
                  <c:v>124</c:v>
                </c:pt>
                <c:pt idx="4725">
                  <c:v>273</c:v>
                </c:pt>
                <c:pt idx="4726">
                  <c:v>129</c:v>
                </c:pt>
                <c:pt idx="4727">
                  <c:v>74</c:v>
                </c:pt>
                <c:pt idx="4728">
                  <c:v>740</c:v>
                </c:pt>
                <c:pt idx="4729">
                  <c:v>324</c:v>
                </c:pt>
                <c:pt idx="4730">
                  <c:v>172</c:v>
                </c:pt>
                <c:pt idx="4731">
                  <c:v>177</c:v>
                </c:pt>
                <c:pt idx="4732">
                  <c:v>703</c:v>
                </c:pt>
                <c:pt idx="4733">
                  <c:v>85</c:v>
                </c:pt>
                <c:pt idx="4734">
                  <c:v>284</c:v>
                </c:pt>
                <c:pt idx="4735">
                  <c:v>495</c:v>
                </c:pt>
                <c:pt idx="4736">
                  <c:v>361</c:v>
                </c:pt>
                <c:pt idx="4737">
                  <c:v>261</c:v>
                </c:pt>
                <c:pt idx="4738">
                  <c:v>366</c:v>
                </c:pt>
                <c:pt idx="4739">
                  <c:v>74</c:v>
                </c:pt>
                <c:pt idx="4740">
                  <c:v>59</c:v>
                </c:pt>
                <c:pt idx="4741">
                  <c:v>557</c:v>
                </c:pt>
                <c:pt idx="4742">
                  <c:v>609</c:v>
                </c:pt>
                <c:pt idx="4743">
                  <c:v>425</c:v>
                </c:pt>
                <c:pt idx="4744">
                  <c:v>143</c:v>
                </c:pt>
                <c:pt idx="4745">
                  <c:v>11</c:v>
                </c:pt>
                <c:pt idx="4746">
                  <c:v>232</c:v>
                </c:pt>
                <c:pt idx="4747">
                  <c:v>104</c:v>
                </c:pt>
                <c:pt idx="4748">
                  <c:v>78</c:v>
                </c:pt>
                <c:pt idx="4749">
                  <c:v>250</c:v>
                </c:pt>
                <c:pt idx="4750">
                  <c:v>127</c:v>
                </c:pt>
                <c:pt idx="4751">
                  <c:v>142</c:v>
                </c:pt>
                <c:pt idx="4752">
                  <c:v>163</c:v>
                </c:pt>
                <c:pt idx="4753">
                  <c:v>144</c:v>
                </c:pt>
                <c:pt idx="4754">
                  <c:v>293</c:v>
                </c:pt>
                <c:pt idx="4755">
                  <c:v>333</c:v>
                </c:pt>
                <c:pt idx="4756">
                  <c:v>407</c:v>
                </c:pt>
                <c:pt idx="4757">
                  <c:v>26</c:v>
                </c:pt>
                <c:pt idx="4758">
                  <c:v>173</c:v>
                </c:pt>
                <c:pt idx="4759">
                  <c:v>219</c:v>
                </c:pt>
                <c:pt idx="4760">
                  <c:v>197</c:v>
                </c:pt>
                <c:pt idx="4761">
                  <c:v>158</c:v>
                </c:pt>
                <c:pt idx="4762">
                  <c:v>112</c:v>
                </c:pt>
                <c:pt idx="4763">
                  <c:v>224</c:v>
                </c:pt>
                <c:pt idx="4764">
                  <c:v>174</c:v>
                </c:pt>
                <c:pt idx="4765">
                  <c:v>159</c:v>
                </c:pt>
                <c:pt idx="4766">
                  <c:v>147</c:v>
                </c:pt>
                <c:pt idx="4767">
                  <c:v>144</c:v>
                </c:pt>
                <c:pt idx="4768">
                  <c:v>140</c:v>
                </c:pt>
                <c:pt idx="4769">
                  <c:v>143</c:v>
                </c:pt>
                <c:pt idx="4770">
                  <c:v>246</c:v>
                </c:pt>
                <c:pt idx="4771">
                  <c:v>420</c:v>
                </c:pt>
                <c:pt idx="4772">
                  <c:v>28</c:v>
                </c:pt>
                <c:pt idx="4773">
                  <c:v>28</c:v>
                </c:pt>
                <c:pt idx="4774">
                  <c:v>298</c:v>
                </c:pt>
                <c:pt idx="4775">
                  <c:v>198</c:v>
                </c:pt>
                <c:pt idx="4776">
                  <c:v>112</c:v>
                </c:pt>
                <c:pt idx="4777">
                  <c:v>283</c:v>
                </c:pt>
                <c:pt idx="4778">
                  <c:v>226</c:v>
                </c:pt>
                <c:pt idx="4779">
                  <c:v>171</c:v>
                </c:pt>
                <c:pt idx="4780">
                  <c:v>151</c:v>
                </c:pt>
                <c:pt idx="4781">
                  <c:v>132</c:v>
                </c:pt>
                <c:pt idx="4782">
                  <c:v>182</c:v>
                </c:pt>
                <c:pt idx="4783">
                  <c:v>131</c:v>
                </c:pt>
                <c:pt idx="4784">
                  <c:v>182</c:v>
                </c:pt>
                <c:pt idx="4785">
                  <c:v>226</c:v>
                </c:pt>
                <c:pt idx="4786">
                  <c:v>228</c:v>
                </c:pt>
                <c:pt idx="4787">
                  <c:v>157</c:v>
                </c:pt>
                <c:pt idx="4788">
                  <c:v>144</c:v>
                </c:pt>
                <c:pt idx="4789">
                  <c:v>120</c:v>
                </c:pt>
                <c:pt idx="4790">
                  <c:v>69</c:v>
                </c:pt>
                <c:pt idx="4791">
                  <c:v>200</c:v>
                </c:pt>
                <c:pt idx="4792">
                  <c:v>24</c:v>
                </c:pt>
                <c:pt idx="4793">
                  <c:v>212</c:v>
                </c:pt>
                <c:pt idx="4794">
                  <c:v>296</c:v>
                </c:pt>
                <c:pt idx="4795">
                  <c:v>166</c:v>
                </c:pt>
                <c:pt idx="4796">
                  <c:v>178</c:v>
                </c:pt>
                <c:pt idx="4797">
                  <c:v>168</c:v>
                </c:pt>
                <c:pt idx="4798">
                  <c:v>425</c:v>
                </c:pt>
                <c:pt idx="4799">
                  <c:v>30</c:v>
                </c:pt>
                <c:pt idx="4800">
                  <c:v>177</c:v>
                </c:pt>
                <c:pt idx="4801">
                  <c:v>277</c:v>
                </c:pt>
                <c:pt idx="4802">
                  <c:v>119</c:v>
                </c:pt>
                <c:pt idx="4803">
                  <c:v>227</c:v>
                </c:pt>
                <c:pt idx="4804">
                  <c:v>164</c:v>
                </c:pt>
                <c:pt idx="4805">
                  <c:v>160</c:v>
                </c:pt>
                <c:pt idx="4806">
                  <c:v>166</c:v>
                </c:pt>
                <c:pt idx="4807">
                  <c:v>80</c:v>
                </c:pt>
                <c:pt idx="4808">
                  <c:v>70</c:v>
                </c:pt>
                <c:pt idx="4809">
                  <c:v>159</c:v>
                </c:pt>
                <c:pt idx="4810">
                  <c:v>180</c:v>
                </c:pt>
                <c:pt idx="4811">
                  <c:v>70</c:v>
                </c:pt>
                <c:pt idx="4812">
                  <c:v>522</c:v>
                </c:pt>
                <c:pt idx="4813">
                  <c:v>348</c:v>
                </c:pt>
                <c:pt idx="4814">
                  <c:v>135</c:v>
                </c:pt>
                <c:pt idx="4815">
                  <c:v>184</c:v>
                </c:pt>
                <c:pt idx="4816">
                  <c:v>437</c:v>
                </c:pt>
                <c:pt idx="4817">
                  <c:v>122</c:v>
                </c:pt>
                <c:pt idx="4818">
                  <c:v>127</c:v>
                </c:pt>
                <c:pt idx="4819">
                  <c:v>120</c:v>
                </c:pt>
                <c:pt idx="4820">
                  <c:v>140</c:v>
                </c:pt>
                <c:pt idx="4821">
                  <c:v>489</c:v>
                </c:pt>
                <c:pt idx="4822">
                  <c:v>24</c:v>
                </c:pt>
                <c:pt idx="4823">
                  <c:v>133</c:v>
                </c:pt>
                <c:pt idx="4824">
                  <c:v>283</c:v>
                </c:pt>
                <c:pt idx="4825">
                  <c:v>152</c:v>
                </c:pt>
                <c:pt idx="4826">
                  <c:v>637</c:v>
                </c:pt>
                <c:pt idx="4827">
                  <c:v>185</c:v>
                </c:pt>
                <c:pt idx="4828">
                  <c:v>229</c:v>
                </c:pt>
                <c:pt idx="4829">
                  <c:v>130</c:v>
                </c:pt>
                <c:pt idx="4830">
                  <c:v>166</c:v>
                </c:pt>
                <c:pt idx="4831">
                  <c:v>124</c:v>
                </c:pt>
                <c:pt idx="4832">
                  <c:v>187</c:v>
                </c:pt>
                <c:pt idx="4833">
                  <c:v>96</c:v>
                </c:pt>
                <c:pt idx="4834">
                  <c:v>378</c:v>
                </c:pt>
                <c:pt idx="4835">
                  <c:v>179</c:v>
                </c:pt>
                <c:pt idx="4836">
                  <c:v>529</c:v>
                </c:pt>
                <c:pt idx="4837">
                  <c:v>168</c:v>
                </c:pt>
                <c:pt idx="4838">
                  <c:v>121</c:v>
                </c:pt>
                <c:pt idx="4839">
                  <c:v>142</c:v>
                </c:pt>
                <c:pt idx="4840">
                  <c:v>234</c:v>
                </c:pt>
                <c:pt idx="4841">
                  <c:v>135</c:v>
                </c:pt>
                <c:pt idx="4842">
                  <c:v>109</c:v>
                </c:pt>
                <c:pt idx="4843">
                  <c:v>183</c:v>
                </c:pt>
                <c:pt idx="4844">
                  <c:v>345</c:v>
                </c:pt>
                <c:pt idx="4845">
                  <c:v>203</c:v>
                </c:pt>
                <c:pt idx="4846">
                  <c:v>165</c:v>
                </c:pt>
                <c:pt idx="4847">
                  <c:v>111</c:v>
                </c:pt>
                <c:pt idx="4848">
                  <c:v>115</c:v>
                </c:pt>
                <c:pt idx="4849">
                  <c:v>170</c:v>
                </c:pt>
                <c:pt idx="4850">
                  <c:v>305</c:v>
                </c:pt>
                <c:pt idx="4851">
                  <c:v>199</c:v>
                </c:pt>
                <c:pt idx="4852">
                  <c:v>26</c:v>
                </c:pt>
                <c:pt idx="4853">
                  <c:v>173</c:v>
                </c:pt>
                <c:pt idx="4854">
                  <c:v>229</c:v>
                </c:pt>
                <c:pt idx="4855">
                  <c:v>170</c:v>
                </c:pt>
                <c:pt idx="4856">
                  <c:v>155</c:v>
                </c:pt>
                <c:pt idx="4857">
                  <c:v>133</c:v>
                </c:pt>
                <c:pt idx="4858">
                  <c:v>350</c:v>
                </c:pt>
                <c:pt idx="4859">
                  <c:v>163</c:v>
                </c:pt>
                <c:pt idx="4860">
                  <c:v>170</c:v>
                </c:pt>
                <c:pt idx="4861">
                  <c:v>443</c:v>
                </c:pt>
                <c:pt idx="4862">
                  <c:v>215</c:v>
                </c:pt>
                <c:pt idx="4863">
                  <c:v>247</c:v>
                </c:pt>
                <c:pt idx="4864">
                  <c:v>180</c:v>
                </c:pt>
                <c:pt idx="4865">
                  <c:v>295</c:v>
                </c:pt>
                <c:pt idx="4866">
                  <c:v>533</c:v>
                </c:pt>
                <c:pt idx="4867">
                  <c:v>121</c:v>
                </c:pt>
                <c:pt idx="4868">
                  <c:v>181</c:v>
                </c:pt>
                <c:pt idx="4869">
                  <c:v>216</c:v>
                </c:pt>
                <c:pt idx="4870">
                  <c:v>210</c:v>
                </c:pt>
                <c:pt idx="4871">
                  <c:v>189</c:v>
                </c:pt>
                <c:pt idx="4872">
                  <c:v>183</c:v>
                </c:pt>
                <c:pt idx="4873">
                  <c:v>299</c:v>
                </c:pt>
                <c:pt idx="4874">
                  <c:v>140</c:v>
                </c:pt>
                <c:pt idx="4875">
                  <c:v>240</c:v>
                </c:pt>
                <c:pt idx="4876">
                  <c:v>226</c:v>
                </c:pt>
                <c:pt idx="4877">
                  <c:v>123</c:v>
                </c:pt>
                <c:pt idx="4878">
                  <c:v>242</c:v>
                </c:pt>
                <c:pt idx="4879">
                  <c:v>107</c:v>
                </c:pt>
                <c:pt idx="4880">
                  <c:v>190</c:v>
                </c:pt>
                <c:pt idx="4881">
                  <c:v>168</c:v>
                </c:pt>
                <c:pt idx="4882">
                  <c:v>228</c:v>
                </c:pt>
                <c:pt idx="4883">
                  <c:v>159</c:v>
                </c:pt>
                <c:pt idx="4884">
                  <c:v>177</c:v>
                </c:pt>
                <c:pt idx="4885">
                  <c:v>176</c:v>
                </c:pt>
                <c:pt idx="4886">
                  <c:v>515</c:v>
                </c:pt>
                <c:pt idx="4887">
                  <c:v>159</c:v>
                </c:pt>
                <c:pt idx="4888">
                  <c:v>140</c:v>
                </c:pt>
                <c:pt idx="4889">
                  <c:v>152</c:v>
                </c:pt>
                <c:pt idx="4890">
                  <c:v>212</c:v>
                </c:pt>
                <c:pt idx="4891">
                  <c:v>235</c:v>
                </c:pt>
                <c:pt idx="4892">
                  <c:v>426</c:v>
                </c:pt>
                <c:pt idx="4893">
                  <c:v>185</c:v>
                </c:pt>
                <c:pt idx="4894">
                  <c:v>266</c:v>
                </c:pt>
                <c:pt idx="4895">
                  <c:v>220</c:v>
                </c:pt>
                <c:pt idx="4896">
                  <c:v>361</c:v>
                </c:pt>
                <c:pt idx="4897">
                  <c:v>196</c:v>
                </c:pt>
                <c:pt idx="4898">
                  <c:v>138</c:v>
                </c:pt>
                <c:pt idx="4899">
                  <c:v>143</c:v>
                </c:pt>
                <c:pt idx="4900">
                  <c:v>172</c:v>
                </c:pt>
                <c:pt idx="4901">
                  <c:v>204</c:v>
                </c:pt>
                <c:pt idx="4902">
                  <c:v>217</c:v>
                </c:pt>
                <c:pt idx="4903">
                  <c:v>180</c:v>
                </c:pt>
                <c:pt idx="4904">
                  <c:v>145</c:v>
                </c:pt>
                <c:pt idx="4905">
                  <c:v>121</c:v>
                </c:pt>
                <c:pt idx="4906">
                  <c:v>101</c:v>
                </c:pt>
                <c:pt idx="4907">
                  <c:v>146</c:v>
                </c:pt>
                <c:pt idx="4908">
                  <c:v>213</c:v>
                </c:pt>
                <c:pt idx="4909">
                  <c:v>192</c:v>
                </c:pt>
                <c:pt idx="4910">
                  <c:v>229</c:v>
                </c:pt>
                <c:pt idx="4911">
                  <c:v>168</c:v>
                </c:pt>
                <c:pt idx="4912">
                  <c:v>199</c:v>
                </c:pt>
                <c:pt idx="4913">
                  <c:v>209</c:v>
                </c:pt>
                <c:pt idx="4914">
                  <c:v>83</c:v>
                </c:pt>
                <c:pt idx="4915">
                  <c:v>152</c:v>
                </c:pt>
                <c:pt idx="4916">
                  <c:v>157</c:v>
                </c:pt>
                <c:pt idx="4917">
                  <c:v>30</c:v>
                </c:pt>
                <c:pt idx="4918">
                  <c:v>422</c:v>
                </c:pt>
                <c:pt idx="4919">
                  <c:v>640</c:v>
                </c:pt>
                <c:pt idx="4920">
                  <c:v>84</c:v>
                </c:pt>
                <c:pt idx="4921">
                  <c:v>180</c:v>
                </c:pt>
                <c:pt idx="4922">
                  <c:v>211</c:v>
                </c:pt>
                <c:pt idx="4923">
                  <c:v>187</c:v>
                </c:pt>
                <c:pt idx="4924">
                  <c:v>145</c:v>
                </c:pt>
                <c:pt idx="4925">
                  <c:v>96</c:v>
                </c:pt>
                <c:pt idx="4926">
                  <c:v>137</c:v>
                </c:pt>
                <c:pt idx="4927">
                  <c:v>154</c:v>
                </c:pt>
                <c:pt idx="4928">
                  <c:v>179</c:v>
                </c:pt>
                <c:pt idx="4929">
                  <c:v>139</c:v>
                </c:pt>
                <c:pt idx="4930">
                  <c:v>130</c:v>
                </c:pt>
                <c:pt idx="4931">
                  <c:v>243</c:v>
                </c:pt>
                <c:pt idx="4932">
                  <c:v>176</c:v>
                </c:pt>
                <c:pt idx="4933">
                  <c:v>359</c:v>
                </c:pt>
                <c:pt idx="4934">
                  <c:v>227</c:v>
                </c:pt>
                <c:pt idx="4935">
                  <c:v>163</c:v>
                </c:pt>
                <c:pt idx="4936">
                  <c:v>191</c:v>
                </c:pt>
                <c:pt idx="4937">
                  <c:v>186</c:v>
                </c:pt>
                <c:pt idx="4938">
                  <c:v>175</c:v>
                </c:pt>
                <c:pt idx="4939">
                  <c:v>102</c:v>
                </c:pt>
                <c:pt idx="4940">
                  <c:v>150</c:v>
                </c:pt>
                <c:pt idx="4941">
                  <c:v>457</c:v>
                </c:pt>
                <c:pt idx="4942">
                  <c:v>183</c:v>
                </c:pt>
                <c:pt idx="4943">
                  <c:v>21</c:v>
                </c:pt>
                <c:pt idx="4944">
                  <c:v>118</c:v>
                </c:pt>
                <c:pt idx="4945">
                  <c:v>210</c:v>
                </c:pt>
                <c:pt idx="4946">
                  <c:v>95</c:v>
                </c:pt>
                <c:pt idx="4947">
                  <c:v>247</c:v>
                </c:pt>
                <c:pt idx="4948">
                  <c:v>163</c:v>
                </c:pt>
                <c:pt idx="4949">
                  <c:v>265</c:v>
                </c:pt>
                <c:pt idx="4950">
                  <c:v>109</c:v>
                </c:pt>
                <c:pt idx="4951">
                  <c:v>444</c:v>
                </c:pt>
                <c:pt idx="4952">
                  <c:v>229</c:v>
                </c:pt>
                <c:pt idx="4953">
                  <c:v>171</c:v>
                </c:pt>
                <c:pt idx="4954">
                  <c:v>143</c:v>
                </c:pt>
                <c:pt idx="4955">
                  <c:v>165</c:v>
                </c:pt>
                <c:pt idx="4956">
                  <c:v>220</c:v>
                </c:pt>
                <c:pt idx="4957">
                  <c:v>277</c:v>
                </c:pt>
                <c:pt idx="4958">
                  <c:v>224</c:v>
                </c:pt>
                <c:pt idx="4959">
                  <c:v>276</c:v>
                </c:pt>
                <c:pt idx="4960">
                  <c:v>164</c:v>
                </c:pt>
                <c:pt idx="4961">
                  <c:v>160</c:v>
                </c:pt>
                <c:pt idx="4962">
                  <c:v>143</c:v>
                </c:pt>
                <c:pt idx="4963">
                  <c:v>271</c:v>
                </c:pt>
                <c:pt idx="4964">
                  <c:v>229</c:v>
                </c:pt>
                <c:pt idx="4965">
                  <c:v>187</c:v>
                </c:pt>
                <c:pt idx="4966">
                  <c:v>137</c:v>
                </c:pt>
                <c:pt idx="4967">
                  <c:v>149</c:v>
                </c:pt>
                <c:pt idx="4968">
                  <c:v>145</c:v>
                </c:pt>
                <c:pt idx="4969">
                  <c:v>190</c:v>
                </c:pt>
                <c:pt idx="4970">
                  <c:v>195</c:v>
                </c:pt>
                <c:pt idx="4971">
                  <c:v>508</c:v>
                </c:pt>
                <c:pt idx="4972">
                  <c:v>135</c:v>
                </c:pt>
                <c:pt idx="4973">
                  <c:v>147</c:v>
                </c:pt>
                <c:pt idx="4974">
                  <c:v>158</c:v>
                </c:pt>
                <c:pt idx="4975">
                  <c:v>198</c:v>
                </c:pt>
                <c:pt idx="4976">
                  <c:v>112</c:v>
                </c:pt>
                <c:pt idx="4977">
                  <c:v>166</c:v>
                </c:pt>
                <c:pt idx="4978">
                  <c:v>274</c:v>
                </c:pt>
                <c:pt idx="4979">
                  <c:v>252</c:v>
                </c:pt>
                <c:pt idx="4980">
                  <c:v>261</c:v>
                </c:pt>
                <c:pt idx="4981">
                  <c:v>189</c:v>
                </c:pt>
                <c:pt idx="4982">
                  <c:v>377</c:v>
                </c:pt>
                <c:pt idx="4983">
                  <c:v>220</c:v>
                </c:pt>
                <c:pt idx="4984">
                  <c:v>132</c:v>
                </c:pt>
                <c:pt idx="4985">
                  <c:v>133</c:v>
                </c:pt>
                <c:pt idx="4986">
                  <c:v>214</c:v>
                </c:pt>
                <c:pt idx="4987">
                  <c:v>351</c:v>
                </c:pt>
                <c:pt idx="4988">
                  <c:v>192</c:v>
                </c:pt>
                <c:pt idx="4989">
                  <c:v>141</c:v>
                </c:pt>
                <c:pt idx="4990">
                  <c:v>331</c:v>
                </c:pt>
                <c:pt idx="4991">
                  <c:v>122</c:v>
                </c:pt>
                <c:pt idx="4992">
                  <c:v>175</c:v>
                </c:pt>
                <c:pt idx="4993">
                  <c:v>201</c:v>
                </c:pt>
                <c:pt idx="4994">
                  <c:v>196</c:v>
                </c:pt>
                <c:pt idx="4995">
                  <c:v>184</c:v>
                </c:pt>
                <c:pt idx="4996">
                  <c:v>303</c:v>
                </c:pt>
                <c:pt idx="4997">
                  <c:v>149</c:v>
                </c:pt>
                <c:pt idx="4998">
                  <c:v>395</c:v>
                </c:pt>
                <c:pt idx="4999">
                  <c:v>167</c:v>
                </c:pt>
                <c:pt idx="5000">
                  <c:v>406</c:v>
                </c:pt>
                <c:pt idx="5001">
                  <c:v>154</c:v>
                </c:pt>
                <c:pt idx="5002">
                  <c:v>327</c:v>
                </c:pt>
                <c:pt idx="5003">
                  <c:v>266</c:v>
                </c:pt>
                <c:pt idx="5004">
                  <c:v>260</c:v>
                </c:pt>
                <c:pt idx="5005">
                  <c:v>119</c:v>
                </c:pt>
                <c:pt idx="5006">
                  <c:v>401</c:v>
                </c:pt>
                <c:pt idx="5007">
                  <c:v>139</c:v>
                </c:pt>
                <c:pt idx="5008">
                  <c:v>93</c:v>
                </c:pt>
                <c:pt idx="5009">
                  <c:v>183</c:v>
                </c:pt>
                <c:pt idx="5010">
                  <c:v>230</c:v>
                </c:pt>
                <c:pt idx="5011">
                  <c:v>294</c:v>
                </c:pt>
                <c:pt idx="5012">
                  <c:v>146</c:v>
                </c:pt>
                <c:pt idx="5013">
                  <c:v>174</c:v>
                </c:pt>
                <c:pt idx="5014">
                  <c:v>110</c:v>
                </c:pt>
                <c:pt idx="5015">
                  <c:v>212</c:v>
                </c:pt>
                <c:pt idx="5016">
                  <c:v>251</c:v>
                </c:pt>
                <c:pt idx="5017">
                  <c:v>408</c:v>
                </c:pt>
                <c:pt idx="5018">
                  <c:v>133</c:v>
                </c:pt>
                <c:pt idx="5019">
                  <c:v>132</c:v>
                </c:pt>
                <c:pt idx="5020">
                  <c:v>207</c:v>
                </c:pt>
                <c:pt idx="5021">
                  <c:v>198</c:v>
                </c:pt>
                <c:pt idx="5022">
                  <c:v>279</c:v>
                </c:pt>
                <c:pt idx="5023">
                  <c:v>276</c:v>
                </c:pt>
                <c:pt idx="5024">
                  <c:v>107</c:v>
                </c:pt>
                <c:pt idx="5025">
                  <c:v>173</c:v>
                </c:pt>
                <c:pt idx="5026">
                  <c:v>138</c:v>
                </c:pt>
                <c:pt idx="5027">
                  <c:v>186</c:v>
                </c:pt>
                <c:pt idx="5028">
                  <c:v>488</c:v>
                </c:pt>
                <c:pt idx="5029">
                  <c:v>408</c:v>
                </c:pt>
                <c:pt idx="5030">
                  <c:v>175</c:v>
                </c:pt>
                <c:pt idx="5031">
                  <c:v>489</c:v>
                </c:pt>
                <c:pt idx="5032">
                  <c:v>143</c:v>
                </c:pt>
                <c:pt idx="5033">
                  <c:v>674</c:v>
                </c:pt>
                <c:pt idx="5034">
                  <c:v>428</c:v>
                </c:pt>
                <c:pt idx="5035">
                  <c:v>170</c:v>
                </c:pt>
                <c:pt idx="5036">
                  <c:v>136</c:v>
                </c:pt>
                <c:pt idx="5037">
                  <c:v>222</c:v>
                </c:pt>
                <c:pt idx="5038">
                  <c:v>175</c:v>
                </c:pt>
                <c:pt idx="5039">
                  <c:v>162</c:v>
                </c:pt>
                <c:pt idx="5040">
                  <c:v>183</c:v>
                </c:pt>
                <c:pt idx="5041">
                  <c:v>156</c:v>
                </c:pt>
                <c:pt idx="5042">
                  <c:v>349</c:v>
                </c:pt>
                <c:pt idx="5043">
                  <c:v>198</c:v>
                </c:pt>
                <c:pt idx="5044">
                  <c:v>173</c:v>
                </c:pt>
                <c:pt idx="5045">
                  <c:v>236</c:v>
                </c:pt>
                <c:pt idx="5046">
                  <c:v>174</c:v>
                </c:pt>
                <c:pt idx="5047">
                  <c:v>220</c:v>
                </c:pt>
                <c:pt idx="5048">
                  <c:v>152</c:v>
                </c:pt>
                <c:pt idx="5049">
                  <c:v>160</c:v>
                </c:pt>
                <c:pt idx="5050">
                  <c:v>206</c:v>
                </c:pt>
                <c:pt idx="5051">
                  <c:v>385</c:v>
                </c:pt>
                <c:pt idx="5052">
                  <c:v>111</c:v>
                </c:pt>
                <c:pt idx="5053">
                  <c:v>92</c:v>
                </c:pt>
                <c:pt idx="5054">
                  <c:v>193</c:v>
                </c:pt>
                <c:pt idx="5055">
                  <c:v>626</c:v>
                </c:pt>
                <c:pt idx="5056">
                  <c:v>147</c:v>
                </c:pt>
                <c:pt idx="5057">
                  <c:v>147</c:v>
                </c:pt>
                <c:pt idx="5058">
                  <c:v>196</c:v>
                </c:pt>
                <c:pt idx="5059">
                  <c:v>151</c:v>
                </c:pt>
                <c:pt idx="5060">
                  <c:v>199</c:v>
                </c:pt>
                <c:pt idx="5061">
                  <c:v>102</c:v>
                </c:pt>
                <c:pt idx="5062">
                  <c:v>216</c:v>
                </c:pt>
                <c:pt idx="5063">
                  <c:v>458</c:v>
                </c:pt>
                <c:pt idx="5064">
                  <c:v>697</c:v>
                </c:pt>
                <c:pt idx="5065">
                  <c:v>288</c:v>
                </c:pt>
                <c:pt idx="5066">
                  <c:v>238</c:v>
                </c:pt>
                <c:pt idx="5067">
                  <c:v>163</c:v>
                </c:pt>
                <c:pt idx="5068">
                  <c:v>222</c:v>
                </c:pt>
                <c:pt idx="5069">
                  <c:v>208</c:v>
                </c:pt>
                <c:pt idx="5070">
                  <c:v>146</c:v>
                </c:pt>
                <c:pt idx="5071">
                  <c:v>140</c:v>
                </c:pt>
                <c:pt idx="5072">
                  <c:v>249</c:v>
                </c:pt>
                <c:pt idx="5073">
                  <c:v>130</c:v>
                </c:pt>
                <c:pt idx="5074">
                  <c:v>208</c:v>
                </c:pt>
                <c:pt idx="5075">
                  <c:v>171</c:v>
                </c:pt>
                <c:pt idx="5076">
                  <c:v>141</c:v>
                </c:pt>
                <c:pt idx="5077">
                  <c:v>172</c:v>
                </c:pt>
                <c:pt idx="5078">
                  <c:v>198</c:v>
                </c:pt>
                <c:pt idx="5079">
                  <c:v>190</c:v>
                </c:pt>
                <c:pt idx="5080">
                  <c:v>160</c:v>
                </c:pt>
                <c:pt idx="5081">
                  <c:v>162</c:v>
                </c:pt>
                <c:pt idx="5082">
                  <c:v>617</c:v>
                </c:pt>
                <c:pt idx="5083">
                  <c:v>148</c:v>
                </c:pt>
                <c:pt idx="5084">
                  <c:v>204</c:v>
                </c:pt>
                <c:pt idx="5085">
                  <c:v>176</c:v>
                </c:pt>
                <c:pt idx="5086">
                  <c:v>236</c:v>
                </c:pt>
                <c:pt idx="5087">
                  <c:v>230</c:v>
                </c:pt>
                <c:pt idx="5088">
                  <c:v>159</c:v>
                </c:pt>
                <c:pt idx="5089">
                  <c:v>152</c:v>
                </c:pt>
                <c:pt idx="5090">
                  <c:v>394</c:v>
                </c:pt>
                <c:pt idx="5091">
                  <c:v>111</c:v>
                </c:pt>
                <c:pt idx="5092">
                  <c:v>199</c:v>
                </c:pt>
                <c:pt idx="5093">
                  <c:v>239</c:v>
                </c:pt>
                <c:pt idx="5094">
                  <c:v>150</c:v>
                </c:pt>
                <c:pt idx="5095">
                  <c:v>175</c:v>
                </c:pt>
                <c:pt idx="5096">
                  <c:v>309</c:v>
                </c:pt>
                <c:pt idx="5097">
                  <c:v>120</c:v>
                </c:pt>
                <c:pt idx="5098">
                  <c:v>355</c:v>
                </c:pt>
                <c:pt idx="5099">
                  <c:v>327</c:v>
                </c:pt>
                <c:pt idx="5100">
                  <c:v>140</c:v>
                </c:pt>
                <c:pt idx="5101">
                  <c:v>163</c:v>
                </c:pt>
                <c:pt idx="5102">
                  <c:v>137</c:v>
                </c:pt>
                <c:pt idx="5103">
                  <c:v>187</c:v>
                </c:pt>
                <c:pt idx="5104">
                  <c:v>256</c:v>
                </c:pt>
                <c:pt idx="5105">
                  <c:v>254</c:v>
                </c:pt>
                <c:pt idx="5106">
                  <c:v>196</c:v>
                </c:pt>
                <c:pt idx="5107">
                  <c:v>696</c:v>
                </c:pt>
                <c:pt idx="5108">
                  <c:v>255</c:v>
                </c:pt>
                <c:pt idx="5109">
                  <c:v>137</c:v>
                </c:pt>
                <c:pt idx="5110">
                  <c:v>154</c:v>
                </c:pt>
                <c:pt idx="5111">
                  <c:v>216</c:v>
                </c:pt>
                <c:pt idx="5112">
                  <c:v>170</c:v>
                </c:pt>
                <c:pt idx="5113">
                  <c:v>165</c:v>
                </c:pt>
                <c:pt idx="5114">
                  <c:v>247</c:v>
                </c:pt>
                <c:pt idx="5115">
                  <c:v>349</c:v>
                </c:pt>
                <c:pt idx="5116">
                  <c:v>134</c:v>
                </c:pt>
                <c:pt idx="5117">
                  <c:v>161</c:v>
                </c:pt>
                <c:pt idx="5118">
                  <c:v>584</c:v>
                </c:pt>
                <c:pt idx="5119">
                  <c:v>165</c:v>
                </c:pt>
                <c:pt idx="5120">
                  <c:v>49</c:v>
                </c:pt>
                <c:pt idx="5121">
                  <c:v>91</c:v>
                </c:pt>
                <c:pt idx="5122">
                  <c:v>141</c:v>
                </c:pt>
                <c:pt idx="5123">
                  <c:v>171</c:v>
                </c:pt>
                <c:pt idx="5124">
                  <c:v>235</c:v>
                </c:pt>
                <c:pt idx="5125">
                  <c:v>280</c:v>
                </c:pt>
                <c:pt idx="5126">
                  <c:v>179</c:v>
                </c:pt>
                <c:pt idx="5127">
                  <c:v>538</c:v>
                </c:pt>
                <c:pt idx="5128">
                  <c:v>118</c:v>
                </c:pt>
                <c:pt idx="5129">
                  <c:v>532</c:v>
                </c:pt>
                <c:pt idx="5130">
                  <c:v>161</c:v>
                </c:pt>
                <c:pt idx="5131">
                  <c:v>184</c:v>
                </c:pt>
                <c:pt idx="5132">
                  <c:v>118</c:v>
                </c:pt>
                <c:pt idx="5133">
                  <c:v>197</c:v>
                </c:pt>
                <c:pt idx="5134">
                  <c:v>127</c:v>
                </c:pt>
                <c:pt idx="5135">
                  <c:v>124</c:v>
                </c:pt>
                <c:pt idx="5136">
                  <c:v>306</c:v>
                </c:pt>
                <c:pt idx="5137">
                  <c:v>173</c:v>
                </c:pt>
                <c:pt idx="5138">
                  <c:v>219</c:v>
                </c:pt>
                <c:pt idx="5139">
                  <c:v>46</c:v>
                </c:pt>
                <c:pt idx="5140">
                  <c:v>103</c:v>
                </c:pt>
                <c:pt idx="5141">
                  <c:v>304</c:v>
                </c:pt>
                <c:pt idx="5142">
                  <c:v>149</c:v>
                </c:pt>
                <c:pt idx="5143">
                  <c:v>93</c:v>
                </c:pt>
                <c:pt idx="5144">
                  <c:v>265</c:v>
                </c:pt>
                <c:pt idx="5145">
                  <c:v>117</c:v>
                </c:pt>
                <c:pt idx="5146">
                  <c:v>303</c:v>
                </c:pt>
                <c:pt idx="5147">
                  <c:v>120</c:v>
                </c:pt>
                <c:pt idx="5148">
                  <c:v>132</c:v>
                </c:pt>
                <c:pt idx="5149">
                  <c:v>216</c:v>
                </c:pt>
                <c:pt idx="5150">
                  <c:v>582</c:v>
                </c:pt>
                <c:pt idx="5151">
                  <c:v>174</c:v>
                </c:pt>
                <c:pt idx="5152">
                  <c:v>139</c:v>
                </c:pt>
                <c:pt idx="5153">
                  <c:v>409</c:v>
                </c:pt>
                <c:pt idx="5154">
                  <c:v>69</c:v>
                </c:pt>
                <c:pt idx="5155">
                  <c:v>395</c:v>
                </c:pt>
                <c:pt idx="5156">
                  <c:v>216</c:v>
                </c:pt>
                <c:pt idx="5157">
                  <c:v>156</c:v>
                </c:pt>
                <c:pt idx="5158">
                  <c:v>175</c:v>
                </c:pt>
                <c:pt idx="5159">
                  <c:v>173</c:v>
                </c:pt>
                <c:pt idx="5160">
                  <c:v>159</c:v>
                </c:pt>
                <c:pt idx="5161">
                  <c:v>130</c:v>
                </c:pt>
                <c:pt idx="5162">
                  <c:v>149</c:v>
                </c:pt>
                <c:pt idx="5163">
                  <c:v>245</c:v>
                </c:pt>
                <c:pt idx="5164">
                  <c:v>125</c:v>
                </c:pt>
                <c:pt idx="5165">
                  <c:v>546</c:v>
                </c:pt>
                <c:pt idx="5166">
                  <c:v>386</c:v>
                </c:pt>
                <c:pt idx="5167">
                  <c:v>104</c:v>
                </c:pt>
                <c:pt idx="5168">
                  <c:v>392</c:v>
                </c:pt>
                <c:pt idx="5169">
                  <c:v>88</c:v>
                </c:pt>
                <c:pt idx="5170">
                  <c:v>444</c:v>
                </c:pt>
                <c:pt idx="5171">
                  <c:v>139</c:v>
                </c:pt>
                <c:pt idx="5172">
                  <c:v>83</c:v>
                </c:pt>
                <c:pt idx="5173">
                  <c:v>139</c:v>
                </c:pt>
                <c:pt idx="5174">
                  <c:v>418</c:v>
                </c:pt>
                <c:pt idx="5175">
                  <c:v>153</c:v>
                </c:pt>
                <c:pt idx="5176">
                  <c:v>148</c:v>
                </c:pt>
                <c:pt idx="5177">
                  <c:v>444</c:v>
                </c:pt>
                <c:pt idx="5178">
                  <c:v>203</c:v>
                </c:pt>
                <c:pt idx="5179">
                  <c:v>143</c:v>
                </c:pt>
                <c:pt idx="5180">
                  <c:v>326</c:v>
                </c:pt>
                <c:pt idx="5181">
                  <c:v>141</c:v>
                </c:pt>
                <c:pt idx="5182">
                  <c:v>130</c:v>
                </c:pt>
                <c:pt idx="5183">
                  <c:v>168</c:v>
                </c:pt>
                <c:pt idx="5184">
                  <c:v>136</c:v>
                </c:pt>
                <c:pt idx="5185">
                  <c:v>296</c:v>
                </c:pt>
                <c:pt idx="5186">
                  <c:v>159</c:v>
                </c:pt>
                <c:pt idx="5187">
                  <c:v>173</c:v>
                </c:pt>
                <c:pt idx="5188">
                  <c:v>319</c:v>
                </c:pt>
                <c:pt idx="5189">
                  <c:v>108</c:v>
                </c:pt>
                <c:pt idx="5190">
                  <c:v>142</c:v>
                </c:pt>
                <c:pt idx="5191">
                  <c:v>138</c:v>
                </c:pt>
                <c:pt idx="5192">
                  <c:v>91</c:v>
                </c:pt>
                <c:pt idx="5193">
                  <c:v>321</c:v>
                </c:pt>
                <c:pt idx="5194">
                  <c:v>99</c:v>
                </c:pt>
                <c:pt idx="5195">
                  <c:v>207</c:v>
                </c:pt>
                <c:pt idx="5196">
                  <c:v>157</c:v>
                </c:pt>
                <c:pt idx="5197">
                  <c:v>141</c:v>
                </c:pt>
                <c:pt idx="5198">
                  <c:v>156</c:v>
                </c:pt>
                <c:pt idx="5199">
                  <c:v>168</c:v>
                </c:pt>
                <c:pt idx="5200">
                  <c:v>451</c:v>
                </c:pt>
                <c:pt idx="5201">
                  <c:v>442</c:v>
                </c:pt>
                <c:pt idx="5202">
                  <c:v>318</c:v>
                </c:pt>
                <c:pt idx="5203">
                  <c:v>123</c:v>
                </c:pt>
                <c:pt idx="5204">
                  <c:v>192</c:v>
                </c:pt>
                <c:pt idx="5205">
                  <c:v>184</c:v>
                </c:pt>
                <c:pt idx="5206">
                  <c:v>109</c:v>
                </c:pt>
                <c:pt idx="5207">
                  <c:v>138</c:v>
                </c:pt>
                <c:pt idx="5208">
                  <c:v>145</c:v>
                </c:pt>
                <c:pt idx="5209">
                  <c:v>204</c:v>
                </c:pt>
                <c:pt idx="5210">
                  <c:v>133</c:v>
                </c:pt>
                <c:pt idx="5211">
                  <c:v>588</c:v>
                </c:pt>
                <c:pt idx="5212">
                  <c:v>238</c:v>
                </c:pt>
                <c:pt idx="5213">
                  <c:v>130</c:v>
                </c:pt>
                <c:pt idx="5214">
                  <c:v>132</c:v>
                </c:pt>
                <c:pt idx="5215">
                  <c:v>95</c:v>
                </c:pt>
                <c:pt idx="5216">
                  <c:v>149</c:v>
                </c:pt>
                <c:pt idx="5217">
                  <c:v>166</c:v>
                </c:pt>
                <c:pt idx="5218">
                  <c:v>356</c:v>
                </c:pt>
                <c:pt idx="5219">
                  <c:v>178</c:v>
                </c:pt>
                <c:pt idx="5220">
                  <c:v>257</c:v>
                </c:pt>
                <c:pt idx="5221">
                  <c:v>122</c:v>
                </c:pt>
                <c:pt idx="5222">
                  <c:v>478</c:v>
                </c:pt>
                <c:pt idx="5223">
                  <c:v>146</c:v>
                </c:pt>
                <c:pt idx="5224">
                  <c:v>151</c:v>
                </c:pt>
                <c:pt idx="5225">
                  <c:v>107</c:v>
                </c:pt>
                <c:pt idx="5226">
                  <c:v>127</c:v>
                </c:pt>
                <c:pt idx="5227">
                  <c:v>73</c:v>
                </c:pt>
                <c:pt idx="5228">
                  <c:v>374</c:v>
                </c:pt>
                <c:pt idx="5229">
                  <c:v>572</c:v>
                </c:pt>
                <c:pt idx="5230">
                  <c:v>76</c:v>
                </c:pt>
                <c:pt idx="5231">
                  <c:v>132</c:v>
                </c:pt>
                <c:pt idx="5232">
                  <c:v>592</c:v>
                </c:pt>
                <c:pt idx="5233">
                  <c:v>184</c:v>
                </c:pt>
                <c:pt idx="5234">
                  <c:v>123</c:v>
                </c:pt>
                <c:pt idx="5235">
                  <c:v>177</c:v>
                </c:pt>
                <c:pt idx="5236">
                  <c:v>265</c:v>
                </c:pt>
                <c:pt idx="5237">
                  <c:v>133</c:v>
                </c:pt>
                <c:pt idx="5238">
                  <c:v>284</c:v>
                </c:pt>
                <c:pt idx="5239">
                  <c:v>308</c:v>
                </c:pt>
                <c:pt idx="5240">
                  <c:v>165</c:v>
                </c:pt>
                <c:pt idx="5241">
                  <c:v>107</c:v>
                </c:pt>
                <c:pt idx="5242">
                  <c:v>98</c:v>
                </c:pt>
                <c:pt idx="5243">
                  <c:v>175</c:v>
                </c:pt>
                <c:pt idx="5244">
                  <c:v>132</c:v>
                </c:pt>
                <c:pt idx="5245">
                  <c:v>266</c:v>
                </c:pt>
                <c:pt idx="5246">
                  <c:v>142</c:v>
                </c:pt>
                <c:pt idx="5247">
                  <c:v>131</c:v>
                </c:pt>
                <c:pt idx="5248">
                  <c:v>110</c:v>
                </c:pt>
                <c:pt idx="5249">
                  <c:v>164</c:v>
                </c:pt>
                <c:pt idx="5250">
                  <c:v>168</c:v>
                </c:pt>
                <c:pt idx="5251">
                  <c:v>174</c:v>
                </c:pt>
                <c:pt idx="5252">
                  <c:v>106</c:v>
                </c:pt>
                <c:pt idx="5253">
                  <c:v>171</c:v>
                </c:pt>
                <c:pt idx="5254">
                  <c:v>361</c:v>
                </c:pt>
                <c:pt idx="5255">
                  <c:v>247</c:v>
                </c:pt>
                <c:pt idx="5256">
                  <c:v>114</c:v>
                </c:pt>
                <c:pt idx="5257">
                  <c:v>113</c:v>
                </c:pt>
                <c:pt idx="5258">
                  <c:v>100</c:v>
                </c:pt>
                <c:pt idx="5259">
                  <c:v>424</c:v>
                </c:pt>
                <c:pt idx="5260">
                  <c:v>424</c:v>
                </c:pt>
                <c:pt idx="5261">
                  <c:v>165</c:v>
                </c:pt>
                <c:pt idx="5262">
                  <c:v>74</c:v>
                </c:pt>
                <c:pt idx="5263">
                  <c:v>452</c:v>
                </c:pt>
                <c:pt idx="5264">
                  <c:v>224</c:v>
                </c:pt>
                <c:pt idx="5265">
                  <c:v>86</c:v>
                </c:pt>
                <c:pt idx="5266">
                  <c:v>729</c:v>
                </c:pt>
                <c:pt idx="5267">
                  <c:v>639</c:v>
                </c:pt>
                <c:pt idx="5268">
                  <c:v>220</c:v>
                </c:pt>
                <c:pt idx="5269">
                  <c:v>196</c:v>
                </c:pt>
                <c:pt idx="5270">
                  <c:v>121</c:v>
                </c:pt>
                <c:pt idx="5271">
                  <c:v>98</c:v>
                </c:pt>
                <c:pt idx="5272">
                  <c:v>158</c:v>
                </c:pt>
                <c:pt idx="5273">
                  <c:v>315</c:v>
                </c:pt>
                <c:pt idx="5274">
                  <c:v>214</c:v>
                </c:pt>
                <c:pt idx="5275">
                  <c:v>416</c:v>
                </c:pt>
                <c:pt idx="5276">
                  <c:v>391</c:v>
                </c:pt>
                <c:pt idx="5277">
                  <c:v>331</c:v>
                </c:pt>
                <c:pt idx="5278">
                  <c:v>139</c:v>
                </c:pt>
                <c:pt idx="5279">
                  <c:v>136</c:v>
                </c:pt>
                <c:pt idx="5280">
                  <c:v>119</c:v>
                </c:pt>
                <c:pt idx="5281">
                  <c:v>570</c:v>
                </c:pt>
                <c:pt idx="5282">
                  <c:v>409</c:v>
                </c:pt>
                <c:pt idx="5283">
                  <c:v>412</c:v>
                </c:pt>
                <c:pt idx="5284">
                  <c:v>132</c:v>
                </c:pt>
                <c:pt idx="5285">
                  <c:v>192</c:v>
                </c:pt>
                <c:pt idx="5286">
                  <c:v>150</c:v>
                </c:pt>
                <c:pt idx="5287">
                  <c:v>664</c:v>
                </c:pt>
                <c:pt idx="5288">
                  <c:v>390</c:v>
                </c:pt>
                <c:pt idx="5289">
                  <c:v>227</c:v>
                </c:pt>
                <c:pt idx="5290">
                  <c:v>453</c:v>
                </c:pt>
                <c:pt idx="5291">
                  <c:v>380</c:v>
                </c:pt>
                <c:pt idx="5292">
                  <c:v>181</c:v>
                </c:pt>
                <c:pt idx="5293">
                  <c:v>260</c:v>
                </c:pt>
                <c:pt idx="5294">
                  <c:v>129</c:v>
                </c:pt>
                <c:pt idx="5295">
                  <c:v>158</c:v>
                </c:pt>
                <c:pt idx="5296">
                  <c:v>176</c:v>
                </c:pt>
                <c:pt idx="5297">
                  <c:v>173</c:v>
                </c:pt>
                <c:pt idx="5298">
                  <c:v>367</c:v>
                </c:pt>
                <c:pt idx="5299">
                  <c:v>330</c:v>
                </c:pt>
                <c:pt idx="5300">
                  <c:v>360</c:v>
                </c:pt>
                <c:pt idx="5301">
                  <c:v>174</c:v>
                </c:pt>
                <c:pt idx="5302">
                  <c:v>653</c:v>
                </c:pt>
                <c:pt idx="5303">
                  <c:v>352</c:v>
                </c:pt>
                <c:pt idx="5304">
                  <c:v>141</c:v>
                </c:pt>
                <c:pt idx="5305">
                  <c:v>252</c:v>
                </c:pt>
                <c:pt idx="5306">
                  <c:v>446</c:v>
                </c:pt>
                <c:pt idx="5307">
                  <c:v>367</c:v>
                </c:pt>
                <c:pt idx="5308">
                  <c:v>332</c:v>
                </c:pt>
                <c:pt idx="5309">
                  <c:v>177</c:v>
                </c:pt>
                <c:pt idx="5310">
                  <c:v>424</c:v>
                </c:pt>
                <c:pt idx="5311">
                  <c:v>348</c:v>
                </c:pt>
                <c:pt idx="5312">
                  <c:v>129</c:v>
                </c:pt>
                <c:pt idx="5313">
                  <c:v>143</c:v>
                </c:pt>
                <c:pt idx="5314">
                  <c:v>273</c:v>
                </c:pt>
                <c:pt idx="5315">
                  <c:v>275</c:v>
                </c:pt>
                <c:pt idx="5316">
                  <c:v>322</c:v>
                </c:pt>
                <c:pt idx="5317">
                  <c:v>262</c:v>
                </c:pt>
                <c:pt idx="5318">
                  <c:v>161</c:v>
                </c:pt>
                <c:pt idx="5319">
                  <c:v>325</c:v>
                </c:pt>
                <c:pt idx="5320">
                  <c:v>127</c:v>
                </c:pt>
                <c:pt idx="5321">
                  <c:v>165</c:v>
                </c:pt>
                <c:pt idx="5322">
                  <c:v>356</c:v>
                </c:pt>
                <c:pt idx="5323">
                  <c:v>199</c:v>
                </c:pt>
                <c:pt idx="5324">
                  <c:v>214</c:v>
                </c:pt>
                <c:pt idx="5325">
                  <c:v>371</c:v>
                </c:pt>
                <c:pt idx="5326">
                  <c:v>186</c:v>
                </c:pt>
                <c:pt idx="5327">
                  <c:v>270</c:v>
                </c:pt>
                <c:pt idx="5328">
                  <c:v>424</c:v>
                </c:pt>
                <c:pt idx="5329">
                  <c:v>113</c:v>
                </c:pt>
                <c:pt idx="5330">
                  <c:v>102</c:v>
                </c:pt>
                <c:pt idx="5331">
                  <c:v>214</c:v>
                </c:pt>
                <c:pt idx="5332">
                  <c:v>173</c:v>
                </c:pt>
                <c:pt idx="5333">
                  <c:v>130</c:v>
                </c:pt>
                <c:pt idx="5334">
                  <c:v>253</c:v>
                </c:pt>
                <c:pt idx="5335">
                  <c:v>373</c:v>
                </c:pt>
                <c:pt idx="5336">
                  <c:v>157</c:v>
                </c:pt>
                <c:pt idx="5337">
                  <c:v>517</c:v>
                </c:pt>
                <c:pt idx="5338">
                  <c:v>270</c:v>
                </c:pt>
                <c:pt idx="5339">
                  <c:v>385</c:v>
                </c:pt>
                <c:pt idx="5340">
                  <c:v>131</c:v>
                </c:pt>
                <c:pt idx="5341">
                  <c:v>252</c:v>
                </c:pt>
                <c:pt idx="5342">
                  <c:v>174</c:v>
                </c:pt>
                <c:pt idx="5343">
                  <c:v>212</c:v>
                </c:pt>
                <c:pt idx="5344">
                  <c:v>325</c:v>
                </c:pt>
                <c:pt idx="5345">
                  <c:v>608</c:v>
                </c:pt>
                <c:pt idx="5346">
                  <c:v>125</c:v>
                </c:pt>
                <c:pt idx="5347">
                  <c:v>262</c:v>
                </c:pt>
                <c:pt idx="5348">
                  <c:v>399</c:v>
                </c:pt>
                <c:pt idx="5349">
                  <c:v>73</c:v>
                </c:pt>
                <c:pt idx="5350">
                  <c:v>31</c:v>
                </c:pt>
                <c:pt idx="5351">
                  <c:v>417</c:v>
                </c:pt>
                <c:pt idx="5352">
                  <c:v>53</c:v>
                </c:pt>
                <c:pt idx="5353">
                  <c:v>605</c:v>
                </c:pt>
                <c:pt idx="5354">
                  <c:v>388</c:v>
                </c:pt>
                <c:pt idx="5355">
                  <c:v>443</c:v>
                </c:pt>
                <c:pt idx="5356">
                  <c:v>262</c:v>
                </c:pt>
                <c:pt idx="5357">
                  <c:v>489</c:v>
                </c:pt>
                <c:pt idx="5358">
                  <c:v>132</c:v>
                </c:pt>
                <c:pt idx="5359">
                  <c:v>140</c:v>
                </c:pt>
                <c:pt idx="5360">
                  <c:v>152</c:v>
                </c:pt>
                <c:pt idx="5361">
                  <c:v>157</c:v>
                </c:pt>
                <c:pt idx="5362">
                  <c:v>233</c:v>
                </c:pt>
                <c:pt idx="5363">
                  <c:v>126</c:v>
                </c:pt>
                <c:pt idx="5364">
                  <c:v>279</c:v>
                </c:pt>
                <c:pt idx="5365">
                  <c:v>504</c:v>
                </c:pt>
                <c:pt idx="5366">
                  <c:v>226</c:v>
                </c:pt>
                <c:pt idx="5367">
                  <c:v>427</c:v>
                </c:pt>
                <c:pt idx="5368">
                  <c:v>441</c:v>
                </c:pt>
                <c:pt idx="5369">
                  <c:v>234</c:v>
                </c:pt>
                <c:pt idx="5370">
                  <c:v>349</c:v>
                </c:pt>
                <c:pt idx="5371">
                  <c:v>1</c:v>
                </c:pt>
                <c:pt idx="5372">
                  <c:v>399</c:v>
                </c:pt>
                <c:pt idx="5373">
                  <c:v>156</c:v>
                </c:pt>
                <c:pt idx="5374">
                  <c:v>169</c:v>
                </c:pt>
                <c:pt idx="5375">
                  <c:v>39</c:v>
                </c:pt>
                <c:pt idx="5376">
                  <c:v>317</c:v>
                </c:pt>
                <c:pt idx="5377">
                  <c:v>237</c:v>
                </c:pt>
                <c:pt idx="5378">
                  <c:v>202</c:v>
                </c:pt>
                <c:pt idx="5379">
                  <c:v>433</c:v>
                </c:pt>
                <c:pt idx="5380">
                  <c:v>628</c:v>
                </c:pt>
                <c:pt idx="5381">
                  <c:v>556</c:v>
                </c:pt>
                <c:pt idx="5382">
                  <c:v>328</c:v>
                </c:pt>
                <c:pt idx="5383">
                  <c:v>356</c:v>
                </c:pt>
                <c:pt idx="5384">
                  <c:v>476</c:v>
                </c:pt>
                <c:pt idx="5385">
                  <c:v>667</c:v>
                </c:pt>
                <c:pt idx="5386">
                  <c:v>125</c:v>
                </c:pt>
                <c:pt idx="5387">
                  <c:v>350</c:v>
                </c:pt>
                <c:pt idx="5388">
                  <c:v>620</c:v>
                </c:pt>
                <c:pt idx="5389">
                  <c:v>134</c:v>
                </c:pt>
                <c:pt idx="5390">
                  <c:v>295</c:v>
                </c:pt>
                <c:pt idx="5391">
                  <c:v>346</c:v>
                </c:pt>
                <c:pt idx="5392">
                  <c:v>305</c:v>
                </c:pt>
                <c:pt idx="5393">
                  <c:v>376</c:v>
                </c:pt>
                <c:pt idx="5394">
                  <c:v>142</c:v>
                </c:pt>
                <c:pt idx="5395">
                  <c:v>287</c:v>
                </c:pt>
                <c:pt idx="5396">
                  <c:v>125</c:v>
                </c:pt>
                <c:pt idx="5397">
                  <c:v>537</c:v>
                </c:pt>
                <c:pt idx="5398">
                  <c:v>171</c:v>
                </c:pt>
                <c:pt idx="5399">
                  <c:v>330</c:v>
                </c:pt>
                <c:pt idx="5400">
                  <c:v>260</c:v>
                </c:pt>
                <c:pt idx="5401">
                  <c:v>273</c:v>
                </c:pt>
                <c:pt idx="5402">
                  <c:v>125</c:v>
                </c:pt>
                <c:pt idx="5403">
                  <c:v>216</c:v>
                </c:pt>
                <c:pt idx="5404">
                  <c:v>134</c:v>
                </c:pt>
                <c:pt idx="5405">
                  <c:v>140</c:v>
                </c:pt>
                <c:pt idx="5406">
                  <c:v>602</c:v>
                </c:pt>
                <c:pt idx="5407">
                  <c:v>121</c:v>
                </c:pt>
                <c:pt idx="5408">
                  <c:v>572</c:v>
                </c:pt>
                <c:pt idx="5409">
                  <c:v>173</c:v>
                </c:pt>
                <c:pt idx="5410">
                  <c:v>178</c:v>
                </c:pt>
                <c:pt idx="5411">
                  <c:v>302</c:v>
                </c:pt>
                <c:pt idx="5412">
                  <c:v>373</c:v>
                </c:pt>
                <c:pt idx="5413">
                  <c:v>130</c:v>
                </c:pt>
                <c:pt idx="5414">
                  <c:v>38</c:v>
                </c:pt>
                <c:pt idx="5415">
                  <c:v>367</c:v>
                </c:pt>
                <c:pt idx="5416">
                  <c:v>114</c:v>
                </c:pt>
                <c:pt idx="5417">
                  <c:v>135</c:v>
                </c:pt>
                <c:pt idx="5418">
                  <c:v>463</c:v>
                </c:pt>
                <c:pt idx="5419">
                  <c:v>300</c:v>
                </c:pt>
                <c:pt idx="5420">
                  <c:v>84</c:v>
                </c:pt>
                <c:pt idx="5421">
                  <c:v>106</c:v>
                </c:pt>
                <c:pt idx="5422">
                  <c:v>174</c:v>
                </c:pt>
                <c:pt idx="5423">
                  <c:v>706</c:v>
                </c:pt>
                <c:pt idx="5424">
                  <c:v>157</c:v>
                </c:pt>
                <c:pt idx="5425">
                  <c:v>52</c:v>
                </c:pt>
                <c:pt idx="5426">
                  <c:v>232</c:v>
                </c:pt>
                <c:pt idx="5427">
                  <c:v>100</c:v>
                </c:pt>
                <c:pt idx="5428">
                  <c:v>352</c:v>
                </c:pt>
                <c:pt idx="5429">
                  <c:v>517</c:v>
                </c:pt>
                <c:pt idx="5430">
                  <c:v>329</c:v>
                </c:pt>
                <c:pt idx="5431">
                  <c:v>131</c:v>
                </c:pt>
                <c:pt idx="5432">
                  <c:v>108</c:v>
                </c:pt>
                <c:pt idx="5433">
                  <c:v>532</c:v>
                </c:pt>
                <c:pt idx="5434">
                  <c:v>200</c:v>
                </c:pt>
                <c:pt idx="5435">
                  <c:v>332</c:v>
                </c:pt>
                <c:pt idx="5436">
                  <c:v>193</c:v>
                </c:pt>
                <c:pt idx="5437">
                  <c:v>288</c:v>
                </c:pt>
                <c:pt idx="5438">
                  <c:v>545</c:v>
                </c:pt>
                <c:pt idx="5439">
                  <c:v>548</c:v>
                </c:pt>
                <c:pt idx="5440">
                  <c:v>268</c:v>
                </c:pt>
                <c:pt idx="5441">
                  <c:v>176</c:v>
                </c:pt>
                <c:pt idx="5442">
                  <c:v>490</c:v>
                </c:pt>
                <c:pt idx="5443">
                  <c:v>53</c:v>
                </c:pt>
                <c:pt idx="5444">
                  <c:v>227</c:v>
                </c:pt>
                <c:pt idx="5445">
                  <c:v>364</c:v>
                </c:pt>
                <c:pt idx="5446">
                  <c:v>277</c:v>
                </c:pt>
                <c:pt idx="5447">
                  <c:v>560</c:v>
                </c:pt>
                <c:pt idx="5448">
                  <c:v>327</c:v>
                </c:pt>
                <c:pt idx="5449">
                  <c:v>141</c:v>
                </c:pt>
                <c:pt idx="5450">
                  <c:v>127</c:v>
                </c:pt>
                <c:pt idx="5451">
                  <c:v>167</c:v>
                </c:pt>
                <c:pt idx="5452">
                  <c:v>559</c:v>
                </c:pt>
                <c:pt idx="5453">
                  <c:v>40</c:v>
                </c:pt>
                <c:pt idx="5454">
                  <c:v>244</c:v>
                </c:pt>
                <c:pt idx="5455">
                  <c:v>181</c:v>
                </c:pt>
                <c:pt idx="5456">
                  <c:v>335</c:v>
                </c:pt>
                <c:pt idx="5457">
                  <c:v>127</c:v>
                </c:pt>
                <c:pt idx="5458">
                  <c:v>187</c:v>
                </c:pt>
                <c:pt idx="5459">
                  <c:v>438</c:v>
                </c:pt>
                <c:pt idx="5460">
                  <c:v>360</c:v>
                </c:pt>
                <c:pt idx="5461">
                  <c:v>287</c:v>
                </c:pt>
                <c:pt idx="5462">
                  <c:v>375</c:v>
                </c:pt>
                <c:pt idx="5463">
                  <c:v>130</c:v>
                </c:pt>
                <c:pt idx="5464">
                  <c:v>183</c:v>
                </c:pt>
                <c:pt idx="5465">
                  <c:v>215</c:v>
                </c:pt>
                <c:pt idx="5466">
                  <c:v>92</c:v>
                </c:pt>
                <c:pt idx="5467">
                  <c:v>1</c:v>
                </c:pt>
                <c:pt idx="5468">
                  <c:v>98</c:v>
                </c:pt>
                <c:pt idx="5469">
                  <c:v>278</c:v>
                </c:pt>
                <c:pt idx="5470">
                  <c:v>331</c:v>
                </c:pt>
                <c:pt idx="5471">
                  <c:v>106</c:v>
                </c:pt>
                <c:pt idx="5472">
                  <c:v>691</c:v>
                </c:pt>
                <c:pt idx="5473">
                  <c:v>126</c:v>
                </c:pt>
                <c:pt idx="5474">
                  <c:v>178</c:v>
                </c:pt>
                <c:pt idx="5475">
                  <c:v>56</c:v>
                </c:pt>
                <c:pt idx="5476">
                  <c:v>54</c:v>
                </c:pt>
                <c:pt idx="5477">
                  <c:v>252</c:v>
                </c:pt>
                <c:pt idx="5478">
                  <c:v>454</c:v>
                </c:pt>
                <c:pt idx="5479">
                  <c:v>561</c:v>
                </c:pt>
                <c:pt idx="5480">
                  <c:v>400</c:v>
                </c:pt>
                <c:pt idx="5481">
                  <c:v>180</c:v>
                </c:pt>
                <c:pt idx="5482">
                  <c:v>445</c:v>
                </c:pt>
                <c:pt idx="5483">
                  <c:v>74</c:v>
                </c:pt>
                <c:pt idx="5484">
                  <c:v>633</c:v>
                </c:pt>
                <c:pt idx="5485">
                  <c:v>656</c:v>
                </c:pt>
                <c:pt idx="5486">
                  <c:v>121</c:v>
                </c:pt>
                <c:pt idx="5487">
                  <c:v>181</c:v>
                </c:pt>
                <c:pt idx="5488">
                  <c:v>147</c:v>
                </c:pt>
                <c:pt idx="5489">
                  <c:v>211</c:v>
                </c:pt>
                <c:pt idx="5490">
                  <c:v>615</c:v>
                </c:pt>
                <c:pt idx="5491">
                  <c:v>19</c:v>
                </c:pt>
                <c:pt idx="5492">
                  <c:v>419</c:v>
                </c:pt>
                <c:pt idx="5493">
                  <c:v>192</c:v>
                </c:pt>
                <c:pt idx="5494">
                  <c:v>417</c:v>
                </c:pt>
                <c:pt idx="5495">
                  <c:v>249</c:v>
                </c:pt>
                <c:pt idx="5496">
                  <c:v>125</c:v>
                </c:pt>
                <c:pt idx="5497">
                  <c:v>534</c:v>
                </c:pt>
                <c:pt idx="5498">
                  <c:v>115</c:v>
                </c:pt>
                <c:pt idx="5499">
                  <c:v>180</c:v>
                </c:pt>
                <c:pt idx="5500">
                  <c:v>246</c:v>
                </c:pt>
                <c:pt idx="5501">
                  <c:v>651</c:v>
                </c:pt>
                <c:pt idx="5502">
                  <c:v>124</c:v>
                </c:pt>
                <c:pt idx="5503">
                  <c:v>253</c:v>
                </c:pt>
                <c:pt idx="5504">
                  <c:v>175</c:v>
                </c:pt>
                <c:pt idx="5505">
                  <c:v>126</c:v>
                </c:pt>
                <c:pt idx="5506">
                  <c:v>196</c:v>
                </c:pt>
                <c:pt idx="5507">
                  <c:v>100</c:v>
                </c:pt>
                <c:pt idx="5508">
                  <c:v>457</c:v>
                </c:pt>
                <c:pt idx="5509">
                  <c:v>457</c:v>
                </c:pt>
                <c:pt idx="5510">
                  <c:v>266</c:v>
                </c:pt>
                <c:pt idx="5511">
                  <c:v>148</c:v>
                </c:pt>
                <c:pt idx="5512">
                  <c:v>389</c:v>
                </c:pt>
                <c:pt idx="5513">
                  <c:v>157</c:v>
                </c:pt>
                <c:pt idx="5514">
                  <c:v>139</c:v>
                </c:pt>
                <c:pt idx="5515">
                  <c:v>231</c:v>
                </c:pt>
                <c:pt idx="5516">
                  <c:v>102</c:v>
                </c:pt>
                <c:pt idx="5517">
                  <c:v>110</c:v>
                </c:pt>
                <c:pt idx="5518">
                  <c:v>115</c:v>
                </c:pt>
                <c:pt idx="5519">
                  <c:v>362</c:v>
                </c:pt>
                <c:pt idx="5520">
                  <c:v>261</c:v>
                </c:pt>
                <c:pt idx="5521">
                  <c:v>248</c:v>
                </c:pt>
                <c:pt idx="5522">
                  <c:v>550</c:v>
                </c:pt>
                <c:pt idx="5523">
                  <c:v>177</c:v>
                </c:pt>
                <c:pt idx="5524">
                  <c:v>150</c:v>
                </c:pt>
                <c:pt idx="5525">
                  <c:v>276</c:v>
                </c:pt>
                <c:pt idx="5526">
                  <c:v>533</c:v>
                </c:pt>
                <c:pt idx="5527">
                  <c:v>163</c:v>
                </c:pt>
                <c:pt idx="5528">
                  <c:v>664</c:v>
                </c:pt>
                <c:pt idx="5529">
                  <c:v>111</c:v>
                </c:pt>
                <c:pt idx="5530">
                  <c:v>524</c:v>
                </c:pt>
                <c:pt idx="5531">
                  <c:v>103</c:v>
                </c:pt>
                <c:pt idx="5532">
                  <c:v>158</c:v>
                </c:pt>
                <c:pt idx="5533">
                  <c:v>710</c:v>
                </c:pt>
                <c:pt idx="5534">
                  <c:v>145</c:v>
                </c:pt>
                <c:pt idx="5535">
                  <c:v>309</c:v>
                </c:pt>
                <c:pt idx="5536">
                  <c:v>315</c:v>
                </c:pt>
                <c:pt idx="5537">
                  <c:v>166</c:v>
                </c:pt>
                <c:pt idx="5538">
                  <c:v>271</c:v>
                </c:pt>
                <c:pt idx="5539">
                  <c:v>100</c:v>
                </c:pt>
                <c:pt idx="5540">
                  <c:v>250</c:v>
                </c:pt>
                <c:pt idx="5541">
                  <c:v>91</c:v>
                </c:pt>
                <c:pt idx="5542">
                  <c:v>172</c:v>
                </c:pt>
                <c:pt idx="5543">
                  <c:v>146</c:v>
                </c:pt>
                <c:pt idx="5544">
                  <c:v>158</c:v>
                </c:pt>
                <c:pt idx="5545">
                  <c:v>120</c:v>
                </c:pt>
                <c:pt idx="5546">
                  <c:v>121</c:v>
                </c:pt>
                <c:pt idx="5547">
                  <c:v>336</c:v>
                </c:pt>
                <c:pt idx="5548">
                  <c:v>286</c:v>
                </c:pt>
                <c:pt idx="5549">
                  <c:v>530</c:v>
                </c:pt>
                <c:pt idx="5550">
                  <c:v>337</c:v>
                </c:pt>
                <c:pt idx="5551">
                  <c:v>157</c:v>
                </c:pt>
                <c:pt idx="5552">
                  <c:v>642</c:v>
                </c:pt>
                <c:pt idx="5553">
                  <c:v>454</c:v>
                </c:pt>
                <c:pt idx="5554">
                  <c:v>422</c:v>
                </c:pt>
                <c:pt idx="5555">
                  <c:v>672</c:v>
                </c:pt>
                <c:pt idx="5556">
                  <c:v>227</c:v>
                </c:pt>
                <c:pt idx="5557">
                  <c:v>208</c:v>
                </c:pt>
                <c:pt idx="5558">
                  <c:v>427</c:v>
                </c:pt>
                <c:pt idx="5559">
                  <c:v>169</c:v>
                </c:pt>
                <c:pt idx="5560">
                  <c:v>148</c:v>
                </c:pt>
                <c:pt idx="5561">
                  <c:v>492</c:v>
                </c:pt>
                <c:pt idx="5562">
                  <c:v>165</c:v>
                </c:pt>
                <c:pt idx="5563">
                  <c:v>113</c:v>
                </c:pt>
                <c:pt idx="5564">
                  <c:v>275</c:v>
                </c:pt>
                <c:pt idx="5565">
                  <c:v>187</c:v>
                </c:pt>
                <c:pt idx="5566">
                  <c:v>427</c:v>
                </c:pt>
                <c:pt idx="5567">
                  <c:v>178</c:v>
                </c:pt>
                <c:pt idx="5568">
                  <c:v>479</c:v>
                </c:pt>
                <c:pt idx="5569">
                  <c:v>317</c:v>
                </c:pt>
                <c:pt idx="5570">
                  <c:v>147</c:v>
                </c:pt>
                <c:pt idx="5571">
                  <c:v>482</c:v>
                </c:pt>
                <c:pt idx="5572">
                  <c:v>112</c:v>
                </c:pt>
                <c:pt idx="5573">
                  <c:v>30</c:v>
                </c:pt>
                <c:pt idx="5574">
                  <c:v>71</c:v>
                </c:pt>
                <c:pt idx="5575">
                  <c:v>398</c:v>
                </c:pt>
                <c:pt idx="5576">
                  <c:v>230</c:v>
                </c:pt>
                <c:pt idx="5577">
                  <c:v>185</c:v>
                </c:pt>
                <c:pt idx="5578">
                  <c:v>195</c:v>
                </c:pt>
                <c:pt idx="5579">
                  <c:v>265</c:v>
                </c:pt>
                <c:pt idx="5580">
                  <c:v>236</c:v>
                </c:pt>
                <c:pt idx="5581">
                  <c:v>463</c:v>
                </c:pt>
                <c:pt idx="5582">
                  <c:v>356</c:v>
                </c:pt>
                <c:pt idx="5583">
                  <c:v>120</c:v>
                </c:pt>
                <c:pt idx="5584">
                  <c:v>154</c:v>
                </c:pt>
                <c:pt idx="5585">
                  <c:v>281</c:v>
                </c:pt>
                <c:pt idx="5586">
                  <c:v>559</c:v>
                </c:pt>
                <c:pt idx="5587">
                  <c:v>320</c:v>
                </c:pt>
                <c:pt idx="5588">
                  <c:v>163</c:v>
                </c:pt>
                <c:pt idx="5589">
                  <c:v>114</c:v>
                </c:pt>
                <c:pt idx="5590">
                  <c:v>587</c:v>
                </c:pt>
                <c:pt idx="5591">
                  <c:v>264</c:v>
                </c:pt>
                <c:pt idx="5592">
                  <c:v>544</c:v>
                </c:pt>
                <c:pt idx="5593">
                  <c:v>203</c:v>
                </c:pt>
                <c:pt idx="5594">
                  <c:v>133</c:v>
                </c:pt>
                <c:pt idx="5595">
                  <c:v>166</c:v>
                </c:pt>
                <c:pt idx="5596">
                  <c:v>628</c:v>
                </c:pt>
                <c:pt idx="5597">
                  <c:v>42</c:v>
                </c:pt>
                <c:pt idx="5598">
                  <c:v>144</c:v>
                </c:pt>
                <c:pt idx="5599">
                  <c:v>227</c:v>
                </c:pt>
                <c:pt idx="5600">
                  <c:v>127</c:v>
                </c:pt>
                <c:pt idx="5601">
                  <c:v>466</c:v>
                </c:pt>
                <c:pt idx="5602">
                  <c:v>275</c:v>
                </c:pt>
                <c:pt idx="5603">
                  <c:v>68</c:v>
                </c:pt>
                <c:pt idx="5604">
                  <c:v>446</c:v>
                </c:pt>
                <c:pt idx="5605">
                  <c:v>115</c:v>
                </c:pt>
                <c:pt idx="5606">
                  <c:v>553</c:v>
                </c:pt>
                <c:pt idx="5607">
                  <c:v>389</c:v>
                </c:pt>
                <c:pt idx="5608">
                  <c:v>580</c:v>
                </c:pt>
                <c:pt idx="5609">
                  <c:v>478</c:v>
                </c:pt>
                <c:pt idx="5610">
                  <c:v>211</c:v>
                </c:pt>
                <c:pt idx="5611">
                  <c:v>149</c:v>
                </c:pt>
                <c:pt idx="5612">
                  <c:v>261</c:v>
                </c:pt>
                <c:pt idx="5613">
                  <c:v>103</c:v>
                </c:pt>
                <c:pt idx="5614">
                  <c:v>416</c:v>
                </c:pt>
                <c:pt idx="5615">
                  <c:v>303</c:v>
                </c:pt>
                <c:pt idx="5616">
                  <c:v>535</c:v>
                </c:pt>
                <c:pt idx="5617">
                  <c:v>311</c:v>
                </c:pt>
                <c:pt idx="5618">
                  <c:v>321</c:v>
                </c:pt>
                <c:pt idx="5619">
                  <c:v>424</c:v>
                </c:pt>
                <c:pt idx="5620">
                  <c:v>453</c:v>
                </c:pt>
                <c:pt idx="5621">
                  <c:v>122</c:v>
                </c:pt>
                <c:pt idx="5622">
                  <c:v>206</c:v>
                </c:pt>
                <c:pt idx="5623">
                  <c:v>288</c:v>
                </c:pt>
                <c:pt idx="5624">
                  <c:v>256</c:v>
                </c:pt>
                <c:pt idx="5625">
                  <c:v>409</c:v>
                </c:pt>
                <c:pt idx="5626">
                  <c:v>173</c:v>
                </c:pt>
                <c:pt idx="5627">
                  <c:v>148</c:v>
                </c:pt>
                <c:pt idx="5628">
                  <c:v>126</c:v>
                </c:pt>
                <c:pt idx="5629">
                  <c:v>1</c:v>
                </c:pt>
                <c:pt idx="5630">
                  <c:v>115</c:v>
                </c:pt>
                <c:pt idx="5631">
                  <c:v>302</c:v>
                </c:pt>
                <c:pt idx="5632">
                  <c:v>123</c:v>
                </c:pt>
                <c:pt idx="5633">
                  <c:v>91</c:v>
                </c:pt>
                <c:pt idx="5634">
                  <c:v>416</c:v>
                </c:pt>
                <c:pt idx="5635">
                  <c:v>113</c:v>
                </c:pt>
                <c:pt idx="5636">
                  <c:v>286</c:v>
                </c:pt>
                <c:pt idx="5637">
                  <c:v>675</c:v>
                </c:pt>
                <c:pt idx="5638">
                  <c:v>132</c:v>
                </c:pt>
                <c:pt idx="5639">
                  <c:v>436</c:v>
                </c:pt>
                <c:pt idx="5640">
                  <c:v>445</c:v>
                </c:pt>
                <c:pt idx="5641">
                  <c:v>449</c:v>
                </c:pt>
                <c:pt idx="5642">
                  <c:v>430</c:v>
                </c:pt>
                <c:pt idx="5643">
                  <c:v>263</c:v>
                </c:pt>
                <c:pt idx="5644">
                  <c:v>79</c:v>
                </c:pt>
                <c:pt idx="5645">
                  <c:v>36</c:v>
                </c:pt>
                <c:pt idx="5646">
                  <c:v>134</c:v>
                </c:pt>
                <c:pt idx="5647">
                  <c:v>229</c:v>
                </c:pt>
                <c:pt idx="5648">
                  <c:v>455</c:v>
                </c:pt>
                <c:pt idx="5649">
                  <c:v>201</c:v>
                </c:pt>
                <c:pt idx="5650">
                  <c:v>86</c:v>
                </c:pt>
                <c:pt idx="5651">
                  <c:v>149</c:v>
                </c:pt>
                <c:pt idx="5652">
                  <c:v>105</c:v>
                </c:pt>
                <c:pt idx="5653">
                  <c:v>271</c:v>
                </c:pt>
                <c:pt idx="5654">
                  <c:v>531</c:v>
                </c:pt>
                <c:pt idx="5655">
                  <c:v>376</c:v>
                </c:pt>
                <c:pt idx="5656">
                  <c:v>326</c:v>
                </c:pt>
                <c:pt idx="5657">
                  <c:v>153</c:v>
                </c:pt>
                <c:pt idx="5658">
                  <c:v>122</c:v>
                </c:pt>
                <c:pt idx="5659">
                  <c:v>62</c:v>
                </c:pt>
                <c:pt idx="5660">
                  <c:v>59</c:v>
                </c:pt>
                <c:pt idx="5661">
                  <c:v>105</c:v>
                </c:pt>
                <c:pt idx="5662">
                  <c:v>36</c:v>
                </c:pt>
                <c:pt idx="5663">
                  <c:v>335</c:v>
                </c:pt>
                <c:pt idx="5664">
                  <c:v>134</c:v>
                </c:pt>
                <c:pt idx="5665">
                  <c:v>237</c:v>
                </c:pt>
                <c:pt idx="5666">
                  <c:v>135</c:v>
                </c:pt>
                <c:pt idx="5667">
                  <c:v>580</c:v>
                </c:pt>
                <c:pt idx="5668">
                  <c:v>160</c:v>
                </c:pt>
                <c:pt idx="5669">
                  <c:v>304</c:v>
                </c:pt>
                <c:pt idx="5670">
                  <c:v>653</c:v>
                </c:pt>
                <c:pt idx="5671">
                  <c:v>266</c:v>
                </c:pt>
                <c:pt idx="5672">
                  <c:v>344</c:v>
                </c:pt>
                <c:pt idx="5673">
                  <c:v>486</c:v>
                </c:pt>
                <c:pt idx="5674">
                  <c:v>187</c:v>
                </c:pt>
                <c:pt idx="5675">
                  <c:v>173</c:v>
                </c:pt>
                <c:pt idx="5676">
                  <c:v>595</c:v>
                </c:pt>
                <c:pt idx="5677">
                  <c:v>329</c:v>
                </c:pt>
                <c:pt idx="5678">
                  <c:v>119</c:v>
                </c:pt>
                <c:pt idx="5679">
                  <c:v>649</c:v>
                </c:pt>
                <c:pt idx="5680">
                  <c:v>678</c:v>
                </c:pt>
                <c:pt idx="5681">
                  <c:v>316</c:v>
                </c:pt>
                <c:pt idx="5682">
                  <c:v>414</c:v>
                </c:pt>
                <c:pt idx="5683">
                  <c:v>106</c:v>
                </c:pt>
                <c:pt idx="5684">
                  <c:v>89</c:v>
                </c:pt>
                <c:pt idx="5685">
                  <c:v>113</c:v>
                </c:pt>
                <c:pt idx="5686">
                  <c:v>142</c:v>
                </c:pt>
                <c:pt idx="5687">
                  <c:v>160</c:v>
                </c:pt>
                <c:pt idx="5688">
                  <c:v>317</c:v>
                </c:pt>
                <c:pt idx="5689">
                  <c:v>137</c:v>
                </c:pt>
                <c:pt idx="5690">
                  <c:v>296</c:v>
                </c:pt>
                <c:pt idx="5691">
                  <c:v>159</c:v>
                </c:pt>
                <c:pt idx="5692">
                  <c:v>140</c:v>
                </c:pt>
                <c:pt idx="5693">
                  <c:v>184</c:v>
                </c:pt>
                <c:pt idx="5694">
                  <c:v>137</c:v>
                </c:pt>
                <c:pt idx="5695">
                  <c:v>207</c:v>
                </c:pt>
                <c:pt idx="5696">
                  <c:v>334</c:v>
                </c:pt>
                <c:pt idx="5697">
                  <c:v>161</c:v>
                </c:pt>
                <c:pt idx="5698">
                  <c:v>385</c:v>
                </c:pt>
                <c:pt idx="5699">
                  <c:v>399</c:v>
                </c:pt>
                <c:pt idx="5700">
                  <c:v>98</c:v>
                </c:pt>
                <c:pt idx="5701">
                  <c:v>260</c:v>
                </c:pt>
                <c:pt idx="5702">
                  <c:v>112</c:v>
                </c:pt>
                <c:pt idx="5703">
                  <c:v>111</c:v>
                </c:pt>
                <c:pt idx="5704">
                  <c:v>190</c:v>
                </c:pt>
                <c:pt idx="5705">
                  <c:v>154</c:v>
                </c:pt>
                <c:pt idx="5706">
                  <c:v>148</c:v>
                </c:pt>
                <c:pt idx="5707">
                  <c:v>262</c:v>
                </c:pt>
                <c:pt idx="5708">
                  <c:v>75</c:v>
                </c:pt>
                <c:pt idx="5709">
                  <c:v>141</c:v>
                </c:pt>
                <c:pt idx="5710">
                  <c:v>325</c:v>
                </c:pt>
                <c:pt idx="5711">
                  <c:v>123</c:v>
                </c:pt>
                <c:pt idx="5712">
                  <c:v>270</c:v>
                </c:pt>
                <c:pt idx="5713">
                  <c:v>726</c:v>
                </c:pt>
                <c:pt idx="5714">
                  <c:v>288</c:v>
                </c:pt>
                <c:pt idx="5715">
                  <c:v>237</c:v>
                </c:pt>
                <c:pt idx="5716">
                  <c:v>148</c:v>
                </c:pt>
                <c:pt idx="5717">
                  <c:v>221</c:v>
                </c:pt>
                <c:pt idx="5718">
                  <c:v>155</c:v>
                </c:pt>
                <c:pt idx="5719">
                  <c:v>289</c:v>
                </c:pt>
                <c:pt idx="5720">
                  <c:v>156</c:v>
                </c:pt>
                <c:pt idx="5721">
                  <c:v>127</c:v>
                </c:pt>
                <c:pt idx="5722">
                  <c:v>179</c:v>
                </c:pt>
                <c:pt idx="5723">
                  <c:v>114</c:v>
                </c:pt>
                <c:pt idx="5724">
                  <c:v>91</c:v>
                </c:pt>
                <c:pt idx="5725">
                  <c:v>184</c:v>
                </c:pt>
                <c:pt idx="5726">
                  <c:v>128</c:v>
                </c:pt>
                <c:pt idx="5727">
                  <c:v>447</c:v>
                </c:pt>
                <c:pt idx="5728">
                  <c:v>550</c:v>
                </c:pt>
                <c:pt idx="5729">
                  <c:v>105</c:v>
                </c:pt>
                <c:pt idx="5730">
                  <c:v>405</c:v>
                </c:pt>
                <c:pt idx="5731">
                  <c:v>502</c:v>
                </c:pt>
                <c:pt idx="5732">
                  <c:v>156</c:v>
                </c:pt>
                <c:pt idx="5733">
                  <c:v>501</c:v>
                </c:pt>
                <c:pt idx="5734">
                  <c:v>699</c:v>
                </c:pt>
                <c:pt idx="5735">
                  <c:v>189</c:v>
                </c:pt>
                <c:pt idx="5736">
                  <c:v>163</c:v>
                </c:pt>
                <c:pt idx="5737">
                  <c:v>107</c:v>
                </c:pt>
                <c:pt idx="5738">
                  <c:v>132</c:v>
                </c:pt>
                <c:pt idx="5739">
                  <c:v>86</c:v>
                </c:pt>
                <c:pt idx="5740">
                  <c:v>462</c:v>
                </c:pt>
                <c:pt idx="5741">
                  <c:v>126</c:v>
                </c:pt>
                <c:pt idx="5742">
                  <c:v>543</c:v>
                </c:pt>
                <c:pt idx="5743">
                  <c:v>125</c:v>
                </c:pt>
                <c:pt idx="5744">
                  <c:v>651</c:v>
                </c:pt>
                <c:pt idx="5745">
                  <c:v>381</c:v>
                </c:pt>
                <c:pt idx="5746">
                  <c:v>333</c:v>
                </c:pt>
                <c:pt idx="5747">
                  <c:v>161</c:v>
                </c:pt>
                <c:pt idx="5748">
                  <c:v>137</c:v>
                </c:pt>
                <c:pt idx="5749">
                  <c:v>97</c:v>
                </c:pt>
                <c:pt idx="5750">
                  <c:v>161</c:v>
                </c:pt>
                <c:pt idx="5751">
                  <c:v>327</c:v>
                </c:pt>
                <c:pt idx="5752">
                  <c:v>139</c:v>
                </c:pt>
                <c:pt idx="5753">
                  <c:v>96</c:v>
                </c:pt>
                <c:pt idx="5754">
                  <c:v>205</c:v>
                </c:pt>
                <c:pt idx="5755">
                  <c:v>169</c:v>
                </c:pt>
                <c:pt idx="5756">
                  <c:v>505</c:v>
                </c:pt>
                <c:pt idx="5757">
                  <c:v>662</c:v>
                </c:pt>
                <c:pt idx="5758">
                  <c:v>202</c:v>
                </c:pt>
                <c:pt idx="5759">
                  <c:v>207</c:v>
                </c:pt>
                <c:pt idx="5760">
                  <c:v>427</c:v>
                </c:pt>
                <c:pt idx="5761">
                  <c:v>155</c:v>
                </c:pt>
                <c:pt idx="5762">
                  <c:v>128</c:v>
                </c:pt>
                <c:pt idx="5763">
                  <c:v>271</c:v>
                </c:pt>
                <c:pt idx="5764">
                  <c:v>173</c:v>
                </c:pt>
                <c:pt idx="5765">
                  <c:v>154</c:v>
                </c:pt>
                <c:pt idx="5766">
                  <c:v>237</c:v>
                </c:pt>
                <c:pt idx="5767">
                  <c:v>209</c:v>
                </c:pt>
                <c:pt idx="5768">
                  <c:v>103</c:v>
                </c:pt>
                <c:pt idx="5769">
                  <c:v>218</c:v>
                </c:pt>
                <c:pt idx="5770">
                  <c:v>134</c:v>
                </c:pt>
                <c:pt idx="5771">
                  <c:v>223</c:v>
                </c:pt>
                <c:pt idx="5772">
                  <c:v>120</c:v>
                </c:pt>
                <c:pt idx="5773">
                  <c:v>222</c:v>
                </c:pt>
                <c:pt idx="5774">
                  <c:v>433</c:v>
                </c:pt>
                <c:pt idx="5775">
                  <c:v>98</c:v>
                </c:pt>
                <c:pt idx="5776">
                  <c:v>152</c:v>
                </c:pt>
                <c:pt idx="5777">
                  <c:v>105</c:v>
                </c:pt>
                <c:pt idx="5778">
                  <c:v>112</c:v>
                </c:pt>
                <c:pt idx="5779">
                  <c:v>201</c:v>
                </c:pt>
                <c:pt idx="5780">
                  <c:v>436</c:v>
                </c:pt>
                <c:pt idx="5781">
                  <c:v>104</c:v>
                </c:pt>
                <c:pt idx="5782">
                  <c:v>467</c:v>
                </c:pt>
                <c:pt idx="5783">
                  <c:v>174</c:v>
                </c:pt>
                <c:pt idx="5784">
                  <c:v>121</c:v>
                </c:pt>
                <c:pt idx="5785">
                  <c:v>140</c:v>
                </c:pt>
                <c:pt idx="5786">
                  <c:v>94</c:v>
                </c:pt>
                <c:pt idx="5787">
                  <c:v>521</c:v>
                </c:pt>
                <c:pt idx="5788">
                  <c:v>616</c:v>
                </c:pt>
                <c:pt idx="5789">
                  <c:v>183</c:v>
                </c:pt>
                <c:pt idx="5790">
                  <c:v>113</c:v>
                </c:pt>
                <c:pt idx="5791">
                  <c:v>494</c:v>
                </c:pt>
                <c:pt idx="5792">
                  <c:v>130</c:v>
                </c:pt>
                <c:pt idx="5793">
                  <c:v>109</c:v>
                </c:pt>
                <c:pt idx="5794">
                  <c:v>215</c:v>
                </c:pt>
                <c:pt idx="5795">
                  <c:v>92</c:v>
                </c:pt>
                <c:pt idx="5796">
                  <c:v>513</c:v>
                </c:pt>
                <c:pt idx="5797">
                  <c:v>740</c:v>
                </c:pt>
                <c:pt idx="5798">
                  <c:v>619</c:v>
                </c:pt>
                <c:pt idx="5799">
                  <c:v>101</c:v>
                </c:pt>
                <c:pt idx="5800">
                  <c:v>311</c:v>
                </c:pt>
                <c:pt idx="5801">
                  <c:v>249</c:v>
                </c:pt>
                <c:pt idx="5802">
                  <c:v>125</c:v>
                </c:pt>
                <c:pt idx="5803">
                  <c:v>98</c:v>
                </c:pt>
                <c:pt idx="5804">
                  <c:v>180</c:v>
                </c:pt>
                <c:pt idx="5805">
                  <c:v>140</c:v>
                </c:pt>
                <c:pt idx="5806">
                  <c:v>168</c:v>
                </c:pt>
                <c:pt idx="5807">
                  <c:v>219</c:v>
                </c:pt>
                <c:pt idx="5808">
                  <c:v>175</c:v>
                </c:pt>
                <c:pt idx="5809">
                  <c:v>561</c:v>
                </c:pt>
                <c:pt idx="5810">
                  <c:v>395</c:v>
                </c:pt>
                <c:pt idx="5811">
                  <c:v>74</c:v>
                </c:pt>
                <c:pt idx="5812">
                  <c:v>173</c:v>
                </c:pt>
                <c:pt idx="5813">
                  <c:v>351</c:v>
                </c:pt>
                <c:pt idx="5814">
                  <c:v>114</c:v>
                </c:pt>
                <c:pt idx="5815">
                  <c:v>181</c:v>
                </c:pt>
                <c:pt idx="5816">
                  <c:v>121</c:v>
                </c:pt>
                <c:pt idx="5817">
                  <c:v>311</c:v>
                </c:pt>
                <c:pt idx="5818">
                  <c:v>267</c:v>
                </c:pt>
                <c:pt idx="5819">
                  <c:v>391</c:v>
                </c:pt>
                <c:pt idx="5820">
                  <c:v>108</c:v>
                </c:pt>
                <c:pt idx="5821">
                  <c:v>55</c:v>
                </c:pt>
                <c:pt idx="5822">
                  <c:v>272</c:v>
                </c:pt>
                <c:pt idx="5823">
                  <c:v>185</c:v>
                </c:pt>
                <c:pt idx="5824">
                  <c:v>177</c:v>
                </c:pt>
                <c:pt idx="5825">
                  <c:v>164</c:v>
                </c:pt>
                <c:pt idx="5826">
                  <c:v>132</c:v>
                </c:pt>
                <c:pt idx="5827">
                  <c:v>243</c:v>
                </c:pt>
                <c:pt idx="5828">
                  <c:v>277</c:v>
                </c:pt>
                <c:pt idx="5829">
                  <c:v>102</c:v>
                </c:pt>
                <c:pt idx="5830">
                  <c:v>138</c:v>
                </c:pt>
                <c:pt idx="5831">
                  <c:v>342</c:v>
                </c:pt>
                <c:pt idx="5832">
                  <c:v>516</c:v>
                </c:pt>
                <c:pt idx="5833">
                  <c:v>118</c:v>
                </c:pt>
                <c:pt idx="5834">
                  <c:v>93</c:v>
                </c:pt>
                <c:pt idx="5835">
                  <c:v>600</c:v>
                </c:pt>
                <c:pt idx="5836">
                  <c:v>158</c:v>
                </c:pt>
                <c:pt idx="5837">
                  <c:v>113</c:v>
                </c:pt>
                <c:pt idx="5838">
                  <c:v>167</c:v>
                </c:pt>
                <c:pt idx="5839">
                  <c:v>127</c:v>
                </c:pt>
                <c:pt idx="5840">
                  <c:v>691</c:v>
                </c:pt>
                <c:pt idx="5841">
                  <c:v>118</c:v>
                </c:pt>
                <c:pt idx="5842">
                  <c:v>247</c:v>
                </c:pt>
                <c:pt idx="5843">
                  <c:v>156</c:v>
                </c:pt>
                <c:pt idx="5844">
                  <c:v>138</c:v>
                </c:pt>
                <c:pt idx="5845">
                  <c:v>346</c:v>
                </c:pt>
                <c:pt idx="5846">
                  <c:v>147</c:v>
                </c:pt>
                <c:pt idx="5847">
                  <c:v>129</c:v>
                </c:pt>
                <c:pt idx="5848">
                  <c:v>199</c:v>
                </c:pt>
                <c:pt idx="5849">
                  <c:v>503</c:v>
                </c:pt>
                <c:pt idx="5850">
                  <c:v>252</c:v>
                </c:pt>
                <c:pt idx="5851">
                  <c:v>150</c:v>
                </c:pt>
                <c:pt idx="5852">
                  <c:v>184</c:v>
                </c:pt>
                <c:pt idx="5853">
                  <c:v>170</c:v>
                </c:pt>
                <c:pt idx="5854">
                  <c:v>118</c:v>
                </c:pt>
                <c:pt idx="5855">
                  <c:v>155</c:v>
                </c:pt>
                <c:pt idx="5856">
                  <c:v>326</c:v>
                </c:pt>
                <c:pt idx="5857">
                  <c:v>86</c:v>
                </c:pt>
                <c:pt idx="5858">
                  <c:v>447</c:v>
                </c:pt>
                <c:pt idx="5859">
                  <c:v>140</c:v>
                </c:pt>
                <c:pt idx="5860">
                  <c:v>173</c:v>
                </c:pt>
                <c:pt idx="5861">
                  <c:v>139</c:v>
                </c:pt>
                <c:pt idx="5862">
                  <c:v>257</c:v>
                </c:pt>
                <c:pt idx="5863">
                  <c:v>130</c:v>
                </c:pt>
                <c:pt idx="5864">
                  <c:v>255</c:v>
                </c:pt>
                <c:pt idx="5865">
                  <c:v>531</c:v>
                </c:pt>
                <c:pt idx="5866">
                  <c:v>249</c:v>
                </c:pt>
                <c:pt idx="5867">
                  <c:v>656</c:v>
                </c:pt>
                <c:pt idx="5868">
                  <c:v>122</c:v>
                </c:pt>
                <c:pt idx="5869">
                  <c:v>171</c:v>
                </c:pt>
                <c:pt idx="5870">
                  <c:v>26</c:v>
                </c:pt>
                <c:pt idx="5871">
                  <c:v>390</c:v>
                </c:pt>
                <c:pt idx="5872">
                  <c:v>202</c:v>
                </c:pt>
                <c:pt idx="5873">
                  <c:v>164</c:v>
                </c:pt>
                <c:pt idx="5874">
                  <c:v>103</c:v>
                </c:pt>
                <c:pt idx="5875">
                  <c:v>237</c:v>
                </c:pt>
                <c:pt idx="5876">
                  <c:v>95</c:v>
                </c:pt>
                <c:pt idx="5877">
                  <c:v>181</c:v>
                </c:pt>
                <c:pt idx="5878">
                  <c:v>484</c:v>
                </c:pt>
                <c:pt idx="5879">
                  <c:v>522</c:v>
                </c:pt>
                <c:pt idx="5880">
                  <c:v>122</c:v>
                </c:pt>
                <c:pt idx="5881">
                  <c:v>133</c:v>
                </c:pt>
                <c:pt idx="5882">
                  <c:v>93</c:v>
                </c:pt>
                <c:pt idx="5883">
                  <c:v>606</c:v>
                </c:pt>
                <c:pt idx="5884">
                  <c:v>136</c:v>
                </c:pt>
                <c:pt idx="5885">
                  <c:v>219</c:v>
                </c:pt>
                <c:pt idx="5886">
                  <c:v>130</c:v>
                </c:pt>
                <c:pt idx="5887">
                  <c:v>184</c:v>
                </c:pt>
                <c:pt idx="5888">
                  <c:v>525</c:v>
                </c:pt>
                <c:pt idx="5889">
                  <c:v>130</c:v>
                </c:pt>
                <c:pt idx="5890">
                  <c:v>124</c:v>
                </c:pt>
                <c:pt idx="5891">
                  <c:v>97</c:v>
                </c:pt>
                <c:pt idx="5892">
                  <c:v>426</c:v>
                </c:pt>
                <c:pt idx="5893">
                  <c:v>424</c:v>
                </c:pt>
                <c:pt idx="5894">
                  <c:v>157</c:v>
                </c:pt>
                <c:pt idx="5895">
                  <c:v>129</c:v>
                </c:pt>
                <c:pt idx="5896">
                  <c:v>216</c:v>
                </c:pt>
                <c:pt idx="5897">
                  <c:v>135</c:v>
                </c:pt>
                <c:pt idx="5898">
                  <c:v>104</c:v>
                </c:pt>
                <c:pt idx="5899">
                  <c:v>99</c:v>
                </c:pt>
                <c:pt idx="5900">
                  <c:v>347</c:v>
                </c:pt>
                <c:pt idx="5901">
                  <c:v>225</c:v>
                </c:pt>
                <c:pt idx="5902">
                  <c:v>149</c:v>
                </c:pt>
                <c:pt idx="5903">
                  <c:v>168</c:v>
                </c:pt>
                <c:pt idx="5904">
                  <c:v>243</c:v>
                </c:pt>
                <c:pt idx="5905">
                  <c:v>196</c:v>
                </c:pt>
                <c:pt idx="5906">
                  <c:v>117</c:v>
                </c:pt>
                <c:pt idx="5907">
                  <c:v>79</c:v>
                </c:pt>
                <c:pt idx="5908">
                  <c:v>187</c:v>
                </c:pt>
                <c:pt idx="5909">
                  <c:v>124</c:v>
                </c:pt>
                <c:pt idx="5910">
                  <c:v>114</c:v>
                </c:pt>
                <c:pt idx="5911">
                  <c:v>134</c:v>
                </c:pt>
                <c:pt idx="5912">
                  <c:v>108</c:v>
                </c:pt>
                <c:pt idx="5913">
                  <c:v>163</c:v>
                </c:pt>
                <c:pt idx="5914">
                  <c:v>614</c:v>
                </c:pt>
                <c:pt idx="5915">
                  <c:v>178</c:v>
                </c:pt>
                <c:pt idx="5916">
                  <c:v>89</c:v>
                </c:pt>
                <c:pt idx="5917">
                  <c:v>151</c:v>
                </c:pt>
                <c:pt idx="5918">
                  <c:v>151</c:v>
                </c:pt>
                <c:pt idx="5919">
                  <c:v>148</c:v>
                </c:pt>
                <c:pt idx="5920">
                  <c:v>124</c:v>
                </c:pt>
                <c:pt idx="5921">
                  <c:v>372</c:v>
                </c:pt>
                <c:pt idx="5922">
                  <c:v>194</c:v>
                </c:pt>
                <c:pt idx="5923">
                  <c:v>129</c:v>
                </c:pt>
                <c:pt idx="5924">
                  <c:v>166</c:v>
                </c:pt>
                <c:pt idx="5925">
                  <c:v>166</c:v>
                </c:pt>
                <c:pt idx="5926">
                  <c:v>112</c:v>
                </c:pt>
                <c:pt idx="5927">
                  <c:v>114</c:v>
                </c:pt>
                <c:pt idx="5928">
                  <c:v>413</c:v>
                </c:pt>
                <c:pt idx="5929">
                  <c:v>436</c:v>
                </c:pt>
                <c:pt idx="5930">
                  <c:v>132</c:v>
                </c:pt>
                <c:pt idx="5931">
                  <c:v>474</c:v>
                </c:pt>
                <c:pt idx="5932">
                  <c:v>199</c:v>
                </c:pt>
                <c:pt idx="5933">
                  <c:v>398</c:v>
                </c:pt>
                <c:pt idx="5934">
                  <c:v>129</c:v>
                </c:pt>
                <c:pt idx="5935">
                  <c:v>138</c:v>
                </c:pt>
                <c:pt idx="5936">
                  <c:v>156</c:v>
                </c:pt>
                <c:pt idx="5937">
                  <c:v>213</c:v>
                </c:pt>
                <c:pt idx="5938">
                  <c:v>131</c:v>
                </c:pt>
                <c:pt idx="5939">
                  <c:v>121</c:v>
                </c:pt>
                <c:pt idx="5940">
                  <c:v>106</c:v>
                </c:pt>
                <c:pt idx="5941">
                  <c:v>520</c:v>
                </c:pt>
                <c:pt idx="5942">
                  <c:v>117</c:v>
                </c:pt>
                <c:pt idx="5943">
                  <c:v>348</c:v>
                </c:pt>
                <c:pt idx="5944">
                  <c:v>517</c:v>
                </c:pt>
                <c:pt idx="5945">
                  <c:v>169</c:v>
                </c:pt>
                <c:pt idx="5946">
                  <c:v>139</c:v>
                </c:pt>
                <c:pt idx="5947">
                  <c:v>126</c:v>
                </c:pt>
                <c:pt idx="5948">
                  <c:v>84</c:v>
                </c:pt>
                <c:pt idx="5949">
                  <c:v>147</c:v>
                </c:pt>
                <c:pt idx="5950">
                  <c:v>59</c:v>
                </c:pt>
                <c:pt idx="5951">
                  <c:v>133</c:v>
                </c:pt>
                <c:pt idx="5952">
                  <c:v>739</c:v>
                </c:pt>
                <c:pt idx="5953">
                  <c:v>72</c:v>
                </c:pt>
                <c:pt idx="5954">
                  <c:v>137</c:v>
                </c:pt>
                <c:pt idx="5955">
                  <c:v>145</c:v>
                </c:pt>
                <c:pt idx="5956">
                  <c:v>258</c:v>
                </c:pt>
                <c:pt idx="5957">
                  <c:v>168</c:v>
                </c:pt>
                <c:pt idx="5958">
                  <c:v>304</c:v>
                </c:pt>
                <c:pt idx="5959">
                  <c:v>749</c:v>
                </c:pt>
                <c:pt idx="5960">
                  <c:v>432</c:v>
                </c:pt>
                <c:pt idx="5961">
                  <c:v>200</c:v>
                </c:pt>
                <c:pt idx="5962">
                  <c:v>129</c:v>
                </c:pt>
                <c:pt idx="5963">
                  <c:v>134</c:v>
                </c:pt>
                <c:pt idx="5964">
                  <c:v>163</c:v>
                </c:pt>
                <c:pt idx="5965">
                  <c:v>156</c:v>
                </c:pt>
                <c:pt idx="5966">
                  <c:v>133</c:v>
                </c:pt>
                <c:pt idx="5967">
                  <c:v>434</c:v>
                </c:pt>
                <c:pt idx="5968">
                  <c:v>219</c:v>
                </c:pt>
                <c:pt idx="5969">
                  <c:v>423</c:v>
                </c:pt>
                <c:pt idx="5970">
                  <c:v>320</c:v>
                </c:pt>
                <c:pt idx="5971">
                  <c:v>76</c:v>
                </c:pt>
                <c:pt idx="5972">
                  <c:v>174</c:v>
                </c:pt>
                <c:pt idx="5973">
                  <c:v>189</c:v>
                </c:pt>
                <c:pt idx="5974">
                  <c:v>65</c:v>
                </c:pt>
                <c:pt idx="5975">
                  <c:v>336</c:v>
                </c:pt>
                <c:pt idx="5976">
                  <c:v>115</c:v>
                </c:pt>
                <c:pt idx="5977">
                  <c:v>297</c:v>
                </c:pt>
                <c:pt idx="5978">
                  <c:v>195</c:v>
                </c:pt>
                <c:pt idx="5979">
                  <c:v>308</c:v>
                </c:pt>
                <c:pt idx="5980">
                  <c:v>43</c:v>
                </c:pt>
                <c:pt idx="5981">
                  <c:v>198</c:v>
                </c:pt>
                <c:pt idx="5982">
                  <c:v>114</c:v>
                </c:pt>
                <c:pt idx="5983">
                  <c:v>331</c:v>
                </c:pt>
                <c:pt idx="5984">
                  <c:v>185</c:v>
                </c:pt>
                <c:pt idx="5985">
                  <c:v>155</c:v>
                </c:pt>
                <c:pt idx="5986">
                  <c:v>126</c:v>
                </c:pt>
                <c:pt idx="5987">
                  <c:v>302</c:v>
                </c:pt>
                <c:pt idx="5988">
                  <c:v>1</c:v>
                </c:pt>
                <c:pt idx="5989">
                  <c:v>87</c:v>
                </c:pt>
                <c:pt idx="5990">
                  <c:v>93</c:v>
                </c:pt>
                <c:pt idx="5991">
                  <c:v>419</c:v>
                </c:pt>
                <c:pt idx="5992">
                  <c:v>704</c:v>
                </c:pt>
                <c:pt idx="5993">
                  <c:v>146</c:v>
                </c:pt>
                <c:pt idx="5994">
                  <c:v>395</c:v>
                </c:pt>
                <c:pt idx="5995">
                  <c:v>302</c:v>
                </c:pt>
                <c:pt idx="5996">
                  <c:v>171</c:v>
                </c:pt>
                <c:pt idx="5997">
                  <c:v>203</c:v>
                </c:pt>
                <c:pt idx="5998">
                  <c:v>280</c:v>
                </c:pt>
                <c:pt idx="5999">
                  <c:v>580</c:v>
                </c:pt>
                <c:pt idx="6000">
                  <c:v>684</c:v>
                </c:pt>
                <c:pt idx="6001">
                  <c:v>210</c:v>
                </c:pt>
                <c:pt idx="6002">
                  <c:v>83</c:v>
                </c:pt>
                <c:pt idx="6003">
                  <c:v>65</c:v>
                </c:pt>
                <c:pt idx="6004">
                  <c:v>240</c:v>
                </c:pt>
                <c:pt idx="6005">
                  <c:v>742</c:v>
                </c:pt>
                <c:pt idx="6006">
                  <c:v>57</c:v>
                </c:pt>
                <c:pt idx="6007">
                  <c:v>634</c:v>
                </c:pt>
                <c:pt idx="6008">
                  <c:v>290</c:v>
                </c:pt>
                <c:pt idx="6009">
                  <c:v>120</c:v>
                </c:pt>
                <c:pt idx="6010">
                  <c:v>309</c:v>
                </c:pt>
                <c:pt idx="6011">
                  <c:v>287</c:v>
                </c:pt>
                <c:pt idx="6012">
                  <c:v>379</c:v>
                </c:pt>
                <c:pt idx="6013">
                  <c:v>636</c:v>
                </c:pt>
                <c:pt idx="6014">
                  <c:v>179</c:v>
                </c:pt>
                <c:pt idx="6015">
                  <c:v>161</c:v>
                </c:pt>
                <c:pt idx="6016">
                  <c:v>256</c:v>
                </c:pt>
                <c:pt idx="6017">
                  <c:v>110</c:v>
                </c:pt>
                <c:pt idx="6018">
                  <c:v>107</c:v>
                </c:pt>
                <c:pt idx="6019">
                  <c:v>1</c:v>
                </c:pt>
                <c:pt idx="6020">
                  <c:v>269</c:v>
                </c:pt>
                <c:pt idx="6021">
                  <c:v>561</c:v>
                </c:pt>
                <c:pt idx="6022">
                  <c:v>265</c:v>
                </c:pt>
                <c:pt idx="6023">
                  <c:v>194</c:v>
                </c:pt>
                <c:pt idx="6024">
                  <c:v>215</c:v>
                </c:pt>
                <c:pt idx="6025">
                  <c:v>350</c:v>
                </c:pt>
                <c:pt idx="6026">
                  <c:v>213</c:v>
                </c:pt>
                <c:pt idx="6027">
                  <c:v>155</c:v>
                </c:pt>
                <c:pt idx="6028">
                  <c:v>166</c:v>
                </c:pt>
                <c:pt idx="6029">
                  <c:v>154</c:v>
                </c:pt>
                <c:pt idx="6030">
                  <c:v>99</c:v>
                </c:pt>
                <c:pt idx="6031">
                  <c:v>104</c:v>
                </c:pt>
                <c:pt idx="6032">
                  <c:v>125</c:v>
                </c:pt>
                <c:pt idx="6033">
                  <c:v>110</c:v>
                </c:pt>
                <c:pt idx="6034">
                  <c:v>95</c:v>
                </c:pt>
                <c:pt idx="6035">
                  <c:v>141</c:v>
                </c:pt>
                <c:pt idx="6036">
                  <c:v>112</c:v>
                </c:pt>
                <c:pt idx="6037">
                  <c:v>170</c:v>
                </c:pt>
                <c:pt idx="6038">
                  <c:v>214</c:v>
                </c:pt>
                <c:pt idx="6039">
                  <c:v>283</c:v>
                </c:pt>
                <c:pt idx="6040">
                  <c:v>87</c:v>
                </c:pt>
                <c:pt idx="6041">
                  <c:v>212</c:v>
                </c:pt>
                <c:pt idx="6042">
                  <c:v>108</c:v>
                </c:pt>
                <c:pt idx="6043">
                  <c:v>350</c:v>
                </c:pt>
                <c:pt idx="6044">
                  <c:v>121</c:v>
                </c:pt>
                <c:pt idx="6045">
                  <c:v>163</c:v>
                </c:pt>
                <c:pt idx="6046">
                  <c:v>229</c:v>
                </c:pt>
                <c:pt idx="6047">
                  <c:v>356</c:v>
                </c:pt>
                <c:pt idx="6048">
                  <c:v>151</c:v>
                </c:pt>
                <c:pt idx="6049">
                  <c:v>191</c:v>
                </c:pt>
                <c:pt idx="6050">
                  <c:v>181</c:v>
                </c:pt>
                <c:pt idx="6051">
                  <c:v>128</c:v>
                </c:pt>
                <c:pt idx="6052">
                  <c:v>250</c:v>
                </c:pt>
                <c:pt idx="6053">
                  <c:v>146</c:v>
                </c:pt>
                <c:pt idx="6054">
                  <c:v>79</c:v>
                </c:pt>
                <c:pt idx="6055">
                  <c:v>257</c:v>
                </c:pt>
                <c:pt idx="6056">
                  <c:v>417</c:v>
                </c:pt>
                <c:pt idx="6057">
                  <c:v>162</c:v>
                </c:pt>
                <c:pt idx="6058">
                  <c:v>634</c:v>
                </c:pt>
                <c:pt idx="6059">
                  <c:v>245</c:v>
                </c:pt>
                <c:pt idx="6060">
                  <c:v>622</c:v>
                </c:pt>
                <c:pt idx="6061">
                  <c:v>153</c:v>
                </c:pt>
                <c:pt idx="6062">
                  <c:v>111</c:v>
                </c:pt>
                <c:pt idx="6063">
                  <c:v>349</c:v>
                </c:pt>
                <c:pt idx="6064">
                  <c:v>232</c:v>
                </c:pt>
                <c:pt idx="6065">
                  <c:v>150</c:v>
                </c:pt>
                <c:pt idx="6066">
                  <c:v>256</c:v>
                </c:pt>
                <c:pt idx="6067">
                  <c:v>79</c:v>
                </c:pt>
                <c:pt idx="6068">
                  <c:v>192</c:v>
                </c:pt>
                <c:pt idx="6069">
                  <c:v>96</c:v>
                </c:pt>
                <c:pt idx="6070">
                  <c:v>146</c:v>
                </c:pt>
                <c:pt idx="6071">
                  <c:v>118</c:v>
                </c:pt>
                <c:pt idx="6072">
                  <c:v>399</c:v>
                </c:pt>
                <c:pt idx="6073">
                  <c:v>148</c:v>
                </c:pt>
                <c:pt idx="6074">
                  <c:v>105</c:v>
                </c:pt>
                <c:pt idx="6075">
                  <c:v>174</c:v>
                </c:pt>
                <c:pt idx="6076">
                  <c:v>266</c:v>
                </c:pt>
                <c:pt idx="6077">
                  <c:v>266</c:v>
                </c:pt>
                <c:pt idx="6078">
                  <c:v>140</c:v>
                </c:pt>
                <c:pt idx="6079">
                  <c:v>369</c:v>
                </c:pt>
                <c:pt idx="6080">
                  <c:v>454</c:v>
                </c:pt>
                <c:pt idx="6081">
                  <c:v>196</c:v>
                </c:pt>
                <c:pt idx="6082">
                  <c:v>123</c:v>
                </c:pt>
                <c:pt idx="6083">
                  <c:v>100</c:v>
                </c:pt>
                <c:pt idx="6084">
                  <c:v>410</c:v>
                </c:pt>
                <c:pt idx="6085">
                  <c:v>447</c:v>
                </c:pt>
                <c:pt idx="6086">
                  <c:v>161</c:v>
                </c:pt>
                <c:pt idx="6087">
                  <c:v>127</c:v>
                </c:pt>
                <c:pt idx="6088">
                  <c:v>228</c:v>
                </c:pt>
                <c:pt idx="6089">
                  <c:v>315</c:v>
                </c:pt>
                <c:pt idx="6090">
                  <c:v>258</c:v>
                </c:pt>
                <c:pt idx="6091">
                  <c:v>186</c:v>
                </c:pt>
                <c:pt idx="6092">
                  <c:v>119</c:v>
                </c:pt>
                <c:pt idx="6093">
                  <c:v>142</c:v>
                </c:pt>
                <c:pt idx="6094">
                  <c:v>744</c:v>
                </c:pt>
                <c:pt idx="6095">
                  <c:v>256</c:v>
                </c:pt>
                <c:pt idx="6096">
                  <c:v>108</c:v>
                </c:pt>
                <c:pt idx="6097">
                  <c:v>120</c:v>
                </c:pt>
                <c:pt idx="6098">
                  <c:v>131</c:v>
                </c:pt>
                <c:pt idx="6099">
                  <c:v>275</c:v>
                </c:pt>
                <c:pt idx="6100">
                  <c:v>94</c:v>
                </c:pt>
                <c:pt idx="6101">
                  <c:v>592</c:v>
                </c:pt>
                <c:pt idx="6102">
                  <c:v>429</c:v>
                </c:pt>
                <c:pt idx="6103">
                  <c:v>352</c:v>
                </c:pt>
                <c:pt idx="6104">
                  <c:v>271</c:v>
                </c:pt>
                <c:pt idx="6105">
                  <c:v>280</c:v>
                </c:pt>
                <c:pt idx="6106">
                  <c:v>245</c:v>
                </c:pt>
                <c:pt idx="6107">
                  <c:v>206</c:v>
                </c:pt>
                <c:pt idx="6108">
                  <c:v>168</c:v>
                </c:pt>
                <c:pt idx="6109">
                  <c:v>131</c:v>
                </c:pt>
                <c:pt idx="6110">
                  <c:v>137</c:v>
                </c:pt>
                <c:pt idx="6111">
                  <c:v>228</c:v>
                </c:pt>
                <c:pt idx="6112">
                  <c:v>147</c:v>
                </c:pt>
                <c:pt idx="6113">
                  <c:v>94</c:v>
                </c:pt>
                <c:pt idx="6114">
                  <c:v>212</c:v>
                </c:pt>
                <c:pt idx="6115">
                  <c:v>455</c:v>
                </c:pt>
                <c:pt idx="6116">
                  <c:v>119</c:v>
                </c:pt>
                <c:pt idx="6117">
                  <c:v>178</c:v>
                </c:pt>
                <c:pt idx="6118">
                  <c:v>162</c:v>
                </c:pt>
                <c:pt idx="6119">
                  <c:v>394</c:v>
                </c:pt>
                <c:pt idx="6120">
                  <c:v>291</c:v>
                </c:pt>
                <c:pt idx="6121">
                  <c:v>224</c:v>
                </c:pt>
                <c:pt idx="6122">
                  <c:v>161</c:v>
                </c:pt>
                <c:pt idx="6123">
                  <c:v>275</c:v>
                </c:pt>
                <c:pt idx="6124">
                  <c:v>633</c:v>
                </c:pt>
                <c:pt idx="6125">
                  <c:v>154</c:v>
                </c:pt>
                <c:pt idx="6126">
                  <c:v>382</c:v>
                </c:pt>
                <c:pt idx="6127">
                  <c:v>113</c:v>
                </c:pt>
                <c:pt idx="6128">
                  <c:v>481</c:v>
                </c:pt>
                <c:pt idx="6129">
                  <c:v>184</c:v>
                </c:pt>
                <c:pt idx="6130">
                  <c:v>494</c:v>
                </c:pt>
                <c:pt idx="6131">
                  <c:v>173</c:v>
                </c:pt>
                <c:pt idx="6132">
                  <c:v>87</c:v>
                </c:pt>
                <c:pt idx="6133">
                  <c:v>185</c:v>
                </c:pt>
                <c:pt idx="6134">
                  <c:v>233</c:v>
                </c:pt>
                <c:pt idx="6135">
                  <c:v>121</c:v>
                </c:pt>
                <c:pt idx="6136">
                  <c:v>123</c:v>
                </c:pt>
                <c:pt idx="6137">
                  <c:v>185</c:v>
                </c:pt>
                <c:pt idx="6138">
                  <c:v>49</c:v>
                </c:pt>
                <c:pt idx="6139">
                  <c:v>138</c:v>
                </c:pt>
                <c:pt idx="6140">
                  <c:v>147</c:v>
                </c:pt>
                <c:pt idx="6141">
                  <c:v>213</c:v>
                </c:pt>
                <c:pt idx="6142">
                  <c:v>143</c:v>
                </c:pt>
                <c:pt idx="6143">
                  <c:v>249</c:v>
                </c:pt>
                <c:pt idx="6144">
                  <c:v>94</c:v>
                </c:pt>
                <c:pt idx="6145">
                  <c:v>125</c:v>
                </c:pt>
                <c:pt idx="6146">
                  <c:v>137</c:v>
                </c:pt>
                <c:pt idx="6147">
                  <c:v>146</c:v>
                </c:pt>
                <c:pt idx="6148">
                  <c:v>157</c:v>
                </c:pt>
                <c:pt idx="6149">
                  <c:v>217</c:v>
                </c:pt>
                <c:pt idx="6150">
                  <c:v>162</c:v>
                </c:pt>
                <c:pt idx="6151">
                  <c:v>110</c:v>
                </c:pt>
                <c:pt idx="6152">
                  <c:v>87</c:v>
                </c:pt>
                <c:pt idx="6153">
                  <c:v>142</c:v>
                </c:pt>
                <c:pt idx="6154">
                  <c:v>98</c:v>
                </c:pt>
                <c:pt idx="6155">
                  <c:v>148</c:v>
                </c:pt>
                <c:pt idx="6156">
                  <c:v>208</c:v>
                </c:pt>
                <c:pt idx="6157">
                  <c:v>127</c:v>
                </c:pt>
                <c:pt idx="6158">
                  <c:v>217</c:v>
                </c:pt>
                <c:pt idx="6159">
                  <c:v>290</c:v>
                </c:pt>
                <c:pt idx="6160">
                  <c:v>150</c:v>
                </c:pt>
                <c:pt idx="6161">
                  <c:v>233</c:v>
                </c:pt>
                <c:pt idx="6162">
                  <c:v>146</c:v>
                </c:pt>
                <c:pt idx="6163">
                  <c:v>385</c:v>
                </c:pt>
                <c:pt idx="6164">
                  <c:v>263</c:v>
                </c:pt>
                <c:pt idx="6165">
                  <c:v>210</c:v>
                </c:pt>
                <c:pt idx="6166">
                  <c:v>102</c:v>
                </c:pt>
                <c:pt idx="6167">
                  <c:v>335</c:v>
                </c:pt>
                <c:pt idx="6168">
                  <c:v>373</c:v>
                </c:pt>
                <c:pt idx="6169">
                  <c:v>133</c:v>
                </c:pt>
                <c:pt idx="6170">
                  <c:v>75</c:v>
                </c:pt>
                <c:pt idx="6171">
                  <c:v>715</c:v>
                </c:pt>
                <c:pt idx="6172">
                  <c:v>123</c:v>
                </c:pt>
                <c:pt idx="6173">
                  <c:v>297</c:v>
                </c:pt>
                <c:pt idx="6174">
                  <c:v>597</c:v>
                </c:pt>
                <c:pt idx="6175">
                  <c:v>379</c:v>
                </c:pt>
                <c:pt idx="6176">
                  <c:v>735</c:v>
                </c:pt>
                <c:pt idx="6177">
                  <c:v>173</c:v>
                </c:pt>
                <c:pt idx="6178">
                  <c:v>183</c:v>
                </c:pt>
                <c:pt idx="6179">
                  <c:v>82</c:v>
                </c:pt>
                <c:pt idx="6180">
                  <c:v>121</c:v>
                </c:pt>
                <c:pt idx="6181">
                  <c:v>163</c:v>
                </c:pt>
                <c:pt idx="6182">
                  <c:v>148</c:v>
                </c:pt>
                <c:pt idx="6183">
                  <c:v>193</c:v>
                </c:pt>
                <c:pt idx="6184">
                  <c:v>159</c:v>
                </c:pt>
                <c:pt idx="6185">
                  <c:v>115</c:v>
                </c:pt>
                <c:pt idx="6186">
                  <c:v>223</c:v>
                </c:pt>
                <c:pt idx="6187">
                  <c:v>10</c:v>
                </c:pt>
                <c:pt idx="6188">
                  <c:v>312</c:v>
                </c:pt>
                <c:pt idx="6189">
                  <c:v>125</c:v>
                </c:pt>
                <c:pt idx="6190">
                  <c:v>114</c:v>
                </c:pt>
                <c:pt idx="6191">
                  <c:v>304</c:v>
                </c:pt>
                <c:pt idx="6192">
                  <c:v>68</c:v>
                </c:pt>
                <c:pt idx="6193">
                  <c:v>247</c:v>
                </c:pt>
                <c:pt idx="6194">
                  <c:v>130</c:v>
                </c:pt>
                <c:pt idx="6195">
                  <c:v>548</c:v>
                </c:pt>
                <c:pt idx="6196">
                  <c:v>280</c:v>
                </c:pt>
                <c:pt idx="6197">
                  <c:v>84</c:v>
                </c:pt>
                <c:pt idx="6198">
                  <c:v>729</c:v>
                </c:pt>
                <c:pt idx="6199">
                  <c:v>683</c:v>
                </c:pt>
                <c:pt idx="6200">
                  <c:v>141</c:v>
                </c:pt>
                <c:pt idx="6201">
                  <c:v>114</c:v>
                </c:pt>
                <c:pt idx="6202">
                  <c:v>261</c:v>
                </c:pt>
                <c:pt idx="6203">
                  <c:v>87</c:v>
                </c:pt>
                <c:pt idx="6204">
                  <c:v>108</c:v>
                </c:pt>
                <c:pt idx="6205">
                  <c:v>203</c:v>
                </c:pt>
                <c:pt idx="6206">
                  <c:v>371</c:v>
                </c:pt>
                <c:pt idx="6207">
                  <c:v>105</c:v>
                </c:pt>
                <c:pt idx="6208">
                  <c:v>145</c:v>
                </c:pt>
                <c:pt idx="6209">
                  <c:v>208</c:v>
                </c:pt>
                <c:pt idx="6210">
                  <c:v>154</c:v>
                </c:pt>
                <c:pt idx="6211">
                  <c:v>294</c:v>
                </c:pt>
                <c:pt idx="6212">
                  <c:v>149</c:v>
                </c:pt>
                <c:pt idx="6213">
                  <c:v>348</c:v>
                </c:pt>
                <c:pt idx="6214">
                  <c:v>345</c:v>
                </c:pt>
                <c:pt idx="6215">
                  <c:v>137</c:v>
                </c:pt>
                <c:pt idx="6216">
                  <c:v>181</c:v>
                </c:pt>
                <c:pt idx="6217">
                  <c:v>265</c:v>
                </c:pt>
                <c:pt idx="6218">
                  <c:v>700</c:v>
                </c:pt>
                <c:pt idx="6219">
                  <c:v>459</c:v>
                </c:pt>
                <c:pt idx="6220">
                  <c:v>146</c:v>
                </c:pt>
                <c:pt idx="6221">
                  <c:v>224</c:v>
                </c:pt>
                <c:pt idx="6222">
                  <c:v>746</c:v>
                </c:pt>
                <c:pt idx="6223">
                  <c:v>394</c:v>
                </c:pt>
                <c:pt idx="6224">
                  <c:v>487</c:v>
                </c:pt>
                <c:pt idx="6225">
                  <c:v>208</c:v>
                </c:pt>
                <c:pt idx="6226">
                  <c:v>80</c:v>
                </c:pt>
                <c:pt idx="6227">
                  <c:v>226</c:v>
                </c:pt>
                <c:pt idx="6228">
                  <c:v>232</c:v>
                </c:pt>
                <c:pt idx="6229">
                  <c:v>184</c:v>
                </c:pt>
                <c:pt idx="6230">
                  <c:v>130</c:v>
                </c:pt>
                <c:pt idx="6231">
                  <c:v>121</c:v>
                </c:pt>
                <c:pt idx="6232">
                  <c:v>571</c:v>
                </c:pt>
                <c:pt idx="6233">
                  <c:v>179</c:v>
                </c:pt>
                <c:pt idx="6234">
                  <c:v>133</c:v>
                </c:pt>
                <c:pt idx="6235">
                  <c:v>140</c:v>
                </c:pt>
                <c:pt idx="6236">
                  <c:v>128</c:v>
                </c:pt>
                <c:pt idx="6237">
                  <c:v>81</c:v>
                </c:pt>
                <c:pt idx="6238">
                  <c:v>118</c:v>
                </c:pt>
                <c:pt idx="6239">
                  <c:v>148</c:v>
                </c:pt>
                <c:pt idx="6240">
                  <c:v>158</c:v>
                </c:pt>
                <c:pt idx="6241">
                  <c:v>202</c:v>
                </c:pt>
                <c:pt idx="6242">
                  <c:v>163</c:v>
                </c:pt>
                <c:pt idx="6243">
                  <c:v>269</c:v>
                </c:pt>
                <c:pt idx="6244">
                  <c:v>79</c:v>
                </c:pt>
                <c:pt idx="6245">
                  <c:v>157</c:v>
                </c:pt>
                <c:pt idx="6246">
                  <c:v>536</c:v>
                </c:pt>
                <c:pt idx="6247">
                  <c:v>72</c:v>
                </c:pt>
                <c:pt idx="6248">
                  <c:v>257</c:v>
                </c:pt>
                <c:pt idx="6249">
                  <c:v>101</c:v>
                </c:pt>
                <c:pt idx="6250">
                  <c:v>95</c:v>
                </c:pt>
                <c:pt idx="6251">
                  <c:v>122</c:v>
                </c:pt>
                <c:pt idx="6252">
                  <c:v>322</c:v>
                </c:pt>
                <c:pt idx="6253">
                  <c:v>180</c:v>
                </c:pt>
                <c:pt idx="6254">
                  <c:v>114</c:v>
                </c:pt>
                <c:pt idx="6255">
                  <c:v>451</c:v>
                </c:pt>
                <c:pt idx="6256">
                  <c:v>422</c:v>
                </c:pt>
                <c:pt idx="6257">
                  <c:v>510</c:v>
                </c:pt>
                <c:pt idx="6258">
                  <c:v>149</c:v>
                </c:pt>
                <c:pt idx="6259">
                  <c:v>133</c:v>
                </c:pt>
                <c:pt idx="6260">
                  <c:v>110</c:v>
                </c:pt>
                <c:pt idx="6261">
                  <c:v>73</c:v>
                </c:pt>
                <c:pt idx="6262">
                  <c:v>381</c:v>
                </c:pt>
                <c:pt idx="6263">
                  <c:v>477</c:v>
                </c:pt>
                <c:pt idx="6264">
                  <c:v>388</c:v>
                </c:pt>
                <c:pt idx="6265">
                  <c:v>120</c:v>
                </c:pt>
                <c:pt idx="6266">
                  <c:v>382</c:v>
                </c:pt>
                <c:pt idx="6267">
                  <c:v>178</c:v>
                </c:pt>
                <c:pt idx="6268">
                  <c:v>250</c:v>
                </c:pt>
                <c:pt idx="6269">
                  <c:v>177</c:v>
                </c:pt>
                <c:pt idx="6270">
                  <c:v>248</c:v>
                </c:pt>
                <c:pt idx="6271">
                  <c:v>143</c:v>
                </c:pt>
                <c:pt idx="6272">
                  <c:v>502</c:v>
                </c:pt>
                <c:pt idx="6273">
                  <c:v>370</c:v>
                </c:pt>
                <c:pt idx="6274">
                  <c:v>186</c:v>
                </c:pt>
                <c:pt idx="6275">
                  <c:v>532</c:v>
                </c:pt>
                <c:pt idx="6276">
                  <c:v>150</c:v>
                </c:pt>
                <c:pt idx="6277">
                  <c:v>159</c:v>
                </c:pt>
                <c:pt idx="6278">
                  <c:v>353</c:v>
                </c:pt>
                <c:pt idx="6279">
                  <c:v>489</c:v>
                </c:pt>
                <c:pt idx="6280">
                  <c:v>145</c:v>
                </c:pt>
                <c:pt idx="6281">
                  <c:v>476</c:v>
                </c:pt>
                <c:pt idx="6282">
                  <c:v>110</c:v>
                </c:pt>
                <c:pt idx="6283">
                  <c:v>230</c:v>
                </c:pt>
                <c:pt idx="6284">
                  <c:v>386</c:v>
                </c:pt>
                <c:pt idx="6285">
                  <c:v>216</c:v>
                </c:pt>
                <c:pt idx="6286">
                  <c:v>358</c:v>
                </c:pt>
                <c:pt idx="6287">
                  <c:v>209</c:v>
                </c:pt>
                <c:pt idx="6288">
                  <c:v>152</c:v>
                </c:pt>
                <c:pt idx="6289">
                  <c:v>134</c:v>
                </c:pt>
                <c:pt idx="6290">
                  <c:v>231</c:v>
                </c:pt>
                <c:pt idx="6291">
                  <c:v>183</c:v>
                </c:pt>
                <c:pt idx="6292">
                  <c:v>62</c:v>
                </c:pt>
                <c:pt idx="6293">
                  <c:v>120</c:v>
                </c:pt>
                <c:pt idx="6294">
                  <c:v>221</c:v>
                </c:pt>
                <c:pt idx="6295">
                  <c:v>238</c:v>
                </c:pt>
                <c:pt idx="6296">
                  <c:v>335</c:v>
                </c:pt>
                <c:pt idx="6297">
                  <c:v>440</c:v>
                </c:pt>
                <c:pt idx="6298">
                  <c:v>145</c:v>
                </c:pt>
                <c:pt idx="6299">
                  <c:v>119</c:v>
                </c:pt>
                <c:pt idx="6300">
                  <c:v>154</c:v>
                </c:pt>
                <c:pt idx="6301">
                  <c:v>525</c:v>
                </c:pt>
                <c:pt idx="6302">
                  <c:v>183</c:v>
                </c:pt>
                <c:pt idx="6303">
                  <c:v>174</c:v>
                </c:pt>
                <c:pt idx="6304">
                  <c:v>141</c:v>
                </c:pt>
                <c:pt idx="6305">
                  <c:v>158</c:v>
                </c:pt>
                <c:pt idx="6306">
                  <c:v>230</c:v>
                </c:pt>
                <c:pt idx="6307">
                  <c:v>248</c:v>
                </c:pt>
                <c:pt idx="6308">
                  <c:v>201</c:v>
                </c:pt>
                <c:pt idx="6309">
                  <c:v>413</c:v>
                </c:pt>
                <c:pt idx="6310">
                  <c:v>137</c:v>
                </c:pt>
                <c:pt idx="6311">
                  <c:v>117</c:v>
                </c:pt>
                <c:pt idx="6312">
                  <c:v>425</c:v>
                </c:pt>
                <c:pt idx="6313">
                  <c:v>274</c:v>
                </c:pt>
                <c:pt idx="6314">
                  <c:v>177</c:v>
                </c:pt>
                <c:pt idx="6315">
                  <c:v>117</c:v>
                </c:pt>
                <c:pt idx="6316">
                  <c:v>162</c:v>
                </c:pt>
                <c:pt idx="6317">
                  <c:v>125</c:v>
                </c:pt>
                <c:pt idx="6318">
                  <c:v>188</c:v>
                </c:pt>
                <c:pt idx="6319">
                  <c:v>271</c:v>
                </c:pt>
                <c:pt idx="6320">
                  <c:v>161</c:v>
                </c:pt>
                <c:pt idx="6321">
                  <c:v>189</c:v>
                </c:pt>
                <c:pt idx="6322">
                  <c:v>148</c:v>
                </c:pt>
                <c:pt idx="6323">
                  <c:v>139</c:v>
                </c:pt>
                <c:pt idx="6324">
                  <c:v>73</c:v>
                </c:pt>
                <c:pt idx="6325">
                  <c:v>162</c:v>
                </c:pt>
                <c:pt idx="6326">
                  <c:v>198</c:v>
                </c:pt>
                <c:pt idx="6327">
                  <c:v>118</c:v>
                </c:pt>
                <c:pt idx="6328">
                  <c:v>181</c:v>
                </c:pt>
                <c:pt idx="6329">
                  <c:v>166</c:v>
                </c:pt>
                <c:pt idx="6330">
                  <c:v>264</c:v>
                </c:pt>
                <c:pt idx="6331">
                  <c:v>301</c:v>
                </c:pt>
                <c:pt idx="6332">
                  <c:v>194</c:v>
                </c:pt>
                <c:pt idx="6333">
                  <c:v>263</c:v>
                </c:pt>
                <c:pt idx="6334">
                  <c:v>509</c:v>
                </c:pt>
                <c:pt idx="6335">
                  <c:v>111</c:v>
                </c:pt>
                <c:pt idx="6336">
                  <c:v>118</c:v>
                </c:pt>
                <c:pt idx="6337">
                  <c:v>186</c:v>
                </c:pt>
                <c:pt idx="6338">
                  <c:v>109</c:v>
                </c:pt>
                <c:pt idx="6339">
                  <c:v>339</c:v>
                </c:pt>
                <c:pt idx="6340">
                  <c:v>64</c:v>
                </c:pt>
                <c:pt idx="6341">
                  <c:v>133</c:v>
                </c:pt>
                <c:pt idx="6342">
                  <c:v>94</c:v>
                </c:pt>
                <c:pt idx="6343">
                  <c:v>141</c:v>
                </c:pt>
                <c:pt idx="6344">
                  <c:v>235</c:v>
                </c:pt>
                <c:pt idx="6345">
                  <c:v>99</c:v>
                </c:pt>
                <c:pt idx="6346">
                  <c:v>163</c:v>
                </c:pt>
                <c:pt idx="6347">
                  <c:v>56</c:v>
                </c:pt>
                <c:pt idx="6348">
                  <c:v>322</c:v>
                </c:pt>
                <c:pt idx="6349">
                  <c:v>143</c:v>
                </c:pt>
                <c:pt idx="6350">
                  <c:v>172</c:v>
                </c:pt>
                <c:pt idx="6351">
                  <c:v>231</c:v>
                </c:pt>
                <c:pt idx="6352">
                  <c:v>259</c:v>
                </c:pt>
                <c:pt idx="6353">
                  <c:v>325</c:v>
                </c:pt>
                <c:pt idx="6354">
                  <c:v>151</c:v>
                </c:pt>
                <c:pt idx="6355">
                  <c:v>155</c:v>
                </c:pt>
                <c:pt idx="6356">
                  <c:v>200</c:v>
                </c:pt>
                <c:pt idx="6357">
                  <c:v>242</c:v>
                </c:pt>
                <c:pt idx="6358">
                  <c:v>185</c:v>
                </c:pt>
                <c:pt idx="6359">
                  <c:v>642</c:v>
                </c:pt>
                <c:pt idx="6360">
                  <c:v>133</c:v>
                </c:pt>
                <c:pt idx="6361">
                  <c:v>260</c:v>
                </c:pt>
                <c:pt idx="6362">
                  <c:v>242</c:v>
                </c:pt>
                <c:pt idx="6363">
                  <c:v>249</c:v>
                </c:pt>
                <c:pt idx="6364">
                  <c:v>234</c:v>
                </c:pt>
                <c:pt idx="6365">
                  <c:v>92</c:v>
                </c:pt>
                <c:pt idx="6366">
                  <c:v>183</c:v>
                </c:pt>
                <c:pt idx="6367">
                  <c:v>200</c:v>
                </c:pt>
                <c:pt idx="6368">
                  <c:v>654</c:v>
                </c:pt>
                <c:pt idx="6369">
                  <c:v>310</c:v>
                </c:pt>
                <c:pt idx="6370">
                  <c:v>333</c:v>
                </c:pt>
                <c:pt idx="6371">
                  <c:v>132</c:v>
                </c:pt>
                <c:pt idx="6372">
                  <c:v>137</c:v>
                </c:pt>
                <c:pt idx="6373">
                  <c:v>196</c:v>
                </c:pt>
                <c:pt idx="6374">
                  <c:v>120</c:v>
                </c:pt>
                <c:pt idx="6375">
                  <c:v>208</c:v>
                </c:pt>
                <c:pt idx="6376">
                  <c:v>115</c:v>
                </c:pt>
                <c:pt idx="6377">
                  <c:v>273</c:v>
                </c:pt>
                <c:pt idx="6378">
                  <c:v>152</c:v>
                </c:pt>
                <c:pt idx="6379">
                  <c:v>222</c:v>
                </c:pt>
                <c:pt idx="6380">
                  <c:v>211</c:v>
                </c:pt>
                <c:pt idx="6381">
                  <c:v>267</c:v>
                </c:pt>
                <c:pt idx="6382">
                  <c:v>152</c:v>
                </c:pt>
                <c:pt idx="6383">
                  <c:v>239</c:v>
                </c:pt>
                <c:pt idx="6384">
                  <c:v>209</c:v>
                </c:pt>
                <c:pt idx="6385">
                  <c:v>165</c:v>
                </c:pt>
                <c:pt idx="6386">
                  <c:v>154</c:v>
                </c:pt>
                <c:pt idx="6387">
                  <c:v>390</c:v>
                </c:pt>
                <c:pt idx="6388">
                  <c:v>540</c:v>
                </c:pt>
                <c:pt idx="6389">
                  <c:v>77</c:v>
                </c:pt>
                <c:pt idx="6390">
                  <c:v>246</c:v>
                </c:pt>
                <c:pt idx="6391">
                  <c:v>298</c:v>
                </c:pt>
                <c:pt idx="6392">
                  <c:v>267</c:v>
                </c:pt>
                <c:pt idx="6393">
                  <c:v>78</c:v>
                </c:pt>
                <c:pt idx="6394">
                  <c:v>210</c:v>
                </c:pt>
                <c:pt idx="6395">
                  <c:v>124</c:v>
                </c:pt>
                <c:pt idx="6396">
                  <c:v>209</c:v>
                </c:pt>
                <c:pt idx="6397">
                  <c:v>132</c:v>
                </c:pt>
                <c:pt idx="6398">
                  <c:v>276</c:v>
                </c:pt>
                <c:pt idx="6399">
                  <c:v>55</c:v>
                </c:pt>
                <c:pt idx="6400">
                  <c:v>179</c:v>
                </c:pt>
                <c:pt idx="6401">
                  <c:v>159</c:v>
                </c:pt>
                <c:pt idx="6402">
                  <c:v>90</c:v>
                </c:pt>
                <c:pt idx="6403">
                  <c:v>128</c:v>
                </c:pt>
                <c:pt idx="6404">
                  <c:v>487</c:v>
                </c:pt>
                <c:pt idx="6405">
                  <c:v>131</c:v>
                </c:pt>
                <c:pt idx="6406">
                  <c:v>132</c:v>
                </c:pt>
                <c:pt idx="6407">
                  <c:v>81</c:v>
                </c:pt>
                <c:pt idx="6408">
                  <c:v>48</c:v>
                </c:pt>
                <c:pt idx="6409">
                  <c:v>97</c:v>
                </c:pt>
                <c:pt idx="6410">
                  <c:v>106</c:v>
                </c:pt>
                <c:pt idx="6411">
                  <c:v>223</c:v>
                </c:pt>
                <c:pt idx="6412">
                  <c:v>200</c:v>
                </c:pt>
                <c:pt idx="6413">
                  <c:v>148</c:v>
                </c:pt>
                <c:pt idx="6414">
                  <c:v>144</c:v>
                </c:pt>
                <c:pt idx="6415">
                  <c:v>126</c:v>
                </c:pt>
                <c:pt idx="6416">
                  <c:v>121</c:v>
                </c:pt>
                <c:pt idx="6417">
                  <c:v>164</c:v>
                </c:pt>
                <c:pt idx="6418">
                  <c:v>144</c:v>
                </c:pt>
                <c:pt idx="6419">
                  <c:v>114</c:v>
                </c:pt>
                <c:pt idx="6420">
                  <c:v>71</c:v>
                </c:pt>
                <c:pt idx="6421">
                  <c:v>122</c:v>
                </c:pt>
                <c:pt idx="6422">
                  <c:v>210</c:v>
                </c:pt>
                <c:pt idx="6423">
                  <c:v>244</c:v>
                </c:pt>
                <c:pt idx="6424">
                  <c:v>414</c:v>
                </c:pt>
                <c:pt idx="6425">
                  <c:v>119</c:v>
                </c:pt>
                <c:pt idx="6426">
                  <c:v>749</c:v>
                </c:pt>
                <c:pt idx="6427">
                  <c:v>151</c:v>
                </c:pt>
                <c:pt idx="6428">
                  <c:v>283</c:v>
                </c:pt>
                <c:pt idx="6429">
                  <c:v>276</c:v>
                </c:pt>
                <c:pt idx="6430">
                  <c:v>344</c:v>
                </c:pt>
                <c:pt idx="6431">
                  <c:v>247</c:v>
                </c:pt>
                <c:pt idx="6432">
                  <c:v>60</c:v>
                </c:pt>
                <c:pt idx="6433">
                  <c:v>621</c:v>
                </c:pt>
                <c:pt idx="6434">
                  <c:v>150</c:v>
                </c:pt>
                <c:pt idx="6435">
                  <c:v>314</c:v>
                </c:pt>
                <c:pt idx="6436">
                  <c:v>153</c:v>
                </c:pt>
                <c:pt idx="6437">
                  <c:v>129</c:v>
                </c:pt>
                <c:pt idx="6438">
                  <c:v>175</c:v>
                </c:pt>
                <c:pt idx="6439">
                  <c:v>98</c:v>
                </c:pt>
                <c:pt idx="6440">
                  <c:v>315</c:v>
                </c:pt>
                <c:pt idx="6441">
                  <c:v>283</c:v>
                </c:pt>
                <c:pt idx="6442">
                  <c:v>511</c:v>
                </c:pt>
                <c:pt idx="6443">
                  <c:v>54</c:v>
                </c:pt>
                <c:pt idx="6444">
                  <c:v>146</c:v>
                </c:pt>
                <c:pt idx="6445">
                  <c:v>282</c:v>
                </c:pt>
                <c:pt idx="6446">
                  <c:v>106</c:v>
                </c:pt>
                <c:pt idx="6447">
                  <c:v>386</c:v>
                </c:pt>
                <c:pt idx="6448">
                  <c:v>127</c:v>
                </c:pt>
                <c:pt idx="6449">
                  <c:v>206</c:v>
                </c:pt>
                <c:pt idx="6450">
                  <c:v>147</c:v>
                </c:pt>
                <c:pt idx="6451">
                  <c:v>97</c:v>
                </c:pt>
                <c:pt idx="6452">
                  <c:v>243</c:v>
                </c:pt>
                <c:pt idx="6453">
                  <c:v>138</c:v>
                </c:pt>
                <c:pt idx="6454">
                  <c:v>102</c:v>
                </c:pt>
                <c:pt idx="6455">
                  <c:v>95</c:v>
                </c:pt>
                <c:pt idx="6456">
                  <c:v>191</c:v>
                </c:pt>
                <c:pt idx="6457">
                  <c:v>150</c:v>
                </c:pt>
                <c:pt idx="6458">
                  <c:v>125</c:v>
                </c:pt>
                <c:pt idx="6459">
                  <c:v>161</c:v>
                </c:pt>
                <c:pt idx="6460">
                  <c:v>168</c:v>
                </c:pt>
                <c:pt idx="6461">
                  <c:v>157</c:v>
                </c:pt>
                <c:pt idx="6462">
                  <c:v>237</c:v>
                </c:pt>
                <c:pt idx="6463">
                  <c:v>105</c:v>
                </c:pt>
                <c:pt idx="6464">
                  <c:v>131</c:v>
                </c:pt>
                <c:pt idx="6465">
                  <c:v>126</c:v>
                </c:pt>
                <c:pt idx="6466">
                  <c:v>128</c:v>
                </c:pt>
                <c:pt idx="6467">
                  <c:v>161</c:v>
                </c:pt>
                <c:pt idx="6468">
                  <c:v>166</c:v>
                </c:pt>
                <c:pt idx="6469">
                  <c:v>169</c:v>
                </c:pt>
                <c:pt idx="6470">
                  <c:v>250</c:v>
                </c:pt>
                <c:pt idx="6471">
                  <c:v>115</c:v>
                </c:pt>
                <c:pt idx="6472">
                  <c:v>224</c:v>
                </c:pt>
                <c:pt idx="6473">
                  <c:v>53</c:v>
                </c:pt>
                <c:pt idx="6474">
                  <c:v>192</c:v>
                </c:pt>
                <c:pt idx="6475">
                  <c:v>232</c:v>
                </c:pt>
                <c:pt idx="6476">
                  <c:v>138</c:v>
                </c:pt>
                <c:pt idx="6477">
                  <c:v>239</c:v>
                </c:pt>
                <c:pt idx="6478">
                  <c:v>130</c:v>
                </c:pt>
                <c:pt idx="6479">
                  <c:v>214</c:v>
                </c:pt>
                <c:pt idx="6480">
                  <c:v>152</c:v>
                </c:pt>
                <c:pt idx="6481">
                  <c:v>118</c:v>
                </c:pt>
                <c:pt idx="6482">
                  <c:v>244</c:v>
                </c:pt>
                <c:pt idx="6483">
                  <c:v>371</c:v>
                </c:pt>
                <c:pt idx="6484">
                  <c:v>172</c:v>
                </c:pt>
                <c:pt idx="6485">
                  <c:v>253</c:v>
                </c:pt>
                <c:pt idx="6486">
                  <c:v>274</c:v>
                </c:pt>
                <c:pt idx="6487">
                  <c:v>177</c:v>
                </c:pt>
                <c:pt idx="6488">
                  <c:v>123</c:v>
                </c:pt>
                <c:pt idx="6489">
                  <c:v>314</c:v>
                </c:pt>
                <c:pt idx="6490">
                  <c:v>114</c:v>
                </c:pt>
                <c:pt idx="6491">
                  <c:v>162</c:v>
                </c:pt>
                <c:pt idx="6492">
                  <c:v>120</c:v>
                </c:pt>
                <c:pt idx="6493">
                  <c:v>239</c:v>
                </c:pt>
                <c:pt idx="6494">
                  <c:v>606</c:v>
                </c:pt>
                <c:pt idx="6495">
                  <c:v>276</c:v>
                </c:pt>
                <c:pt idx="6496">
                  <c:v>165</c:v>
                </c:pt>
                <c:pt idx="6497">
                  <c:v>110</c:v>
                </c:pt>
                <c:pt idx="6498">
                  <c:v>125</c:v>
                </c:pt>
                <c:pt idx="6499">
                  <c:v>122</c:v>
                </c:pt>
                <c:pt idx="6500">
                  <c:v>259</c:v>
                </c:pt>
                <c:pt idx="6501">
                  <c:v>120</c:v>
                </c:pt>
                <c:pt idx="6502">
                  <c:v>232</c:v>
                </c:pt>
                <c:pt idx="6503">
                  <c:v>351</c:v>
                </c:pt>
                <c:pt idx="6504">
                  <c:v>128</c:v>
                </c:pt>
                <c:pt idx="6505">
                  <c:v>151</c:v>
                </c:pt>
                <c:pt idx="6506">
                  <c:v>187</c:v>
                </c:pt>
                <c:pt idx="6507">
                  <c:v>352</c:v>
                </c:pt>
                <c:pt idx="6508">
                  <c:v>137</c:v>
                </c:pt>
                <c:pt idx="6509">
                  <c:v>80</c:v>
                </c:pt>
                <c:pt idx="6510">
                  <c:v>158</c:v>
                </c:pt>
                <c:pt idx="6511">
                  <c:v>131</c:v>
                </c:pt>
                <c:pt idx="6512">
                  <c:v>141</c:v>
                </c:pt>
                <c:pt idx="6513">
                  <c:v>480</c:v>
                </c:pt>
                <c:pt idx="6514">
                  <c:v>653</c:v>
                </c:pt>
                <c:pt idx="6515">
                  <c:v>131</c:v>
                </c:pt>
                <c:pt idx="6516">
                  <c:v>382</c:v>
                </c:pt>
                <c:pt idx="6517">
                  <c:v>357</c:v>
                </c:pt>
                <c:pt idx="6518">
                  <c:v>220</c:v>
                </c:pt>
                <c:pt idx="6519">
                  <c:v>214</c:v>
                </c:pt>
                <c:pt idx="6520">
                  <c:v>110</c:v>
                </c:pt>
                <c:pt idx="6521">
                  <c:v>104</c:v>
                </c:pt>
                <c:pt idx="6522">
                  <c:v>154</c:v>
                </c:pt>
                <c:pt idx="6523">
                  <c:v>199</c:v>
                </c:pt>
                <c:pt idx="6524">
                  <c:v>456</c:v>
                </c:pt>
                <c:pt idx="6525">
                  <c:v>476</c:v>
                </c:pt>
                <c:pt idx="6526">
                  <c:v>573</c:v>
                </c:pt>
                <c:pt idx="6527">
                  <c:v>128</c:v>
                </c:pt>
                <c:pt idx="6528">
                  <c:v>413</c:v>
                </c:pt>
                <c:pt idx="6529">
                  <c:v>322</c:v>
                </c:pt>
                <c:pt idx="6530">
                  <c:v>154</c:v>
                </c:pt>
                <c:pt idx="6531">
                  <c:v>569</c:v>
                </c:pt>
                <c:pt idx="6532">
                  <c:v>447</c:v>
                </c:pt>
                <c:pt idx="6533">
                  <c:v>319</c:v>
                </c:pt>
                <c:pt idx="6534">
                  <c:v>282</c:v>
                </c:pt>
                <c:pt idx="6535">
                  <c:v>531</c:v>
                </c:pt>
                <c:pt idx="6536">
                  <c:v>134</c:v>
                </c:pt>
                <c:pt idx="6537">
                  <c:v>188</c:v>
                </c:pt>
                <c:pt idx="6538">
                  <c:v>146</c:v>
                </c:pt>
                <c:pt idx="6539">
                  <c:v>134</c:v>
                </c:pt>
                <c:pt idx="6540">
                  <c:v>163</c:v>
                </c:pt>
                <c:pt idx="6541">
                  <c:v>588</c:v>
                </c:pt>
                <c:pt idx="6542">
                  <c:v>291</c:v>
                </c:pt>
                <c:pt idx="6543">
                  <c:v>195</c:v>
                </c:pt>
                <c:pt idx="6544">
                  <c:v>115</c:v>
                </c:pt>
                <c:pt idx="6545">
                  <c:v>650</c:v>
                </c:pt>
                <c:pt idx="6546">
                  <c:v>24</c:v>
                </c:pt>
                <c:pt idx="6547">
                  <c:v>331</c:v>
                </c:pt>
                <c:pt idx="6548">
                  <c:v>641</c:v>
                </c:pt>
                <c:pt idx="6549">
                  <c:v>149</c:v>
                </c:pt>
                <c:pt idx="6550">
                  <c:v>167</c:v>
                </c:pt>
                <c:pt idx="6551">
                  <c:v>103</c:v>
                </c:pt>
                <c:pt idx="6552">
                  <c:v>205</c:v>
                </c:pt>
                <c:pt idx="6553">
                  <c:v>262</c:v>
                </c:pt>
                <c:pt idx="6554">
                  <c:v>209</c:v>
                </c:pt>
                <c:pt idx="6555">
                  <c:v>375</c:v>
                </c:pt>
                <c:pt idx="6556">
                  <c:v>421</c:v>
                </c:pt>
                <c:pt idx="6557">
                  <c:v>218</c:v>
                </c:pt>
                <c:pt idx="6558">
                  <c:v>463</c:v>
                </c:pt>
                <c:pt idx="6559">
                  <c:v>142</c:v>
                </c:pt>
                <c:pt idx="6560">
                  <c:v>217</c:v>
                </c:pt>
                <c:pt idx="6561">
                  <c:v>186</c:v>
                </c:pt>
                <c:pt idx="6562">
                  <c:v>116</c:v>
                </c:pt>
                <c:pt idx="6563">
                  <c:v>169</c:v>
                </c:pt>
                <c:pt idx="6564">
                  <c:v>173</c:v>
                </c:pt>
                <c:pt idx="6565">
                  <c:v>89</c:v>
                </c:pt>
                <c:pt idx="6566">
                  <c:v>164</c:v>
                </c:pt>
                <c:pt idx="6567">
                  <c:v>142</c:v>
                </c:pt>
                <c:pt idx="6568">
                  <c:v>241</c:v>
                </c:pt>
                <c:pt idx="6569">
                  <c:v>121</c:v>
                </c:pt>
                <c:pt idx="6570">
                  <c:v>148</c:v>
                </c:pt>
                <c:pt idx="6571">
                  <c:v>103</c:v>
                </c:pt>
                <c:pt idx="6572">
                  <c:v>306</c:v>
                </c:pt>
                <c:pt idx="6573">
                  <c:v>542</c:v>
                </c:pt>
                <c:pt idx="6574">
                  <c:v>249</c:v>
                </c:pt>
                <c:pt idx="6575">
                  <c:v>141</c:v>
                </c:pt>
                <c:pt idx="6576">
                  <c:v>573</c:v>
                </c:pt>
                <c:pt idx="6577">
                  <c:v>28</c:v>
                </c:pt>
                <c:pt idx="6578">
                  <c:v>130</c:v>
                </c:pt>
                <c:pt idx="6579">
                  <c:v>141</c:v>
                </c:pt>
                <c:pt idx="6580">
                  <c:v>143</c:v>
                </c:pt>
                <c:pt idx="6581">
                  <c:v>98</c:v>
                </c:pt>
                <c:pt idx="6582">
                  <c:v>352</c:v>
                </c:pt>
                <c:pt idx="6583">
                  <c:v>69</c:v>
                </c:pt>
                <c:pt idx="6584">
                  <c:v>562</c:v>
                </c:pt>
                <c:pt idx="6585">
                  <c:v>249</c:v>
                </c:pt>
                <c:pt idx="6586">
                  <c:v>317</c:v>
                </c:pt>
                <c:pt idx="6587">
                  <c:v>125</c:v>
                </c:pt>
                <c:pt idx="6588">
                  <c:v>65</c:v>
                </c:pt>
                <c:pt idx="6589">
                  <c:v>365</c:v>
                </c:pt>
                <c:pt idx="6590">
                  <c:v>40</c:v>
                </c:pt>
                <c:pt idx="6591">
                  <c:v>185</c:v>
                </c:pt>
                <c:pt idx="6592">
                  <c:v>213</c:v>
                </c:pt>
                <c:pt idx="6593">
                  <c:v>402</c:v>
                </c:pt>
                <c:pt idx="6594">
                  <c:v>100</c:v>
                </c:pt>
                <c:pt idx="6595">
                  <c:v>248</c:v>
                </c:pt>
                <c:pt idx="6596">
                  <c:v>194</c:v>
                </c:pt>
                <c:pt idx="6597">
                  <c:v>95</c:v>
                </c:pt>
                <c:pt idx="6598">
                  <c:v>86</c:v>
                </c:pt>
                <c:pt idx="6599">
                  <c:v>428</c:v>
                </c:pt>
                <c:pt idx="6600">
                  <c:v>208</c:v>
                </c:pt>
                <c:pt idx="6601">
                  <c:v>34</c:v>
                </c:pt>
                <c:pt idx="6602">
                  <c:v>141</c:v>
                </c:pt>
                <c:pt idx="6603">
                  <c:v>230</c:v>
                </c:pt>
                <c:pt idx="6604">
                  <c:v>414</c:v>
                </c:pt>
                <c:pt idx="6605">
                  <c:v>243</c:v>
                </c:pt>
                <c:pt idx="6606">
                  <c:v>103</c:v>
                </c:pt>
                <c:pt idx="6607">
                  <c:v>209</c:v>
                </c:pt>
                <c:pt idx="6608">
                  <c:v>181</c:v>
                </c:pt>
                <c:pt idx="6609">
                  <c:v>162</c:v>
                </c:pt>
                <c:pt idx="6610">
                  <c:v>227</c:v>
                </c:pt>
                <c:pt idx="6611">
                  <c:v>390</c:v>
                </c:pt>
                <c:pt idx="6612">
                  <c:v>102</c:v>
                </c:pt>
                <c:pt idx="6613">
                  <c:v>105</c:v>
                </c:pt>
                <c:pt idx="6614">
                  <c:v>320</c:v>
                </c:pt>
                <c:pt idx="6615">
                  <c:v>85</c:v>
                </c:pt>
                <c:pt idx="6616">
                  <c:v>278</c:v>
                </c:pt>
                <c:pt idx="6617">
                  <c:v>114</c:v>
                </c:pt>
                <c:pt idx="6618">
                  <c:v>512</c:v>
                </c:pt>
                <c:pt idx="6619">
                  <c:v>472</c:v>
                </c:pt>
                <c:pt idx="6620">
                  <c:v>173</c:v>
                </c:pt>
                <c:pt idx="6621">
                  <c:v>76</c:v>
                </c:pt>
                <c:pt idx="6622">
                  <c:v>88</c:v>
                </c:pt>
                <c:pt idx="6623">
                  <c:v>504</c:v>
                </c:pt>
                <c:pt idx="6624">
                  <c:v>86</c:v>
                </c:pt>
                <c:pt idx="6625">
                  <c:v>328</c:v>
                </c:pt>
                <c:pt idx="6626">
                  <c:v>211</c:v>
                </c:pt>
                <c:pt idx="6627">
                  <c:v>258</c:v>
                </c:pt>
                <c:pt idx="6628">
                  <c:v>76</c:v>
                </c:pt>
                <c:pt idx="6629">
                  <c:v>294</c:v>
                </c:pt>
                <c:pt idx="6630">
                  <c:v>129</c:v>
                </c:pt>
                <c:pt idx="6631">
                  <c:v>740</c:v>
                </c:pt>
                <c:pt idx="6632">
                  <c:v>555</c:v>
                </c:pt>
                <c:pt idx="6633">
                  <c:v>215</c:v>
                </c:pt>
                <c:pt idx="6634">
                  <c:v>287</c:v>
                </c:pt>
                <c:pt idx="6635">
                  <c:v>159</c:v>
                </c:pt>
                <c:pt idx="6636">
                  <c:v>82</c:v>
                </c:pt>
                <c:pt idx="6637">
                  <c:v>60</c:v>
                </c:pt>
                <c:pt idx="6638">
                  <c:v>161</c:v>
                </c:pt>
                <c:pt idx="6639">
                  <c:v>228</c:v>
                </c:pt>
                <c:pt idx="6640">
                  <c:v>692</c:v>
                </c:pt>
                <c:pt idx="6641">
                  <c:v>244</c:v>
                </c:pt>
                <c:pt idx="6642">
                  <c:v>124</c:v>
                </c:pt>
                <c:pt idx="6643">
                  <c:v>258</c:v>
                </c:pt>
                <c:pt idx="6644">
                  <c:v>215</c:v>
                </c:pt>
                <c:pt idx="6645">
                  <c:v>331</c:v>
                </c:pt>
                <c:pt idx="6646">
                  <c:v>111</c:v>
                </c:pt>
                <c:pt idx="6647">
                  <c:v>234</c:v>
                </c:pt>
                <c:pt idx="6648">
                  <c:v>347</c:v>
                </c:pt>
                <c:pt idx="6649">
                  <c:v>366</c:v>
                </c:pt>
                <c:pt idx="6650">
                  <c:v>308</c:v>
                </c:pt>
                <c:pt idx="6651">
                  <c:v>208</c:v>
                </c:pt>
                <c:pt idx="6652">
                  <c:v>316</c:v>
                </c:pt>
                <c:pt idx="6653">
                  <c:v>542</c:v>
                </c:pt>
                <c:pt idx="6654">
                  <c:v>504</c:v>
                </c:pt>
                <c:pt idx="6655">
                  <c:v>146</c:v>
                </c:pt>
                <c:pt idx="6656">
                  <c:v>360</c:v>
                </c:pt>
                <c:pt idx="6657">
                  <c:v>222</c:v>
                </c:pt>
                <c:pt idx="6658">
                  <c:v>333</c:v>
                </c:pt>
                <c:pt idx="6659">
                  <c:v>359</c:v>
                </c:pt>
                <c:pt idx="6660">
                  <c:v>534</c:v>
                </c:pt>
                <c:pt idx="6661">
                  <c:v>194</c:v>
                </c:pt>
                <c:pt idx="6662">
                  <c:v>611</c:v>
                </c:pt>
                <c:pt idx="6663">
                  <c:v>94</c:v>
                </c:pt>
                <c:pt idx="6664">
                  <c:v>366</c:v>
                </c:pt>
                <c:pt idx="6665">
                  <c:v>459</c:v>
                </c:pt>
                <c:pt idx="6666">
                  <c:v>628</c:v>
                </c:pt>
                <c:pt idx="6667">
                  <c:v>322</c:v>
                </c:pt>
                <c:pt idx="6668">
                  <c:v>432</c:v>
                </c:pt>
                <c:pt idx="6669">
                  <c:v>357</c:v>
                </c:pt>
                <c:pt idx="6670">
                  <c:v>490</c:v>
                </c:pt>
                <c:pt idx="6671">
                  <c:v>276</c:v>
                </c:pt>
                <c:pt idx="6672">
                  <c:v>351</c:v>
                </c:pt>
                <c:pt idx="6673">
                  <c:v>342</c:v>
                </c:pt>
                <c:pt idx="6674">
                  <c:v>223</c:v>
                </c:pt>
                <c:pt idx="6675">
                  <c:v>506</c:v>
                </c:pt>
                <c:pt idx="6676">
                  <c:v>346</c:v>
                </c:pt>
                <c:pt idx="6677">
                  <c:v>357</c:v>
                </c:pt>
                <c:pt idx="6678">
                  <c:v>419</c:v>
                </c:pt>
                <c:pt idx="6679">
                  <c:v>352</c:v>
                </c:pt>
                <c:pt idx="6680">
                  <c:v>315</c:v>
                </c:pt>
                <c:pt idx="6681">
                  <c:v>120</c:v>
                </c:pt>
                <c:pt idx="6682">
                  <c:v>131</c:v>
                </c:pt>
                <c:pt idx="6683">
                  <c:v>172</c:v>
                </c:pt>
                <c:pt idx="6684">
                  <c:v>163</c:v>
                </c:pt>
                <c:pt idx="6685">
                  <c:v>143</c:v>
                </c:pt>
                <c:pt idx="6686">
                  <c:v>111</c:v>
                </c:pt>
                <c:pt idx="6687">
                  <c:v>119</c:v>
                </c:pt>
                <c:pt idx="6688">
                  <c:v>124</c:v>
                </c:pt>
                <c:pt idx="6689">
                  <c:v>119</c:v>
                </c:pt>
                <c:pt idx="6690">
                  <c:v>116</c:v>
                </c:pt>
                <c:pt idx="6691">
                  <c:v>355</c:v>
                </c:pt>
                <c:pt idx="6692">
                  <c:v>252</c:v>
                </c:pt>
                <c:pt idx="6693">
                  <c:v>571</c:v>
                </c:pt>
                <c:pt idx="6694">
                  <c:v>407</c:v>
                </c:pt>
                <c:pt idx="6695">
                  <c:v>231</c:v>
                </c:pt>
                <c:pt idx="6696">
                  <c:v>290</c:v>
                </c:pt>
                <c:pt idx="6697">
                  <c:v>280</c:v>
                </c:pt>
                <c:pt idx="6698">
                  <c:v>341</c:v>
                </c:pt>
                <c:pt idx="6699">
                  <c:v>251</c:v>
                </c:pt>
                <c:pt idx="6700">
                  <c:v>233</c:v>
                </c:pt>
                <c:pt idx="6701">
                  <c:v>714</c:v>
                </c:pt>
                <c:pt idx="6702">
                  <c:v>646</c:v>
                </c:pt>
                <c:pt idx="6703">
                  <c:v>234</c:v>
                </c:pt>
                <c:pt idx="6704">
                  <c:v>604</c:v>
                </c:pt>
                <c:pt idx="6705">
                  <c:v>360</c:v>
                </c:pt>
                <c:pt idx="6706">
                  <c:v>182</c:v>
                </c:pt>
                <c:pt idx="6707">
                  <c:v>300</c:v>
                </c:pt>
                <c:pt idx="6708">
                  <c:v>229</c:v>
                </c:pt>
                <c:pt idx="6709">
                  <c:v>201</c:v>
                </c:pt>
                <c:pt idx="6710">
                  <c:v>223</c:v>
                </c:pt>
                <c:pt idx="6711">
                  <c:v>183</c:v>
                </c:pt>
                <c:pt idx="6712">
                  <c:v>210</c:v>
                </c:pt>
                <c:pt idx="6713">
                  <c:v>164</c:v>
                </c:pt>
                <c:pt idx="6714">
                  <c:v>124</c:v>
                </c:pt>
                <c:pt idx="6715">
                  <c:v>267</c:v>
                </c:pt>
                <c:pt idx="6716">
                  <c:v>228</c:v>
                </c:pt>
                <c:pt idx="6717">
                  <c:v>232</c:v>
                </c:pt>
                <c:pt idx="6718">
                  <c:v>220</c:v>
                </c:pt>
                <c:pt idx="6719">
                  <c:v>28</c:v>
                </c:pt>
                <c:pt idx="6720">
                  <c:v>395</c:v>
                </c:pt>
                <c:pt idx="6721">
                  <c:v>528</c:v>
                </c:pt>
                <c:pt idx="6722">
                  <c:v>301</c:v>
                </c:pt>
                <c:pt idx="6723">
                  <c:v>496</c:v>
                </c:pt>
                <c:pt idx="6724">
                  <c:v>70</c:v>
                </c:pt>
                <c:pt idx="6725">
                  <c:v>221</c:v>
                </c:pt>
                <c:pt idx="6726">
                  <c:v>355</c:v>
                </c:pt>
                <c:pt idx="6727">
                  <c:v>147</c:v>
                </c:pt>
                <c:pt idx="6728">
                  <c:v>238</c:v>
                </c:pt>
                <c:pt idx="6729">
                  <c:v>236</c:v>
                </c:pt>
                <c:pt idx="6730">
                  <c:v>109</c:v>
                </c:pt>
                <c:pt idx="6731">
                  <c:v>108</c:v>
                </c:pt>
                <c:pt idx="6732">
                  <c:v>209</c:v>
                </c:pt>
                <c:pt idx="6733">
                  <c:v>187</c:v>
                </c:pt>
                <c:pt idx="6734">
                  <c:v>203</c:v>
                </c:pt>
                <c:pt idx="6735">
                  <c:v>108</c:v>
                </c:pt>
                <c:pt idx="6736">
                  <c:v>316</c:v>
                </c:pt>
                <c:pt idx="6737">
                  <c:v>133</c:v>
                </c:pt>
                <c:pt idx="6738">
                  <c:v>237</c:v>
                </c:pt>
                <c:pt idx="6739">
                  <c:v>539</c:v>
                </c:pt>
                <c:pt idx="6740">
                  <c:v>215</c:v>
                </c:pt>
                <c:pt idx="6741">
                  <c:v>293</c:v>
                </c:pt>
                <c:pt idx="6742">
                  <c:v>19</c:v>
                </c:pt>
                <c:pt idx="6743">
                  <c:v>354</c:v>
                </c:pt>
                <c:pt idx="6744">
                  <c:v>200</c:v>
                </c:pt>
                <c:pt idx="6745">
                  <c:v>186</c:v>
                </c:pt>
                <c:pt idx="6746">
                  <c:v>239</c:v>
                </c:pt>
                <c:pt idx="6747">
                  <c:v>138</c:v>
                </c:pt>
                <c:pt idx="6748">
                  <c:v>144</c:v>
                </c:pt>
                <c:pt idx="6749">
                  <c:v>172</c:v>
                </c:pt>
                <c:pt idx="6750">
                  <c:v>210</c:v>
                </c:pt>
                <c:pt idx="6751">
                  <c:v>123</c:v>
                </c:pt>
                <c:pt idx="6752">
                  <c:v>46</c:v>
                </c:pt>
                <c:pt idx="6753">
                  <c:v>599</c:v>
                </c:pt>
                <c:pt idx="6754">
                  <c:v>260</c:v>
                </c:pt>
                <c:pt idx="6755">
                  <c:v>477</c:v>
                </c:pt>
                <c:pt idx="6756">
                  <c:v>657</c:v>
                </c:pt>
                <c:pt idx="6757">
                  <c:v>187</c:v>
                </c:pt>
                <c:pt idx="6758">
                  <c:v>177</c:v>
                </c:pt>
                <c:pt idx="6759">
                  <c:v>196</c:v>
                </c:pt>
                <c:pt idx="6760">
                  <c:v>105</c:v>
                </c:pt>
                <c:pt idx="6761">
                  <c:v>136</c:v>
                </c:pt>
                <c:pt idx="6762">
                  <c:v>24</c:v>
                </c:pt>
                <c:pt idx="6763">
                  <c:v>223</c:v>
                </c:pt>
                <c:pt idx="6764">
                  <c:v>189</c:v>
                </c:pt>
                <c:pt idx="6765">
                  <c:v>170</c:v>
                </c:pt>
                <c:pt idx="6766">
                  <c:v>71</c:v>
                </c:pt>
                <c:pt idx="6767">
                  <c:v>79</c:v>
                </c:pt>
                <c:pt idx="6768">
                  <c:v>165</c:v>
                </c:pt>
                <c:pt idx="6769">
                  <c:v>49</c:v>
                </c:pt>
                <c:pt idx="6770">
                  <c:v>183</c:v>
                </c:pt>
                <c:pt idx="6771">
                  <c:v>105</c:v>
                </c:pt>
                <c:pt idx="6772">
                  <c:v>168</c:v>
                </c:pt>
                <c:pt idx="6773">
                  <c:v>215</c:v>
                </c:pt>
                <c:pt idx="6774">
                  <c:v>90</c:v>
                </c:pt>
                <c:pt idx="6775">
                  <c:v>70</c:v>
                </c:pt>
                <c:pt idx="6776">
                  <c:v>96</c:v>
                </c:pt>
                <c:pt idx="6777">
                  <c:v>300</c:v>
                </c:pt>
                <c:pt idx="6778">
                  <c:v>119</c:v>
                </c:pt>
                <c:pt idx="6779">
                  <c:v>45</c:v>
                </c:pt>
                <c:pt idx="6780">
                  <c:v>361</c:v>
                </c:pt>
                <c:pt idx="6781">
                  <c:v>25</c:v>
                </c:pt>
                <c:pt idx="6782">
                  <c:v>25</c:v>
                </c:pt>
                <c:pt idx="6783">
                  <c:v>26</c:v>
                </c:pt>
                <c:pt idx="6784">
                  <c:v>117</c:v>
                </c:pt>
                <c:pt idx="6785">
                  <c:v>180</c:v>
                </c:pt>
                <c:pt idx="6786">
                  <c:v>121</c:v>
                </c:pt>
                <c:pt idx="6787">
                  <c:v>132</c:v>
                </c:pt>
                <c:pt idx="6788">
                  <c:v>166</c:v>
                </c:pt>
                <c:pt idx="6789">
                  <c:v>59</c:v>
                </c:pt>
                <c:pt idx="6790">
                  <c:v>141</c:v>
                </c:pt>
                <c:pt idx="6791">
                  <c:v>167</c:v>
                </c:pt>
                <c:pt idx="6792">
                  <c:v>127</c:v>
                </c:pt>
                <c:pt idx="6793">
                  <c:v>74</c:v>
                </c:pt>
                <c:pt idx="6794">
                  <c:v>192</c:v>
                </c:pt>
                <c:pt idx="6795">
                  <c:v>25</c:v>
                </c:pt>
                <c:pt idx="6796">
                  <c:v>41</c:v>
                </c:pt>
                <c:pt idx="6797">
                  <c:v>25</c:v>
                </c:pt>
                <c:pt idx="6798">
                  <c:v>55</c:v>
                </c:pt>
                <c:pt idx="6799">
                  <c:v>28</c:v>
                </c:pt>
                <c:pt idx="6800">
                  <c:v>217</c:v>
                </c:pt>
                <c:pt idx="6801">
                  <c:v>146</c:v>
                </c:pt>
                <c:pt idx="6802">
                  <c:v>133</c:v>
                </c:pt>
                <c:pt idx="6803">
                  <c:v>257</c:v>
                </c:pt>
                <c:pt idx="6804">
                  <c:v>202</c:v>
                </c:pt>
                <c:pt idx="6805">
                  <c:v>154</c:v>
                </c:pt>
                <c:pt idx="6806">
                  <c:v>171</c:v>
                </c:pt>
                <c:pt idx="6807">
                  <c:v>112</c:v>
                </c:pt>
                <c:pt idx="6808">
                  <c:v>249</c:v>
                </c:pt>
                <c:pt idx="6809">
                  <c:v>162</c:v>
                </c:pt>
                <c:pt idx="6810">
                  <c:v>94</c:v>
                </c:pt>
                <c:pt idx="6811">
                  <c:v>381</c:v>
                </c:pt>
                <c:pt idx="6812">
                  <c:v>154</c:v>
                </c:pt>
                <c:pt idx="6813">
                  <c:v>29</c:v>
                </c:pt>
                <c:pt idx="6814">
                  <c:v>26</c:v>
                </c:pt>
                <c:pt idx="6815">
                  <c:v>29</c:v>
                </c:pt>
                <c:pt idx="6816">
                  <c:v>78</c:v>
                </c:pt>
                <c:pt idx="6817">
                  <c:v>42</c:v>
                </c:pt>
                <c:pt idx="6818">
                  <c:v>264</c:v>
                </c:pt>
                <c:pt idx="6819">
                  <c:v>135</c:v>
                </c:pt>
                <c:pt idx="6820">
                  <c:v>158</c:v>
                </c:pt>
                <c:pt idx="6821">
                  <c:v>142</c:v>
                </c:pt>
                <c:pt idx="6822">
                  <c:v>149</c:v>
                </c:pt>
                <c:pt idx="6823">
                  <c:v>127</c:v>
                </c:pt>
                <c:pt idx="6824">
                  <c:v>106</c:v>
                </c:pt>
                <c:pt idx="6825">
                  <c:v>139</c:v>
                </c:pt>
                <c:pt idx="6826">
                  <c:v>128</c:v>
                </c:pt>
                <c:pt idx="6827">
                  <c:v>170</c:v>
                </c:pt>
                <c:pt idx="6828">
                  <c:v>215</c:v>
                </c:pt>
                <c:pt idx="6829">
                  <c:v>191</c:v>
                </c:pt>
                <c:pt idx="6830">
                  <c:v>85</c:v>
                </c:pt>
                <c:pt idx="6831">
                  <c:v>28</c:v>
                </c:pt>
                <c:pt idx="6832">
                  <c:v>23</c:v>
                </c:pt>
                <c:pt idx="6833">
                  <c:v>169</c:v>
                </c:pt>
                <c:pt idx="6834">
                  <c:v>38</c:v>
                </c:pt>
                <c:pt idx="6835">
                  <c:v>163</c:v>
                </c:pt>
                <c:pt idx="6836">
                  <c:v>131</c:v>
                </c:pt>
                <c:pt idx="6837">
                  <c:v>234</c:v>
                </c:pt>
                <c:pt idx="6838">
                  <c:v>129</c:v>
                </c:pt>
                <c:pt idx="6839">
                  <c:v>221</c:v>
                </c:pt>
                <c:pt idx="6840">
                  <c:v>198</c:v>
                </c:pt>
                <c:pt idx="6841">
                  <c:v>193</c:v>
                </c:pt>
                <c:pt idx="6842">
                  <c:v>142</c:v>
                </c:pt>
                <c:pt idx="6843">
                  <c:v>222</c:v>
                </c:pt>
                <c:pt idx="6844">
                  <c:v>103</c:v>
                </c:pt>
                <c:pt idx="6845">
                  <c:v>71</c:v>
                </c:pt>
                <c:pt idx="6846">
                  <c:v>199</c:v>
                </c:pt>
                <c:pt idx="6847">
                  <c:v>89</c:v>
                </c:pt>
                <c:pt idx="6848">
                  <c:v>26</c:v>
                </c:pt>
                <c:pt idx="6849">
                  <c:v>25</c:v>
                </c:pt>
                <c:pt idx="6850">
                  <c:v>49</c:v>
                </c:pt>
                <c:pt idx="6851">
                  <c:v>32</c:v>
                </c:pt>
                <c:pt idx="6852">
                  <c:v>26</c:v>
                </c:pt>
                <c:pt idx="6853">
                  <c:v>142</c:v>
                </c:pt>
                <c:pt idx="6854">
                  <c:v>134</c:v>
                </c:pt>
                <c:pt idx="6855">
                  <c:v>137</c:v>
                </c:pt>
                <c:pt idx="6856">
                  <c:v>174</c:v>
                </c:pt>
                <c:pt idx="6857">
                  <c:v>149</c:v>
                </c:pt>
                <c:pt idx="6858">
                  <c:v>162</c:v>
                </c:pt>
                <c:pt idx="6859">
                  <c:v>246</c:v>
                </c:pt>
                <c:pt idx="6860">
                  <c:v>153</c:v>
                </c:pt>
                <c:pt idx="6861">
                  <c:v>50</c:v>
                </c:pt>
                <c:pt idx="6862">
                  <c:v>25</c:v>
                </c:pt>
                <c:pt idx="6863">
                  <c:v>28</c:v>
                </c:pt>
                <c:pt idx="6864">
                  <c:v>25</c:v>
                </c:pt>
                <c:pt idx="6865">
                  <c:v>76</c:v>
                </c:pt>
                <c:pt idx="6866">
                  <c:v>179</c:v>
                </c:pt>
                <c:pt idx="6867">
                  <c:v>140</c:v>
                </c:pt>
                <c:pt idx="6868">
                  <c:v>144</c:v>
                </c:pt>
                <c:pt idx="6869">
                  <c:v>127</c:v>
                </c:pt>
                <c:pt idx="6870">
                  <c:v>187</c:v>
                </c:pt>
                <c:pt idx="6871">
                  <c:v>185</c:v>
                </c:pt>
                <c:pt idx="6872">
                  <c:v>147</c:v>
                </c:pt>
                <c:pt idx="6873">
                  <c:v>215</c:v>
                </c:pt>
                <c:pt idx="6874">
                  <c:v>162</c:v>
                </c:pt>
                <c:pt idx="6875">
                  <c:v>178</c:v>
                </c:pt>
                <c:pt idx="6876">
                  <c:v>420</c:v>
                </c:pt>
                <c:pt idx="6877">
                  <c:v>26</c:v>
                </c:pt>
                <c:pt idx="6878">
                  <c:v>26</c:v>
                </c:pt>
                <c:pt idx="6879">
                  <c:v>29</c:v>
                </c:pt>
                <c:pt idx="6880">
                  <c:v>25</c:v>
                </c:pt>
                <c:pt idx="6881">
                  <c:v>74</c:v>
                </c:pt>
                <c:pt idx="6882">
                  <c:v>152</c:v>
                </c:pt>
                <c:pt idx="6883">
                  <c:v>269</c:v>
                </c:pt>
                <c:pt idx="6884">
                  <c:v>262</c:v>
                </c:pt>
                <c:pt idx="6885">
                  <c:v>156</c:v>
                </c:pt>
                <c:pt idx="6886">
                  <c:v>178</c:v>
                </c:pt>
                <c:pt idx="6887">
                  <c:v>202</c:v>
                </c:pt>
                <c:pt idx="6888">
                  <c:v>155</c:v>
                </c:pt>
                <c:pt idx="6889">
                  <c:v>165</c:v>
                </c:pt>
                <c:pt idx="6890">
                  <c:v>219</c:v>
                </c:pt>
                <c:pt idx="6891">
                  <c:v>175</c:v>
                </c:pt>
                <c:pt idx="6892">
                  <c:v>417</c:v>
                </c:pt>
                <c:pt idx="6893">
                  <c:v>105</c:v>
                </c:pt>
                <c:pt idx="6894">
                  <c:v>25</c:v>
                </c:pt>
                <c:pt idx="6895">
                  <c:v>133</c:v>
                </c:pt>
                <c:pt idx="6896">
                  <c:v>24</c:v>
                </c:pt>
                <c:pt idx="6897">
                  <c:v>143</c:v>
                </c:pt>
                <c:pt idx="6898">
                  <c:v>78</c:v>
                </c:pt>
                <c:pt idx="6899">
                  <c:v>303</c:v>
                </c:pt>
                <c:pt idx="6900">
                  <c:v>187</c:v>
                </c:pt>
                <c:pt idx="6901">
                  <c:v>145</c:v>
                </c:pt>
                <c:pt idx="6902">
                  <c:v>161</c:v>
                </c:pt>
                <c:pt idx="6903">
                  <c:v>165</c:v>
                </c:pt>
                <c:pt idx="6904">
                  <c:v>172</c:v>
                </c:pt>
                <c:pt idx="6905">
                  <c:v>145</c:v>
                </c:pt>
                <c:pt idx="6906">
                  <c:v>187</c:v>
                </c:pt>
                <c:pt idx="6907">
                  <c:v>207</c:v>
                </c:pt>
                <c:pt idx="6908">
                  <c:v>78</c:v>
                </c:pt>
                <c:pt idx="6909">
                  <c:v>220</c:v>
                </c:pt>
                <c:pt idx="6910">
                  <c:v>56</c:v>
                </c:pt>
                <c:pt idx="6911">
                  <c:v>26</c:v>
                </c:pt>
                <c:pt idx="6912">
                  <c:v>294</c:v>
                </c:pt>
                <c:pt idx="6913">
                  <c:v>192</c:v>
                </c:pt>
                <c:pt idx="6914">
                  <c:v>140</c:v>
                </c:pt>
                <c:pt idx="6915">
                  <c:v>219</c:v>
                </c:pt>
                <c:pt idx="6916">
                  <c:v>205</c:v>
                </c:pt>
                <c:pt idx="6917">
                  <c:v>150</c:v>
                </c:pt>
                <c:pt idx="6918">
                  <c:v>225</c:v>
                </c:pt>
                <c:pt idx="6919">
                  <c:v>142</c:v>
                </c:pt>
                <c:pt idx="6920">
                  <c:v>159</c:v>
                </c:pt>
                <c:pt idx="6921">
                  <c:v>177</c:v>
                </c:pt>
                <c:pt idx="6922">
                  <c:v>145</c:v>
                </c:pt>
                <c:pt idx="6923">
                  <c:v>164</c:v>
                </c:pt>
                <c:pt idx="6924">
                  <c:v>135</c:v>
                </c:pt>
                <c:pt idx="6925">
                  <c:v>143</c:v>
                </c:pt>
                <c:pt idx="6926">
                  <c:v>26</c:v>
                </c:pt>
                <c:pt idx="6927">
                  <c:v>33</c:v>
                </c:pt>
                <c:pt idx="6928">
                  <c:v>24</c:v>
                </c:pt>
                <c:pt idx="6929">
                  <c:v>262</c:v>
                </c:pt>
                <c:pt idx="6930">
                  <c:v>163</c:v>
                </c:pt>
                <c:pt idx="6931">
                  <c:v>163</c:v>
                </c:pt>
                <c:pt idx="6932">
                  <c:v>173</c:v>
                </c:pt>
                <c:pt idx="6933">
                  <c:v>107</c:v>
                </c:pt>
                <c:pt idx="6934">
                  <c:v>214</c:v>
                </c:pt>
                <c:pt idx="6935">
                  <c:v>166</c:v>
                </c:pt>
                <c:pt idx="6936">
                  <c:v>134</c:v>
                </c:pt>
                <c:pt idx="6937">
                  <c:v>100</c:v>
                </c:pt>
                <c:pt idx="6938">
                  <c:v>200</c:v>
                </c:pt>
                <c:pt idx="6939">
                  <c:v>177</c:v>
                </c:pt>
                <c:pt idx="6940">
                  <c:v>24</c:v>
                </c:pt>
                <c:pt idx="6941">
                  <c:v>26</c:v>
                </c:pt>
                <c:pt idx="6942">
                  <c:v>26</c:v>
                </c:pt>
                <c:pt idx="6943">
                  <c:v>124</c:v>
                </c:pt>
                <c:pt idx="6944">
                  <c:v>435</c:v>
                </c:pt>
                <c:pt idx="6945">
                  <c:v>217</c:v>
                </c:pt>
                <c:pt idx="6946">
                  <c:v>138</c:v>
                </c:pt>
                <c:pt idx="6947">
                  <c:v>188</c:v>
                </c:pt>
                <c:pt idx="6948">
                  <c:v>221</c:v>
                </c:pt>
                <c:pt idx="6949">
                  <c:v>173</c:v>
                </c:pt>
                <c:pt idx="6950">
                  <c:v>201</c:v>
                </c:pt>
                <c:pt idx="6951">
                  <c:v>452</c:v>
                </c:pt>
                <c:pt idx="6952">
                  <c:v>169</c:v>
                </c:pt>
                <c:pt idx="6953">
                  <c:v>238</c:v>
                </c:pt>
                <c:pt idx="6954">
                  <c:v>271</c:v>
                </c:pt>
                <c:pt idx="6955">
                  <c:v>130</c:v>
                </c:pt>
                <c:pt idx="6956">
                  <c:v>26</c:v>
                </c:pt>
                <c:pt idx="6957">
                  <c:v>59</c:v>
                </c:pt>
                <c:pt idx="6958">
                  <c:v>477</c:v>
                </c:pt>
                <c:pt idx="6959">
                  <c:v>139</c:v>
                </c:pt>
                <c:pt idx="6960">
                  <c:v>111</c:v>
                </c:pt>
                <c:pt idx="6961">
                  <c:v>210</c:v>
                </c:pt>
                <c:pt idx="6962">
                  <c:v>235</c:v>
                </c:pt>
                <c:pt idx="6963">
                  <c:v>186</c:v>
                </c:pt>
                <c:pt idx="6964">
                  <c:v>239</c:v>
                </c:pt>
                <c:pt idx="6965">
                  <c:v>203</c:v>
                </c:pt>
                <c:pt idx="6966">
                  <c:v>76</c:v>
                </c:pt>
                <c:pt idx="6967">
                  <c:v>157</c:v>
                </c:pt>
                <c:pt idx="6968">
                  <c:v>53</c:v>
                </c:pt>
                <c:pt idx="6969">
                  <c:v>88</c:v>
                </c:pt>
                <c:pt idx="6970">
                  <c:v>227</c:v>
                </c:pt>
                <c:pt idx="6971">
                  <c:v>308</c:v>
                </c:pt>
                <c:pt idx="6972">
                  <c:v>238</c:v>
                </c:pt>
                <c:pt idx="6973">
                  <c:v>262</c:v>
                </c:pt>
                <c:pt idx="6974">
                  <c:v>214</c:v>
                </c:pt>
                <c:pt idx="6975">
                  <c:v>188</c:v>
                </c:pt>
                <c:pt idx="6976">
                  <c:v>25</c:v>
                </c:pt>
                <c:pt idx="6977">
                  <c:v>54</c:v>
                </c:pt>
                <c:pt idx="6978">
                  <c:v>105</c:v>
                </c:pt>
                <c:pt idx="6979">
                  <c:v>180</c:v>
                </c:pt>
                <c:pt idx="6980">
                  <c:v>211</c:v>
                </c:pt>
                <c:pt idx="6981">
                  <c:v>121</c:v>
                </c:pt>
                <c:pt idx="6982">
                  <c:v>239</c:v>
                </c:pt>
                <c:pt idx="6983">
                  <c:v>71</c:v>
                </c:pt>
                <c:pt idx="6984">
                  <c:v>94</c:v>
                </c:pt>
                <c:pt idx="6985">
                  <c:v>28</c:v>
                </c:pt>
                <c:pt idx="6986">
                  <c:v>541</c:v>
                </c:pt>
                <c:pt idx="6987">
                  <c:v>101</c:v>
                </c:pt>
                <c:pt idx="6988">
                  <c:v>83</c:v>
                </c:pt>
                <c:pt idx="6989">
                  <c:v>52</c:v>
                </c:pt>
                <c:pt idx="6990">
                  <c:v>232</c:v>
                </c:pt>
                <c:pt idx="6991">
                  <c:v>216</c:v>
                </c:pt>
                <c:pt idx="6992">
                  <c:v>196</c:v>
                </c:pt>
                <c:pt idx="6993">
                  <c:v>67</c:v>
                </c:pt>
                <c:pt idx="6994">
                  <c:v>180</c:v>
                </c:pt>
                <c:pt idx="6995">
                  <c:v>196</c:v>
                </c:pt>
                <c:pt idx="6996">
                  <c:v>153</c:v>
                </c:pt>
                <c:pt idx="6997">
                  <c:v>71</c:v>
                </c:pt>
                <c:pt idx="6998">
                  <c:v>233</c:v>
                </c:pt>
                <c:pt idx="6999">
                  <c:v>251</c:v>
                </c:pt>
                <c:pt idx="7000">
                  <c:v>92</c:v>
                </c:pt>
                <c:pt idx="7001">
                  <c:v>106</c:v>
                </c:pt>
                <c:pt idx="7002">
                  <c:v>141</c:v>
                </c:pt>
                <c:pt idx="7003">
                  <c:v>45</c:v>
                </c:pt>
                <c:pt idx="7004">
                  <c:v>25</c:v>
                </c:pt>
                <c:pt idx="7005">
                  <c:v>275</c:v>
                </c:pt>
                <c:pt idx="7006">
                  <c:v>93</c:v>
                </c:pt>
                <c:pt idx="7007">
                  <c:v>281</c:v>
                </c:pt>
                <c:pt idx="7008">
                  <c:v>382</c:v>
                </c:pt>
                <c:pt idx="7009">
                  <c:v>135</c:v>
                </c:pt>
                <c:pt idx="7010">
                  <c:v>71</c:v>
                </c:pt>
                <c:pt idx="7011">
                  <c:v>173</c:v>
                </c:pt>
                <c:pt idx="7012">
                  <c:v>94</c:v>
                </c:pt>
                <c:pt idx="7013">
                  <c:v>165</c:v>
                </c:pt>
                <c:pt idx="7014">
                  <c:v>211</c:v>
                </c:pt>
                <c:pt idx="7015">
                  <c:v>71</c:v>
                </c:pt>
                <c:pt idx="7016">
                  <c:v>235</c:v>
                </c:pt>
                <c:pt idx="7017">
                  <c:v>144</c:v>
                </c:pt>
                <c:pt idx="7018">
                  <c:v>151</c:v>
                </c:pt>
                <c:pt idx="7019">
                  <c:v>140</c:v>
                </c:pt>
                <c:pt idx="7020">
                  <c:v>25</c:v>
                </c:pt>
                <c:pt idx="7021">
                  <c:v>287</c:v>
                </c:pt>
                <c:pt idx="7022">
                  <c:v>35</c:v>
                </c:pt>
                <c:pt idx="7023">
                  <c:v>250</c:v>
                </c:pt>
                <c:pt idx="7024">
                  <c:v>61</c:v>
                </c:pt>
                <c:pt idx="7025">
                  <c:v>148</c:v>
                </c:pt>
                <c:pt idx="7026">
                  <c:v>244</c:v>
                </c:pt>
                <c:pt idx="7027">
                  <c:v>189</c:v>
                </c:pt>
                <c:pt idx="7028">
                  <c:v>154</c:v>
                </c:pt>
                <c:pt idx="7029">
                  <c:v>165</c:v>
                </c:pt>
                <c:pt idx="7030">
                  <c:v>263</c:v>
                </c:pt>
                <c:pt idx="7031">
                  <c:v>84</c:v>
                </c:pt>
                <c:pt idx="7032">
                  <c:v>228</c:v>
                </c:pt>
                <c:pt idx="7033">
                  <c:v>138</c:v>
                </c:pt>
                <c:pt idx="7034">
                  <c:v>25</c:v>
                </c:pt>
                <c:pt idx="7035">
                  <c:v>50</c:v>
                </c:pt>
                <c:pt idx="7036">
                  <c:v>277</c:v>
                </c:pt>
                <c:pt idx="7037">
                  <c:v>488</c:v>
                </c:pt>
                <c:pt idx="7038">
                  <c:v>25</c:v>
                </c:pt>
                <c:pt idx="7039">
                  <c:v>134</c:v>
                </c:pt>
                <c:pt idx="7040">
                  <c:v>128</c:v>
                </c:pt>
                <c:pt idx="7041">
                  <c:v>158</c:v>
                </c:pt>
                <c:pt idx="7042">
                  <c:v>187</c:v>
                </c:pt>
                <c:pt idx="7043">
                  <c:v>108</c:v>
                </c:pt>
                <c:pt idx="7044">
                  <c:v>89</c:v>
                </c:pt>
                <c:pt idx="7045">
                  <c:v>72</c:v>
                </c:pt>
                <c:pt idx="7046">
                  <c:v>96</c:v>
                </c:pt>
                <c:pt idx="7047">
                  <c:v>140</c:v>
                </c:pt>
                <c:pt idx="7048">
                  <c:v>147</c:v>
                </c:pt>
                <c:pt idx="7049">
                  <c:v>618</c:v>
                </c:pt>
                <c:pt idx="7050">
                  <c:v>355</c:v>
                </c:pt>
                <c:pt idx="7051">
                  <c:v>169</c:v>
                </c:pt>
                <c:pt idx="7052">
                  <c:v>211</c:v>
                </c:pt>
                <c:pt idx="7053">
                  <c:v>272</c:v>
                </c:pt>
                <c:pt idx="7054">
                  <c:v>294</c:v>
                </c:pt>
                <c:pt idx="7055">
                  <c:v>218</c:v>
                </c:pt>
                <c:pt idx="7056">
                  <c:v>89</c:v>
                </c:pt>
                <c:pt idx="7057">
                  <c:v>162</c:v>
                </c:pt>
                <c:pt idx="7058">
                  <c:v>183</c:v>
                </c:pt>
                <c:pt idx="7059">
                  <c:v>158</c:v>
                </c:pt>
                <c:pt idx="7060">
                  <c:v>140</c:v>
                </c:pt>
                <c:pt idx="7061">
                  <c:v>186</c:v>
                </c:pt>
                <c:pt idx="7062">
                  <c:v>281</c:v>
                </c:pt>
                <c:pt idx="7063">
                  <c:v>24</c:v>
                </c:pt>
                <c:pt idx="7064">
                  <c:v>65</c:v>
                </c:pt>
                <c:pt idx="7065">
                  <c:v>268</c:v>
                </c:pt>
                <c:pt idx="7066">
                  <c:v>59</c:v>
                </c:pt>
                <c:pt idx="7067">
                  <c:v>168</c:v>
                </c:pt>
                <c:pt idx="7068">
                  <c:v>204</c:v>
                </c:pt>
                <c:pt idx="7069">
                  <c:v>130</c:v>
                </c:pt>
                <c:pt idx="7070">
                  <c:v>192</c:v>
                </c:pt>
                <c:pt idx="7071">
                  <c:v>19</c:v>
                </c:pt>
                <c:pt idx="7072">
                  <c:v>588</c:v>
                </c:pt>
                <c:pt idx="7073">
                  <c:v>148</c:v>
                </c:pt>
                <c:pt idx="7074">
                  <c:v>58</c:v>
                </c:pt>
                <c:pt idx="7075">
                  <c:v>737</c:v>
                </c:pt>
                <c:pt idx="7076">
                  <c:v>268</c:v>
                </c:pt>
                <c:pt idx="7077">
                  <c:v>111</c:v>
                </c:pt>
                <c:pt idx="7078">
                  <c:v>442</c:v>
                </c:pt>
                <c:pt idx="7079">
                  <c:v>180</c:v>
                </c:pt>
                <c:pt idx="7080">
                  <c:v>170</c:v>
                </c:pt>
                <c:pt idx="7081">
                  <c:v>102</c:v>
                </c:pt>
                <c:pt idx="7082">
                  <c:v>93</c:v>
                </c:pt>
                <c:pt idx="7083">
                  <c:v>110</c:v>
                </c:pt>
                <c:pt idx="7084">
                  <c:v>443</c:v>
                </c:pt>
                <c:pt idx="7085">
                  <c:v>270</c:v>
                </c:pt>
                <c:pt idx="7086">
                  <c:v>111</c:v>
                </c:pt>
                <c:pt idx="7087">
                  <c:v>99</c:v>
                </c:pt>
                <c:pt idx="7088">
                  <c:v>127</c:v>
                </c:pt>
                <c:pt idx="7089">
                  <c:v>110</c:v>
                </c:pt>
                <c:pt idx="7090">
                  <c:v>110</c:v>
                </c:pt>
                <c:pt idx="7091">
                  <c:v>209</c:v>
                </c:pt>
                <c:pt idx="7092">
                  <c:v>163</c:v>
                </c:pt>
                <c:pt idx="7093">
                  <c:v>203</c:v>
                </c:pt>
                <c:pt idx="7094">
                  <c:v>197</c:v>
                </c:pt>
                <c:pt idx="7095">
                  <c:v>208</c:v>
                </c:pt>
                <c:pt idx="7096">
                  <c:v>203</c:v>
                </c:pt>
                <c:pt idx="7097">
                  <c:v>203</c:v>
                </c:pt>
                <c:pt idx="7098">
                  <c:v>29</c:v>
                </c:pt>
                <c:pt idx="7099">
                  <c:v>96</c:v>
                </c:pt>
                <c:pt idx="7100">
                  <c:v>98</c:v>
                </c:pt>
                <c:pt idx="7101">
                  <c:v>244</c:v>
                </c:pt>
                <c:pt idx="7102">
                  <c:v>160</c:v>
                </c:pt>
                <c:pt idx="7103">
                  <c:v>419</c:v>
                </c:pt>
                <c:pt idx="7104">
                  <c:v>28</c:v>
                </c:pt>
                <c:pt idx="7105">
                  <c:v>581</c:v>
                </c:pt>
                <c:pt idx="7106">
                  <c:v>124</c:v>
                </c:pt>
                <c:pt idx="7107">
                  <c:v>155</c:v>
                </c:pt>
                <c:pt idx="7108">
                  <c:v>214</c:v>
                </c:pt>
                <c:pt idx="7109">
                  <c:v>52</c:v>
                </c:pt>
                <c:pt idx="7110">
                  <c:v>222</c:v>
                </c:pt>
                <c:pt idx="7111">
                  <c:v>335</c:v>
                </c:pt>
                <c:pt idx="7112">
                  <c:v>176</c:v>
                </c:pt>
                <c:pt idx="7113">
                  <c:v>269</c:v>
                </c:pt>
                <c:pt idx="7114">
                  <c:v>397</c:v>
                </c:pt>
                <c:pt idx="7115">
                  <c:v>32</c:v>
                </c:pt>
                <c:pt idx="7116">
                  <c:v>30</c:v>
                </c:pt>
                <c:pt idx="7117">
                  <c:v>241</c:v>
                </c:pt>
                <c:pt idx="7118">
                  <c:v>165</c:v>
                </c:pt>
                <c:pt idx="7119">
                  <c:v>200</c:v>
                </c:pt>
                <c:pt idx="7120">
                  <c:v>158</c:v>
                </c:pt>
                <c:pt idx="7121">
                  <c:v>246</c:v>
                </c:pt>
                <c:pt idx="7122">
                  <c:v>200</c:v>
                </c:pt>
                <c:pt idx="7123">
                  <c:v>174</c:v>
                </c:pt>
                <c:pt idx="7124">
                  <c:v>106</c:v>
                </c:pt>
                <c:pt idx="7125">
                  <c:v>174</c:v>
                </c:pt>
                <c:pt idx="7126">
                  <c:v>218</c:v>
                </c:pt>
                <c:pt idx="7127">
                  <c:v>23</c:v>
                </c:pt>
                <c:pt idx="7128">
                  <c:v>107</c:v>
                </c:pt>
                <c:pt idx="7129">
                  <c:v>164</c:v>
                </c:pt>
                <c:pt idx="7130">
                  <c:v>344</c:v>
                </c:pt>
                <c:pt idx="7131">
                  <c:v>210</c:v>
                </c:pt>
                <c:pt idx="7132">
                  <c:v>191</c:v>
                </c:pt>
                <c:pt idx="7133">
                  <c:v>282</c:v>
                </c:pt>
                <c:pt idx="7134">
                  <c:v>219</c:v>
                </c:pt>
                <c:pt idx="7135">
                  <c:v>111</c:v>
                </c:pt>
                <c:pt idx="7136">
                  <c:v>479</c:v>
                </c:pt>
                <c:pt idx="7137">
                  <c:v>241</c:v>
                </c:pt>
                <c:pt idx="7138">
                  <c:v>73</c:v>
                </c:pt>
                <c:pt idx="7139">
                  <c:v>232</c:v>
                </c:pt>
                <c:pt idx="7140">
                  <c:v>111</c:v>
                </c:pt>
                <c:pt idx="7141">
                  <c:v>260</c:v>
                </c:pt>
                <c:pt idx="7142">
                  <c:v>184</c:v>
                </c:pt>
                <c:pt idx="7143">
                  <c:v>198</c:v>
                </c:pt>
                <c:pt idx="7144">
                  <c:v>168</c:v>
                </c:pt>
                <c:pt idx="7145">
                  <c:v>160</c:v>
                </c:pt>
                <c:pt idx="7146">
                  <c:v>233</c:v>
                </c:pt>
                <c:pt idx="7147">
                  <c:v>266</c:v>
                </c:pt>
                <c:pt idx="7148">
                  <c:v>175</c:v>
                </c:pt>
                <c:pt idx="7149">
                  <c:v>604</c:v>
                </c:pt>
                <c:pt idx="7150">
                  <c:v>88</c:v>
                </c:pt>
                <c:pt idx="7151">
                  <c:v>98</c:v>
                </c:pt>
                <c:pt idx="7152">
                  <c:v>249</c:v>
                </c:pt>
                <c:pt idx="7153">
                  <c:v>438</c:v>
                </c:pt>
                <c:pt idx="7154">
                  <c:v>163</c:v>
                </c:pt>
                <c:pt idx="7155">
                  <c:v>296</c:v>
                </c:pt>
                <c:pt idx="7156">
                  <c:v>242</c:v>
                </c:pt>
                <c:pt idx="7157">
                  <c:v>388</c:v>
                </c:pt>
                <c:pt idx="7158">
                  <c:v>223</c:v>
                </c:pt>
                <c:pt idx="7159">
                  <c:v>156</c:v>
                </c:pt>
                <c:pt idx="7160">
                  <c:v>76</c:v>
                </c:pt>
                <c:pt idx="7161">
                  <c:v>131</c:v>
                </c:pt>
                <c:pt idx="7162">
                  <c:v>190</c:v>
                </c:pt>
                <c:pt idx="7163">
                  <c:v>154</c:v>
                </c:pt>
                <c:pt idx="7164">
                  <c:v>75</c:v>
                </c:pt>
                <c:pt idx="7165">
                  <c:v>100</c:v>
                </c:pt>
                <c:pt idx="7166">
                  <c:v>159</c:v>
                </c:pt>
                <c:pt idx="7167">
                  <c:v>518</c:v>
                </c:pt>
                <c:pt idx="7168">
                  <c:v>174</c:v>
                </c:pt>
                <c:pt idx="7169">
                  <c:v>503</c:v>
                </c:pt>
                <c:pt idx="7170">
                  <c:v>428</c:v>
                </c:pt>
                <c:pt idx="7171">
                  <c:v>190</c:v>
                </c:pt>
                <c:pt idx="7172">
                  <c:v>121</c:v>
                </c:pt>
                <c:pt idx="7173">
                  <c:v>277</c:v>
                </c:pt>
                <c:pt idx="7174">
                  <c:v>292</c:v>
                </c:pt>
                <c:pt idx="7175">
                  <c:v>145</c:v>
                </c:pt>
                <c:pt idx="7176">
                  <c:v>130</c:v>
                </c:pt>
                <c:pt idx="7177">
                  <c:v>395</c:v>
                </c:pt>
                <c:pt idx="7178">
                  <c:v>60</c:v>
                </c:pt>
                <c:pt idx="7179">
                  <c:v>210</c:v>
                </c:pt>
                <c:pt idx="7180">
                  <c:v>111</c:v>
                </c:pt>
                <c:pt idx="7181">
                  <c:v>95</c:v>
                </c:pt>
                <c:pt idx="7182">
                  <c:v>262</c:v>
                </c:pt>
                <c:pt idx="7183">
                  <c:v>115</c:v>
                </c:pt>
                <c:pt idx="7184">
                  <c:v>136</c:v>
                </c:pt>
                <c:pt idx="7185">
                  <c:v>233</c:v>
                </c:pt>
                <c:pt idx="7186">
                  <c:v>179</c:v>
                </c:pt>
                <c:pt idx="7187">
                  <c:v>92</c:v>
                </c:pt>
                <c:pt idx="7188">
                  <c:v>679</c:v>
                </c:pt>
                <c:pt idx="7189">
                  <c:v>593</c:v>
                </c:pt>
                <c:pt idx="7190">
                  <c:v>601</c:v>
                </c:pt>
                <c:pt idx="7191">
                  <c:v>257</c:v>
                </c:pt>
                <c:pt idx="7192">
                  <c:v>304</c:v>
                </c:pt>
                <c:pt idx="7193">
                  <c:v>269</c:v>
                </c:pt>
                <c:pt idx="7194">
                  <c:v>111</c:v>
                </c:pt>
                <c:pt idx="7195">
                  <c:v>229</c:v>
                </c:pt>
                <c:pt idx="7196">
                  <c:v>309</c:v>
                </c:pt>
                <c:pt idx="7197">
                  <c:v>165</c:v>
                </c:pt>
                <c:pt idx="7198">
                  <c:v>228</c:v>
                </c:pt>
                <c:pt idx="7199">
                  <c:v>204</c:v>
                </c:pt>
                <c:pt idx="7200">
                  <c:v>434</c:v>
                </c:pt>
                <c:pt idx="7201">
                  <c:v>161</c:v>
                </c:pt>
                <c:pt idx="7202">
                  <c:v>300</c:v>
                </c:pt>
                <c:pt idx="7203">
                  <c:v>285</c:v>
                </c:pt>
                <c:pt idx="7204">
                  <c:v>135</c:v>
                </c:pt>
                <c:pt idx="7205">
                  <c:v>194</c:v>
                </c:pt>
                <c:pt idx="7206">
                  <c:v>204</c:v>
                </c:pt>
                <c:pt idx="7207">
                  <c:v>159</c:v>
                </c:pt>
                <c:pt idx="7208">
                  <c:v>215</c:v>
                </c:pt>
                <c:pt idx="7209">
                  <c:v>202</c:v>
                </c:pt>
                <c:pt idx="7210">
                  <c:v>167</c:v>
                </c:pt>
                <c:pt idx="7211">
                  <c:v>155</c:v>
                </c:pt>
                <c:pt idx="7212">
                  <c:v>153</c:v>
                </c:pt>
                <c:pt idx="7213">
                  <c:v>131</c:v>
                </c:pt>
                <c:pt idx="7214">
                  <c:v>132</c:v>
                </c:pt>
                <c:pt idx="7215">
                  <c:v>131</c:v>
                </c:pt>
                <c:pt idx="7216">
                  <c:v>143</c:v>
                </c:pt>
                <c:pt idx="7217">
                  <c:v>192</c:v>
                </c:pt>
                <c:pt idx="7218">
                  <c:v>256</c:v>
                </c:pt>
                <c:pt idx="7219">
                  <c:v>559</c:v>
                </c:pt>
                <c:pt idx="7220">
                  <c:v>211</c:v>
                </c:pt>
                <c:pt idx="7221">
                  <c:v>748</c:v>
                </c:pt>
                <c:pt idx="7222">
                  <c:v>96</c:v>
                </c:pt>
                <c:pt idx="7223">
                  <c:v>228</c:v>
                </c:pt>
                <c:pt idx="7224">
                  <c:v>98</c:v>
                </c:pt>
                <c:pt idx="7225">
                  <c:v>273</c:v>
                </c:pt>
                <c:pt idx="7226">
                  <c:v>130</c:v>
                </c:pt>
                <c:pt idx="7227">
                  <c:v>210</c:v>
                </c:pt>
                <c:pt idx="7228">
                  <c:v>208</c:v>
                </c:pt>
                <c:pt idx="7229">
                  <c:v>110</c:v>
                </c:pt>
                <c:pt idx="7230">
                  <c:v>209</c:v>
                </c:pt>
                <c:pt idx="7231">
                  <c:v>81</c:v>
                </c:pt>
                <c:pt idx="7232">
                  <c:v>118</c:v>
                </c:pt>
                <c:pt idx="7233">
                  <c:v>222</c:v>
                </c:pt>
                <c:pt idx="7234">
                  <c:v>58</c:v>
                </c:pt>
                <c:pt idx="7235">
                  <c:v>93</c:v>
                </c:pt>
                <c:pt idx="7236">
                  <c:v>55</c:v>
                </c:pt>
                <c:pt idx="7237">
                  <c:v>87</c:v>
                </c:pt>
                <c:pt idx="7238">
                  <c:v>44</c:v>
                </c:pt>
                <c:pt idx="7239">
                  <c:v>364</c:v>
                </c:pt>
                <c:pt idx="7240">
                  <c:v>196</c:v>
                </c:pt>
                <c:pt idx="7241">
                  <c:v>610</c:v>
                </c:pt>
                <c:pt idx="7242">
                  <c:v>160</c:v>
                </c:pt>
                <c:pt idx="7243">
                  <c:v>255</c:v>
                </c:pt>
                <c:pt idx="7244">
                  <c:v>148</c:v>
                </c:pt>
                <c:pt idx="7245">
                  <c:v>161</c:v>
                </c:pt>
                <c:pt idx="7246">
                  <c:v>123</c:v>
                </c:pt>
                <c:pt idx="7247">
                  <c:v>154</c:v>
                </c:pt>
                <c:pt idx="7248">
                  <c:v>207</c:v>
                </c:pt>
                <c:pt idx="7249">
                  <c:v>105</c:v>
                </c:pt>
                <c:pt idx="7250">
                  <c:v>185</c:v>
                </c:pt>
                <c:pt idx="7251">
                  <c:v>128</c:v>
                </c:pt>
                <c:pt idx="7252">
                  <c:v>157</c:v>
                </c:pt>
                <c:pt idx="7253">
                  <c:v>106</c:v>
                </c:pt>
                <c:pt idx="7254">
                  <c:v>205</c:v>
                </c:pt>
                <c:pt idx="7255">
                  <c:v>74</c:v>
                </c:pt>
                <c:pt idx="7256">
                  <c:v>267</c:v>
                </c:pt>
                <c:pt idx="7257">
                  <c:v>421</c:v>
                </c:pt>
                <c:pt idx="7258">
                  <c:v>137</c:v>
                </c:pt>
                <c:pt idx="7259">
                  <c:v>173</c:v>
                </c:pt>
                <c:pt idx="7260">
                  <c:v>172</c:v>
                </c:pt>
                <c:pt idx="7261">
                  <c:v>470</c:v>
                </c:pt>
                <c:pt idx="7262">
                  <c:v>249</c:v>
                </c:pt>
                <c:pt idx="7263">
                  <c:v>134</c:v>
                </c:pt>
                <c:pt idx="7264">
                  <c:v>361</c:v>
                </c:pt>
                <c:pt idx="7265">
                  <c:v>700</c:v>
                </c:pt>
                <c:pt idx="7266">
                  <c:v>172</c:v>
                </c:pt>
                <c:pt idx="7267">
                  <c:v>143</c:v>
                </c:pt>
                <c:pt idx="7268">
                  <c:v>268</c:v>
                </c:pt>
                <c:pt idx="7269">
                  <c:v>113</c:v>
                </c:pt>
                <c:pt idx="7270">
                  <c:v>351</c:v>
                </c:pt>
                <c:pt idx="7271">
                  <c:v>266</c:v>
                </c:pt>
                <c:pt idx="7272">
                  <c:v>80</c:v>
                </c:pt>
                <c:pt idx="7273">
                  <c:v>156</c:v>
                </c:pt>
                <c:pt idx="7274">
                  <c:v>375</c:v>
                </c:pt>
                <c:pt idx="7275">
                  <c:v>156</c:v>
                </c:pt>
                <c:pt idx="7276">
                  <c:v>193</c:v>
                </c:pt>
                <c:pt idx="7277">
                  <c:v>172</c:v>
                </c:pt>
                <c:pt idx="7278">
                  <c:v>135</c:v>
                </c:pt>
                <c:pt idx="7279">
                  <c:v>234</c:v>
                </c:pt>
                <c:pt idx="7280">
                  <c:v>137</c:v>
                </c:pt>
                <c:pt idx="7281">
                  <c:v>213</c:v>
                </c:pt>
                <c:pt idx="7282">
                  <c:v>155</c:v>
                </c:pt>
                <c:pt idx="7283">
                  <c:v>142</c:v>
                </c:pt>
                <c:pt idx="7284">
                  <c:v>96</c:v>
                </c:pt>
                <c:pt idx="7285">
                  <c:v>93</c:v>
                </c:pt>
                <c:pt idx="7286">
                  <c:v>221</c:v>
                </c:pt>
                <c:pt idx="7287">
                  <c:v>600</c:v>
                </c:pt>
                <c:pt idx="7288">
                  <c:v>441</c:v>
                </c:pt>
                <c:pt idx="7289">
                  <c:v>96</c:v>
                </c:pt>
                <c:pt idx="7290">
                  <c:v>98</c:v>
                </c:pt>
                <c:pt idx="7291">
                  <c:v>272</c:v>
                </c:pt>
                <c:pt idx="7292">
                  <c:v>164</c:v>
                </c:pt>
                <c:pt idx="7293">
                  <c:v>232</c:v>
                </c:pt>
                <c:pt idx="7294">
                  <c:v>122</c:v>
                </c:pt>
                <c:pt idx="7295">
                  <c:v>234</c:v>
                </c:pt>
                <c:pt idx="7296">
                  <c:v>69</c:v>
                </c:pt>
                <c:pt idx="7297">
                  <c:v>191</c:v>
                </c:pt>
                <c:pt idx="7298">
                  <c:v>181</c:v>
                </c:pt>
                <c:pt idx="7299">
                  <c:v>145</c:v>
                </c:pt>
                <c:pt idx="7300">
                  <c:v>205</c:v>
                </c:pt>
                <c:pt idx="7301">
                  <c:v>58</c:v>
                </c:pt>
                <c:pt idx="7302">
                  <c:v>202</c:v>
                </c:pt>
                <c:pt idx="7303">
                  <c:v>154</c:v>
                </c:pt>
                <c:pt idx="7304">
                  <c:v>204</c:v>
                </c:pt>
                <c:pt idx="7305">
                  <c:v>159</c:v>
                </c:pt>
                <c:pt idx="7306">
                  <c:v>221</c:v>
                </c:pt>
                <c:pt idx="7307">
                  <c:v>536</c:v>
                </c:pt>
                <c:pt idx="7308">
                  <c:v>377</c:v>
                </c:pt>
                <c:pt idx="7309">
                  <c:v>125</c:v>
                </c:pt>
                <c:pt idx="7310">
                  <c:v>668</c:v>
                </c:pt>
                <c:pt idx="7311">
                  <c:v>256</c:v>
                </c:pt>
                <c:pt idx="7312">
                  <c:v>183</c:v>
                </c:pt>
                <c:pt idx="7313">
                  <c:v>160</c:v>
                </c:pt>
                <c:pt idx="7314">
                  <c:v>196</c:v>
                </c:pt>
                <c:pt idx="7315">
                  <c:v>159</c:v>
                </c:pt>
                <c:pt idx="7316">
                  <c:v>88</c:v>
                </c:pt>
                <c:pt idx="7317">
                  <c:v>277</c:v>
                </c:pt>
                <c:pt idx="7318">
                  <c:v>488</c:v>
                </c:pt>
                <c:pt idx="7319">
                  <c:v>198</c:v>
                </c:pt>
                <c:pt idx="7320">
                  <c:v>156</c:v>
                </c:pt>
                <c:pt idx="7321">
                  <c:v>39</c:v>
                </c:pt>
                <c:pt idx="7322">
                  <c:v>380</c:v>
                </c:pt>
                <c:pt idx="7323">
                  <c:v>467</c:v>
                </c:pt>
                <c:pt idx="7324">
                  <c:v>196</c:v>
                </c:pt>
                <c:pt idx="7325">
                  <c:v>234</c:v>
                </c:pt>
                <c:pt idx="7326">
                  <c:v>255</c:v>
                </c:pt>
                <c:pt idx="7327">
                  <c:v>126</c:v>
                </c:pt>
                <c:pt idx="7328">
                  <c:v>192</c:v>
                </c:pt>
                <c:pt idx="7329">
                  <c:v>138</c:v>
                </c:pt>
                <c:pt idx="7330">
                  <c:v>267</c:v>
                </c:pt>
                <c:pt idx="7331">
                  <c:v>266</c:v>
                </c:pt>
                <c:pt idx="7332">
                  <c:v>156</c:v>
                </c:pt>
                <c:pt idx="7333">
                  <c:v>217</c:v>
                </c:pt>
                <c:pt idx="7334">
                  <c:v>155</c:v>
                </c:pt>
                <c:pt idx="7335">
                  <c:v>156</c:v>
                </c:pt>
                <c:pt idx="7336">
                  <c:v>84</c:v>
                </c:pt>
                <c:pt idx="7337">
                  <c:v>221</c:v>
                </c:pt>
                <c:pt idx="7338">
                  <c:v>168</c:v>
                </c:pt>
                <c:pt idx="7339">
                  <c:v>124</c:v>
                </c:pt>
                <c:pt idx="7340">
                  <c:v>170</c:v>
                </c:pt>
                <c:pt idx="7341">
                  <c:v>119</c:v>
                </c:pt>
                <c:pt idx="7342">
                  <c:v>202</c:v>
                </c:pt>
                <c:pt idx="7343">
                  <c:v>135</c:v>
                </c:pt>
                <c:pt idx="7344">
                  <c:v>251</c:v>
                </c:pt>
                <c:pt idx="7345">
                  <c:v>96</c:v>
                </c:pt>
                <c:pt idx="7346">
                  <c:v>98</c:v>
                </c:pt>
                <c:pt idx="7347">
                  <c:v>156</c:v>
                </c:pt>
                <c:pt idx="7348">
                  <c:v>26</c:v>
                </c:pt>
                <c:pt idx="7349">
                  <c:v>360</c:v>
                </c:pt>
                <c:pt idx="7350">
                  <c:v>143</c:v>
                </c:pt>
                <c:pt idx="7351">
                  <c:v>223</c:v>
                </c:pt>
                <c:pt idx="7352">
                  <c:v>123</c:v>
                </c:pt>
                <c:pt idx="7353">
                  <c:v>214</c:v>
                </c:pt>
                <c:pt idx="7354">
                  <c:v>54</c:v>
                </c:pt>
                <c:pt idx="7355">
                  <c:v>126</c:v>
                </c:pt>
                <c:pt idx="7356">
                  <c:v>212</c:v>
                </c:pt>
                <c:pt idx="7357">
                  <c:v>325</c:v>
                </c:pt>
                <c:pt idx="7358">
                  <c:v>154</c:v>
                </c:pt>
                <c:pt idx="7359">
                  <c:v>99</c:v>
                </c:pt>
                <c:pt idx="7360">
                  <c:v>115</c:v>
                </c:pt>
                <c:pt idx="7361">
                  <c:v>145</c:v>
                </c:pt>
                <c:pt idx="7362">
                  <c:v>172</c:v>
                </c:pt>
                <c:pt idx="7363">
                  <c:v>631</c:v>
                </c:pt>
                <c:pt idx="7364">
                  <c:v>246</c:v>
                </c:pt>
                <c:pt idx="7365">
                  <c:v>196</c:v>
                </c:pt>
                <c:pt idx="7366">
                  <c:v>256</c:v>
                </c:pt>
                <c:pt idx="7367">
                  <c:v>244</c:v>
                </c:pt>
                <c:pt idx="7368">
                  <c:v>175</c:v>
                </c:pt>
                <c:pt idx="7369">
                  <c:v>136</c:v>
                </c:pt>
                <c:pt idx="7370">
                  <c:v>157</c:v>
                </c:pt>
                <c:pt idx="7371">
                  <c:v>125</c:v>
                </c:pt>
                <c:pt idx="7372">
                  <c:v>125</c:v>
                </c:pt>
                <c:pt idx="7373">
                  <c:v>168</c:v>
                </c:pt>
                <c:pt idx="7374">
                  <c:v>55</c:v>
                </c:pt>
                <c:pt idx="7375">
                  <c:v>176</c:v>
                </c:pt>
                <c:pt idx="7376">
                  <c:v>179</c:v>
                </c:pt>
                <c:pt idx="7377">
                  <c:v>163</c:v>
                </c:pt>
                <c:pt idx="7378">
                  <c:v>481</c:v>
                </c:pt>
                <c:pt idx="7379">
                  <c:v>213</c:v>
                </c:pt>
                <c:pt idx="7380">
                  <c:v>408</c:v>
                </c:pt>
                <c:pt idx="7381">
                  <c:v>358</c:v>
                </c:pt>
                <c:pt idx="7382">
                  <c:v>512</c:v>
                </c:pt>
                <c:pt idx="7383">
                  <c:v>242</c:v>
                </c:pt>
                <c:pt idx="7384">
                  <c:v>212</c:v>
                </c:pt>
                <c:pt idx="7385">
                  <c:v>156</c:v>
                </c:pt>
                <c:pt idx="7386">
                  <c:v>221</c:v>
                </c:pt>
                <c:pt idx="7387">
                  <c:v>193</c:v>
                </c:pt>
                <c:pt idx="7388">
                  <c:v>675</c:v>
                </c:pt>
                <c:pt idx="7389">
                  <c:v>294</c:v>
                </c:pt>
                <c:pt idx="7390">
                  <c:v>135</c:v>
                </c:pt>
                <c:pt idx="7391">
                  <c:v>199</c:v>
                </c:pt>
                <c:pt idx="7392">
                  <c:v>184</c:v>
                </c:pt>
                <c:pt idx="7393">
                  <c:v>171</c:v>
                </c:pt>
                <c:pt idx="7394">
                  <c:v>153</c:v>
                </c:pt>
                <c:pt idx="7395">
                  <c:v>172</c:v>
                </c:pt>
                <c:pt idx="7396">
                  <c:v>122</c:v>
                </c:pt>
                <c:pt idx="7397">
                  <c:v>192</c:v>
                </c:pt>
                <c:pt idx="7398">
                  <c:v>226</c:v>
                </c:pt>
                <c:pt idx="7399">
                  <c:v>364</c:v>
                </c:pt>
                <c:pt idx="7400">
                  <c:v>19</c:v>
                </c:pt>
                <c:pt idx="7401">
                  <c:v>110</c:v>
                </c:pt>
                <c:pt idx="7402">
                  <c:v>235</c:v>
                </c:pt>
                <c:pt idx="7403">
                  <c:v>36</c:v>
                </c:pt>
                <c:pt idx="7404">
                  <c:v>411</c:v>
                </c:pt>
                <c:pt idx="7405">
                  <c:v>242</c:v>
                </c:pt>
                <c:pt idx="7406">
                  <c:v>276</c:v>
                </c:pt>
                <c:pt idx="7407">
                  <c:v>133</c:v>
                </c:pt>
                <c:pt idx="7408">
                  <c:v>156</c:v>
                </c:pt>
                <c:pt idx="7409">
                  <c:v>196</c:v>
                </c:pt>
                <c:pt idx="7410">
                  <c:v>144</c:v>
                </c:pt>
                <c:pt idx="7411">
                  <c:v>192</c:v>
                </c:pt>
                <c:pt idx="7412">
                  <c:v>298</c:v>
                </c:pt>
                <c:pt idx="7413">
                  <c:v>156</c:v>
                </c:pt>
                <c:pt idx="7414">
                  <c:v>425</c:v>
                </c:pt>
                <c:pt idx="7415">
                  <c:v>113</c:v>
                </c:pt>
                <c:pt idx="7416">
                  <c:v>219</c:v>
                </c:pt>
                <c:pt idx="7417">
                  <c:v>615</c:v>
                </c:pt>
                <c:pt idx="7418">
                  <c:v>285</c:v>
                </c:pt>
                <c:pt idx="7419">
                  <c:v>156</c:v>
                </c:pt>
                <c:pt idx="7420">
                  <c:v>181</c:v>
                </c:pt>
                <c:pt idx="7421">
                  <c:v>171</c:v>
                </c:pt>
                <c:pt idx="7422">
                  <c:v>160</c:v>
                </c:pt>
                <c:pt idx="7423">
                  <c:v>204</c:v>
                </c:pt>
                <c:pt idx="7424">
                  <c:v>185</c:v>
                </c:pt>
                <c:pt idx="7425">
                  <c:v>241</c:v>
                </c:pt>
                <c:pt idx="7426">
                  <c:v>131</c:v>
                </c:pt>
                <c:pt idx="7427">
                  <c:v>46</c:v>
                </c:pt>
                <c:pt idx="7428">
                  <c:v>108</c:v>
                </c:pt>
                <c:pt idx="7429">
                  <c:v>77</c:v>
                </c:pt>
                <c:pt idx="7430">
                  <c:v>209</c:v>
                </c:pt>
                <c:pt idx="7431">
                  <c:v>29</c:v>
                </c:pt>
                <c:pt idx="7432">
                  <c:v>102</c:v>
                </c:pt>
                <c:pt idx="7433">
                  <c:v>208</c:v>
                </c:pt>
                <c:pt idx="7434">
                  <c:v>294</c:v>
                </c:pt>
                <c:pt idx="7435">
                  <c:v>206</c:v>
                </c:pt>
                <c:pt idx="7436">
                  <c:v>110</c:v>
                </c:pt>
                <c:pt idx="7437">
                  <c:v>29</c:v>
                </c:pt>
                <c:pt idx="7438">
                  <c:v>238</c:v>
                </c:pt>
                <c:pt idx="7439">
                  <c:v>80</c:v>
                </c:pt>
                <c:pt idx="7440">
                  <c:v>175</c:v>
                </c:pt>
                <c:pt idx="7441">
                  <c:v>607</c:v>
                </c:pt>
                <c:pt idx="7442">
                  <c:v>175</c:v>
                </c:pt>
                <c:pt idx="7443">
                  <c:v>112</c:v>
                </c:pt>
                <c:pt idx="7444">
                  <c:v>222</c:v>
                </c:pt>
                <c:pt idx="7445">
                  <c:v>343</c:v>
                </c:pt>
                <c:pt idx="7446">
                  <c:v>90</c:v>
                </c:pt>
                <c:pt idx="7447">
                  <c:v>105</c:v>
                </c:pt>
                <c:pt idx="7448">
                  <c:v>146</c:v>
                </c:pt>
                <c:pt idx="7449">
                  <c:v>53</c:v>
                </c:pt>
                <c:pt idx="7450">
                  <c:v>222</c:v>
                </c:pt>
                <c:pt idx="7451">
                  <c:v>176</c:v>
                </c:pt>
                <c:pt idx="7452">
                  <c:v>252</c:v>
                </c:pt>
                <c:pt idx="7453">
                  <c:v>655</c:v>
                </c:pt>
                <c:pt idx="7454">
                  <c:v>255</c:v>
                </c:pt>
                <c:pt idx="7455">
                  <c:v>259</c:v>
                </c:pt>
                <c:pt idx="7456">
                  <c:v>185</c:v>
                </c:pt>
                <c:pt idx="7457">
                  <c:v>199</c:v>
                </c:pt>
                <c:pt idx="7458">
                  <c:v>106</c:v>
                </c:pt>
                <c:pt idx="7459">
                  <c:v>94</c:v>
                </c:pt>
                <c:pt idx="7460">
                  <c:v>235</c:v>
                </c:pt>
                <c:pt idx="7461">
                  <c:v>361</c:v>
                </c:pt>
                <c:pt idx="7462">
                  <c:v>114</c:v>
                </c:pt>
                <c:pt idx="7463">
                  <c:v>231</c:v>
                </c:pt>
                <c:pt idx="7464">
                  <c:v>221</c:v>
                </c:pt>
                <c:pt idx="7465">
                  <c:v>168</c:v>
                </c:pt>
                <c:pt idx="7466">
                  <c:v>265</c:v>
                </c:pt>
                <c:pt idx="7467">
                  <c:v>87</c:v>
                </c:pt>
                <c:pt idx="7468">
                  <c:v>96</c:v>
                </c:pt>
                <c:pt idx="7469">
                  <c:v>113</c:v>
                </c:pt>
                <c:pt idx="7470">
                  <c:v>131</c:v>
                </c:pt>
                <c:pt idx="7471">
                  <c:v>106</c:v>
                </c:pt>
                <c:pt idx="7472">
                  <c:v>269</c:v>
                </c:pt>
                <c:pt idx="7473">
                  <c:v>287</c:v>
                </c:pt>
                <c:pt idx="7474">
                  <c:v>460</c:v>
                </c:pt>
                <c:pt idx="7475">
                  <c:v>141</c:v>
                </c:pt>
                <c:pt idx="7476">
                  <c:v>116</c:v>
                </c:pt>
                <c:pt idx="7477">
                  <c:v>172</c:v>
                </c:pt>
                <c:pt idx="7478">
                  <c:v>160</c:v>
                </c:pt>
                <c:pt idx="7479">
                  <c:v>204</c:v>
                </c:pt>
                <c:pt idx="7480">
                  <c:v>218</c:v>
                </c:pt>
                <c:pt idx="7481">
                  <c:v>210</c:v>
                </c:pt>
                <c:pt idx="7482">
                  <c:v>131</c:v>
                </c:pt>
                <c:pt idx="7483">
                  <c:v>266</c:v>
                </c:pt>
                <c:pt idx="7484">
                  <c:v>174</c:v>
                </c:pt>
                <c:pt idx="7485">
                  <c:v>207</c:v>
                </c:pt>
                <c:pt idx="7486">
                  <c:v>244</c:v>
                </c:pt>
                <c:pt idx="7487">
                  <c:v>160</c:v>
                </c:pt>
                <c:pt idx="7488">
                  <c:v>26</c:v>
                </c:pt>
                <c:pt idx="7489">
                  <c:v>635</c:v>
                </c:pt>
                <c:pt idx="7490">
                  <c:v>104</c:v>
                </c:pt>
                <c:pt idx="7491">
                  <c:v>182</c:v>
                </c:pt>
                <c:pt idx="7492">
                  <c:v>231</c:v>
                </c:pt>
                <c:pt idx="7493">
                  <c:v>102</c:v>
                </c:pt>
                <c:pt idx="7494">
                  <c:v>121</c:v>
                </c:pt>
                <c:pt idx="7495">
                  <c:v>230</c:v>
                </c:pt>
                <c:pt idx="7496">
                  <c:v>96</c:v>
                </c:pt>
                <c:pt idx="7497">
                  <c:v>85</c:v>
                </c:pt>
                <c:pt idx="7498">
                  <c:v>233</c:v>
                </c:pt>
                <c:pt idx="7499">
                  <c:v>136</c:v>
                </c:pt>
                <c:pt idx="7500">
                  <c:v>181</c:v>
                </c:pt>
                <c:pt idx="7501">
                  <c:v>59</c:v>
                </c:pt>
                <c:pt idx="7502">
                  <c:v>354</c:v>
                </c:pt>
                <c:pt idx="7503">
                  <c:v>102</c:v>
                </c:pt>
                <c:pt idx="7504">
                  <c:v>161</c:v>
                </c:pt>
                <c:pt idx="7505">
                  <c:v>64</c:v>
                </c:pt>
                <c:pt idx="7506">
                  <c:v>672</c:v>
                </c:pt>
                <c:pt idx="7507">
                  <c:v>271</c:v>
                </c:pt>
                <c:pt idx="7508">
                  <c:v>190</c:v>
                </c:pt>
                <c:pt idx="7509">
                  <c:v>212</c:v>
                </c:pt>
                <c:pt idx="7510">
                  <c:v>159</c:v>
                </c:pt>
                <c:pt idx="7511">
                  <c:v>110</c:v>
                </c:pt>
                <c:pt idx="7512">
                  <c:v>131</c:v>
                </c:pt>
                <c:pt idx="7513">
                  <c:v>166</c:v>
                </c:pt>
                <c:pt idx="7514">
                  <c:v>151</c:v>
                </c:pt>
                <c:pt idx="7515">
                  <c:v>156</c:v>
                </c:pt>
                <c:pt idx="7516">
                  <c:v>116</c:v>
                </c:pt>
                <c:pt idx="7517">
                  <c:v>275</c:v>
                </c:pt>
                <c:pt idx="7518">
                  <c:v>156</c:v>
                </c:pt>
                <c:pt idx="7519">
                  <c:v>204</c:v>
                </c:pt>
                <c:pt idx="7520">
                  <c:v>188</c:v>
                </c:pt>
                <c:pt idx="7521">
                  <c:v>232</c:v>
                </c:pt>
                <c:pt idx="7522">
                  <c:v>131</c:v>
                </c:pt>
                <c:pt idx="7523">
                  <c:v>146</c:v>
                </c:pt>
                <c:pt idx="7524">
                  <c:v>236</c:v>
                </c:pt>
                <c:pt idx="7525">
                  <c:v>184</c:v>
                </c:pt>
                <c:pt idx="7526">
                  <c:v>232</c:v>
                </c:pt>
                <c:pt idx="7527">
                  <c:v>77</c:v>
                </c:pt>
                <c:pt idx="7528">
                  <c:v>444</c:v>
                </c:pt>
                <c:pt idx="7529">
                  <c:v>132</c:v>
                </c:pt>
                <c:pt idx="7530">
                  <c:v>192</c:v>
                </c:pt>
                <c:pt idx="7531">
                  <c:v>145</c:v>
                </c:pt>
                <c:pt idx="7532">
                  <c:v>428</c:v>
                </c:pt>
                <c:pt idx="7533">
                  <c:v>155</c:v>
                </c:pt>
                <c:pt idx="7534">
                  <c:v>184</c:v>
                </c:pt>
                <c:pt idx="7535">
                  <c:v>199</c:v>
                </c:pt>
                <c:pt idx="7536">
                  <c:v>186</c:v>
                </c:pt>
                <c:pt idx="7537">
                  <c:v>549</c:v>
                </c:pt>
                <c:pt idx="7538">
                  <c:v>160</c:v>
                </c:pt>
                <c:pt idx="7539">
                  <c:v>297</c:v>
                </c:pt>
                <c:pt idx="7540">
                  <c:v>113</c:v>
                </c:pt>
                <c:pt idx="7541">
                  <c:v>119</c:v>
                </c:pt>
                <c:pt idx="7542">
                  <c:v>184</c:v>
                </c:pt>
                <c:pt idx="7543">
                  <c:v>141</c:v>
                </c:pt>
                <c:pt idx="7544">
                  <c:v>185</c:v>
                </c:pt>
                <c:pt idx="7545">
                  <c:v>122</c:v>
                </c:pt>
                <c:pt idx="7546">
                  <c:v>168</c:v>
                </c:pt>
                <c:pt idx="7547">
                  <c:v>115</c:v>
                </c:pt>
                <c:pt idx="7548">
                  <c:v>184</c:v>
                </c:pt>
                <c:pt idx="7549">
                  <c:v>114</c:v>
                </c:pt>
                <c:pt idx="7550">
                  <c:v>127</c:v>
                </c:pt>
                <c:pt idx="7551">
                  <c:v>95</c:v>
                </c:pt>
                <c:pt idx="7552">
                  <c:v>470</c:v>
                </c:pt>
                <c:pt idx="7553">
                  <c:v>188</c:v>
                </c:pt>
                <c:pt idx="7554">
                  <c:v>433</c:v>
                </c:pt>
                <c:pt idx="7555">
                  <c:v>506</c:v>
                </c:pt>
                <c:pt idx="7556">
                  <c:v>102</c:v>
                </c:pt>
                <c:pt idx="7557">
                  <c:v>60</c:v>
                </c:pt>
                <c:pt idx="7558">
                  <c:v>148</c:v>
                </c:pt>
                <c:pt idx="7559">
                  <c:v>442</c:v>
                </c:pt>
                <c:pt idx="7560">
                  <c:v>129</c:v>
                </c:pt>
                <c:pt idx="7561">
                  <c:v>212</c:v>
                </c:pt>
                <c:pt idx="7562">
                  <c:v>168</c:v>
                </c:pt>
                <c:pt idx="7563">
                  <c:v>195</c:v>
                </c:pt>
                <c:pt idx="7564">
                  <c:v>479</c:v>
                </c:pt>
                <c:pt idx="7565">
                  <c:v>140</c:v>
                </c:pt>
                <c:pt idx="7566">
                  <c:v>83</c:v>
                </c:pt>
                <c:pt idx="7567">
                  <c:v>197</c:v>
                </c:pt>
                <c:pt idx="7568">
                  <c:v>182</c:v>
                </c:pt>
                <c:pt idx="7569">
                  <c:v>158</c:v>
                </c:pt>
                <c:pt idx="7570">
                  <c:v>135</c:v>
                </c:pt>
                <c:pt idx="7571">
                  <c:v>154</c:v>
                </c:pt>
                <c:pt idx="7572">
                  <c:v>204</c:v>
                </c:pt>
                <c:pt idx="7573">
                  <c:v>538</c:v>
                </c:pt>
                <c:pt idx="7574">
                  <c:v>187</c:v>
                </c:pt>
                <c:pt idx="7575">
                  <c:v>280</c:v>
                </c:pt>
                <c:pt idx="7576">
                  <c:v>26</c:v>
                </c:pt>
                <c:pt idx="7577">
                  <c:v>328</c:v>
                </c:pt>
                <c:pt idx="7578">
                  <c:v>129</c:v>
                </c:pt>
                <c:pt idx="7579">
                  <c:v>126</c:v>
                </c:pt>
                <c:pt idx="7580">
                  <c:v>108</c:v>
                </c:pt>
                <c:pt idx="7581">
                  <c:v>147</c:v>
                </c:pt>
                <c:pt idx="7582">
                  <c:v>278</c:v>
                </c:pt>
                <c:pt idx="7583">
                  <c:v>108</c:v>
                </c:pt>
                <c:pt idx="7584">
                  <c:v>142</c:v>
                </c:pt>
                <c:pt idx="7585">
                  <c:v>180</c:v>
                </c:pt>
                <c:pt idx="7586">
                  <c:v>87</c:v>
                </c:pt>
                <c:pt idx="7587">
                  <c:v>161</c:v>
                </c:pt>
                <c:pt idx="7588">
                  <c:v>251</c:v>
                </c:pt>
                <c:pt idx="7589">
                  <c:v>163</c:v>
                </c:pt>
                <c:pt idx="7590">
                  <c:v>184</c:v>
                </c:pt>
                <c:pt idx="7591">
                  <c:v>184</c:v>
                </c:pt>
                <c:pt idx="7592">
                  <c:v>133</c:v>
                </c:pt>
                <c:pt idx="7593">
                  <c:v>651</c:v>
                </c:pt>
                <c:pt idx="7594">
                  <c:v>311</c:v>
                </c:pt>
                <c:pt idx="7595">
                  <c:v>114</c:v>
                </c:pt>
                <c:pt idx="7596">
                  <c:v>185</c:v>
                </c:pt>
                <c:pt idx="7597">
                  <c:v>145</c:v>
                </c:pt>
                <c:pt idx="7598">
                  <c:v>186</c:v>
                </c:pt>
                <c:pt idx="7599">
                  <c:v>413</c:v>
                </c:pt>
                <c:pt idx="7600">
                  <c:v>148</c:v>
                </c:pt>
                <c:pt idx="7601">
                  <c:v>265</c:v>
                </c:pt>
                <c:pt idx="7602">
                  <c:v>97</c:v>
                </c:pt>
                <c:pt idx="7603">
                  <c:v>236</c:v>
                </c:pt>
                <c:pt idx="7604">
                  <c:v>504</c:v>
                </c:pt>
                <c:pt idx="7605">
                  <c:v>243</c:v>
                </c:pt>
                <c:pt idx="7606">
                  <c:v>239</c:v>
                </c:pt>
                <c:pt idx="7607">
                  <c:v>205</c:v>
                </c:pt>
                <c:pt idx="7608">
                  <c:v>226</c:v>
                </c:pt>
                <c:pt idx="7609">
                  <c:v>107</c:v>
                </c:pt>
                <c:pt idx="7610">
                  <c:v>194</c:v>
                </c:pt>
                <c:pt idx="7611">
                  <c:v>482</c:v>
                </c:pt>
                <c:pt idx="7612">
                  <c:v>156</c:v>
                </c:pt>
                <c:pt idx="7613">
                  <c:v>107</c:v>
                </c:pt>
                <c:pt idx="7614">
                  <c:v>210</c:v>
                </c:pt>
                <c:pt idx="7615">
                  <c:v>146</c:v>
                </c:pt>
                <c:pt idx="7616">
                  <c:v>135</c:v>
                </c:pt>
                <c:pt idx="7617">
                  <c:v>185</c:v>
                </c:pt>
                <c:pt idx="7618">
                  <c:v>117</c:v>
                </c:pt>
                <c:pt idx="7619">
                  <c:v>309</c:v>
                </c:pt>
                <c:pt idx="7620">
                  <c:v>126</c:v>
                </c:pt>
                <c:pt idx="7621">
                  <c:v>190</c:v>
                </c:pt>
                <c:pt idx="7622">
                  <c:v>185</c:v>
                </c:pt>
                <c:pt idx="7623">
                  <c:v>26</c:v>
                </c:pt>
                <c:pt idx="7624">
                  <c:v>99</c:v>
                </c:pt>
                <c:pt idx="7625">
                  <c:v>666</c:v>
                </c:pt>
                <c:pt idx="7626">
                  <c:v>626</c:v>
                </c:pt>
                <c:pt idx="7627">
                  <c:v>351</c:v>
                </c:pt>
                <c:pt idx="7628">
                  <c:v>213</c:v>
                </c:pt>
                <c:pt idx="7629">
                  <c:v>157</c:v>
                </c:pt>
                <c:pt idx="7630">
                  <c:v>218</c:v>
                </c:pt>
                <c:pt idx="7631">
                  <c:v>131</c:v>
                </c:pt>
                <c:pt idx="7632">
                  <c:v>136</c:v>
                </c:pt>
                <c:pt idx="7633">
                  <c:v>198</c:v>
                </c:pt>
                <c:pt idx="7634">
                  <c:v>158</c:v>
                </c:pt>
                <c:pt idx="7635">
                  <c:v>179</c:v>
                </c:pt>
                <c:pt idx="7636">
                  <c:v>92</c:v>
                </c:pt>
                <c:pt idx="7637">
                  <c:v>25</c:v>
                </c:pt>
                <c:pt idx="7638">
                  <c:v>190</c:v>
                </c:pt>
                <c:pt idx="7639">
                  <c:v>210</c:v>
                </c:pt>
                <c:pt idx="7640">
                  <c:v>158</c:v>
                </c:pt>
                <c:pt idx="7641">
                  <c:v>217</c:v>
                </c:pt>
                <c:pt idx="7642">
                  <c:v>117</c:v>
                </c:pt>
                <c:pt idx="7643">
                  <c:v>243</c:v>
                </c:pt>
                <c:pt idx="7644">
                  <c:v>118</c:v>
                </c:pt>
                <c:pt idx="7645">
                  <c:v>389</c:v>
                </c:pt>
                <c:pt idx="7646">
                  <c:v>395</c:v>
                </c:pt>
                <c:pt idx="7647">
                  <c:v>194</c:v>
                </c:pt>
                <c:pt idx="7648">
                  <c:v>126</c:v>
                </c:pt>
                <c:pt idx="7649">
                  <c:v>69</c:v>
                </c:pt>
                <c:pt idx="7650">
                  <c:v>52</c:v>
                </c:pt>
                <c:pt idx="7651">
                  <c:v>338</c:v>
                </c:pt>
                <c:pt idx="7652">
                  <c:v>211</c:v>
                </c:pt>
                <c:pt idx="7653">
                  <c:v>182</c:v>
                </c:pt>
                <c:pt idx="7654">
                  <c:v>25</c:v>
                </c:pt>
                <c:pt idx="7655">
                  <c:v>98</c:v>
                </c:pt>
                <c:pt idx="7656">
                  <c:v>164</c:v>
                </c:pt>
                <c:pt idx="7657">
                  <c:v>105</c:v>
                </c:pt>
                <c:pt idx="7658">
                  <c:v>146</c:v>
                </c:pt>
                <c:pt idx="7659">
                  <c:v>110</c:v>
                </c:pt>
                <c:pt idx="7660">
                  <c:v>98</c:v>
                </c:pt>
                <c:pt idx="7661">
                  <c:v>174</c:v>
                </c:pt>
                <c:pt idx="7662">
                  <c:v>259</c:v>
                </c:pt>
                <c:pt idx="7663">
                  <c:v>185</c:v>
                </c:pt>
                <c:pt idx="7664">
                  <c:v>292</c:v>
                </c:pt>
                <c:pt idx="7665">
                  <c:v>130</c:v>
                </c:pt>
                <c:pt idx="7666">
                  <c:v>353</c:v>
                </c:pt>
                <c:pt idx="7667">
                  <c:v>25</c:v>
                </c:pt>
                <c:pt idx="7668">
                  <c:v>70</c:v>
                </c:pt>
                <c:pt idx="7669">
                  <c:v>47</c:v>
                </c:pt>
                <c:pt idx="7670">
                  <c:v>194</c:v>
                </c:pt>
                <c:pt idx="7671">
                  <c:v>177</c:v>
                </c:pt>
                <c:pt idx="7672">
                  <c:v>246</c:v>
                </c:pt>
                <c:pt idx="7673">
                  <c:v>191</c:v>
                </c:pt>
                <c:pt idx="7674">
                  <c:v>172</c:v>
                </c:pt>
                <c:pt idx="7675">
                  <c:v>105</c:v>
                </c:pt>
                <c:pt idx="7676">
                  <c:v>169</c:v>
                </c:pt>
                <c:pt idx="7677">
                  <c:v>78</c:v>
                </c:pt>
                <c:pt idx="7678">
                  <c:v>114</c:v>
                </c:pt>
                <c:pt idx="7679">
                  <c:v>98</c:v>
                </c:pt>
                <c:pt idx="7680">
                  <c:v>186</c:v>
                </c:pt>
                <c:pt idx="7681">
                  <c:v>254</c:v>
                </c:pt>
                <c:pt idx="7682">
                  <c:v>206</c:v>
                </c:pt>
                <c:pt idx="7683">
                  <c:v>82</c:v>
                </c:pt>
                <c:pt idx="7684">
                  <c:v>394</c:v>
                </c:pt>
                <c:pt idx="7685">
                  <c:v>126</c:v>
                </c:pt>
                <c:pt idx="7686">
                  <c:v>25</c:v>
                </c:pt>
                <c:pt idx="7687">
                  <c:v>63</c:v>
                </c:pt>
                <c:pt idx="7688">
                  <c:v>78</c:v>
                </c:pt>
                <c:pt idx="7689">
                  <c:v>250</c:v>
                </c:pt>
                <c:pt idx="7690">
                  <c:v>248</c:v>
                </c:pt>
                <c:pt idx="7691">
                  <c:v>215</c:v>
                </c:pt>
                <c:pt idx="7692">
                  <c:v>136</c:v>
                </c:pt>
                <c:pt idx="7693">
                  <c:v>249</c:v>
                </c:pt>
                <c:pt idx="7694">
                  <c:v>296</c:v>
                </c:pt>
                <c:pt idx="7695">
                  <c:v>101</c:v>
                </c:pt>
                <c:pt idx="7696">
                  <c:v>343</c:v>
                </c:pt>
                <c:pt idx="7697">
                  <c:v>246</c:v>
                </c:pt>
                <c:pt idx="7698">
                  <c:v>96</c:v>
                </c:pt>
                <c:pt idx="7699">
                  <c:v>112</c:v>
                </c:pt>
                <c:pt idx="7700">
                  <c:v>289</c:v>
                </c:pt>
                <c:pt idx="7701">
                  <c:v>90</c:v>
                </c:pt>
                <c:pt idx="7702">
                  <c:v>117</c:v>
                </c:pt>
                <c:pt idx="7703">
                  <c:v>80</c:v>
                </c:pt>
                <c:pt idx="7704">
                  <c:v>52</c:v>
                </c:pt>
                <c:pt idx="7705">
                  <c:v>196</c:v>
                </c:pt>
                <c:pt idx="7706">
                  <c:v>150</c:v>
                </c:pt>
                <c:pt idx="7707">
                  <c:v>149</c:v>
                </c:pt>
                <c:pt idx="7708">
                  <c:v>204</c:v>
                </c:pt>
                <c:pt idx="7709">
                  <c:v>283</c:v>
                </c:pt>
                <c:pt idx="7710">
                  <c:v>33</c:v>
                </c:pt>
                <c:pt idx="7711">
                  <c:v>286</c:v>
                </c:pt>
                <c:pt idx="7712">
                  <c:v>105</c:v>
                </c:pt>
                <c:pt idx="7713">
                  <c:v>121</c:v>
                </c:pt>
                <c:pt idx="7714">
                  <c:v>273</c:v>
                </c:pt>
                <c:pt idx="7715">
                  <c:v>252</c:v>
                </c:pt>
                <c:pt idx="7716">
                  <c:v>132</c:v>
                </c:pt>
                <c:pt idx="7717">
                  <c:v>186</c:v>
                </c:pt>
                <c:pt idx="7718">
                  <c:v>331</c:v>
                </c:pt>
                <c:pt idx="7719">
                  <c:v>25</c:v>
                </c:pt>
                <c:pt idx="7720">
                  <c:v>131</c:v>
                </c:pt>
                <c:pt idx="7721">
                  <c:v>263</c:v>
                </c:pt>
                <c:pt idx="7722">
                  <c:v>193</c:v>
                </c:pt>
                <c:pt idx="7723">
                  <c:v>220</c:v>
                </c:pt>
                <c:pt idx="7724">
                  <c:v>90</c:v>
                </c:pt>
                <c:pt idx="7725">
                  <c:v>173</c:v>
                </c:pt>
                <c:pt idx="7726">
                  <c:v>145</c:v>
                </c:pt>
                <c:pt idx="7727">
                  <c:v>149</c:v>
                </c:pt>
                <c:pt idx="7728">
                  <c:v>79</c:v>
                </c:pt>
                <c:pt idx="7729">
                  <c:v>38</c:v>
                </c:pt>
                <c:pt idx="7730">
                  <c:v>49</c:v>
                </c:pt>
                <c:pt idx="7731">
                  <c:v>105</c:v>
                </c:pt>
                <c:pt idx="7732">
                  <c:v>201</c:v>
                </c:pt>
                <c:pt idx="7733">
                  <c:v>131</c:v>
                </c:pt>
                <c:pt idx="7734">
                  <c:v>267</c:v>
                </c:pt>
                <c:pt idx="7735">
                  <c:v>232</c:v>
                </c:pt>
                <c:pt idx="7736">
                  <c:v>649</c:v>
                </c:pt>
                <c:pt idx="7737">
                  <c:v>235</c:v>
                </c:pt>
                <c:pt idx="7738">
                  <c:v>165</c:v>
                </c:pt>
                <c:pt idx="7739">
                  <c:v>149</c:v>
                </c:pt>
                <c:pt idx="7740">
                  <c:v>169</c:v>
                </c:pt>
                <c:pt idx="7741">
                  <c:v>169</c:v>
                </c:pt>
                <c:pt idx="7742">
                  <c:v>149</c:v>
                </c:pt>
                <c:pt idx="7743">
                  <c:v>139</c:v>
                </c:pt>
                <c:pt idx="7744">
                  <c:v>54</c:v>
                </c:pt>
                <c:pt idx="7745">
                  <c:v>138</c:v>
                </c:pt>
                <c:pt idx="7746">
                  <c:v>112</c:v>
                </c:pt>
                <c:pt idx="7747">
                  <c:v>201</c:v>
                </c:pt>
                <c:pt idx="7748">
                  <c:v>234</c:v>
                </c:pt>
                <c:pt idx="7749">
                  <c:v>26</c:v>
                </c:pt>
                <c:pt idx="7750">
                  <c:v>260</c:v>
                </c:pt>
                <c:pt idx="7751">
                  <c:v>498</c:v>
                </c:pt>
                <c:pt idx="7752">
                  <c:v>411</c:v>
                </c:pt>
                <c:pt idx="7753">
                  <c:v>190</c:v>
                </c:pt>
                <c:pt idx="7754">
                  <c:v>126</c:v>
                </c:pt>
                <c:pt idx="7755">
                  <c:v>134</c:v>
                </c:pt>
                <c:pt idx="7756">
                  <c:v>135</c:v>
                </c:pt>
                <c:pt idx="7757">
                  <c:v>274</c:v>
                </c:pt>
                <c:pt idx="7758">
                  <c:v>25</c:v>
                </c:pt>
                <c:pt idx="7759">
                  <c:v>193</c:v>
                </c:pt>
                <c:pt idx="7760">
                  <c:v>161</c:v>
                </c:pt>
                <c:pt idx="7761">
                  <c:v>191</c:v>
                </c:pt>
                <c:pt idx="7762">
                  <c:v>98</c:v>
                </c:pt>
                <c:pt idx="7763">
                  <c:v>262</c:v>
                </c:pt>
                <c:pt idx="7764">
                  <c:v>117</c:v>
                </c:pt>
                <c:pt idx="7765">
                  <c:v>146</c:v>
                </c:pt>
                <c:pt idx="7766">
                  <c:v>75</c:v>
                </c:pt>
                <c:pt idx="7767">
                  <c:v>450</c:v>
                </c:pt>
                <c:pt idx="7768">
                  <c:v>243</c:v>
                </c:pt>
                <c:pt idx="7769">
                  <c:v>139</c:v>
                </c:pt>
                <c:pt idx="7770">
                  <c:v>68</c:v>
                </c:pt>
                <c:pt idx="7771">
                  <c:v>155</c:v>
                </c:pt>
                <c:pt idx="7772">
                  <c:v>137</c:v>
                </c:pt>
                <c:pt idx="7773">
                  <c:v>212</c:v>
                </c:pt>
                <c:pt idx="7774">
                  <c:v>200</c:v>
                </c:pt>
                <c:pt idx="7775">
                  <c:v>29</c:v>
                </c:pt>
                <c:pt idx="7776">
                  <c:v>339</c:v>
                </c:pt>
                <c:pt idx="7777">
                  <c:v>139</c:v>
                </c:pt>
                <c:pt idx="7778">
                  <c:v>159</c:v>
                </c:pt>
                <c:pt idx="7779">
                  <c:v>151</c:v>
                </c:pt>
                <c:pt idx="7780">
                  <c:v>357</c:v>
                </c:pt>
                <c:pt idx="7781">
                  <c:v>112</c:v>
                </c:pt>
                <c:pt idx="7782">
                  <c:v>64</c:v>
                </c:pt>
                <c:pt idx="7783">
                  <c:v>24</c:v>
                </c:pt>
                <c:pt idx="7784">
                  <c:v>262</c:v>
                </c:pt>
                <c:pt idx="7785">
                  <c:v>43</c:v>
                </c:pt>
                <c:pt idx="7786">
                  <c:v>253</c:v>
                </c:pt>
                <c:pt idx="7787">
                  <c:v>29</c:v>
                </c:pt>
                <c:pt idx="7788">
                  <c:v>60</c:v>
                </c:pt>
                <c:pt idx="7789">
                  <c:v>102</c:v>
                </c:pt>
                <c:pt idx="7790">
                  <c:v>145</c:v>
                </c:pt>
                <c:pt idx="7791">
                  <c:v>26</c:v>
                </c:pt>
                <c:pt idx="7792">
                  <c:v>472</c:v>
                </c:pt>
                <c:pt idx="7793">
                  <c:v>131</c:v>
                </c:pt>
                <c:pt idx="7794">
                  <c:v>91</c:v>
                </c:pt>
                <c:pt idx="7795">
                  <c:v>208</c:v>
                </c:pt>
                <c:pt idx="7796">
                  <c:v>122</c:v>
                </c:pt>
                <c:pt idx="7797">
                  <c:v>120</c:v>
                </c:pt>
                <c:pt idx="7798">
                  <c:v>64</c:v>
                </c:pt>
                <c:pt idx="7799">
                  <c:v>183</c:v>
                </c:pt>
                <c:pt idx="7800">
                  <c:v>28</c:v>
                </c:pt>
                <c:pt idx="7801">
                  <c:v>29</c:v>
                </c:pt>
                <c:pt idx="7802">
                  <c:v>62</c:v>
                </c:pt>
                <c:pt idx="7803">
                  <c:v>615</c:v>
                </c:pt>
                <c:pt idx="7804">
                  <c:v>37</c:v>
                </c:pt>
                <c:pt idx="7805">
                  <c:v>1</c:v>
                </c:pt>
                <c:pt idx="7806">
                  <c:v>169</c:v>
                </c:pt>
                <c:pt idx="7807">
                  <c:v>277</c:v>
                </c:pt>
                <c:pt idx="7808">
                  <c:v>112</c:v>
                </c:pt>
                <c:pt idx="7809">
                  <c:v>201</c:v>
                </c:pt>
                <c:pt idx="7810">
                  <c:v>268</c:v>
                </c:pt>
                <c:pt idx="7811">
                  <c:v>93</c:v>
                </c:pt>
                <c:pt idx="7812">
                  <c:v>121</c:v>
                </c:pt>
                <c:pt idx="7813">
                  <c:v>167</c:v>
                </c:pt>
                <c:pt idx="7814">
                  <c:v>90</c:v>
                </c:pt>
                <c:pt idx="7815">
                  <c:v>355</c:v>
                </c:pt>
                <c:pt idx="7816">
                  <c:v>364</c:v>
                </c:pt>
                <c:pt idx="7817">
                  <c:v>125</c:v>
                </c:pt>
                <c:pt idx="7818">
                  <c:v>162</c:v>
                </c:pt>
                <c:pt idx="7819">
                  <c:v>127</c:v>
                </c:pt>
                <c:pt idx="7820">
                  <c:v>129</c:v>
                </c:pt>
                <c:pt idx="7821">
                  <c:v>218</c:v>
                </c:pt>
                <c:pt idx="7822">
                  <c:v>95</c:v>
                </c:pt>
                <c:pt idx="7823">
                  <c:v>257</c:v>
                </c:pt>
                <c:pt idx="7824">
                  <c:v>166</c:v>
                </c:pt>
                <c:pt idx="7825">
                  <c:v>652</c:v>
                </c:pt>
                <c:pt idx="7826">
                  <c:v>64</c:v>
                </c:pt>
                <c:pt idx="7827">
                  <c:v>30</c:v>
                </c:pt>
                <c:pt idx="7828">
                  <c:v>147</c:v>
                </c:pt>
                <c:pt idx="7829">
                  <c:v>135</c:v>
                </c:pt>
                <c:pt idx="7830">
                  <c:v>99</c:v>
                </c:pt>
                <c:pt idx="7831">
                  <c:v>80</c:v>
                </c:pt>
                <c:pt idx="7832">
                  <c:v>371</c:v>
                </c:pt>
                <c:pt idx="7833">
                  <c:v>150</c:v>
                </c:pt>
                <c:pt idx="7834">
                  <c:v>203</c:v>
                </c:pt>
                <c:pt idx="7835">
                  <c:v>288</c:v>
                </c:pt>
                <c:pt idx="7836">
                  <c:v>109</c:v>
                </c:pt>
                <c:pt idx="7837">
                  <c:v>156</c:v>
                </c:pt>
                <c:pt idx="7838">
                  <c:v>176</c:v>
                </c:pt>
                <c:pt idx="7839">
                  <c:v>320</c:v>
                </c:pt>
                <c:pt idx="7840">
                  <c:v>129</c:v>
                </c:pt>
                <c:pt idx="7841">
                  <c:v>65</c:v>
                </c:pt>
                <c:pt idx="7842">
                  <c:v>183</c:v>
                </c:pt>
                <c:pt idx="7843">
                  <c:v>293</c:v>
                </c:pt>
                <c:pt idx="7844">
                  <c:v>355</c:v>
                </c:pt>
                <c:pt idx="7845">
                  <c:v>42</c:v>
                </c:pt>
                <c:pt idx="7846">
                  <c:v>242</c:v>
                </c:pt>
                <c:pt idx="7847">
                  <c:v>113</c:v>
                </c:pt>
                <c:pt idx="7848">
                  <c:v>93</c:v>
                </c:pt>
                <c:pt idx="7849">
                  <c:v>174</c:v>
                </c:pt>
                <c:pt idx="7850">
                  <c:v>104</c:v>
                </c:pt>
                <c:pt idx="7851">
                  <c:v>409</c:v>
                </c:pt>
                <c:pt idx="7852">
                  <c:v>181</c:v>
                </c:pt>
                <c:pt idx="7853">
                  <c:v>100</c:v>
                </c:pt>
                <c:pt idx="7854">
                  <c:v>127</c:v>
                </c:pt>
                <c:pt idx="7855">
                  <c:v>138</c:v>
                </c:pt>
                <c:pt idx="7856">
                  <c:v>232</c:v>
                </c:pt>
                <c:pt idx="7857">
                  <c:v>181</c:v>
                </c:pt>
                <c:pt idx="7858">
                  <c:v>235</c:v>
                </c:pt>
                <c:pt idx="7859">
                  <c:v>33</c:v>
                </c:pt>
                <c:pt idx="7860">
                  <c:v>158</c:v>
                </c:pt>
                <c:pt idx="7861">
                  <c:v>355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D85-407E-8F6D-08E82BE12102}"/>
            </c:ext>
          </c:extLst>
        </c:ser>
        <c:ser>
          <c:idx val="1"/>
          <c:order val="1"/>
          <c:tx>
            <c:v>&gt;750 token</c:v>
          </c:tx>
          <c:spPr>
            <a:ln w="0">
              <a:noFill/>
            </a:ln>
          </c:spPr>
          <c:marker>
            <c:symbol val="circle"/>
            <c:size val="4"/>
            <c:spPr>
              <a:solidFill>
                <a:srgbClr val="B16A16"/>
              </a:solidFill>
              <a:ln w="0">
                <a:noFill/>
              </a:ln>
            </c:spPr>
          </c:marker>
          <c:xVal>
            <c:numRef>
              <c:f>'Chart Data'!$C$2:$C$416</c:f>
              <c:numCache>
                <c:formatCode>General</c:formatCode>
                <c:ptCount val="415"/>
                <c:pt idx="0">
                  <c:v>0.62224999999999997</c:v>
                </c:pt>
                <c:pt idx="1">
                  <c:v>0.65115221999999995</c:v>
                </c:pt>
                <c:pt idx="2">
                  <c:v>0.88452249999999999</c:v>
                </c:pt>
                <c:pt idx="3">
                  <c:v>1.00708639</c:v>
                </c:pt>
                <c:pt idx="4">
                  <c:v>1.06624944</c:v>
                </c:pt>
                <c:pt idx="5">
                  <c:v>1.37932389</c:v>
                </c:pt>
                <c:pt idx="6">
                  <c:v>1.39966444</c:v>
                </c:pt>
                <c:pt idx="7">
                  <c:v>1.4589211099999999</c:v>
                </c:pt>
                <c:pt idx="8">
                  <c:v>1.4639794399999999</c:v>
                </c:pt>
                <c:pt idx="9">
                  <c:v>1.5679316700000001</c:v>
                </c:pt>
                <c:pt idx="10">
                  <c:v>1.57951028</c:v>
                </c:pt>
                <c:pt idx="11">
                  <c:v>1.5992130600000001</c:v>
                </c:pt>
                <c:pt idx="12">
                  <c:v>1.6043066699999999</c:v>
                </c:pt>
                <c:pt idx="13">
                  <c:v>1.6128263899999999</c:v>
                </c:pt>
                <c:pt idx="14">
                  <c:v>1.6494233300000001</c:v>
                </c:pt>
                <c:pt idx="15">
                  <c:v>1.6565727800000001</c:v>
                </c:pt>
                <c:pt idx="16">
                  <c:v>1.71599222</c:v>
                </c:pt>
                <c:pt idx="17">
                  <c:v>1.75443222</c:v>
                </c:pt>
                <c:pt idx="18">
                  <c:v>1.77089333</c:v>
                </c:pt>
                <c:pt idx="19">
                  <c:v>1.7752405600000001</c:v>
                </c:pt>
                <c:pt idx="20">
                  <c:v>1.7865527800000001</c:v>
                </c:pt>
                <c:pt idx="21">
                  <c:v>1.8111161099999999</c:v>
                </c:pt>
                <c:pt idx="22">
                  <c:v>1.815795</c:v>
                </c:pt>
                <c:pt idx="23">
                  <c:v>1.94610861</c:v>
                </c:pt>
                <c:pt idx="24">
                  <c:v>1.97122222</c:v>
                </c:pt>
                <c:pt idx="25">
                  <c:v>2.01630639</c:v>
                </c:pt>
                <c:pt idx="26">
                  <c:v>2.0293269399999998</c:v>
                </c:pt>
                <c:pt idx="27">
                  <c:v>2.07844389</c:v>
                </c:pt>
                <c:pt idx="28">
                  <c:v>2.08720361</c:v>
                </c:pt>
                <c:pt idx="29">
                  <c:v>2.0912097200000002</c:v>
                </c:pt>
                <c:pt idx="30">
                  <c:v>2.10016194</c:v>
                </c:pt>
                <c:pt idx="31">
                  <c:v>2.1262627799999998</c:v>
                </c:pt>
                <c:pt idx="32">
                  <c:v>2.13906083</c:v>
                </c:pt>
                <c:pt idx="33">
                  <c:v>2.1401052800000002</c:v>
                </c:pt>
                <c:pt idx="34">
                  <c:v>2.2018516699999999</c:v>
                </c:pt>
                <c:pt idx="35">
                  <c:v>2.2734297200000002</c:v>
                </c:pt>
                <c:pt idx="36">
                  <c:v>2.3631444400000001</c:v>
                </c:pt>
                <c:pt idx="37">
                  <c:v>2.3962322199999999</c:v>
                </c:pt>
                <c:pt idx="38">
                  <c:v>2.3988386099999999</c:v>
                </c:pt>
                <c:pt idx="39">
                  <c:v>2.4620269399999999</c:v>
                </c:pt>
                <c:pt idx="40">
                  <c:v>2.4908636099999999</c:v>
                </c:pt>
                <c:pt idx="41">
                  <c:v>2.5123058299999999</c:v>
                </c:pt>
                <c:pt idx="42">
                  <c:v>2.52639528</c:v>
                </c:pt>
                <c:pt idx="43">
                  <c:v>2.5485505599999998</c:v>
                </c:pt>
                <c:pt idx="44">
                  <c:v>2.5963483300000001</c:v>
                </c:pt>
                <c:pt idx="45">
                  <c:v>2.6085163900000001</c:v>
                </c:pt>
                <c:pt idx="46">
                  <c:v>2.6282605600000002</c:v>
                </c:pt>
                <c:pt idx="47">
                  <c:v>2.6339800000000002</c:v>
                </c:pt>
                <c:pt idx="48">
                  <c:v>2.6603513900000002</c:v>
                </c:pt>
                <c:pt idx="49">
                  <c:v>2.6705147199999999</c:v>
                </c:pt>
                <c:pt idx="50">
                  <c:v>2.67794972</c:v>
                </c:pt>
                <c:pt idx="51">
                  <c:v>2.68672472</c:v>
                </c:pt>
                <c:pt idx="52">
                  <c:v>2.6893255599999999</c:v>
                </c:pt>
                <c:pt idx="53">
                  <c:v>2.69375389</c:v>
                </c:pt>
                <c:pt idx="54">
                  <c:v>2.6994633299999999</c:v>
                </c:pt>
                <c:pt idx="55">
                  <c:v>2.7085580600000001</c:v>
                </c:pt>
                <c:pt idx="56">
                  <c:v>2.7096058300000001</c:v>
                </c:pt>
                <c:pt idx="57">
                  <c:v>2.7266594400000002</c:v>
                </c:pt>
                <c:pt idx="58">
                  <c:v>2.7610916699999999</c:v>
                </c:pt>
                <c:pt idx="59">
                  <c:v>2.7772130599999998</c:v>
                </c:pt>
                <c:pt idx="60">
                  <c:v>2.78610917</c:v>
                </c:pt>
                <c:pt idx="61">
                  <c:v>2.81214056</c:v>
                </c:pt>
                <c:pt idx="62">
                  <c:v>2.8150444399999999</c:v>
                </c:pt>
                <c:pt idx="63">
                  <c:v>2.8237325000000002</c:v>
                </c:pt>
                <c:pt idx="64">
                  <c:v>2.8354019400000001</c:v>
                </c:pt>
                <c:pt idx="65">
                  <c:v>2.8608219400000001</c:v>
                </c:pt>
                <c:pt idx="66">
                  <c:v>2.8708580600000002</c:v>
                </c:pt>
                <c:pt idx="67">
                  <c:v>2.8810111100000002</c:v>
                </c:pt>
                <c:pt idx="68">
                  <c:v>2.8837880600000001</c:v>
                </c:pt>
                <c:pt idx="69">
                  <c:v>2.8936005599999999</c:v>
                </c:pt>
                <c:pt idx="70">
                  <c:v>2.9002147200000001</c:v>
                </c:pt>
                <c:pt idx="71">
                  <c:v>2.9205383299999998</c:v>
                </c:pt>
                <c:pt idx="72">
                  <c:v>2.9471863900000002</c:v>
                </c:pt>
                <c:pt idx="73">
                  <c:v>2.98469389</c:v>
                </c:pt>
                <c:pt idx="74">
                  <c:v>3.0011088899999998</c:v>
                </c:pt>
                <c:pt idx="75">
                  <c:v>3.0405988900000001</c:v>
                </c:pt>
                <c:pt idx="76">
                  <c:v>3.04643972</c:v>
                </c:pt>
                <c:pt idx="77">
                  <c:v>3.0810388899999999</c:v>
                </c:pt>
                <c:pt idx="78">
                  <c:v>3.1254747200000002</c:v>
                </c:pt>
                <c:pt idx="79">
                  <c:v>3.1688080599999999</c:v>
                </c:pt>
                <c:pt idx="80">
                  <c:v>3.1812686100000001</c:v>
                </c:pt>
                <c:pt idx="81">
                  <c:v>3.1828208299999998</c:v>
                </c:pt>
                <c:pt idx="82">
                  <c:v>3.2425908300000001</c:v>
                </c:pt>
                <c:pt idx="83">
                  <c:v>3.2730027800000001</c:v>
                </c:pt>
                <c:pt idx="84">
                  <c:v>3.3023977800000002</c:v>
                </c:pt>
                <c:pt idx="85">
                  <c:v>3.3294152800000001</c:v>
                </c:pt>
                <c:pt idx="86">
                  <c:v>3.3508627799999999</c:v>
                </c:pt>
                <c:pt idx="87">
                  <c:v>3.3599275</c:v>
                </c:pt>
                <c:pt idx="88">
                  <c:v>3.3648386100000001</c:v>
                </c:pt>
                <c:pt idx="89">
                  <c:v>3.4143238899999999</c:v>
                </c:pt>
                <c:pt idx="90">
                  <c:v>3.41719917</c:v>
                </c:pt>
                <c:pt idx="91">
                  <c:v>3.4479074999999999</c:v>
                </c:pt>
                <c:pt idx="92">
                  <c:v>3.4521352799999998</c:v>
                </c:pt>
                <c:pt idx="93">
                  <c:v>3.45385667</c:v>
                </c:pt>
                <c:pt idx="94">
                  <c:v>3.45819944</c:v>
                </c:pt>
                <c:pt idx="95">
                  <c:v>3.4655325000000001</c:v>
                </c:pt>
                <c:pt idx="96">
                  <c:v>3.4811769400000001</c:v>
                </c:pt>
                <c:pt idx="97">
                  <c:v>3.5126972200000002</c:v>
                </c:pt>
                <c:pt idx="98">
                  <c:v>3.52309611</c:v>
                </c:pt>
                <c:pt idx="99">
                  <c:v>3.5256949999999998</c:v>
                </c:pt>
                <c:pt idx="100">
                  <c:v>3.5513161100000001</c:v>
                </c:pt>
                <c:pt idx="101">
                  <c:v>3.56768222</c:v>
                </c:pt>
                <c:pt idx="102">
                  <c:v>3.5764813900000001</c:v>
                </c:pt>
                <c:pt idx="103">
                  <c:v>3.5778755599999998</c:v>
                </c:pt>
                <c:pt idx="104">
                  <c:v>3.5832197200000002</c:v>
                </c:pt>
                <c:pt idx="105">
                  <c:v>3.5867455600000002</c:v>
                </c:pt>
                <c:pt idx="106">
                  <c:v>3.6087255599999999</c:v>
                </c:pt>
                <c:pt idx="107">
                  <c:v>3.6166644400000001</c:v>
                </c:pt>
                <c:pt idx="108">
                  <c:v>3.62534556</c:v>
                </c:pt>
                <c:pt idx="109">
                  <c:v>3.6340872200000001</c:v>
                </c:pt>
                <c:pt idx="110">
                  <c:v>3.6428544399999998</c:v>
                </c:pt>
                <c:pt idx="111">
                  <c:v>3.64440667</c:v>
                </c:pt>
                <c:pt idx="112">
                  <c:v>3.6577830599999999</c:v>
                </c:pt>
                <c:pt idx="113">
                  <c:v>3.6618694399999998</c:v>
                </c:pt>
                <c:pt idx="114">
                  <c:v>3.6634683300000002</c:v>
                </c:pt>
                <c:pt idx="115">
                  <c:v>3.6658144400000001</c:v>
                </c:pt>
                <c:pt idx="116">
                  <c:v>3.6706641699999998</c:v>
                </c:pt>
                <c:pt idx="117">
                  <c:v>3.6841611099999998</c:v>
                </c:pt>
                <c:pt idx="118">
                  <c:v>3.6882733299999999</c:v>
                </c:pt>
                <c:pt idx="119">
                  <c:v>3.6922719399999999</c:v>
                </c:pt>
                <c:pt idx="120">
                  <c:v>3.6944625000000002</c:v>
                </c:pt>
                <c:pt idx="121">
                  <c:v>3.7046986099999999</c:v>
                </c:pt>
                <c:pt idx="122">
                  <c:v>3.7171349999999999</c:v>
                </c:pt>
                <c:pt idx="123">
                  <c:v>3.7252183300000001</c:v>
                </c:pt>
                <c:pt idx="124">
                  <c:v>3.7307711100000001</c:v>
                </c:pt>
                <c:pt idx="125">
                  <c:v>3.7468469400000002</c:v>
                </c:pt>
                <c:pt idx="126">
                  <c:v>3.7551669400000001</c:v>
                </c:pt>
                <c:pt idx="127">
                  <c:v>3.7621897199999998</c:v>
                </c:pt>
                <c:pt idx="128">
                  <c:v>3.7643875000000002</c:v>
                </c:pt>
                <c:pt idx="129">
                  <c:v>3.7819491699999999</c:v>
                </c:pt>
                <c:pt idx="130">
                  <c:v>3.7980161099999998</c:v>
                </c:pt>
                <c:pt idx="131">
                  <c:v>3.79898639</c:v>
                </c:pt>
                <c:pt idx="132">
                  <c:v>3.8222647200000002</c:v>
                </c:pt>
                <c:pt idx="133">
                  <c:v>3.8265855599999998</c:v>
                </c:pt>
                <c:pt idx="134">
                  <c:v>3.82969889</c:v>
                </c:pt>
                <c:pt idx="135">
                  <c:v>3.832595</c:v>
                </c:pt>
                <c:pt idx="136">
                  <c:v>3.83401361</c:v>
                </c:pt>
                <c:pt idx="137">
                  <c:v>3.8471477799999998</c:v>
                </c:pt>
                <c:pt idx="138">
                  <c:v>3.8618972199999999</c:v>
                </c:pt>
                <c:pt idx="139">
                  <c:v>3.8812975000000001</c:v>
                </c:pt>
                <c:pt idx="140">
                  <c:v>3.88158278</c:v>
                </c:pt>
                <c:pt idx="141">
                  <c:v>3.9183711099999998</c:v>
                </c:pt>
                <c:pt idx="142">
                  <c:v>3.9209033299999998</c:v>
                </c:pt>
                <c:pt idx="143">
                  <c:v>3.9218419400000002</c:v>
                </c:pt>
                <c:pt idx="144">
                  <c:v>3.9327049999999999</c:v>
                </c:pt>
                <c:pt idx="145">
                  <c:v>3.9682650000000002</c:v>
                </c:pt>
                <c:pt idx="146">
                  <c:v>3.9813905599999999</c:v>
                </c:pt>
                <c:pt idx="147">
                  <c:v>3.9894813899999999</c:v>
                </c:pt>
                <c:pt idx="148">
                  <c:v>3.9976338899999999</c:v>
                </c:pt>
                <c:pt idx="149">
                  <c:v>4.0136394400000004</c:v>
                </c:pt>
                <c:pt idx="150">
                  <c:v>4.0201527800000001</c:v>
                </c:pt>
                <c:pt idx="151">
                  <c:v>4.0319450000000003</c:v>
                </c:pt>
                <c:pt idx="152">
                  <c:v>4.0358952800000001</c:v>
                </c:pt>
                <c:pt idx="153">
                  <c:v>4.0426169400000003</c:v>
                </c:pt>
                <c:pt idx="154">
                  <c:v>4.0531097200000001</c:v>
                </c:pt>
                <c:pt idx="155">
                  <c:v>4.05652306</c:v>
                </c:pt>
                <c:pt idx="156">
                  <c:v>4.0706391699999998</c:v>
                </c:pt>
                <c:pt idx="157">
                  <c:v>4.0908800000000003</c:v>
                </c:pt>
                <c:pt idx="158">
                  <c:v>4.09108333</c:v>
                </c:pt>
                <c:pt idx="159">
                  <c:v>4.0992894399999997</c:v>
                </c:pt>
                <c:pt idx="160">
                  <c:v>4.1007008300000001</c:v>
                </c:pt>
                <c:pt idx="161">
                  <c:v>4.1051136100000001</c:v>
                </c:pt>
                <c:pt idx="162">
                  <c:v>4.1276102799999999</c:v>
                </c:pt>
                <c:pt idx="163">
                  <c:v>4.1469075000000002</c:v>
                </c:pt>
                <c:pt idx="164">
                  <c:v>4.1616877800000003</c:v>
                </c:pt>
                <c:pt idx="165">
                  <c:v>4.1623450000000002</c:v>
                </c:pt>
                <c:pt idx="166">
                  <c:v>4.1735502799999997</c:v>
                </c:pt>
                <c:pt idx="167">
                  <c:v>4.19340417</c:v>
                </c:pt>
                <c:pt idx="168">
                  <c:v>4.2288308299999997</c:v>
                </c:pt>
                <c:pt idx="169">
                  <c:v>4.2662883300000001</c:v>
                </c:pt>
                <c:pt idx="170">
                  <c:v>4.2812391700000001</c:v>
                </c:pt>
                <c:pt idx="171">
                  <c:v>4.2839974999999999</c:v>
                </c:pt>
                <c:pt idx="172">
                  <c:v>4.2933644400000004</c:v>
                </c:pt>
                <c:pt idx="173">
                  <c:v>4.3361147200000003</c:v>
                </c:pt>
                <c:pt idx="174">
                  <c:v>4.3429691699999999</c:v>
                </c:pt>
                <c:pt idx="175">
                  <c:v>4.3773544400000004</c:v>
                </c:pt>
                <c:pt idx="176">
                  <c:v>4.3832591699999996</c:v>
                </c:pt>
                <c:pt idx="177">
                  <c:v>4.3969169399999997</c:v>
                </c:pt>
                <c:pt idx="178">
                  <c:v>4.3990999999999998</c:v>
                </c:pt>
                <c:pt idx="179">
                  <c:v>4.4020658299999997</c:v>
                </c:pt>
                <c:pt idx="180">
                  <c:v>4.4127486100000004</c:v>
                </c:pt>
                <c:pt idx="181">
                  <c:v>4.4614169400000003</c:v>
                </c:pt>
                <c:pt idx="182">
                  <c:v>4.4812675000000004</c:v>
                </c:pt>
                <c:pt idx="183">
                  <c:v>4.5302211100000003</c:v>
                </c:pt>
                <c:pt idx="184">
                  <c:v>4.5534041700000003</c:v>
                </c:pt>
                <c:pt idx="185">
                  <c:v>4.567075</c:v>
                </c:pt>
                <c:pt idx="186">
                  <c:v>4.59608639</c:v>
                </c:pt>
                <c:pt idx="187">
                  <c:v>4.62788194</c:v>
                </c:pt>
                <c:pt idx="188">
                  <c:v>4.6554852799999997</c:v>
                </c:pt>
                <c:pt idx="189">
                  <c:v>4.6671866700000004</c:v>
                </c:pt>
                <c:pt idx="190">
                  <c:v>4.6772338900000001</c:v>
                </c:pt>
                <c:pt idx="191">
                  <c:v>4.6952444399999997</c:v>
                </c:pt>
                <c:pt idx="192">
                  <c:v>4.7183033300000004</c:v>
                </c:pt>
                <c:pt idx="193">
                  <c:v>4.7505019400000004</c:v>
                </c:pt>
                <c:pt idx="194">
                  <c:v>4.7839533300000001</c:v>
                </c:pt>
                <c:pt idx="195">
                  <c:v>4.7902761099999998</c:v>
                </c:pt>
                <c:pt idx="196">
                  <c:v>4.83892889</c:v>
                </c:pt>
                <c:pt idx="197">
                  <c:v>4.84101889</c:v>
                </c:pt>
                <c:pt idx="198">
                  <c:v>4.8512275000000002</c:v>
                </c:pt>
                <c:pt idx="199">
                  <c:v>4.86244722</c:v>
                </c:pt>
                <c:pt idx="200">
                  <c:v>4.8846019399999996</c:v>
                </c:pt>
                <c:pt idx="201">
                  <c:v>4.8849186099999997</c:v>
                </c:pt>
                <c:pt idx="202">
                  <c:v>4.9359791700000004</c:v>
                </c:pt>
                <c:pt idx="203">
                  <c:v>4.9934933299999997</c:v>
                </c:pt>
                <c:pt idx="204">
                  <c:v>5.0095861099999999</c:v>
                </c:pt>
                <c:pt idx="205">
                  <c:v>5.03011944</c:v>
                </c:pt>
                <c:pt idx="206">
                  <c:v>5.0373055600000001</c:v>
                </c:pt>
                <c:pt idx="207">
                  <c:v>5.06839306</c:v>
                </c:pt>
                <c:pt idx="208">
                  <c:v>5.0761852799999998</c:v>
                </c:pt>
                <c:pt idx="209">
                  <c:v>5.0872280600000002</c:v>
                </c:pt>
                <c:pt idx="210">
                  <c:v>5.0889177800000001</c:v>
                </c:pt>
                <c:pt idx="211">
                  <c:v>5.0967624999999996</c:v>
                </c:pt>
                <c:pt idx="212">
                  <c:v>5.1035736099999998</c:v>
                </c:pt>
                <c:pt idx="213">
                  <c:v>5.1445616699999999</c:v>
                </c:pt>
                <c:pt idx="214">
                  <c:v>5.1473833300000003</c:v>
                </c:pt>
                <c:pt idx="215">
                  <c:v>5.1580922200000003</c:v>
                </c:pt>
                <c:pt idx="216">
                  <c:v>5.2021477799999998</c:v>
                </c:pt>
                <c:pt idx="217">
                  <c:v>5.2110080600000002</c:v>
                </c:pt>
                <c:pt idx="218">
                  <c:v>5.21926472</c:v>
                </c:pt>
                <c:pt idx="219">
                  <c:v>5.2279502799999999</c:v>
                </c:pt>
                <c:pt idx="220">
                  <c:v>5.2971727800000004</c:v>
                </c:pt>
                <c:pt idx="221">
                  <c:v>5.3244236100000002</c:v>
                </c:pt>
                <c:pt idx="222">
                  <c:v>5.3279494400000003</c:v>
                </c:pt>
                <c:pt idx="223">
                  <c:v>5.3295925000000004</c:v>
                </c:pt>
                <c:pt idx="224">
                  <c:v>5.3326794399999997</c:v>
                </c:pt>
                <c:pt idx="225">
                  <c:v>5.3546227799999997</c:v>
                </c:pt>
                <c:pt idx="226">
                  <c:v>5.3575305599999998</c:v>
                </c:pt>
                <c:pt idx="227">
                  <c:v>5.3669527800000001</c:v>
                </c:pt>
                <c:pt idx="228">
                  <c:v>5.3926969400000004</c:v>
                </c:pt>
                <c:pt idx="229">
                  <c:v>5.4116908300000004</c:v>
                </c:pt>
                <c:pt idx="230">
                  <c:v>5.4183872199999996</c:v>
                </c:pt>
                <c:pt idx="231">
                  <c:v>5.43747472</c:v>
                </c:pt>
                <c:pt idx="232">
                  <c:v>5.4660355599999999</c:v>
                </c:pt>
                <c:pt idx="233">
                  <c:v>5.54388083</c:v>
                </c:pt>
                <c:pt idx="234">
                  <c:v>5.5946536099999999</c:v>
                </c:pt>
                <c:pt idx="235">
                  <c:v>5.6575027799999997</c:v>
                </c:pt>
                <c:pt idx="236">
                  <c:v>5.7749772200000002</c:v>
                </c:pt>
                <c:pt idx="237">
                  <c:v>5.8201261100000004</c:v>
                </c:pt>
                <c:pt idx="238">
                  <c:v>5.8433261099999996</c:v>
                </c:pt>
                <c:pt idx="239">
                  <c:v>5.8918586099999999</c:v>
                </c:pt>
                <c:pt idx="240">
                  <c:v>5.9211175000000003</c:v>
                </c:pt>
                <c:pt idx="241">
                  <c:v>5.92703778</c:v>
                </c:pt>
                <c:pt idx="242">
                  <c:v>5.95729139</c:v>
                </c:pt>
                <c:pt idx="243">
                  <c:v>5.9621899999999997</c:v>
                </c:pt>
                <c:pt idx="244">
                  <c:v>5.97471306</c:v>
                </c:pt>
                <c:pt idx="245">
                  <c:v>5.9914369399999998</c:v>
                </c:pt>
                <c:pt idx="246">
                  <c:v>5.9925916700000004</c:v>
                </c:pt>
                <c:pt idx="247">
                  <c:v>5.99949639</c:v>
                </c:pt>
                <c:pt idx="248">
                  <c:v>6.0183752799999999</c:v>
                </c:pt>
                <c:pt idx="249">
                  <c:v>6.0722141699999996</c:v>
                </c:pt>
                <c:pt idx="250">
                  <c:v>6.0926758300000001</c:v>
                </c:pt>
                <c:pt idx="251">
                  <c:v>6.1601691699999996</c:v>
                </c:pt>
                <c:pt idx="252">
                  <c:v>6.1866344399999997</c:v>
                </c:pt>
                <c:pt idx="253">
                  <c:v>6.2759869400000001</c:v>
                </c:pt>
                <c:pt idx="254">
                  <c:v>6.2999416699999999</c:v>
                </c:pt>
                <c:pt idx="255">
                  <c:v>6.3547194400000002</c:v>
                </c:pt>
                <c:pt idx="256">
                  <c:v>6.4296802800000004</c:v>
                </c:pt>
                <c:pt idx="257">
                  <c:v>6.4915977800000002</c:v>
                </c:pt>
                <c:pt idx="258">
                  <c:v>6.6639566700000001</c:v>
                </c:pt>
                <c:pt idx="259">
                  <c:v>6.6965619399999996</c:v>
                </c:pt>
                <c:pt idx="260">
                  <c:v>6.7484824999999997</c:v>
                </c:pt>
                <c:pt idx="261">
                  <c:v>6.75922833</c:v>
                </c:pt>
                <c:pt idx="262">
                  <c:v>6.7680380600000003</c:v>
                </c:pt>
                <c:pt idx="263">
                  <c:v>6.7858711100000004</c:v>
                </c:pt>
                <c:pt idx="264">
                  <c:v>6.7916897199999999</c:v>
                </c:pt>
                <c:pt idx="265">
                  <c:v>6.8020997200000002</c:v>
                </c:pt>
                <c:pt idx="266">
                  <c:v>6.8316938900000004</c:v>
                </c:pt>
                <c:pt idx="267">
                  <c:v>6.9254016700000003</c:v>
                </c:pt>
                <c:pt idx="268">
                  <c:v>6.9416180599999997</c:v>
                </c:pt>
                <c:pt idx="269">
                  <c:v>7.1715161099999998</c:v>
                </c:pt>
                <c:pt idx="270">
                  <c:v>7.1922886100000003</c:v>
                </c:pt>
                <c:pt idx="271">
                  <c:v>7.2174827800000001</c:v>
                </c:pt>
                <c:pt idx="272">
                  <c:v>7.2248941699999998</c:v>
                </c:pt>
                <c:pt idx="273">
                  <c:v>7.2778438899999998</c:v>
                </c:pt>
                <c:pt idx="274">
                  <c:v>7.3154738899999998</c:v>
                </c:pt>
                <c:pt idx="275">
                  <c:v>7.3228930600000002</c:v>
                </c:pt>
                <c:pt idx="276">
                  <c:v>7.3301894399999998</c:v>
                </c:pt>
                <c:pt idx="277">
                  <c:v>7.3405897199999997</c:v>
                </c:pt>
                <c:pt idx="278">
                  <c:v>7.37755472</c:v>
                </c:pt>
                <c:pt idx="279">
                  <c:v>7.3849824999999996</c:v>
                </c:pt>
                <c:pt idx="280">
                  <c:v>7.4012736099999996</c:v>
                </c:pt>
                <c:pt idx="281">
                  <c:v>7.42046472</c:v>
                </c:pt>
                <c:pt idx="282">
                  <c:v>7.4561500000000001</c:v>
                </c:pt>
                <c:pt idx="283">
                  <c:v>7.4783269399999996</c:v>
                </c:pt>
                <c:pt idx="284">
                  <c:v>7.4871583299999998</c:v>
                </c:pt>
                <c:pt idx="285">
                  <c:v>7.50930944</c:v>
                </c:pt>
                <c:pt idx="286">
                  <c:v>7.5239936099999998</c:v>
                </c:pt>
                <c:pt idx="287">
                  <c:v>7.5432388899999996</c:v>
                </c:pt>
                <c:pt idx="288">
                  <c:v>7.5491425000000003</c:v>
                </c:pt>
                <c:pt idx="289">
                  <c:v>7.5609405599999997</c:v>
                </c:pt>
                <c:pt idx="290">
                  <c:v>7.5682752799999999</c:v>
                </c:pt>
                <c:pt idx="291">
                  <c:v>7.5885358299999996</c:v>
                </c:pt>
                <c:pt idx="292">
                  <c:v>7.6710727800000003</c:v>
                </c:pt>
                <c:pt idx="293">
                  <c:v>7.6770583300000004</c:v>
                </c:pt>
                <c:pt idx="294">
                  <c:v>7.6984291699999998</c:v>
                </c:pt>
                <c:pt idx="295">
                  <c:v>7.82412917</c:v>
                </c:pt>
                <c:pt idx="296">
                  <c:v>7.8276336100000004</c:v>
                </c:pt>
                <c:pt idx="297">
                  <c:v>7.8405250000000004</c:v>
                </c:pt>
                <c:pt idx="298">
                  <c:v>7.8411441699999997</c:v>
                </c:pt>
                <c:pt idx="299">
                  <c:v>7.8615363900000004</c:v>
                </c:pt>
                <c:pt idx="300">
                  <c:v>7.8651705600000001</c:v>
                </c:pt>
                <c:pt idx="301">
                  <c:v>7.8740841699999997</c:v>
                </c:pt>
                <c:pt idx="302">
                  <c:v>7.8933686099999996</c:v>
                </c:pt>
                <c:pt idx="303">
                  <c:v>7.9360247199999998</c:v>
                </c:pt>
                <c:pt idx="304">
                  <c:v>7.9512891699999999</c:v>
                </c:pt>
                <c:pt idx="305">
                  <c:v>7.9651372199999999</c:v>
                </c:pt>
                <c:pt idx="306">
                  <c:v>8.4595988900000005</c:v>
                </c:pt>
                <c:pt idx="307">
                  <c:v>8.4779388900000008</c:v>
                </c:pt>
                <c:pt idx="308">
                  <c:v>8.5111377800000003</c:v>
                </c:pt>
                <c:pt idx="309">
                  <c:v>8.5780452799999996</c:v>
                </c:pt>
                <c:pt idx="310">
                  <c:v>8.5971686100000007</c:v>
                </c:pt>
                <c:pt idx="311">
                  <c:v>8.5980208299999994</c:v>
                </c:pt>
                <c:pt idx="312">
                  <c:v>8.60839</c:v>
                </c:pt>
                <c:pt idx="313">
                  <c:v>8.6587294400000001</c:v>
                </c:pt>
                <c:pt idx="314">
                  <c:v>8.6702313899999996</c:v>
                </c:pt>
                <c:pt idx="315">
                  <c:v>8.67052333</c:v>
                </c:pt>
                <c:pt idx="316">
                  <c:v>8.6706861100000001</c:v>
                </c:pt>
                <c:pt idx="317">
                  <c:v>8.6982797200000004</c:v>
                </c:pt>
                <c:pt idx="318">
                  <c:v>8.7107180599999996</c:v>
                </c:pt>
                <c:pt idx="319">
                  <c:v>8.8025730600000003</c:v>
                </c:pt>
                <c:pt idx="320">
                  <c:v>8.8114622199999992</c:v>
                </c:pt>
                <c:pt idx="321">
                  <c:v>8.86283083</c:v>
                </c:pt>
                <c:pt idx="322">
                  <c:v>8.87036889</c:v>
                </c:pt>
                <c:pt idx="323">
                  <c:v>8.8717405599999992</c:v>
                </c:pt>
                <c:pt idx="324">
                  <c:v>8.9009499999999999</c:v>
                </c:pt>
                <c:pt idx="325">
                  <c:v>8.9446944399999992</c:v>
                </c:pt>
                <c:pt idx="326">
                  <c:v>8.95431417</c:v>
                </c:pt>
                <c:pt idx="327">
                  <c:v>8.9611602799999996</c:v>
                </c:pt>
                <c:pt idx="328">
                  <c:v>8.9802591700000001</c:v>
                </c:pt>
                <c:pt idx="329">
                  <c:v>9.0025386100000002</c:v>
                </c:pt>
                <c:pt idx="330">
                  <c:v>9.0411997199999998</c:v>
                </c:pt>
                <c:pt idx="331">
                  <c:v>9.1277469399999998</c:v>
                </c:pt>
                <c:pt idx="332">
                  <c:v>9.1952224999999999</c:v>
                </c:pt>
                <c:pt idx="333">
                  <c:v>9.2018216699999993</c:v>
                </c:pt>
                <c:pt idx="334">
                  <c:v>9.2181641699999997</c:v>
                </c:pt>
                <c:pt idx="335">
                  <c:v>9.2249250000000007</c:v>
                </c:pt>
                <c:pt idx="336">
                  <c:v>9.2464219399999994</c:v>
                </c:pt>
                <c:pt idx="337">
                  <c:v>9.2777258299999996</c:v>
                </c:pt>
                <c:pt idx="338">
                  <c:v>9.2805025000000008</c:v>
                </c:pt>
                <c:pt idx="339">
                  <c:v>9.32106222</c:v>
                </c:pt>
                <c:pt idx="340">
                  <c:v>9.3908416700000004</c:v>
                </c:pt>
                <c:pt idx="341">
                  <c:v>9.4250624999999992</c:v>
                </c:pt>
                <c:pt idx="342">
                  <c:v>9.4294219399999992</c:v>
                </c:pt>
                <c:pt idx="343">
                  <c:v>9.44631972</c:v>
                </c:pt>
                <c:pt idx="344">
                  <c:v>9.4820230599999995</c:v>
                </c:pt>
                <c:pt idx="345">
                  <c:v>9.4878230600000002</c:v>
                </c:pt>
                <c:pt idx="346">
                  <c:v>9.4942558300000002</c:v>
                </c:pt>
                <c:pt idx="347">
                  <c:v>9.5060227800000003</c:v>
                </c:pt>
                <c:pt idx="348">
                  <c:v>9.5153677800000001</c:v>
                </c:pt>
                <c:pt idx="349">
                  <c:v>9.5471336099999995</c:v>
                </c:pt>
                <c:pt idx="350">
                  <c:v>9.5734080600000002</c:v>
                </c:pt>
                <c:pt idx="351">
                  <c:v>9.5794697200000005</c:v>
                </c:pt>
                <c:pt idx="352">
                  <c:v>9.5919072199999995</c:v>
                </c:pt>
                <c:pt idx="353">
                  <c:v>9.5928941699999992</c:v>
                </c:pt>
                <c:pt idx="354">
                  <c:v>9.6047172199999995</c:v>
                </c:pt>
                <c:pt idx="355">
                  <c:v>9.6108224999999994</c:v>
                </c:pt>
                <c:pt idx="356">
                  <c:v>9.6249027799999993</c:v>
                </c:pt>
                <c:pt idx="357">
                  <c:v>9.6417902800000004</c:v>
                </c:pt>
                <c:pt idx="358">
                  <c:v>9.6524261100000004</c:v>
                </c:pt>
                <c:pt idx="359">
                  <c:v>9.6863336100000001</c:v>
                </c:pt>
                <c:pt idx="360">
                  <c:v>9.6951341699999993</c:v>
                </c:pt>
                <c:pt idx="361">
                  <c:v>9.7076730599999994</c:v>
                </c:pt>
                <c:pt idx="362">
                  <c:v>9.76350944</c:v>
                </c:pt>
                <c:pt idx="363">
                  <c:v>9.7656047200000007</c:v>
                </c:pt>
                <c:pt idx="364">
                  <c:v>9.7730499999999996</c:v>
                </c:pt>
                <c:pt idx="365">
                  <c:v>9.8460063899999994</c:v>
                </c:pt>
                <c:pt idx="366">
                  <c:v>9.8520472199999993</c:v>
                </c:pt>
                <c:pt idx="367">
                  <c:v>9.8612594399999995</c:v>
                </c:pt>
                <c:pt idx="368">
                  <c:v>9.8708811099999991</c:v>
                </c:pt>
                <c:pt idx="369">
                  <c:v>9.8946652799999999</c:v>
                </c:pt>
                <c:pt idx="370">
                  <c:v>9.9406291699999993</c:v>
                </c:pt>
                <c:pt idx="371">
                  <c:v>9.9417794399999995</c:v>
                </c:pt>
                <c:pt idx="372">
                  <c:v>9.9591616700000003</c:v>
                </c:pt>
                <c:pt idx="373">
                  <c:v>10.00897833</c:v>
                </c:pt>
                <c:pt idx="374">
                  <c:v>10.02602806</c:v>
                </c:pt>
                <c:pt idx="375">
                  <c:v>10.02654778</c:v>
                </c:pt>
                <c:pt idx="376">
                  <c:v>10.07258611</c:v>
                </c:pt>
                <c:pt idx="377">
                  <c:v>10.081093060000001</c:v>
                </c:pt>
                <c:pt idx="378">
                  <c:v>10.10891722</c:v>
                </c:pt>
                <c:pt idx="379">
                  <c:v>10.13833333</c:v>
                </c:pt>
                <c:pt idx="380">
                  <c:v>10.18019194</c:v>
                </c:pt>
                <c:pt idx="381">
                  <c:v>10.619630000000001</c:v>
                </c:pt>
                <c:pt idx="382">
                  <c:v>10.6349225</c:v>
                </c:pt>
                <c:pt idx="383">
                  <c:v>10.654819440000001</c:v>
                </c:pt>
                <c:pt idx="384">
                  <c:v>10.662636109999999</c:v>
                </c:pt>
                <c:pt idx="385">
                  <c:v>10.671001670000001</c:v>
                </c:pt>
                <c:pt idx="386">
                  <c:v>10.672356110000001</c:v>
                </c:pt>
                <c:pt idx="387">
                  <c:v>10.68435139</c:v>
                </c:pt>
                <c:pt idx="388">
                  <c:v>10.71499139</c:v>
                </c:pt>
                <c:pt idx="389">
                  <c:v>10.728716110000001</c:v>
                </c:pt>
                <c:pt idx="390">
                  <c:v>10.73937083</c:v>
                </c:pt>
                <c:pt idx="391">
                  <c:v>10.82703639</c:v>
                </c:pt>
                <c:pt idx="392">
                  <c:v>10.85385389</c:v>
                </c:pt>
                <c:pt idx="393">
                  <c:v>11.053284440000001</c:v>
                </c:pt>
                <c:pt idx="394">
                  <c:v>11.225372500000001</c:v>
                </c:pt>
                <c:pt idx="395">
                  <c:v>11.281527499999999</c:v>
                </c:pt>
                <c:pt idx="396">
                  <c:v>11.32777694</c:v>
                </c:pt>
                <c:pt idx="397">
                  <c:v>11.35195</c:v>
                </c:pt>
                <c:pt idx="398">
                  <c:v>11.389998889999999</c:v>
                </c:pt>
                <c:pt idx="399">
                  <c:v>11.43754861</c:v>
                </c:pt>
                <c:pt idx="400">
                  <c:v>11.47295611</c:v>
                </c:pt>
                <c:pt idx="401">
                  <c:v>11.47313722</c:v>
                </c:pt>
                <c:pt idx="402">
                  <c:v>11.498450829999999</c:v>
                </c:pt>
                <c:pt idx="403">
                  <c:v>11.52137639</c:v>
                </c:pt>
                <c:pt idx="404">
                  <c:v>11.535598889999999</c:v>
                </c:pt>
                <c:pt idx="405">
                  <c:v>11.546519440000001</c:v>
                </c:pt>
                <c:pt idx="406">
                  <c:v>11.56727583</c:v>
                </c:pt>
                <c:pt idx="407">
                  <c:v>11.65428972</c:v>
                </c:pt>
                <c:pt idx="408">
                  <c:v>11.69716111</c:v>
                </c:pt>
                <c:pt idx="409">
                  <c:v>11.70107528</c:v>
                </c:pt>
                <c:pt idx="410">
                  <c:v>11.74622417</c:v>
                </c:pt>
                <c:pt idx="411">
                  <c:v>11.79593333</c:v>
                </c:pt>
                <c:pt idx="412">
                  <c:v>11.91621694</c:v>
                </c:pt>
                <c:pt idx="413">
                  <c:v>11.93828306</c:v>
                </c:pt>
                <c:pt idx="414">
                  <c:v>12.055838059999999</c:v>
                </c:pt>
              </c:numCache>
            </c:numRef>
          </c:xVal>
          <c:yVal>
            <c:numRef>
              <c:f>'Chart Data'!$D$2:$D$416</c:f>
              <c:numCache>
                <c:formatCode>#,##0</c:formatCode>
                <c:ptCount val="415"/>
                <c:pt idx="0">
                  <c:v>774</c:v>
                </c:pt>
                <c:pt idx="1">
                  <c:v>938</c:v>
                </c:pt>
                <c:pt idx="2">
                  <c:v>1054</c:v>
                </c:pt>
                <c:pt idx="3">
                  <c:v>805</c:v>
                </c:pt>
                <c:pt idx="4">
                  <c:v>945</c:v>
                </c:pt>
                <c:pt idx="5">
                  <c:v>795</c:v>
                </c:pt>
                <c:pt idx="6">
                  <c:v>816</c:v>
                </c:pt>
                <c:pt idx="7">
                  <c:v>1212</c:v>
                </c:pt>
                <c:pt idx="8">
                  <c:v>778</c:v>
                </c:pt>
                <c:pt idx="9">
                  <c:v>993</c:v>
                </c:pt>
                <c:pt idx="10">
                  <c:v>806</c:v>
                </c:pt>
                <c:pt idx="11">
                  <c:v>789</c:v>
                </c:pt>
                <c:pt idx="12">
                  <c:v>1052</c:v>
                </c:pt>
                <c:pt idx="13">
                  <c:v>910</c:v>
                </c:pt>
                <c:pt idx="14">
                  <c:v>914</c:v>
                </c:pt>
                <c:pt idx="15">
                  <c:v>871</c:v>
                </c:pt>
                <c:pt idx="16">
                  <c:v>1043</c:v>
                </c:pt>
                <c:pt idx="17">
                  <c:v>952</c:v>
                </c:pt>
                <c:pt idx="18">
                  <c:v>935</c:v>
                </c:pt>
                <c:pt idx="19">
                  <c:v>771</c:v>
                </c:pt>
                <c:pt idx="20">
                  <c:v>876</c:v>
                </c:pt>
                <c:pt idx="21">
                  <c:v>772</c:v>
                </c:pt>
                <c:pt idx="22">
                  <c:v>1130</c:v>
                </c:pt>
                <c:pt idx="23">
                  <c:v>782</c:v>
                </c:pt>
                <c:pt idx="24">
                  <c:v>786</c:v>
                </c:pt>
                <c:pt idx="25">
                  <c:v>982</c:v>
                </c:pt>
                <c:pt idx="26">
                  <c:v>806</c:v>
                </c:pt>
                <c:pt idx="27">
                  <c:v>970</c:v>
                </c:pt>
                <c:pt idx="28">
                  <c:v>799</c:v>
                </c:pt>
                <c:pt idx="29">
                  <c:v>968</c:v>
                </c:pt>
                <c:pt idx="30">
                  <c:v>937</c:v>
                </c:pt>
                <c:pt idx="31">
                  <c:v>882</c:v>
                </c:pt>
                <c:pt idx="32">
                  <c:v>845</c:v>
                </c:pt>
                <c:pt idx="33">
                  <c:v>834</c:v>
                </c:pt>
                <c:pt idx="34">
                  <c:v>792</c:v>
                </c:pt>
                <c:pt idx="35">
                  <c:v>776</c:v>
                </c:pt>
                <c:pt idx="36">
                  <c:v>870</c:v>
                </c:pt>
                <c:pt idx="37">
                  <c:v>797</c:v>
                </c:pt>
                <c:pt idx="38">
                  <c:v>1101</c:v>
                </c:pt>
                <c:pt idx="39">
                  <c:v>834</c:v>
                </c:pt>
                <c:pt idx="40">
                  <c:v>983</c:v>
                </c:pt>
                <c:pt idx="41">
                  <c:v>912</c:v>
                </c:pt>
                <c:pt idx="42">
                  <c:v>941</c:v>
                </c:pt>
                <c:pt idx="43">
                  <c:v>1081</c:v>
                </c:pt>
                <c:pt idx="44">
                  <c:v>775</c:v>
                </c:pt>
                <c:pt idx="45">
                  <c:v>753</c:v>
                </c:pt>
                <c:pt idx="46">
                  <c:v>873</c:v>
                </c:pt>
                <c:pt idx="47">
                  <c:v>1107</c:v>
                </c:pt>
                <c:pt idx="48">
                  <c:v>878</c:v>
                </c:pt>
                <c:pt idx="49">
                  <c:v>939</c:v>
                </c:pt>
                <c:pt idx="50">
                  <c:v>968</c:v>
                </c:pt>
                <c:pt idx="51">
                  <c:v>1315</c:v>
                </c:pt>
                <c:pt idx="52">
                  <c:v>966</c:v>
                </c:pt>
                <c:pt idx="53">
                  <c:v>804</c:v>
                </c:pt>
                <c:pt idx="54">
                  <c:v>973</c:v>
                </c:pt>
                <c:pt idx="55">
                  <c:v>1218</c:v>
                </c:pt>
                <c:pt idx="56">
                  <c:v>965</c:v>
                </c:pt>
                <c:pt idx="57">
                  <c:v>933</c:v>
                </c:pt>
                <c:pt idx="58">
                  <c:v>826</c:v>
                </c:pt>
                <c:pt idx="59">
                  <c:v>847</c:v>
                </c:pt>
                <c:pt idx="60">
                  <c:v>1183</c:v>
                </c:pt>
                <c:pt idx="61">
                  <c:v>952</c:v>
                </c:pt>
                <c:pt idx="62">
                  <c:v>939</c:v>
                </c:pt>
                <c:pt idx="63">
                  <c:v>1041</c:v>
                </c:pt>
                <c:pt idx="64">
                  <c:v>936</c:v>
                </c:pt>
                <c:pt idx="65">
                  <c:v>830</c:v>
                </c:pt>
                <c:pt idx="66">
                  <c:v>757</c:v>
                </c:pt>
                <c:pt idx="67">
                  <c:v>771</c:v>
                </c:pt>
                <c:pt idx="68">
                  <c:v>1012</c:v>
                </c:pt>
                <c:pt idx="69">
                  <c:v>813</c:v>
                </c:pt>
                <c:pt idx="70">
                  <c:v>815</c:v>
                </c:pt>
                <c:pt idx="71">
                  <c:v>994</c:v>
                </c:pt>
                <c:pt idx="72">
                  <c:v>940</c:v>
                </c:pt>
                <c:pt idx="73">
                  <c:v>791</c:v>
                </c:pt>
                <c:pt idx="74">
                  <c:v>770</c:v>
                </c:pt>
                <c:pt idx="75">
                  <c:v>825</c:v>
                </c:pt>
                <c:pt idx="76">
                  <c:v>1042</c:v>
                </c:pt>
                <c:pt idx="77">
                  <c:v>1007</c:v>
                </c:pt>
                <c:pt idx="78">
                  <c:v>1113</c:v>
                </c:pt>
                <c:pt idx="79">
                  <c:v>1259</c:v>
                </c:pt>
                <c:pt idx="80">
                  <c:v>1076</c:v>
                </c:pt>
                <c:pt idx="81">
                  <c:v>798</c:v>
                </c:pt>
                <c:pt idx="82">
                  <c:v>768</c:v>
                </c:pt>
                <c:pt idx="83">
                  <c:v>1218</c:v>
                </c:pt>
                <c:pt idx="84">
                  <c:v>888</c:v>
                </c:pt>
                <c:pt idx="85">
                  <c:v>868</c:v>
                </c:pt>
                <c:pt idx="86">
                  <c:v>850</c:v>
                </c:pt>
                <c:pt idx="87">
                  <c:v>993</c:v>
                </c:pt>
                <c:pt idx="88">
                  <c:v>921</c:v>
                </c:pt>
                <c:pt idx="89">
                  <c:v>929</c:v>
                </c:pt>
                <c:pt idx="90">
                  <c:v>848</c:v>
                </c:pt>
                <c:pt idx="91">
                  <c:v>896</c:v>
                </c:pt>
                <c:pt idx="92">
                  <c:v>796</c:v>
                </c:pt>
                <c:pt idx="93">
                  <c:v>1034</c:v>
                </c:pt>
                <c:pt idx="94">
                  <c:v>770</c:v>
                </c:pt>
                <c:pt idx="95">
                  <c:v>770</c:v>
                </c:pt>
                <c:pt idx="96">
                  <c:v>864</c:v>
                </c:pt>
                <c:pt idx="97">
                  <c:v>763</c:v>
                </c:pt>
                <c:pt idx="98">
                  <c:v>771</c:v>
                </c:pt>
                <c:pt idx="99">
                  <c:v>792</c:v>
                </c:pt>
                <c:pt idx="100">
                  <c:v>938</c:v>
                </c:pt>
                <c:pt idx="101">
                  <c:v>894</c:v>
                </c:pt>
                <c:pt idx="102">
                  <c:v>992</c:v>
                </c:pt>
                <c:pt idx="103">
                  <c:v>814</c:v>
                </c:pt>
                <c:pt idx="104">
                  <c:v>1229</c:v>
                </c:pt>
                <c:pt idx="105">
                  <c:v>880</c:v>
                </c:pt>
                <c:pt idx="106">
                  <c:v>1216</c:v>
                </c:pt>
                <c:pt idx="107">
                  <c:v>822</c:v>
                </c:pt>
                <c:pt idx="108">
                  <c:v>888</c:v>
                </c:pt>
                <c:pt idx="109">
                  <c:v>1004</c:v>
                </c:pt>
                <c:pt idx="110">
                  <c:v>1125</c:v>
                </c:pt>
                <c:pt idx="111">
                  <c:v>849</c:v>
                </c:pt>
                <c:pt idx="112">
                  <c:v>760</c:v>
                </c:pt>
                <c:pt idx="113">
                  <c:v>893</c:v>
                </c:pt>
                <c:pt idx="114">
                  <c:v>1144</c:v>
                </c:pt>
                <c:pt idx="115">
                  <c:v>955</c:v>
                </c:pt>
                <c:pt idx="116">
                  <c:v>949</c:v>
                </c:pt>
                <c:pt idx="117">
                  <c:v>842</c:v>
                </c:pt>
                <c:pt idx="118">
                  <c:v>892</c:v>
                </c:pt>
                <c:pt idx="119">
                  <c:v>1096</c:v>
                </c:pt>
                <c:pt idx="120">
                  <c:v>789</c:v>
                </c:pt>
                <c:pt idx="121">
                  <c:v>965</c:v>
                </c:pt>
                <c:pt idx="122">
                  <c:v>1055</c:v>
                </c:pt>
                <c:pt idx="123">
                  <c:v>771</c:v>
                </c:pt>
                <c:pt idx="124">
                  <c:v>1499</c:v>
                </c:pt>
                <c:pt idx="125">
                  <c:v>1298</c:v>
                </c:pt>
                <c:pt idx="126">
                  <c:v>1057</c:v>
                </c:pt>
                <c:pt idx="127">
                  <c:v>785</c:v>
                </c:pt>
                <c:pt idx="128">
                  <c:v>896</c:v>
                </c:pt>
                <c:pt idx="129">
                  <c:v>1267</c:v>
                </c:pt>
                <c:pt idx="130">
                  <c:v>1234</c:v>
                </c:pt>
                <c:pt idx="131">
                  <c:v>1059</c:v>
                </c:pt>
                <c:pt idx="132">
                  <c:v>858</c:v>
                </c:pt>
                <c:pt idx="133">
                  <c:v>950</c:v>
                </c:pt>
                <c:pt idx="134">
                  <c:v>864</c:v>
                </c:pt>
                <c:pt idx="135">
                  <c:v>827</c:v>
                </c:pt>
                <c:pt idx="136">
                  <c:v>758</c:v>
                </c:pt>
                <c:pt idx="137">
                  <c:v>819</c:v>
                </c:pt>
                <c:pt idx="138">
                  <c:v>1116</c:v>
                </c:pt>
                <c:pt idx="139">
                  <c:v>1357</c:v>
                </c:pt>
                <c:pt idx="140">
                  <c:v>757</c:v>
                </c:pt>
                <c:pt idx="141">
                  <c:v>930</c:v>
                </c:pt>
                <c:pt idx="142">
                  <c:v>755</c:v>
                </c:pt>
                <c:pt idx="143">
                  <c:v>1028</c:v>
                </c:pt>
                <c:pt idx="144">
                  <c:v>878</c:v>
                </c:pt>
                <c:pt idx="145">
                  <c:v>856</c:v>
                </c:pt>
                <c:pt idx="146">
                  <c:v>940</c:v>
                </c:pt>
                <c:pt idx="147">
                  <c:v>793</c:v>
                </c:pt>
                <c:pt idx="148">
                  <c:v>951</c:v>
                </c:pt>
                <c:pt idx="149">
                  <c:v>761</c:v>
                </c:pt>
                <c:pt idx="150">
                  <c:v>791</c:v>
                </c:pt>
                <c:pt idx="151">
                  <c:v>768</c:v>
                </c:pt>
                <c:pt idx="152">
                  <c:v>1040</c:v>
                </c:pt>
                <c:pt idx="153">
                  <c:v>1055</c:v>
                </c:pt>
                <c:pt idx="154">
                  <c:v>801</c:v>
                </c:pt>
                <c:pt idx="155">
                  <c:v>1178</c:v>
                </c:pt>
                <c:pt idx="156">
                  <c:v>955</c:v>
                </c:pt>
                <c:pt idx="157">
                  <c:v>1200</c:v>
                </c:pt>
                <c:pt idx="158">
                  <c:v>867</c:v>
                </c:pt>
                <c:pt idx="159">
                  <c:v>871</c:v>
                </c:pt>
                <c:pt idx="160">
                  <c:v>755</c:v>
                </c:pt>
                <c:pt idx="161">
                  <c:v>827</c:v>
                </c:pt>
                <c:pt idx="162">
                  <c:v>1040</c:v>
                </c:pt>
                <c:pt idx="163">
                  <c:v>899</c:v>
                </c:pt>
                <c:pt idx="164">
                  <c:v>901</c:v>
                </c:pt>
                <c:pt idx="165">
                  <c:v>955</c:v>
                </c:pt>
                <c:pt idx="166">
                  <c:v>1283</c:v>
                </c:pt>
                <c:pt idx="167">
                  <c:v>955</c:v>
                </c:pt>
                <c:pt idx="168">
                  <c:v>961</c:v>
                </c:pt>
                <c:pt idx="169">
                  <c:v>923</c:v>
                </c:pt>
                <c:pt idx="170">
                  <c:v>837</c:v>
                </c:pt>
                <c:pt idx="171">
                  <c:v>1019</c:v>
                </c:pt>
                <c:pt idx="172">
                  <c:v>821</c:v>
                </c:pt>
                <c:pt idx="173">
                  <c:v>1105</c:v>
                </c:pt>
                <c:pt idx="174">
                  <c:v>770</c:v>
                </c:pt>
                <c:pt idx="175">
                  <c:v>755</c:v>
                </c:pt>
                <c:pt idx="176">
                  <c:v>756</c:v>
                </c:pt>
                <c:pt idx="177">
                  <c:v>1339</c:v>
                </c:pt>
                <c:pt idx="178">
                  <c:v>954</c:v>
                </c:pt>
                <c:pt idx="179">
                  <c:v>837</c:v>
                </c:pt>
                <c:pt idx="180">
                  <c:v>1033</c:v>
                </c:pt>
                <c:pt idx="181">
                  <c:v>795</c:v>
                </c:pt>
                <c:pt idx="182">
                  <c:v>970</c:v>
                </c:pt>
                <c:pt idx="183">
                  <c:v>796</c:v>
                </c:pt>
                <c:pt idx="184">
                  <c:v>1028</c:v>
                </c:pt>
                <c:pt idx="185">
                  <c:v>782</c:v>
                </c:pt>
                <c:pt idx="186">
                  <c:v>810</c:v>
                </c:pt>
                <c:pt idx="187">
                  <c:v>916</c:v>
                </c:pt>
                <c:pt idx="188">
                  <c:v>890</c:v>
                </c:pt>
                <c:pt idx="189">
                  <c:v>1131</c:v>
                </c:pt>
                <c:pt idx="190">
                  <c:v>926</c:v>
                </c:pt>
                <c:pt idx="191">
                  <c:v>1209</c:v>
                </c:pt>
                <c:pt idx="192">
                  <c:v>848</c:v>
                </c:pt>
                <c:pt idx="193">
                  <c:v>901</c:v>
                </c:pt>
                <c:pt idx="194">
                  <c:v>919</c:v>
                </c:pt>
                <c:pt idx="195">
                  <c:v>788</c:v>
                </c:pt>
                <c:pt idx="196">
                  <c:v>798</c:v>
                </c:pt>
                <c:pt idx="197">
                  <c:v>924</c:v>
                </c:pt>
                <c:pt idx="198">
                  <c:v>807</c:v>
                </c:pt>
                <c:pt idx="199">
                  <c:v>861</c:v>
                </c:pt>
                <c:pt idx="200">
                  <c:v>917</c:v>
                </c:pt>
                <c:pt idx="201">
                  <c:v>813</c:v>
                </c:pt>
                <c:pt idx="202">
                  <c:v>963</c:v>
                </c:pt>
                <c:pt idx="203">
                  <c:v>840</c:v>
                </c:pt>
                <c:pt idx="204">
                  <c:v>801</c:v>
                </c:pt>
                <c:pt idx="205">
                  <c:v>832</c:v>
                </c:pt>
                <c:pt idx="206">
                  <c:v>783</c:v>
                </c:pt>
                <c:pt idx="207">
                  <c:v>873</c:v>
                </c:pt>
                <c:pt idx="208">
                  <c:v>867</c:v>
                </c:pt>
                <c:pt idx="209">
                  <c:v>1019</c:v>
                </c:pt>
                <c:pt idx="210">
                  <c:v>873</c:v>
                </c:pt>
                <c:pt idx="211">
                  <c:v>902</c:v>
                </c:pt>
                <c:pt idx="212">
                  <c:v>803</c:v>
                </c:pt>
                <c:pt idx="213">
                  <c:v>884</c:v>
                </c:pt>
                <c:pt idx="214">
                  <c:v>914</c:v>
                </c:pt>
                <c:pt idx="215">
                  <c:v>951</c:v>
                </c:pt>
                <c:pt idx="216">
                  <c:v>844</c:v>
                </c:pt>
                <c:pt idx="217">
                  <c:v>1190</c:v>
                </c:pt>
                <c:pt idx="218">
                  <c:v>978</c:v>
                </c:pt>
                <c:pt idx="219">
                  <c:v>869</c:v>
                </c:pt>
                <c:pt idx="220">
                  <c:v>788</c:v>
                </c:pt>
                <c:pt idx="221">
                  <c:v>900</c:v>
                </c:pt>
                <c:pt idx="222">
                  <c:v>1038</c:v>
                </c:pt>
                <c:pt idx="223">
                  <c:v>1238</c:v>
                </c:pt>
                <c:pt idx="224">
                  <c:v>870</c:v>
                </c:pt>
                <c:pt idx="225">
                  <c:v>751</c:v>
                </c:pt>
                <c:pt idx="226">
                  <c:v>908</c:v>
                </c:pt>
                <c:pt idx="227">
                  <c:v>909</c:v>
                </c:pt>
                <c:pt idx="228">
                  <c:v>890</c:v>
                </c:pt>
                <c:pt idx="229">
                  <c:v>878</c:v>
                </c:pt>
                <c:pt idx="230">
                  <c:v>761</c:v>
                </c:pt>
                <c:pt idx="231">
                  <c:v>990</c:v>
                </c:pt>
                <c:pt idx="232">
                  <c:v>913</c:v>
                </c:pt>
                <c:pt idx="233">
                  <c:v>999</c:v>
                </c:pt>
                <c:pt idx="234">
                  <c:v>832</c:v>
                </c:pt>
                <c:pt idx="235">
                  <c:v>874</c:v>
                </c:pt>
                <c:pt idx="236">
                  <c:v>944</c:v>
                </c:pt>
                <c:pt idx="237">
                  <c:v>1204</c:v>
                </c:pt>
                <c:pt idx="238">
                  <c:v>770</c:v>
                </c:pt>
                <c:pt idx="239">
                  <c:v>896</c:v>
                </c:pt>
                <c:pt idx="240">
                  <c:v>1062</c:v>
                </c:pt>
                <c:pt idx="241">
                  <c:v>812</c:v>
                </c:pt>
                <c:pt idx="242">
                  <c:v>808</c:v>
                </c:pt>
                <c:pt idx="243">
                  <c:v>809</c:v>
                </c:pt>
                <c:pt idx="244">
                  <c:v>781</c:v>
                </c:pt>
                <c:pt idx="245">
                  <c:v>811</c:v>
                </c:pt>
                <c:pt idx="246">
                  <c:v>757</c:v>
                </c:pt>
                <c:pt idx="247">
                  <c:v>817</c:v>
                </c:pt>
                <c:pt idx="248">
                  <c:v>988</c:v>
                </c:pt>
                <c:pt idx="249">
                  <c:v>950</c:v>
                </c:pt>
                <c:pt idx="250">
                  <c:v>941</c:v>
                </c:pt>
                <c:pt idx="251">
                  <c:v>778</c:v>
                </c:pt>
                <c:pt idx="252">
                  <c:v>866</c:v>
                </c:pt>
                <c:pt idx="253">
                  <c:v>905</c:v>
                </c:pt>
                <c:pt idx="254">
                  <c:v>1027</c:v>
                </c:pt>
                <c:pt idx="255">
                  <c:v>1092</c:v>
                </c:pt>
                <c:pt idx="256">
                  <c:v>906</c:v>
                </c:pt>
                <c:pt idx="257">
                  <c:v>983</c:v>
                </c:pt>
                <c:pt idx="258">
                  <c:v>815</c:v>
                </c:pt>
                <c:pt idx="259">
                  <c:v>801</c:v>
                </c:pt>
                <c:pt idx="260">
                  <c:v>789</c:v>
                </c:pt>
                <c:pt idx="261">
                  <c:v>754</c:v>
                </c:pt>
                <c:pt idx="262">
                  <c:v>895</c:v>
                </c:pt>
                <c:pt idx="263">
                  <c:v>886</c:v>
                </c:pt>
                <c:pt idx="264">
                  <c:v>838</c:v>
                </c:pt>
                <c:pt idx="265">
                  <c:v>828</c:v>
                </c:pt>
                <c:pt idx="266">
                  <c:v>820</c:v>
                </c:pt>
                <c:pt idx="267">
                  <c:v>846</c:v>
                </c:pt>
                <c:pt idx="268">
                  <c:v>800</c:v>
                </c:pt>
                <c:pt idx="269">
                  <c:v>793</c:v>
                </c:pt>
                <c:pt idx="270">
                  <c:v>1090</c:v>
                </c:pt>
                <c:pt idx="271">
                  <c:v>1021</c:v>
                </c:pt>
                <c:pt idx="272">
                  <c:v>824</c:v>
                </c:pt>
                <c:pt idx="273">
                  <c:v>790</c:v>
                </c:pt>
                <c:pt idx="274">
                  <c:v>1109</c:v>
                </c:pt>
                <c:pt idx="275">
                  <c:v>930</c:v>
                </c:pt>
                <c:pt idx="276">
                  <c:v>790</c:v>
                </c:pt>
                <c:pt idx="277">
                  <c:v>848</c:v>
                </c:pt>
                <c:pt idx="278">
                  <c:v>1029</c:v>
                </c:pt>
                <c:pt idx="279">
                  <c:v>866</c:v>
                </c:pt>
                <c:pt idx="280">
                  <c:v>1118</c:v>
                </c:pt>
                <c:pt idx="281">
                  <c:v>1017</c:v>
                </c:pt>
                <c:pt idx="282">
                  <c:v>942</c:v>
                </c:pt>
                <c:pt idx="283">
                  <c:v>1383</c:v>
                </c:pt>
                <c:pt idx="284">
                  <c:v>1002</c:v>
                </c:pt>
                <c:pt idx="285">
                  <c:v>826</c:v>
                </c:pt>
                <c:pt idx="286">
                  <c:v>930</c:v>
                </c:pt>
                <c:pt idx="287">
                  <c:v>920</c:v>
                </c:pt>
                <c:pt idx="288">
                  <c:v>823</c:v>
                </c:pt>
                <c:pt idx="289">
                  <c:v>809</c:v>
                </c:pt>
                <c:pt idx="290">
                  <c:v>810</c:v>
                </c:pt>
                <c:pt idx="291">
                  <c:v>756</c:v>
                </c:pt>
                <c:pt idx="292">
                  <c:v>835</c:v>
                </c:pt>
                <c:pt idx="293">
                  <c:v>1112</c:v>
                </c:pt>
                <c:pt idx="294">
                  <c:v>780</c:v>
                </c:pt>
                <c:pt idx="295">
                  <c:v>1000</c:v>
                </c:pt>
                <c:pt idx="296">
                  <c:v>837</c:v>
                </c:pt>
                <c:pt idx="297">
                  <c:v>756</c:v>
                </c:pt>
                <c:pt idx="298">
                  <c:v>760</c:v>
                </c:pt>
                <c:pt idx="299">
                  <c:v>771</c:v>
                </c:pt>
                <c:pt idx="300">
                  <c:v>926</c:v>
                </c:pt>
                <c:pt idx="301">
                  <c:v>928</c:v>
                </c:pt>
                <c:pt idx="302">
                  <c:v>763</c:v>
                </c:pt>
                <c:pt idx="303">
                  <c:v>758</c:v>
                </c:pt>
                <c:pt idx="304">
                  <c:v>1048</c:v>
                </c:pt>
                <c:pt idx="305">
                  <c:v>777</c:v>
                </c:pt>
                <c:pt idx="306">
                  <c:v>833</c:v>
                </c:pt>
                <c:pt idx="307">
                  <c:v>778</c:v>
                </c:pt>
                <c:pt idx="308">
                  <c:v>861</c:v>
                </c:pt>
                <c:pt idx="309">
                  <c:v>990</c:v>
                </c:pt>
                <c:pt idx="310">
                  <c:v>914</c:v>
                </c:pt>
                <c:pt idx="311">
                  <c:v>785</c:v>
                </c:pt>
                <c:pt idx="312">
                  <c:v>1217</c:v>
                </c:pt>
                <c:pt idx="313">
                  <c:v>892</c:v>
                </c:pt>
                <c:pt idx="314">
                  <c:v>956</c:v>
                </c:pt>
                <c:pt idx="315">
                  <c:v>759</c:v>
                </c:pt>
                <c:pt idx="316">
                  <c:v>819</c:v>
                </c:pt>
                <c:pt idx="317">
                  <c:v>773</c:v>
                </c:pt>
                <c:pt idx="318">
                  <c:v>1841</c:v>
                </c:pt>
                <c:pt idx="319">
                  <c:v>855</c:v>
                </c:pt>
                <c:pt idx="320">
                  <c:v>773</c:v>
                </c:pt>
                <c:pt idx="321">
                  <c:v>765</c:v>
                </c:pt>
                <c:pt idx="322">
                  <c:v>874</c:v>
                </c:pt>
                <c:pt idx="323">
                  <c:v>824</c:v>
                </c:pt>
                <c:pt idx="324">
                  <c:v>862</c:v>
                </c:pt>
                <c:pt idx="325">
                  <c:v>989</c:v>
                </c:pt>
                <c:pt idx="326">
                  <c:v>851</c:v>
                </c:pt>
                <c:pt idx="327">
                  <c:v>765</c:v>
                </c:pt>
                <c:pt idx="328">
                  <c:v>769</c:v>
                </c:pt>
                <c:pt idx="329">
                  <c:v>857</c:v>
                </c:pt>
                <c:pt idx="330">
                  <c:v>785</c:v>
                </c:pt>
                <c:pt idx="331">
                  <c:v>954</c:v>
                </c:pt>
                <c:pt idx="332">
                  <c:v>760</c:v>
                </c:pt>
                <c:pt idx="333">
                  <c:v>909</c:v>
                </c:pt>
                <c:pt idx="334">
                  <c:v>764</c:v>
                </c:pt>
                <c:pt idx="335">
                  <c:v>912</c:v>
                </c:pt>
                <c:pt idx="336">
                  <c:v>917</c:v>
                </c:pt>
                <c:pt idx="337">
                  <c:v>801</c:v>
                </c:pt>
                <c:pt idx="338">
                  <c:v>864</c:v>
                </c:pt>
                <c:pt idx="339">
                  <c:v>812</c:v>
                </c:pt>
                <c:pt idx="340">
                  <c:v>853</c:v>
                </c:pt>
                <c:pt idx="341">
                  <c:v>1043</c:v>
                </c:pt>
                <c:pt idx="342">
                  <c:v>1089</c:v>
                </c:pt>
                <c:pt idx="343">
                  <c:v>848</c:v>
                </c:pt>
                <c:pt idx="344">
                  <c:v>792</c:v>
                </c:pt>
                <c:pt idx="345">
                  <c:v>772</c:v>
                </c:pt>
                <c:pt idx="346">
                  <c:v>785</c:v>
                </c:pt>
                <c:pt idx="347">
                  <c:v>902</c:v>
                </c:pt>
                <c:pt idx="348">
                  <c:v>799</c:v>
                </c:pt>
                <c:pt idx="349">
                  <c:v>1172</c:v>
                </c:pt>
                <c:pt idx="350">
                  <c:v>905</c:v>
                </c:pt>
                <c:pt idx="351">
                  <c:v>1709</c:v>
                </c:pt>
                <c:pt idx="352">
                  <c:v>755</c:v>
                </c:pt>
                <c:pt idx="353">
                  <c:v>773</c:v>
                </c:pt>
                <c:pt idx="354">
                  <c:v>929</c:v>
                </c:pt>
                <c:pt idx="355">
                  <c:v>1000</c:v>
                </c:pt>
                <c:pt idx="356">
                  <c:v>820</c:v>
                </c:pt>
                <c:pt idx="357">
                  <c:v>785</c:v>
                </c:pt>
                <c:pt idx="358">
                  <c:v>1052</c:v>
                </c:pt>
                <c:pt idx="359">
                  <c:v>876</c:v>
                </c:pt>
                <c:pt idx="360">
                  <c:v>769</c:v>
                </c:pt>
                <c:pt idx="361">
                  <c:v>992</c:v>
                </c:pt>
                <c:pt idx="362">
                  <c:v>832</c:v>
                </c:pt>
                <c:pt idx="363">
                  <c:v>971</c:v>
                </c:pt>
                <c:pt idx="364">
                  <c:v>859</c:v>
                </c:pt>
                <c:pt idx="365">
                  <c:v>933</c:v>
                </c:pt>
                <c:pt idx="366">
                  <c:v>817</c:v>
                </c:pt>
                <c:pt idx="367">
                  <c:v>953</c:v>
                </c:pt>
                <c:pt idx="368">
                  <c:v>771</c:v>
                </c:pt>
                <c:pt idx="369">
                  <c:v>821</c:v>
                </c:pt>
                <c:pt idx="370">
                  <c:v>784</c:v>
                </c:pt>
                <c:pt idx="371">
                  <c:v>906</c:v>
                </c:pt>
                <c:pt idx="372">
                  <c:v>830</c:v>
                </c:pt>
                <c:pt idx="373">
                  <c:v>1127</c:v>
                </c:pt>
                <c:pt idx="374">
                  <c:v>1007</c:v>
                </c:pt>
                <c:pt idx="375">
                  <c:v>901</c:v>
                </c:pt>
                <c:pt idx="376">
                  <c:v>814</c:v>
                </c:pt>
                <c:pt idx="377">
                  <c:v>780</c:v>
                </c:pt>
                <c:pt idx="378">
                  <c:v>787</c:v>
                </c:pt>
                <c:pt idx="379">
                  <c:v>955</c:v>
                </c:pt>
                <c:pt idx="380">
                  <c:v>1016</c:v>
                </c:pt>
                <c:pt idx="381">
                  <c:v>797</c:v>
                </c:pt>
                <c:pt idx="382">
                  <c:v>920</c:v>
                </c:pt>
                <c:pt idx="383">
                  <c:v>793</c:v>
                </c:pt>
                <c:pt idx="384">
                  <c:v>863</c:v>
                </c:pt>
                <c:pt idx="385">
                  <c:v>1438</c:v>
                </c:pt>
                <c:pt idx="386">
                  <c:v>793</c:v>
                </c:pt>
                <c:pt idx="387">
                  <c:v>923</c:v>
                </c:pt>
                <c:pt idx="388">
                  <c:v>763</c:v>
                </c:pt>
                <c:pt idx="389">
                  <c:v>859</c:v>
                </c:pt>
                <c:pt idx="390">
                  <c:v>812</c:v>
                </c:pt>
                <c:pt idx="391">
                  <c:v>798</c:v>
                </c:pt>
                <c:pt idx="392">
                  <c:v>871</c:v>
                </c:pt>
                <c:pt idx="393">
                  <c:v>817</c:v>
                </c:pt>
                <c:pt idx="394">
                  <c:v>877</c:v>
                </c:pt>
                <c:pt idx="395">
                  <c:v>1165</c:v>
                </c:pt>
                <c:pt idx="396">
                  <c:v>874</c:v>
                </c:pt>
                <c:pt idx="397">
                  <c:v>940</c:v>
                </c:pt>
                <c:pt idx="398">
                  <c:v>1280</c:v>
                </c:pt>
                <c:pt idx="399">
                  <c:v>756</c:v>
                </c:pt>
                <c:pt idx="400">
                  <c:v>1266</c:v>
                </c:pt>
                <c:pt idx="401">
                  <c:v>817</c:v>
                </c:pt>
                <c:pt idx="402">
                  <c:v>1053</c:v>
                </c:pt>
                <c:pt idx="403">
                  <c:v>956</c:v>
                </c:pt>
                <c:pt idx="404">
                  <c:v>1453</c:v>
                </c:pt>
                <c:pt idx="405">
                  <c:v>992</c:v>
                </c:pt>
                <c:pt idx="406">
                  <c:v>973</c:v>
                </c:pt>
                <c:pt idx="407">
                  <c:v>842</c:v>
                </c:pt>
                <c:pt idx="408">
                  <c:v>754</c:v>
                </c:pt>
                <c:pt idx="409">
                  <c:v>816</c:v>
                </c:pt>
                <c:pt idx="410">
                  <c:v>829</c:v>
                </c:pt>
                <c:pt idx="411">
                  <c:v>930</c:v>
                </c:pt>
                <c:pt idx="412">
                  <c:v>923</c:v>
                </c:pt>
                <c:pt idx="413">
                  <c:v>855</c:v>
                </c:pt>
                <c:pt idx="414">
                  <c:v>787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0D85-407E-8F6D-08E82BE12102}"/>
            </c:ext>
          </c:extLst>
        </c:ser>
        <c:ser>
          <c:idx val="2"/>
          <c:order val="2"/>
          <c:tx>
            <c:v>750 token 介入参考</c:v>
          </c:tx>
          <c:spPr>
            <a:ln w="13335">
              <a:solidFill>
                <a:srgbClr val="B16A16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0</c:v>
                </c:pt>
                <c:pt idx="1">
                  <c:v>12.15</c:v>
                </c:pt>
              </c:numCache>
            </c:numRef>
          </c:xVal>
          <c:yVal>
            <c:numRef>
              <c:f>'Chart Data'!$F$2:$F$3</c:f>
              <c:numCache>
                <c:formatCode>#,##0</c:formatCode>
                <c:ptCount val="2"/>
                <c:pt idx="0">
                  <c:v>750</c:v>
                </c:pt>
                <c:pt idx="1">
                  <c:v>750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0D85-407E-8F6D-08E82BE121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2000"/>
          <c:min val="0"/>
        </c:scaling>
        <c:delete val="0"/>
        <c:axPos val="l"/>
        <c:majorGridlines>
          <c:spPr>
            <a:ln w="9525">
              <a:solidFill>
                <a:srgbClr val="E8EFF2"/>
              </a:solidFill>
            </a:ln>
          </c:spPr>
        </c:majorGridlines>
        <c:numFmt formatCode="#,##0" sourceLinked="1"/>
        <c:majorTickMark val="none"/>
        <c:minorTickMark val="none"/>
        <c:tickLblPos val="nextTo"/>
        <c:spPr>
          <a:ln w="9525">
            <a:solidFill>
              <a:srgbClr val="CDD8DE"/>
            </a:solidFill>
          </a:ln>
        </c:spPr>
        <c:txPr>
          <a:bodyPr anchorCtr="1"/>
          <a:lstStyle/>
          <a:p>
            <a:pPr>
              <a:defRPr sz="1425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midCat"/>
        <c:majorUnit val="500"/>
      </c:valAx>
      <c:valAx>
        <c:axId val="48650112"/>
        <c:scaling>
          <c:orientation val="minMax"/>
          <c:max val="12.15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DD8DE"/>
            </a:solidFill>
          </a:ln>
        </c:spPr>
        <c:txPr>
          <a:bodyPr anchorCtr="1"/>
          <a:lstStyle/>
          <a:p>
            <a:pPr>
              <a:defRPr sz="1425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crossBetween val="midCat"/>
        <c:majorUnit val="3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平均请求 E2E / 秒</c:v>
          </c:tx>
          <c:spPr>
            <a:solidFill>
              <a:srgbClr val="BCCBD3"/>
            </a:solidFill>
            <a:ln w="0">
              <a:noFill/>
            </a:ln>
          </c:spPr>
          <c:invertIfNegative val="1"/>
          <c:dPt>
            <c:idx val="0"/>
            <c:invertIfNegative val="0"/>
            <c:bubble3D val="0"/>
            <c:spPr>
              <a:solidFill>
                <a:srgbClr val="087F7C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1-4DCA-4F00-BC2F-1762F73CE41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DCA-4F00-BC2F-1762F73CE41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75" b="1">
                    <a:solidFill>
                      <a:srgbClr val="142C3D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DTB</c:v>
                </c:pt>
                <c:pt idx="1">
                  <c:v>Vanilla</c:v>
                </c:pt>
              </c:strCache>
            </c:strRef>
          </c:cat>
          <c:val>
            <c:numRef>
              <c:f>'Chart Data'!$B$2:$B$3</c:f>
              <c:numCache>
                <c:formatCode>#,##0.00</c:formatCode>
                <c:ptCount val="2"/>
                <c:pt idx="0">
                  <c:v>18.511145679999998</c:v>
                </c:pt>
                <c:pt idx="1">
                  <c:v>24.874457899999999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4DCA-4F00-BC2F-1762F73CE41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725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1"/>
          <c:min val="0"/>
        </c:scaling>
        <c:delete val="0"/>
        <c:axPos val="b"/>
        <c:numFmt formatCode="#,##0.00" sourceLinked="1"/>
        <c:majorTickMark val="none"/>
        <c:minorTickMark val="none"/>
        <c:tickLblPos val="none"/>
        <c:spPr>
          <a:ln w="0">
            <a:noFill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累计 LLM E2E / 秒</c:v>
          </c:tx>
          <c:spPr>
            <a:solidFill>
              <a:srgbClr val="BCCBD3"/>
            </a:solidFill>
            <a:ln w="0">
              <a:noFill/>
            </a:ln>
          </c:spPr>
          <c:invertIfNegative val="1"/>
          <c:dPt>
            <c:idx val="0"/>
            <c:invertIfNegative val="0"/>
            <c:bubble3D val="0"/>
            <c:spPr>
              <a:solidFill>
                <a:srgbClr val="087F7C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1-3998-4593-8E3E-976828FC3C6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998-4593-8E3E-976828FC3C6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75" b="1">
                    <a:solidFill>
                      <a:srgbClr val="142C3D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DTB</c:v>
                </c:pt>
                <c:pt idx="1">
                  <c:v>Vanilla</c:v>
                </c:pt>
              </c:strCache>
            </c:strRef>
          </c:cat>
          <c:val>
            <c:numRef>
              <c:f>'Chart Data'!$B$2:$B$3</c:f>
              <c:numCache>
                <c:formatCode>#,##0.00</c:formatCode>
                <c:ptCount val="2"/>
                <c:pt idx="0">
                  <c:v>2566.6969629999999</c:v>
                </c:pt>
                <c:pt idx="1">
                  <c:v>2902.4546460000001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3998-4593-8E3E-976828FC3C6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725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700"/>
          <c:min val="0"/>
        </c:scaling>
        <c:delete val="0"/>
        <c:axPos val="b"/>
        <c:numFmt formatCode="#,##0.00" sourceLinked="1"/>
        <c:majorTickMark val="none"/>
        <c:minorTickMark val="none"/>
        <c:tickLblPos val="none"/>
        <c:spPr>
          <a:ln w="0">
            <a:noFill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采用R01的“背景与问题、核心思想、实现方式、整体架构”紧凑组织，改写为当前服务内控制链。问题为原方案的定性动机和S13报告阶段反复计数记录，不引用缺乏同条件原始对照的“增加4倍”“提速40%”“261至419秒”。</a:t>
            </a:r>
          </a:p>
          <a:p>
            <a:r>
              <a:t>架构主图按职责组织：场景识别和native分流、阈值/步长/上限配置、vLLM原生生成观察、隐藏试答与token概率评分、继续思考或cue引导final、原生parser输出。预算参数是配置职责；流式观察触发后才裁决完整预算。非流式直接进入三状态，并非每请求都先观察。达到总预算可直接final，短请求同一child自然完成，显式native绕过DTB。probe接受后进入final生成，不保证复用试答全文。</a:t>
            </a:r>
          </a:p>
          <a:p>
            <a:r>
              <a:t>源码：request_controller.py:128–173；budget_resolver.py:62–78,157–214,336–358；deferred_observation.py:128–146,226–305；generation_states.py:401–428,531–584,613–668,758–780；response_adapter.py:73–101。difficulty/history有实现但默认关闭（budget_config.yaml:14–16），从主图省略。原图中的在线学习最优预算、信息增益、语义重复/工具循环检测、熵变化、人工接管、Planning/反思/Tool独立子预算未纳入当前主图。</a:t>
            </a:r>
          </a:p>
          <a:p>
            <a:endParaRPr/>
          </a:p>
          <a:p>
            <a:r>
              <a:t>引用来源</a:t>
            </a:r>
          </a:p>
          <a:p>
            <a:r>
              <a:t>R01: docs/report/closeout/reference/动态思考预算控制方案.pptx</a:t>
            </a:r>
          </a:p>
          <a:p>
            <a:r>
              <a:t>commit: user reference; SHA-256: c3b66548b3301300e6d38ec0048f2aa161a5ab4fa8ed977c2b58e3515e72e6d4</a:t>
            </a:r>
          </a:p>
          <a:p>
            <a:endParaRPr/>
          </a:p>
          <a:p>
            <a:r>
              <a:t>C01: https://github.com/F00L42/TB/blob/f5512aa35152a13a9ee164a64928674badc26ceb/dtb/README.md</a:t>
            </a:r>
          </a:p>
          <a:p>
            <a:r>
              <a:t>commit: f5512aa35152a13a9ee164a64928674badc26ceb; SHA-256: 82ecc314bbb4d519fdf46f41bc96a10c043f29f4c2fb3704ec7e0b025a036105</a:t>
            </a:r>
          </a:p>
          <a:p>
            <a:endParaRPr/>
          </a:p>
          <a:p>
            <a:r>
              <a:t>C02: https://github.com/F00L42/TB/blob/f5512aa35152a13a9ee164a64928674badc26ceb/dtb/AGENTS.md</a:t>
            </a:r>
          </a:p>
          <a:p>
            <a:r>
              <a:t>commit: f5512aa35152a13a9ee164a64928674badc26ceb; SHA-256: d01197dd8a3439e73fcee0b48a20f3851c8ccc8bebd0d6bfb9874f76ae925380</a:t>
            </a:r>
          </a:p>
          <a:p>
            <a:endParaRPr/>
          </a:p>
          <a:p>
            <a:r>
              <a:t>C03: https://github.com/F00L42/TB/blob/f5512aa35152a13a9ee164a64928674badc26ceb/docs/design/dtb_system_scene_native_routing.md</a:t>
            </a:r>
          </a:p>
          <a:p>
            <a:r>
              <a:t>commit: f5512aa35152a13a9ee164a64928674badc26ceb; SHA-256: 15a11438a37fa3e3e3db5bea5597fa7269224ce8a412a6775664642ee09815b6</a:t>
            </a:r>
          </a:p>
          <a:p>
            <a:endParaRPr/>
          </a:p>
          <a:p>
            <a:r>
              <a:t>C05: https://github.com/F00L42/TB/blob/f5512aa35152a13a9ee164a64928674badc26ceb/dtb/reasoning/generation_states.py</a:t>
            </a:r>
          </a:p>
          <a:p>
            <a:r>
              <a:t>commit: f5512aa35152a13a9ee164a64928674badc26ceb; SHA-256: ac53373f43c7611a845ad761c8c733bbdbca3c58f626da1d020fa07691d11520</a:t>
            </a:r>
          </a:p>
          <a:p>
            <a:endParaRPr/>
          </a:p>
          <a:p>
            <a:r>
              <a:t>C06: https://github.com/F00L42/TB/blob/f5512aa35152a13a9ee164a64928674badc26ceb/dtb/reasoning/deferred_observation.py</a:t>
            </a:r>
          </a:p>
          <a:p>
            <a:r>
              <a:t>commit: f5512aa35152a13a9ee164a64928674badc26ceb; SHA-256: ee33acded4f7284f67454c99f5ba7fef2b9ade2ff46f79d993522b46480edbb3</a:t>
            </a:r>
          </a:p>
          <a:p>
            <a:endParaRPr/>
          </a:p>
          <a:p>
            <a:r>
              <a:t>C07: https://github.com/F00L42/TB/blob/f5512aa35152a13a9ee164a64928674badc26ceb/dtb/config/budget_config.yaml</a:t>
            </a:r>
          </a:p>
          <a:p>
            <a:r>
              <a:t>commit: f5512aa35152a13a9ee164a64928674badc26ceb; SHA-256: 6bb83aa0e271aac69f06c07f89b6e09ecb1ce95d230b1315d71c371e9f24bf8c</a:t>
            </a:r>
          </a:p>
          <a:p>
            <a:endParaRPr/>
          </a:p>
          <a:p>
            <a:r>
              <a:t>C08: https://github.com/F00L42/TB/blob/f5512aa35152a13a9ee164a64928674badc26ceb/dtb/reasoning/confidence_gates.py</a:t>
            </a:r>
          </a:p>
          <a:p>
            <a:r>
              <a:t>commit: f5512aa35152a13a9ee164a64928674badc26ceb; SHA-256: 16512e34958e487fe4e3e0a266cc5eb9d5a08531af491512232da7784088efb6</a:t>
            </a:r>
          </a:p>
          <a:p>
            <a:endParaRPr/>
          </a:p>
          <a:p>
            <a:r>
              <a:t>| P01 | [dtb/request_controller.py](https://github.com/F00L42/TB/blob/f5512aa35152a13a9ee164a64928674badc26ceb/dtb/request_controller.py#L237) | `_managed_generator` 237–276：独立 producer 与 queue consumer；511–535：result_queue、状态机与 native_chat_response |</a:t>
            </a:r>
          </a:p>
          <a:p>
            <a:endParaRPr/>
          </a:p>
          <a:p>
            <a:r>
              <a:t>| P03 | [dtb/integration/vllm/response_adapter.py](https://github.com/F00L42/TB/blob/f5512aa35152a13a9ee164a64928674badc26ceb/dtb/integration/vllm/response_adapter.py#L32) | `stream_queue` 32–41、`native_chat_response` 73–97：保持原生 chat_completion_stream_generator / parser 路径 |</a:t>
            </a:r>
          </a:p>
          <a:p>
            <a:endParaRPr/>
          </a:p>
          <a:p>
            <a:r>
              <a:t>| P05 | [dtb/budgeting/budget_resolver.py](https://github.com/F00L42/TB/blob/f5512aa35152a13a9ee164a64928674badc26ceb/dtb/budgeting/budget_resolver.py#L62) | 第 1 页预算参数补充：62–78 阈值；157–214 固定/场景预算；336–358 请求/场景硬上限 |</a:t>
            </a:r>
          </a:p>
          <a:p>
            <a:endParaRPr/>
          </a:p>
          <a:p>
            <a:r>
              <a:t>S13: https://github.com/F00L42/TB/blob/32ab2268335e00d79e0aeda4395c6ecdc06d81eb/docs/report/agent_dtb_demo_data_memo.md</a:t>
            </a:r>
          </a:p>
          <a:p>
            <a:r>
              <a:t>commit: 32ab2268335e00d79e0aeda4395c6ecdc06d81eb; SHA-256: 44a0d6cca219e7fb4325e0e962be70b8150fa747c914e6451a4a3394181700cf</a:t>
            </a:r>
          </a:p>
          <a:p>
            <a:endParaRPr/>
          </a:p>
          <a:p>
            <a:r>
              <a:t>详细口径及反例：docs/report/closeout/outlines.md；本地精简证据：docs/report/closeout/evidence/。</a:t>
            </a:r>
          </a:p>
          <a:p>
            <a:r>
              <a:t>原页脚说明：目标是净 E2E 收益；试答评分用于生成决策，不等于答案正确概率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8/13–14：tool后content 50/100至0/100；后续前缀对齐XML泄漏13/100至0/100，但两轮另有22/100、12/100其他异常。8/17–19：180对回放中170条含工具DTB响应、265个调用，目标结构异常0；另外10条无工具响应，8条raw显示未生成工具，2条证据不足。9/1：非法JSON133/300至0/300，仍有DTB缺terminal和Vanilla空参数。9/4：60/60公开正文与pre-parser一致；48个混合chunk中的344字符全保留。不能相加为统一通过率，也不能写为当轮所有故障归零。投机解码可使结构边界与文本处在同一批输出。9/4未补齐完整MTP启动身份，不作为MTP性能验证。具体失败请求与原文均见S14。</a:t>
            </a:r>
          </a:p>
          <a:p>
            <a:endParaRPr/>
          </a:p>
          <a:p>
            <a:r>
              <a:t>引用来源</a:t>
            </a:r>
          </a:p>
          <a:p>
            <a:r>
              <a:t>S14: https://github.com/F00L42/TB/blob/32ab2268335e00d79e0aeda4395c6ecdc06d81eb/docs/report/sum0911/工程复盘时间线_报错样例.md</a:t>
            </a:r>
          </a:p>
          <a:p>
            <a:r>
              <a:t>commit: 32ab2268335e00d79e0aeda4395c6ecdc06d81eb; SHA-256: cc812b110e30fc554b55321148218fcf20c2116373a356f07c39bccacff44ee4</a:t>
            </a:r>
          </a:p>
          <a:p>
            <a:endParaRPr/>
          </a:p>
          <a:p>
            <a:r>
              <a:t>C04: https://github.com/F00L42/TB/blob/f5512aa35152a13a9ee164a64928674badc26ceb/RESULT.md</a:t>
            </a:r>
          </a:p>
          <a:p>
            <a:r>
              <a:t>commit: f5512aa35152a13a9ee164a64928674badc26ceb; SHA-256: 1b331d04878fcf056c08754290455cc46fb0427cede6a221a7b7324080c29023</a:t>
            </a:r>
          </a:p>
          <a:p>
            <a:endParaRPr/>
          </a:p>
          <a:p>
            <a:r>
              <a:t>详细口径及反例：docs/report/closeout/outlines.md；本地精简证据：docs/report/closeout/evidence/。</a:t>
            </a:r>
          </a:p>
          <a:p>
            <a:r>
              <a:t>原页脚说明：历史定向回放，各轮样本不同；数字仅对应所列目标问题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研发点集S10的vanilla_chronological_requests逐ID对照S11。392总请求中7774ec46a9f245c9无有效SSE，分布排除后391。380≤850，11&gt;850；全部52112思考token，长尾20263，占38.883558%。11条中9标题、2业务。业务382条中仅2&gt;850。长尾完整思考和超阈值10913均不等于可安全删除量。长度是历史本地重编码。采用850处分段线性纵轴，下半段0–850，上半段850–3500，两段绘图区等高且在850处相接。使用两个原生散点图保留原始token值，380个短点与11个长点合计391，无删除、无数值映射。各段分别线性，不跨段比较视觉距离或斜率。</a:t>
            </a:r>
          </a:p>
          <a:p>
            <a:r>
              <a:t>管道是vLLM0.23.0固定源码的逻辑输出路径，不代表独立进程数量。EngineCore输出经output_queue、Msgpack/ZeroMQ、EngineCoreClient AsyncMPClient接收，再由AsyncLLM.output_handler和OutputProcessor detokenize/检查stop，进入每请求RequestOutputCollector，AsyncLLM.generate yield。DTB增量观察后经stream_output/result_queue/stream_queue，交给原生chat_completion_stream_generator parser.parse_delta，序列化SSE。HTTP具体组件为FastAPI StreamingResponse与Uvicorn，客户端库不固定。</a:t>
            </a:r>
          </a:p>
          <a:p>
            <a:r>
              <a:t>虚线控制先进入AsyncLLM请求接口，再经EngineCoreClient到EngineCore。触发且安全接管时abort并drain，保留已接受前缀。强制final分支将answer cue及闭合标记写入内部prompt，启动新的final child，继续同一个外部HTTP响应。cue不写入用户SSE，不修改已发内容；可能有batch/在途尾部，不是任意token精确硬截断。通用路径也可能hidden probe或继续思考。短请求沿同一child完成，仍有观察成本；明确native路由则绕过DTB段。非流式不使用这个观察路径。跨进程与HTTP完整组件表及行号见sources.md。</a:t>
            </a:r>
          </a:p>
          <a:p>
            <a:endParaRPr/>
          </a:p>
          <a:p>
            <a:r>
              <a:t>引用来源</a:t>
            </a:r>
          </a:p>
          <a:p>
            <a:r>
              <a:t>S10: https://github.com/F00L42/TB/blob/32ab2268335e00d79e0aeda4395c6ecdc06d81eb/docs/report/sum0911/sources/evidence.json</a:t>
            </a:r>
          </a:p>
          <a:p>
            <a:r>
              <a:t>commit: 32ab2268335e00d79e0aeda4395c6ecdc06d81eb; SHA-256: 57a44ab226c36d92f3233a99a90fcb195d93acda103fc80e9dd77b91320faa32</a:t>
            </a:r>
          </a:p>
          <a:p>
            <a:endParaRPr/>
          </a:p>
          <a:p>
            <a:r>
              <a:t>S11: https://github.com/F00L42/TB/blob/32ab2268335e00d79e0aeda4395c6ecdc06d81eb/docs/log/perf/agent_run07_08/analysis.json</a:t>
            </a:r>
          </a:p>
          <a:p>
            <a:r>
              <a:t>commit: 32ab2268335e00d79e0aeda4395c6ecdc06d81eb; SHA-256: 9f3bfe3b45c9e71acc8a6c0403288b390368a749aed47acbcace3871d0fd355d</a:t>
            </a:r>
          </a:p>
          <a:p>
            <a:endParaRPr/>
          </a:p>
          <a:p>
            <a:r>
              <a:t>S13: https://github.com/F00L42/TB/blob/32ab2268335e00d79e0aeda4395c6ecdc06d81eb/docs/report/agent_dtb_demo_data_memo.md</a:t>
            </a:r>
          </a:p>
          <a:p>
            <a:r>
              <a:t>commit: 32ab2268335e00d79e0aeda4395c6ecdc06d81eb; SHA-256: 44a0d6cca219e7fb4325e0e962be70b8150fa747c914e6451a4a3394181700cf</a:t>
            </a:r>
          </a:p>
          <a:p>
            <a:endParaRPr/>
          </a:p>
          <a:p>
            <a:r>
              <a:t>V01: https://github.com/F00L42/TB/blob/32ab2268335e00d79e0aeda4395c6ecdc06d81eb/docs/report/sum0911/统计图/思考长度长尾与850阈值.png</a:t>
            </a:r>
          </a:p>
          <a:p>
            <a:r>
              <a:t>commit: 32ab2268335e00d79e0aeda4395c6ecdc06d81eb; SHA-256: 485e056a9272c5eb52020d673782b13062b008f2236af2f753f4ebce458307e0</a:t>
            </a:r>
          </a:p>
          <a:p>
            <a:endParaRPr/>
          </a:p>
          <a:p>
            <a:r>
              <a:t>C06: https://github.com/F00L42/TB/blob/f5512aa35152a13a9ee164a64928674badc26ceb/dtb/reasoning/deferred_observation.py</a:t>
            </a:r>
          </a:p>
          <a:p>
            <a:r>
              <a:t>commit: f5512aa35152a13a9ee164a64928674badc26ceb; SHA-256: ee33acded4f7284f67454c99f5ba7fef2b9ade2ff46f79d993522b46480edbb3</a:t>
            </a:r>
          </a:p>
          <a:p>
            <a:endParaRPr/>
          </a:p>
          <a:p>
            <a:r>
              <a:t>C05: https://github.com/F00L42/TB/blob/f5512aa35152a13a9ee164a64928674badc26ceb/dtb/reasoning/generation_states.py</a:t>
            </a:r>
          </a:p>
          <a:p>
            <a:r>
              <a:t>commit: f5512aa35152a13a9ee164a64928674badc26ceb; SHA-256: ac53373f43c7611a845ad761c8c733bbdbca3c58f626da1d020fa07691d11520</a:t>
            </a:r>
          </a:p>
          <a:p>
            <a:endParaRPr/>
          </a:p>
          <a:p>
            <a:r>
              <a:t>| U01 | [v1/engine/core.py](https://github.com/vllm-project/vllm/blob/0fc695fc6d1d82e9a5ac6835ac8e4e1c83703665/vllm/v1/engine/core.py#L1264) | `_process_engine_step` 1264–1271：EngineCoreOutputs 入队；`process_output_sockets` 1545–1603：Msgpack / ZMQ PUSH；1348–1349：处理 ABORT |</a:t>
            </a:r>
          </a:p>
          <a:p>
            <a:endParaRPr/>
          </a:p>
          <a:p>
            <a:r>
              <a:t>| U02 | [v1/engine/core_client.py](https://github.com/vllm-project/vllm/blob/0fc695fc6d1d82e9a5ac6835ac8e4e1c83703665/vllm/v1/engine/core_client.py#L990) | `AsyncMPClient` 的接收任务 990–1047：收包、解码、outputs_queue、get_output_async；1111–1113：发 ABORT |</a:t>
            </a:r>
          </a:p>
          <a:p>
            <a:endParaRPr/>
          </a:p>
          <a:p>
            <a:r>
              <a:t>| U03 | [v1/engine/async_llm.py](https://github.com/vllm-project/vllm/blob/0fc695fc6d1d82e9a5ac6835ac8e4e1c83703665/vllm/v1/engine/async_llm.py#L557) | `generate` 557–586：add_request、消费 collector 并 yield；`output_handler` 656–678：OutputProcessor；`abort` 709–718：本地输出与引擎取消 |</a:t>
            </a:r>
          </a:p>
          <a:p>
            <a:endParaRPr/>
          </a:p>
          <a:p>
            <a:r>
              <a:t>| U04 | [v1/engine/output_processor.py](https://github.com/vllm-project/vllm/blob/0fc695fc6d1d82e9a5ac6835ac8e4e1c83703665/vllm/v1/engine/output_processor.py#L45) | `RequestOutputCollector` 45–95：增量聚合与交付；`process_outputs` 618–663：detokenize、stop、logprobs、RequestOutput 入每请求 collector |</a:t>
            </a:r>
          </a:p>
          <a:p>
            <a:endParaRPr/>
          </a:p>
          <a:p>
            <a:r>
              <a:t>| U05 | [openai/chat_completion/serving.py](https://github.com/vllm-project/vllm/blob/0fc695fc6d1d82e9a5ac6835ac8e4e1c83703665/vllm/entrypoints/openai/chat_completion/serving.py#L399) | `chat_completion_stream_generator`；720–726：原生 parser.parse_delta；872–873：JSON/SSE；936：[DONE] |</a:t>
            </a:r>
          </a:p>
          <a:p>
            <a:endParaRPr/>
          </a:p>
          <a:p>
            <a:r>
              <a:t>| U06 | [openai/chat_completion/api_router.py](https://github.com/vllm-project/vllm/blob/0fc695fc6d1d82e9a5ac6835ac8e4e1c83703665/vllm/entrypoints/openai/chat_completion/api_router.py#L53) | `create_chat_completion` 53–74：调用 serving，流式返回 FastAPI StreamingResponse，media_type=text/event-stream |</a:t>
            </a:r>
          </a:p>
          <a:p>
            <a:endParaRPr/>
          </a:p>
          <a:p>
            <a:r>
              <a:t>| U07 | [entrypoints/launcher.py](https://github.com/vllm-project/vllm/blob/0fc695fc6d1d82e9a5ac6835ac8e4e1c83703665/vllm/entrypoints/launcher.py#L26) | `serve_http` 26–35、71–82：FastAPI app、Uvicorn Config/Server 与监听 socket |</a:t>
            </a:r>
          </a:p>
          <a:p>
            <a:endParaRPr/>
          </a:p>
          <a:p>
            <a:r>
              <a:t>| P01 | [dtb/request_controller.py](https://github.com/F00L42/TB/blob/f5512aa35152a13a9ee164a64928674badc26ceb/dtb/request_controller.py#L237) | `_managed_generator` 237–276：独立 producer 与 queue consumer；511–535：result_queue、状态机与 native_chat_response |</a:t>
            </a:r>
          </a:p>
          <a:p>
            <a:endParaRPr/>
          </a:p>
          <a:p>
            <a:r>
              <a:t>| P02 | [dtb/reasoning/request_context.py](https://github.com/F00L42/TB/blob/f5512aa35152a13a9ee164a64928674badc26ceb/dtb/reasoning/request_context.py#L159) | `stream_output` 159–207：输出额度及队列；`close_reasoning` 388–403：cue、闭合 token 与分隔符进入内部 prompt |</a:t>
            </a:r>
          </a:p>
          <a:p>
            <a:endParaRPr/>
          </a:p>
          <a:p>
            <a:r>
              <a:t>| P03 | [dtb/integration/vllm/response_adapter.py](https://github.com/F00L42/TB/blob/f5512aa35152a13a9ee164a64928674badc26ceb/dtb/integration/vllm/response_adapter.py#L32) | `stream_queue` 32–41、`native_chat_response` 73–97：保持原生 chat_completion_stream_generator / parser 路径 |</a:t>
            </a:r>
          </a:p>
          <a:p>
            <a:endParaRPr/>
          </a:p>
          <a:p>
            <a:r>
              <a:t>| P04 | [dtb_serving.patch](https://github.com/F00L42/TB/blob/f5512aa35152a13a9ee164a64928674badc26ceb/patches/vllm/v0.23.0/dtb_serving.patch#L97) | 97–99：serving 分派到 DTB controller；native 动作继续走原生路径 |</a:t>
            </a:r>
          </a:p>
          <a:p>
            <a:endParaRPr/>
          </a:p>
          <a:p>
            <a:r>
              <a:t>详细口径及反例：docs/report/closeout/outlines.md；本地精简证据：docs/report/closeout/evidence/。</a:t>
            </a:r>
          </a:p>
          <a:p>
            <a:r>
              <a:t>原页脚说明：历史长度分布不等于实际介入率或可节省比例；11 条长尾中有 9 条标题请求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emate分布：12214捕获，主Agent8306；排除29后8277。≤750为7862=94.9861%，&gt;750为415=5.0139%；P50/95/99=207/753/1002，max1841。横轴由UTC时间差计算到小时，全部点，连续线性0–2000。采集baseline标签缺完整服务端native及权重身份，不称当前交付原生行为。分布不是收益证明。</a:t>
            </a:r>
          </a:p>
          <a:p>
            <a:r>
              <a:t>Noemate 长请求回放：输入 178、259、319、353、399，每个输入 10 对，共 50 对 Vanilla/DTB。全部回放纳入，含慢请求、失败、截断与工具动作变化。平均请求 E2E 为 24.8744579 → 18.51114568 秒，降幅 25.58171215%，计算为 1−ΣDTB/ΣVanilla（总计 1243.722895 → 925.557284 秒），不是逐对降幅的平均值。43/50 对更快。正文保留两位小数。</a:t>
            </a:r>
          </a:p>
          <a:p>
            <a:r>
              <a:t>实验条件：20260922T070000Z 的 off 长请求配对回放，单并发，流式，temperature=0.2、top_p=1、max_tokens=2048、seed=20260918，fixed check/budget=750。5 个输入来自测量前冻结的小集合，属于重复执行而非 50 个独立业务问题。off 数据没有逐请求触发日志，因此不命名为已确认早退请求的效果。</a:t>
            </a:r>
          </a:p>
          <a:p>
            <a:r>
              <a:t>质量与完成量：178 有字段遗漏、建议错误与草稿泄漏，399 有算术/聚合问题，319 的独立语义审阅未完成。Vanilla/DTB 的 length 分别为 9/4 次，工具调用为 0/1 次。输出长度与后续动作有变化，上述数值只说明这组回放的请求时延变化，不证明整体无损收益，也不全部归因于缩短思考。</a:t>
            </a:r>
          </a:p>
          <a:p>
            <a:r>
              <a:t>本地逐对证据：docs/report/closeout/evidence/noemate_long_pairs.json，按 line/attempt 配对，v_ms/d_ms 对应原 summary.jsonl 的 elapsed_ms，再除以 1000 转秒。固定来源见以下 N*S/N*M 与 S04/S05。</a:t>
            </a:r>
          </a:p>
          <a:p>
            <a:r>
              <a:t>单例备查（不作为集合主指标）：178/a1：24.794401秒对18.603930秒，减少24.9672%。固定同输入重复中的一次选例，off、stream、temperature0.2/top_p1/max_tokens2048/seed20260918；budget/check750，min1，stride256，probe4，prob0.95。vanilla ID dtbtool-l178-a1-vanilla-main_20260922T070000Z_long_l178_measured；DTB ID同前缀dtb。12条输入真值包含ID、名称、级别、时间、网元，严重/重要/次要各4条，DTB final字段完整。其他attempt存在遗漏、建议错误和草稿泄漏，不能推整体质量不降。正文长度亦变化，延迟变化不能全部归因于reasoning。</a:t>
            </a:r>
          </a:p>
          <a:p>
            <a:r>
              <a:t>研发Vanilla-06对run08：按case配对9个相同主任务输入，累计LLM E2E2902.454646秒对2566.696963秒，减少11.5681%。请求392对350，后续轨迹不同。该值是各请求metrics.e2e_ms之和，不是任务wall time。平台start-end只减少3.95%。全通过任务4/9对4/9，但通过集合变化，case36回退，case29测试范围变化，不能宣称质量持平。run08缺完整manifest与显式seed，属于历史观测。</a:t>
            </a:r>
          </a:p>
          <a:p>
            <a:r>
              <a:t>图表用原始未四舍五入数据计算百分比，显示2位小数。</a:t>
            </a:r>
          </a:p>
          <a:p>
            <a:endParaRPr/>
          </a:p>
          <a:p>
            <a:r>
              <a:t>引用来源</a:t>
            </a:r>
          </a:p>
          <a:p>
            <a:r>
              <a:t>S01: https://github.com/F00L42/TB/blob/32ab2268335e00d79e0aeda4395c6ecdc06d81eb/docs/report/dtb_closeout/evidence/distribution.json</a:t>
            </a:r>
          </a:p>
          <a:p>
            <a:r>
              <a:t>commit: 32ab2268335e00d79e0aeda4395c6ecdc06d81eb; SHA-256: ce13ae6be2ccd54545f2aded72e3b9251ebea3a8a046b4a0e63fa761d2c8cddf</a:t>
            </a:r>
          </a:p>
          <a:p>
            <a:endParaRPr/>
          </a:p>
          <a:p>
            <a:r>
              <a:t>S02: https://github.com/F00L42/TB/blob/32ab2268335e00d79e0aeda4395c6ecdc06d81eb/docs/log/perf/noemate_analysis_60f2d7/request_features.jsonl</a:t>
            </a:r>
          </a:p>
          <a:p>
            <a:r>
              <a:t>commit: 32ab2268335e00d79e0aeda4395c6ecdc06d81eb; SHA-256: 5bc85c22d9b6dca6f6d5b0a2f621b9daa0252a57784f5ecafd8960aa0f18e193</a:t>
            </a:r>
          </a:p>
          <a:p>
            <a:endParaRPr/>
          </a:p>
          <a:p>
            <a:r>
              <a:t>S03: https://github.com/F00L42/TB/blob/32ab2268335e00d79e0aeda4395c6ecdc06d81eb/docs/log/perf/noemate_analysis_60f2d7/prompt_roles.json</a:t>
            </a:r>
          </a:p>
          <a:p>
            <a:r>
              <a:t>commit: 32ab2268335e00d79e0aeda4395c6ecdc06d81eb; SHA-256: 7eaad0491c7b237a93e7464f57c0d85bba6c825208c33a6eb4e20f21a0e9dca6</a:t>
            </a:r>
          </a:p>
          <a:p>
            <a:endParaRPr/>
          </a:p>
          <a:p>
            <a:r>
              <a:t>V02: https://github.com/F00L42/TB/blob/32ab2268335e00d79e0aeda4395c6ecdc06d81eb/docs/report/dtb_closeout/evidence/figures/vanilla_distribution.png</a:t>
            </a:r>
          </a:p>
          <a:p>
            <a:r>
              <a:t>commit: 32ab2268335e00d79e0aeda4395c6ecdc06d81eb; SHA-256: 27d4e563b6d648d9b4dfa4333b729963865f4f04966a8a7398943d85e0bf4a18</a:t>
            </a:r>
          </a:p>
          <a:p>
            <a:endParaRPr/>
          </a:p>
          <a:p>
            <a:r>
              <a:t>S06: https://github.com/F00L42/TB/blob/32ab2268335e00d79e0aeda4395c6ecdc06d81eb/docs/report/dtb_closeout/evidence/cards/l178_a1.json</a:t>
            </a:r>
          </a:p>
          <a:p>
            <a:r>
              <a:t>commit: 32ab2268335e00d79e0aeda4395c6ecdc06d81eb; SHA-256: deb7092670c09fea5e6ad0fa3c1c91d218a20b40607ad8a1b07a020a869c0b36</a:t>
            </a:r>
          </a:p>
          <a:p>
            <a:endParaRPr/>
          </a:p>
          <a:p>
            <a:r>
              <a:t>S07: https://github.com/F00L42/TB/blob/32ab2268335e00d79e0aeda4395c6ecdc06d81eb/docs/report/dtb_closeout/evidence/cards/l178_a3.json</a:t>
            </a:r>
          </a:p>
          <a:p>
            <a:r>
              <a:t>commit: 32ab2268335e00d79e0aeda4395c6ecdc06d81eb; SHA-256: b62ba84e446320124291aba5c0192e7dac205e6a8da0a1c9128ad05511195a4e</a:t>
            </a:r>
          </a:p>
          <a:p>
            <a:endParaRPr/>
          </a:p>
          <a:p>
            <a:r>
              <a:t>S09: https://github.com/F00L42/TB/blob/32ab2268335e00d79e0aeda4395c6ecdc06d81eb/docs/report/dtb_closeout/evidence/review/requests/l178.json</a:t>
            </a:r>
          </a:p>
          <a:p>
            <a:r>
              <a:t>commit: 32ab2268335e00d79e0aeda4395c6ecdc06d81eb; SHA-256: 6a6abff279c2a51765fce402786c5d739f27317658ec6db21397a7f366a55bde</a:t>
            </a:r>
          </a:p>
          <a:p>
            <a:endParaRPr/>
          </a:p>
          <a:p>
            <a:r>
              <a:t>N178S: https://github.com/F00L42/TB/blob/32ab2268335e00d79e0aeda4395c6ecdc06d81eb/docs/log/perf/noemate_guardrail_main_20260922T070000Z/long_l178_measured/summary.jsonl</a:t>
            </a:r>
          </a:p>
          <a:p>
            <a:r>
              <a:t>commit: 32ab2268335e00d79e0aeda4395c6ecdc06d81eb; SHA-256: 4fdf71610ef21ea2998865d9dd00ed4b01adbe6e8525092add7f973578106fe3</a:t>
            </a:r>
          </a:p>
          <a:p>
            <a:endParaRPr/>
          </a:p>
          <a:p>
            <a:r>
              <a:t>N178M: https://github.com/F00L42/TB/blob/32ab2268335e00d79e0aeda4395c6ecdc06d81eb/docs/log/perf/noemate_guardrail_main_20260922T070000Z/long_l178_measured/manifest.json</a:t>
            </a:r>
          </a:p>
          <a:p>
            <a:r>
              <a:t>commit: 32ab2268335e00d79e0aeda4395c6ecdc06d81eb; SHA-256: f8ef06083ea858d543149bec1899f6f515da2f252e7ac57b37ae2abaff4dd5a2</a:t>
            </a:r>
          </a:p>
          <a:p>
            <a:endParaRPr/>
          </a:p>
          <a:p>
            <a:r>
              <a:t>S10: https://github.com/F00L42/TB/blob/32ab2268335e00d79e0aeda4395c6ecdc06d81eb/docs/report/sum0911/sources/evidence.json</a:t>
            </a:r>
          </a:p>
          <a:p>
            <a:r>
              <a:t>commit: 32ab2268335e00d79e0aeda4395c6ecdc06d81eb; SHA-256: 57a44ab226c36d92f3233a99a90fcb195d93acda103fc80e9dd77b91320faa32</a:t>
            </a:r>
          </a:p>
          <a:p>
            <a:endParaRPr/>
          </a:p>
          <a:p>
            <a:r>
              <a:t>S11: https://github.com/F00L42/TB/blob/32ab2268335e00d79e0aeda4395c6ecdc06d81eb/docs/log/perf/agent_run07_08/analysis.json</a:t>
            </a:r>
          </a:p>
          <a:p>
            <a:r>
              <a:t>commit: 32ab2268335e00d79e0aeda4395c6ecdc06d81eb; SHA-256: 9f3bfe3b45c9e71acc8a6c0403288b390368a749aed47acbcace3871d0fd355d</a:t>
            </a:r>
          </a:p>
          <a:p>
            <a:endParaRPr/>
          </a:p>
          <a:p>
            <a:r>
              <a:t>S13: https://github.com/F00L42/TB/blob/32ab2268335e00d79e0aeda4395c6ecdc06d81eb/docs/report/agent_dtb_demo_data_memo.md</a:t>
            </a:r>
          </a:p>
          <a:p>
            <a:r>
              <a:t>commit: 32ab2268335e00d79e0aeda4395c6ecdc06d81eb; SHA-256: 44a0d6cca219e7fb4325e0e962be70b8150fa747c914e6451a4a3394181700cf</a:t>
            </a:r>
          </a:p>
          <a:p>
            <a:endParaRPr/>
          </a:p>
          <a:p>
            <a:r>
              <a:t>S15: https://github.com/F00L42/TB/blob/32ab2268335e00d79e0aeda4395c6ecdc06d81eb/docs/log/perf/agent_run07_08/RESULT.md</a:t>
            </a:r>
          </a:p>
          <a:p>
            <a:r>
              <a:t>commit: 32ab2268335e00d79e0aeda4395c6ecdc06d81eb; SHA-256: 68be7e781b49375655320e427275c1ff140085f4eb6957e6e962e79c41462c7a</a:t>
            </a:r>
          </a:p>
          <a:p>
            <a:endParaRPr/>
          </a:p>
          <a:p>
            <a:r>
              <a:t>详细口径及反例：docs/report/closeout/outlines.md；本地精简证据：docs/report/closeout/evidence/。</a:t>
            </a:r>
          </a:p>
          <a:p>
            <a:r>
              <a:t>历史口径：Noemate 为冻结长请求回放集合，研发调用轨迹不同，均不代表整体质量不退化。</a:t>
            </a:r>
          </a:p>
          <a:p>
            <a:r>
              <a:t>S04: https://github.com/F00L42/TB/blob/32ab2268335e00d79e0aeda4395c6ecdc06d81eb/docs/report/dtb_closeout/evidence/paired.json
commit: 32ab2268335e00d79e0aeda4395c6ecdc06d81eb; SHA-256: 3f08d9a586b7f996a5a04cdca11bc22146a34351aa8d7f4fd447af5e4fa873bf</a:t>
            </a:r>
          </a:p>
          <a:p>
            <a:r>
              <a:t>S05: https://github.com/F00L42/TB/blob/32ab2268335e00d79e0aeda4395c6ecdc06d81eb/docs/report/dtb_closeout/evidence/semantic_review.json
commit: 32ab2268335e00d79e0aeda4395c6ecdc06d81eb; SHA-256: 028e2cde50a74b2e9317ea557ed65f8c3faf418048bab30f19c818655f29882a</a:t>
            </a:r>
          </a:p>
          <a:p>
            <a:r>
              <a:t>N259S: https://github.com/F00L42/TB/blob/32ab2268335e00d79e0aeda4395c6ecdc06d81eb/docs/log/perf/noemate_guardrail_main_20260922T070000Z/long_l259_measured/summary.jsonl
commit: 32ab2268335e00d79e0aeda4395c6ecdc06d81eb; SHA-256: 1c1ddd77dc46407e2728d7fc3670d7e70e329c35bc393321c799f70b72f8f75c</a:t>
            </a:r>
          </a:p>
          <a:p>
            <a:r>
              <a:t>N259M: https://github.com/F00L42/TB/blob/32ab2268335e00d79e0aeda4395c6ecdc06d81eb/docs/log/perf/noemate_guardrail_main_20260922T070000Z/long_l259_measured/manifest.json
commit: 32ab2268335e00d79e0aeda4395c6ecdc06d81eb; SHA-256: 8c921e49a0351d5980cc903dd72e9de85ed1fa537c9609eb902aa898c2e3bcac</a:t>
            </a:r>
          </a:p>
          <a:p>
            <a:r>
              <a:t>N319S: https://github.com/F00L42/TB/blob/32ab2268335e00d79e0aeda4395c6ecdc06d81eb/docs/log/perf/noemate_guardrail_main_20260922T070000Z/long_l319_measured/summary.jsonl
commit: 32ab2268335e00d79e0aeda4395c6ecdc06d81eb; SHA-256: cc1827ea95bd9e13d8ad61be38fabf375d68c50c592824c4558f018436594a2c</a:t>
            </a:r>
          </a:p>
          <a:p>
            <a:r>
              <a:t>N319M: https://github.com/F00L42/TB/blob/32ab2268335e00d79e0aeda4395c6ecdc06d81eb/docs/log/perf/noemate_guardrail_main_20260922T070000Z/long_l319_measured/manifest.json
commit: 32ab2268335e00d79e0aeda4395c6ecdc06d81eb; SHA-256: 6058b20da318f0b7f4fce81ce96d78735e81a1e049451d306785bdf4d9e391fc</a:t>
            </a:r>
          </a:p>
          <a:p>
            <a:r>
              <a:t>N353S: https://github.com/F00L42/TB/blob/32ab2268335e00d79e0aeda4395c6ecdc06d81eb/docs/log/perf/noemate_guardrail_main_20260922T070000Z/long_l353_measured/summary.jsonl
commit: 32ab2268335e00d79e0aeda4395c6ecdc06d81eb; SHA-256: fce7853b02e1b79ba264cc286e5c5308d93a08cc04755ce4ce52990bb3229f70</a:t>
            </a:r>
          </a:p>
          <a:p>
            <a:r>
              <a:t>N353M: https://github.com/F00L42/TB/blob/32ab2268335e00d79e0aeda4395c6ecdc06d81eb/docs/log/perf/noemate_guardrail_main_20260922T070000Z/long_l353_measured/manifest.json
commit: 32ab2268335e00d79e0aeda4395c6ecdc06d81eb; SHA-256: 647a4478e179f566ba18dcb6ba75eb55ae79c9823b0ebb270f54f5768bd60837</a:t>
            </a:r>
          </a:p>
          <a:p>
            <a:r>
              <a:t>N399S: https://github.com/F00L42/TB/blob/32ab2268335e00d79e0aeda4395c6ecdc06d81eb/docs/log/perf/noemate_guardrail_main_20260922T070000Z/long_l399_measured/summary.jsonl
commit: 32ab2268335e00d79e0aeda4395c6ecdc06d81eb; SHA-256: 3cc15a879ec5e7109a711c510069fb3d19eefe52d4315f0eea3d92c3a5c24a61</a:t>
            </a:r>
          </a:p>
          <a:p>
            <a:r>
              <a:t>N399M: https://github.com/F00L42/TB/blob/32ab2268335e00d79e0aeda4395c6ecdc06d81eb/docs/log/perf/noemate_guardrail_main_20260922T070000Z/long_l399_measured/manifest.json
commit: 32ab2268335e00d79e0aeda4395c6ecdc06d81eb; SHA-256: 09211554538709824f841f89c2bd6007573c5714a2bf4483a583aec12dc1ac5f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TB交付分支codex/dtb-static-refactor，源码快照f5512aa35152a13a9ee164a64928674badc26ceb，已含system路由34f39983及LF修复0777aef4。入口dtb/、vllm_gateway/、patches/vllm/v0.23.0/和validation/replay/README.md。checkout仓库并不自动修改服务器已安装vLLM，需按部署手册应用整套代码和patch。C04记录541项测试、1966子测试、3patch检查，均为历史本地无模型验证，不能证明服务器质量性能。</a:t>
            </a:r>
          </a:p>
          <a:p>
            <a:r>
              <a:t>SDK分支codex/thinking-observer固定7ccd6b99eb7a435c2d0d1f66dce24affe0728a0d，入口thinking_observer/README.md。SDK不包含重复检测算法，TokenLimitDetector是接线示例。SDK与DTB serving patch为独立入口，不能直接叠加。停止保持已接受batch与abort尾部，不撤回已发文本。真实模型、HTTP/SSE、设备及净收益pending_remote。API转发think_budget、LightCode实现已退出交付，不恢复旧接口。</a:t>
            </a:r>
          </a:p>
          <a:p>
            <a:endParaRPr/>
          </a:p>
          <a:p>
            <a:r>
              <a:t>引用来源</a:t>
            </a:r>
          </a:p>
          <a:p>
            <a:r>
              <a:t>C01: https://github.com/F00L42/TB/blob/f5512aa35152a13a9ee164a64928674badc26ceb/dtb/README.md</a:t>
            </a:r>
          </a:p>
          <a:p>
            <a:r>
              <a:t>commit: f5512aa35152a13a9ee164a64928674badc26ceb; SHA-256: 82ecc314bbb4d519fdf46f41bc96a10c043f29f4c2fb3704ec7e0b025a036105</a:t>
            </a:r>
          </a:p>
          <a:p>
            <a:endParaRPr/>
          </a:p>
          <a:p>
            <a:r>
              <a:t>C02: https://github.com/F00L42/TB/blob/f5512aa35152a13a9ee164a64928674badc26ceb/dtb/AGENTS.md</a:t>
            </a:r>
          </a:p>
          <a:p>
            <a:r>
              <a:t>commit: f5512aa35152a13a9ee164a64928674badc26ceb; SHA-256: d01197dd8a3439e73fcee0b48a20f3851c8ccc8bebd0d6bfb9874f76ae925380</a:t>
            </a:r>
          </a:p>
          <a:p>
            <a:endParaRPr/>
          </a:p>
          <a:p>
            <a:r>
              <a:t>C03: https://github.com/F00L42/TB/blob/f5512aa35152a13a9ee164a64928674badc26ceb/docs/design/dtb_system_scene_native_routing.md</a:t>
            </a:r>
          </a:p>
          <a:p>
            <a:r>
              <a:t>commit: f5512aa35152a13a9ee164a64928674badc26ceb; SHA-256: 15a11438a37fa3e3e3db5bea5597fa7269224ce8a412a6775664642ee09815b6</a:t>
            </a:r>
          </a:p>
          <a:p>
            <a:endParaRPr/>
          </a:p>
          <a:p>
            <a:r>
              <a:t>C04: https://github.com/F00L42/TB/blob/f5512aa35152a13a9ee164a64928674badc26ceb/RESULT.md</a:t>
            </a:r>
          </a:p>
          <a:p>
            <a:r>
              <a:t>commit: f5512aa35152a13a9ee164a64928674badc26ceb; SHA-256: 1b331d04878fcf056c08754290455cc46fb0427cede6a221a7b7324080c29023</a:t>
            </a:r>
          </a:p>
          <a:p>
            <a:endParaRPr/>
          </a:p>
          <a:p>
            <a:r>
              <a:t>O01: https://github.com/F00L42/TB/blob/7ccd6b99eb7a435c2d0d1f66dce24affe0728a0d/thinking_observer/README.md</a:t>
            </a:r>
          </a:p>
          <a:p>
            <a:r>
              <a:t>commit: 7ccd6b99eb7a435c2d0d1f66dce24affe0728a0d; SHA-256: 2f248f83d61674dea7d65431b6eca885f5b0e27563a1a5819652f1e15a797fb1</a:t>
            </a:r>
          </a:p>
          <a:p>
            <a:endParaRPr/>
          </a:p>
          <a:p>
            <a:r>
              <a:t>O02: https://github.com/F00L42/TB/blob/7ccd6b99eb7a435c2d0d1f66dce24affe0728a0d/thinking_observer/docs/validation.md</a:t>
            </a:r>
          </a:p>
          <a:p>
            <a:r>
              <a:t>commit: 7ccd6b99eb7a435c2d0d1f66dce24affe0728a0d; SHA-256: d49353dca4a82150e942c29cca603a0ad49d45743920ef629cec5f6708de2a3d</a:t>
            </a:r>
          </a:p>
          <a:p>
            <a:endParaRPr/>
          </a:p>
          <a:p>
            <a:r>
              <a:t>详细口径及反例：docs/report/closeout/outlines.md；本地精简证据：docs/report/closeout/evidence/。</a:t>
            </a:r>
          </a:p>
          <a:p>
            <a:r>
              <a:t>原页脚说明：当前交付版本仍待目标服务器功能、真实并发、质量与 E2E 验收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动态思考预算控制（DTB）">
            <a:extLst>
              <a:ext uri="{FF2B5EF4-FFF2-40B4-BE49-F238E27FC236}">
                <a16:creationId xmlns:a16="http://schemas.microsoft.com/office/drawing/2014/main" id="{7941C36C-45AA-4A6F-813F-678CDA9D919B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38684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动态思考预算控制（DTB）</a:t>
            </a:r>
          </a:p>
        </p:txBody>
      </p:sp>
      <p:sp>
        <p:nvSpPr>
          <p:cNvPr id="2" name="按场景设置预算，在生成过程中决定继续思考或收束为答案">
            <a:extLst>
              <a:ext uri="{FF2B5EF4-FFF2-40B4-BE49-F238E27FC236}">
                <a16:creationId xmlns:a16="http://schemas.microsoft.com/office/drawing/2014/main" id="{B0C7F242-0420-4CC7-AB30-5A6AA99CA435}"/>
              </a:ext>
            </a:extLst>
          </p:cNvPr>
          <p:cNvSpPr>
            <a:spLocks noGrp="1"/>
          </p:cNvSpPr>
          <p:nvPr/>
        </p:nvSpPr>
        <p:spPr>
          <a:xfrm>
            <a:off x="704850" y="1209675"/>
            <a:ext cx="13811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按场景设置预算，在生成过程中决定继续思考或收束为答案</a:t>
            </a:r>
          </a:p>
        </p:txBody>
      </p:sp>
      <p:sp>
        <p:nvSpPr>
          <p:cNvPr id="5" name="01">
            <a:extLst>
              <a:ext uri="{FF2B5EF4-FFF2-40B4-BE49-F238E27FC236}">
                <a16:creationId xmlns:a16="http://schemas.microsoft.com/office/drawing/2014/main" id="{1F444D35-5EEA-4707-BB57-631C6EBB90A2}"/>
              </a:ext>
            </a:extLst>
          </p:cNvPr>
          <p:cNvSpPr>
            <a:spLocks noGrp="1"/>
          </p:cNvSpPr>
          <p:nvPr/>
        </p:nvSpPr>
        <p:spPr>
          <a:xfrm>
            <a:off x="14077950" y="8020050"/>
            <a:ext cx="457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背景与问题">
            <a:extLst>
              <a:ext uri="{FF2B5EF4-FFF2-40B4-BE49-F238E27FC236}">
                <a16:creationId xmlns:a16="http://schemas.microsoft.com/office/drawing/2014/main" id="{C2E23F3F-A7C9-409F-BAB2-AB8DF83C5CFB}"/>
              </a:ext>
            </a:extLst>
          </p:cNvPr>
          <p:cNvSpPr>
            <a:spLocks noGrp="1"/>
          </p:cNvSpPr>
          <p:nvPr/>
        </p:nvSpPr>
        <p:spPr>
          <a:xfrm>
            <a:off x="704850" y="1981200"/>
            <a:ext cx="48577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背景与问题</a:t>
            </a:r>
          </a:p>
        </p:txBody>
      </p:sp>
      <p:sp>
        <p:nvSpPr>
          <p:cNvPr id="7" name="同一任务的思考步骤与耗时存在波动，&#10;Agent 多轮调用会累积这些等待。">
            <a:extLst>
              <a:ext uri="{FF2B5EF4-FFF2-40B4-BE49-F238E27FC236}">
                <a16:creationId xmlns:a16="http://schemas.microsoft.com/office/drawing/2014/main" id="{C7EB0709-A4CC-4B2B-84D4-7422AC8435EB}"/>
              </a:ext>
            </a:extLst>
          </p:cNvPr>
          <p:cNvSpPr>
            <a:spLocks noGrp="1"/>
          </p:cNvSpPr>
          <p:nvPr/>
        </p:nvSpPr>
        <p:spPr>
          <a:xfrm>
            <a:off x="704850" y="2562225"/>
            <a:ext cx="509587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同一任务的思考步骤与耗时存在波动，</a:t>
            </a:r>
          </a:p>
          <a:p>
            <a:pPr algn="l">
              <a:def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Agent 多轮调用会累积这些等待。</a:t>
            </a:r>
          </a:p>
        </p:txBody>
      </p:sp>
      <p:sp>
        <p:nvSpPr>
          <p:cNvPr id="8" name="信息已经足够，模型仍可能反复推敲，&#10;思考越长，并不意味着任务收益越大。">
            <a:extLst>
              <a:ext uri="{FF2B5EF4-FFF2-40B4-BE49-F238E27FC236}">
                <a16:creationId xmlns:a16="http://schemas.microsoft.com/office/drawing/2014/main" id="{FA3F7668-7754-4FD2-B406-3EC14259A1E5}"/>
              </a:ext>
            </a:extLst>
          </p:cNvPr>
          <p:cNvSpPr>
            <a:spLocks noGrp="1"/>
          </p:cNvSpPr>
          <p:nvPr/>
        </p:nvSpPr>
        <p:spPr>
          <a:xfrm>
            <a:off x="704850" y="3486150"/>
            <a:ext cx="509587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信息已经足够，模型仍可能反复推敲，</a:t>
            </a:r>
          </a:p>
          <a:p>
            <a:pPr algn="l">
              <a:def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思考越长，并不意味着任务收益越大。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0ACC1323-3CA0-48F8-B12C-7A50F8F46FEB}"/>
              </a:ext>
            </a:extLst>
          </p:cNvPr>
          <p:cNvSpPr>
            <a:spLocks noGrp="1"/>
          </p:cNvSpPr>
          <p:nvPr/>
        </p:nvSpPr>
        <p:spPr>
          <a:xfrm>
            <a:off x="704850" y="4505325"/>
            <a:ext cx="5019675" cy="0"/>
          </a:xfrm>
          <a:prstGeom prst="line">
            <a:avLst/>
          </a:prstGeom>
          <a:noFill/>
          <a:ln w="9525">
            <a:solidFill>
              <a:srgbClr val="E8EFF2"/>
            </a:solidFill>
          </a:ln>
        </p:spPr>
      </p:sp>
      <p:sp>
        <p:nvSpPr>
          <p:cNvPr id="10" name="核心思想">
            <a:extLst>
              <a:ext uri="{FF2B5EF4-FFF2-40B4-BE49-F238E27FC236}">
                <a16:creationId xmlns:a16="http://schemas.microsoft.com/office/drawing/2014/main" id="{71A46DA2-6288-4E6E-9CDE-BD71F1AC32BB}"/>
              </a:ext>
            </a:extLst>
          </p:cNvPr>
          <p:cNvSpPr>
            <a:spLocks noGrp="1"/>
          </p:cNvSpPr>
          <p:nvPr/>
        </p:nvSpPr>
        <p:spPr>
          <a:xfrm>
            <a:off x="704850" y="4705350"/>
            <a:ext cx="48577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3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核心思想</a:t>
            </a:r>
          </a:p>
        </p:txBody>
      </p:sp>
      <p:sp>
        <p:nvSpPr>
          <p:cNvPr id="11" name="用预算约束思考长度，&#10;用生成中检查决定是否继续。">
            <a:extLst>
              <a:ext uri="{FF2B5EF4-FFF2-40B4-BE49-F238E27FC236}">
                <a16:creationId xmlns:a16="http://schemas.microsoft.com/office/drawing/2014/main" id="{C2299EDB-E1AA-47EA-8511-26D83D65D366}"/>
              </a:ext>
            </a:extLst>
          </p:cNvPr>
          <p:cNvSpPr>
            <a:spLocks noGrp="1"/>
          </p:cNvSpPr>
          <p:nvPr/>
        </p:nvSpPr>
        <p:spPr>
          <a:xfrm>
            <a:off x="704850" y="5238750"/>
            <a:ext cx="509587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用预算约束思考长度，</a:t>
            </a:r>
          </a:p>
          <a:p>
            <a:pPr algn="l">
              <a:defRPr sz="21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用生成中检查决定是否继续。</a:t>
            </a:r>
          </a:p>
        </p:txBody>
      </p:sp>
      <p:sp>
        <p:nvSpPr>
          <p:cNvPr id="12" name="质量与协议正确是前提，&#10;收益按客户端端到端耗时衡量。">
            <a:extLst>
              <a:ext uri="{FF2B5EF4-FFF2-40B4-BE49-F238E27FC236}">
                <a16:creationId xmlns:a16="http://schemas.microsoft.com/office/drawing/2014/main" id="{E9E88242-F729-4256-8FB2-23DE63C1A421}"/>
              </a:ext>
            </a:extLst>
          </p:cNvPr>
          <p:cNvSpPr>
            <a:spLocks noGrp="1"/>
          </p:cNvSpPr>
          <p:nvPr/>
        </p:nvSpPr>
        <p:spPr>
          <a:xfrm>
            <a:off x="704850" y="6191250"/>
            <a:ext cx="509587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质量与协议正确是前提，</a:t>
            </a:r>
          </a:p>
          <a:p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收益按客户端端到端耗时衡量。</a:t>
            </a:r>
          </a:p>
        </p:txBody>
      </p:sp>
      <p:sp>
        <p:nvSpPr>
          <p:cNvPr id="13" name="实现位置：vLLM 服务内部">
            <a:extLst>
              <a:ext uri="{FF2B5EF4-FFF2-40B4-BE49-F238E27FC236}">
                <a16:creationId xmlns:a16="http://schemas.microsoft.com/office/drawing/2014/main" id="{CE7D3089-32F2-476D-B39E-38BA88DE4EF6}"/>
              </a:ext>
            </a:extLst>
          </p:cNvPr>
          <p:cNvSpPr>
            <a:spLocks noGrp="1"/>
          </p:cNvSpPr>
          <p:nvPr/>
        </p:nvSpPr>
        <p:spPr>
          <a:xfrm>
            <a:off x="704850" y="7219950"/>
            <a:ext cx="509587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9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实现位置：vLLM 服务内部</a:t>
            </a:r>
          </a:p>
        </p:txBody>
      </p:sp>
      <p:sp>
        <p:nvSpPr>
          <p:cNvPr id="14" name="整体架构：场景预算与生成中检查">
            <a:extLst>
              <a:ext uri="{FF2B5EF4-FFF2-40B4-BE49-F238E27FC236}">
                <a16:creationId xmlns:a16="http://schemas.microsoft.com/office/drawing/2014/main" id="{791CA6B5-2FBF-45D2-A024-C925A7D410B1}"/>
              </a:ext>
            </a:extLst>
          </p:cNvPr>
          <p:cNvSpPr>
            <a:spLocks noGrp="1"/>
          </p:cNvSpPr>
          <p:nvPr/>
        </p:nvSpPr>
        <p:spPr>
          <a:xfrm>
            <a:off x="6362700" y="1971675"/>
            <a:ext cx="81724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4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整体架构：场景预算与生成中检查</a:t>
            </a:r>
          </a:p>
        </p:txBody>
      </p:sp>
      <p:sp>
        <p:nvSpPr>
          <p:cNvPr id="15" name="Agent 请求">
            <a:extLst>
              <a:ext uri="{FF2B5EF4-FFF2-40B4-BE49-F238E27FC236}">
                <a16:creationId xmlns:a16="http://schemas.microsoft.com/office/drawing/2014/main" id="{2ECB5A0F-DC6E-433C-90D2-D844E84CD7BD}"/>
              </a:ext>
            </a:extLst>
          </p:cNvPr>
          <p:cNvSpPr>
            <a:spLocks noGrp="1"/>
          </p:cNvSpPr>
          <p:nvPr/>
        </p:nvSpPr>
        <p:spPr>
          <a:xfrm>
            <a:off x="6381750" y="2714625"/>
            <a:ext cx="1714500" cy="723900"/>
          </a:xfrm>
          <a:prstGeom prst="rect">
            <a:avLst/>
          </a:prstGeom>
          <a:solidFill>
            <a:srgbClr val="F2F7F8"/>
          </a:solidFill>
          <a:ln w="9525">
            <a:solidFill>
              <a:srgbClr val="CEDCE3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defRPr sz="18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Agent 请求</a:t>
            </a:r>
          </a:p>
        </p:txBody>
      </p:sp>
      <p:sp>
        <p:nvSpPr>
          <p:cNvPr id="16" name="场景识别&#10;与路由">
            <a:extLst>
              <a:ext uri="{FF2B5EF4-FFF2-40B4-BE49-F238E27FC236}">
                <a16:creationId xmlns:a16="http://schemas.microsoft.com/office/drawing/2014/main" id="{A0BEA28A-7533-4B6D-A67D-7676B30BE5E1}"/>
              </a:ext>
            </a:extLst>
          </p:cNvPr>
          <p:cNvSpPr>
            <a:spLocks noGrp="1"/>
          </p:cNvSpPr>
          <p:nvPr/>
        </p:nvSpPr>
        <p:spPr>
          <a:xfrm>
            <a:off x="8562975" y="2714625"/>
            <a:ext cx="2000250" cy="723900"/>
          </a:xfrm>
          <a:prstGeom prst="rect">
            <a:avLst/>
          </a:prstGeom>
          <a:solidFill>
            <a:srgbClr val="F2F7F8"/>
          </a:solidFill>
          <a:ln w="9525">
            <a:solidFill>
              <a:srgbClr val="CEDCE3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defRPr sz="19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场景识别</a:t>
            </a:r>
          </a:p>
          <a:p>
            <a:pPr algn="ctr">
              <a:defRPr sz="19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与路由</a:t>
            </a:r>
          </a:p>
        </p:txBody>
      </p:sp>
      <p:sp>
        <p:nvSpPr>
          <p:cNvPr id="17" name="预算参数&#10;阈值 / 步长 / 上限">
            <a:extLst>
              <a:ext uri="{FF2B5EF4-FFF2-40B4-BE49-F238E27FC236}">
                <a16:creationId xmlns:a16="http://schemas.microsoft.com/office/drawing/2014/main" id="{703130EB-D5E2-46B8-83E9-4E2F1186416B}"/>
              </a:ext>
            </a:extLst>
          </p:cNvPr>
          <p:cNvSpPr>
            <a:spLocks noGrp="1"/>
          </p:cNvSpPr>
          <p:nvPr/>
        </p:nvSpPr>
        <p:spPr>
          <a:xfrm>
            <a:off x="11029950" y="2714625"/>
            <a:ext cx="3495675" cy="723900"/>
          </a:xfrm>
          <a:prstGeom prst="rect">
            <a:avLst/>
          </a:prstGeom>
          <a:solidFill>
            <a:srgbClr val="FFF4E4"/>
          </a:solidFill>
          <a:ln w="19050">
            <a:solidFill>
              <a:srgbClr val="B16A16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defRPr sz="1875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预算参数</a:t>
            </a:r>
          </a:p>
          <a:p>
            <a:pPr algn="ctr">
              <a:defRPr sz="1875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阈值 / 步长 / 上限</a:t>
            </a:r>
          </a:p>
        </p:txBody>
      </p:sp>
      <p:sp>
        <p:nvSpPr>
          <p:cNvPr id="18" name="vLLM 生成与观察">
            <a:extLst>
              <a:ext uri="{FF2B5EF4-FFF2-40B4-BE49-F238E27FC236}">
                <a16:creationId xmlns:a16="http://schemas.microsoft.com/office/drawing/2014/main" id="{8DBD983E-8EA7-4161-A62D-0BDF7BE69A9E}"/>
              </a:ext>
            </a:extLst>
          </p:cNvPr>
          <p:cNvSpPr>
            <a:spLocks noGrp="1"/>
          </p:cNvSpPr>
          <p:nvPr/>
        </p:nvSpPr>
        <p:spPr>
          <a:xfrm>
            <a:off x="9263063" y="4210050"/>
            <a:ext cx="2714625" cy="752475"/>
          </a:xfrm>
          <a:prstGeom prst="rect">
            <a:avLst/>
          </a:prstGeom>
          <a:solidFill>
            <a:srgbClr val="F2F7F8"/>
          </a:solidFill>
          <a:ln w="9525">
            <a:solidFill>
              <a:srgbClr val="CEDCE3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def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vLLM 生成与观察</a:t>
            </a:r>
          </a:p>
        </p:txBody>
      </p:sp>
      <p:sp>
        <p:nvSpPr>
          <p:cNvPr id="19" name="隐藏试答&#10;Token 概率评分">
            <a:extLst>
              <a:ext uri="{FF2B5EF4-FFF2-40B4-BE49-F238E27FC236}">
                <a16:creationId xmlns:a16="http://schemas.microsoft.com/office/drawing/2014/main" id="{AFB729D1-F838-4999-A660-8E7435A44682}"/>
              </a:ext>
            </a:extLst>
          </p:cNvPr>
          <p:cNvSpPr>
            <a:spLocks noGrp="1"/>
          </p:cNvSpPr>
          <p:nvPr/>
        </p:nvSpPr>
        <p:spPr>
          <a:xfrm>
            <a:off x="9429750" y="5924550"/>
            <a:ext cx="2381250" cy="838200"/>
          </a:xfrm>
          <a:prstGeom prst="rect">
            <a:avLst/>
          </a:prstGeom>
          <a:solidFill>
            <a:srgbClr val="FFF4E4"/>
          </a:solidFill>
          <a:ln w="19050">
            <a:solidFill>
              <a:srgbClr val="B16A16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defRPr sz="1875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隐藏试答</a:t>
            </a:r>
          </a:p>
          <a:p>
            <a:pPr algn="ctr">
              <a:defRPr sz="1875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Token 概率评分</a:t>
            </a:r>
          </a:p>
        </p:txBody>
      </p:sp>
      <p:sp>
        <p:nvSpPr>
          <p:cNvPr id="20" name="继续思考">
            <a:extLst>
              <a:ext uri="{FF2B5EF4-FFF2-40B4-BE49-F238E27FC236}">
                <a16:creationId xmlns:a16="http://schemas.microsoft.com/office/drawing/2014/main" id="{F19F0C43-5024-4DCE-BF33-3FB7DE5C6981}"/>
              </a:ext>
            </a:extLst>
          </p:cNvPr>
          <p:cNvSpPr>
            <a:spLocks noGrp="1"/>
          </p:cNvSpPr>
          <p:nvPr/>
        </p:nvSpPr>
        <p:spPr>
          <a:xfrm>
            <a:off x="6381750" y="5924550"/>
            <a:ext cx="1962150" cy="838200"/>
          </a:xfrm>
          <a:prstGeom prst="rect">
            <a:avLst/>
          </a:prstGeom>
          <a:solidFill>
            <a:srgbClr val="F2F7F8"/>
          </a:solidFill>
          <a:ln w="9525">
            <a:solidFill>
              <a:srgbClr val="CEDCE3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def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继续思考</a:t>
            </a:r>
          </a:p>
        </p:txBody>
      </p:sp>
      <p:sp>
        <p:nvSpPr>
          <p:cNvPr id="21" name="引导收束&#10;最终生成">
            <a:extLst>
              <a:ext uri="{FF2B5EF4-FFF2-40B4-BE49-F238E27FC236}">
                <a16:creationId xmlns:a16="http://schemas.microsoft.com/office/drawing/2014/main" id="{1FFF0465-EC66-49E6-A556-B8DC36B6DF9C}"/>
              </a:ext>
            </a:extLst>
          </p:cNvPr>
          <p:cNvSpPr>
            <a:spLocks noGrp="1"/>
          </p:cNvSpPr>
          <p:nvPr/>
        </p:nvSpPr>
        <p:spPr>
          <a:xfrm>
            <a:off x="12782550" y="5924550"/>
            <a:ext cx="1743075" cy="838200"/>
          </a:xfrm>
          <a:prstGeom prst="rect">
            <a:avLst/>
          </a:prstGeom>
          <a:solidFill>
            <a:srgbClr val="F2F7F8"/>
          </a:solidFill>
          <a:ln w="9525">
            <a:solidFill>
              <a:srgbClr val="CEDCE3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defRPr sz="19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引导收束</a:t>
            </a:r>
          </a:p>
          <a:p>
            <a:pPr algn="ctr">
              <a:defRPr sz="19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最终生成</a:t>
            </a:r>
          </a:p>
        </p:txBody>
      </p:sp>
      <p:sp>
        <p:nvSpPr>
          <p:cNvPr id="22" name="原生 reasoning / tool parser 与响应输出">
            <a:extLst>
              <a:ext uri="{FF2B5EF4-FFF2-40B4-BE49-F238E27FC236}">
                <a16:creationId xmlns:a16="http://schemas.microsoft.com/office/drawing/2014/main" id="{8B8E7667-3E26-4A15-89E5-E0D09D944EBA}"/>
              </a:ext>
            </a:extLst>
          </p:cNvPr>
          <p:cNvSpPr>
            <a:spLocks noGrp="1"/>
          </p:cNvSpPr>
          <p:nvPr/>
        </p:nvSpPr>
        <p:spPr>
          <a:xfrm>
            <a:off x="8801100" y="7239000"/>
            <a:ext cx="5724525" cy="504825"/>
          </a:xfrm>
          <a:prstGeom prst="rect">
            <a:avLst/>
          </a:prstGeom>
          <a:solidFill>
            <a:srgbClr val="F2F7F8"/>
          </a:solidFill>
          <a:ln w="9525">
            <a:solidFill>
              <a:srgbClr val="CEDCE3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def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原生 reasoning / tool parser 与响应输出</a:t>
            </a:r>
          </a:p>
        </p:txBody>
      </p:sp>
      <p:cxnSp>
        <p:nvCxnSpPr>
          <p:cNvPr id="59" name="直接箭头连接符 58"/>
          <p:cNvCxnSpPr>
            <a:stCxn id="15" idx="3"/>
            <a:endCxn id="16" idx="1"/>
          </p:cNvCxnSpPr>
          <p:nvPr/>
        </p:nvCxnSpPr>
        <p:spPr>
          <a:xfrm>
            <a:off x="8096250" y="3076575"/>
            <a:ext cx="466725" cy="0"/>
          </a:xfrm>
          <a:prstGeom prst="straightConnector1">
            <a:avLst/>
          </a:prstGeom>
          <a:ln w="19050">
            <a:solidFill>
              <a:srgbClr val="536B7C"/>
            </a:solidFill>
            <a:tailEnd type="triangle" w="sm" len="sm"/>
          </a:ln>
        </p:spPr>
      </p:cxnSp>
      <p:cxnSp>
        <p:nvCxnSpPr>
          <p:cNvPr id="60" name="直接箭头连接符 59"/>
          <p:cNvCxnSpPr>
            <a:stCxn id="16" idx="3"/>
            <a:endCxn id="17" idx="1"/>
          </p:cNvCxnSpPr>
          <p:nvPr/>
        </p:nvCxnSpPr>
        <p:spPr>
          <a:xfrm>
            <a:off x="10563225" y="3076575"/>
            <a:ext cx="466725" cy="0"/>
          </a:xfrm>
          <a:prstGeom prst="straightConnector1">
            <a:avLst/>
          </a:prstGeom>
          <a:ln w="19050">
            <a:solidFill>
              <a:srgbClr val="536B7C"/>
            </a:solidFill>
            <a:tailEnd type="triangle" w="sm" len="sm"/>
          </a:ln>
        </p:spPr>
      </p:cxnSp>
      <p:cxnSp>
        <p:nvCxnSpPr>
          <p:cNvPr id="61" name="连接符: 肘形 60"/>
          <p:cNvCxnSpPr>
            <a:stCxn id="17" idx="2"/>
            <a:endCxn id="18" idx="0"/>
          </p:cNvCxnSpPr>
          <p:nvPr/>
        </p:nvCxnSpPr>
        <p:spPr>
          <a:xfrm flipH="1">
            <a:off x="10620376" y="3438525"/>
            <a:ext cx="2157412" cy="7715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536B7C"/>
            </a:solidFill>
            <a:tailEnd type="triangle" w="sm" len="sm"/>
          </a:ln>
        </p:spPr>
      </p:cxnSp>
      <p:cxnSp>
        <p:nvCxnSpPr>
          <p:cNvPr id="62" name="直接箭头连接符 61"/>
          <p:cNvCxnSpPr>
            <a:stCxn id="18" idx="2"/>
            <a:endCxn id="19" idx="0"/>
          </p:cNvCxnSpPr>
          <p:nvPr/>
        </p:nvCxnSpPr>
        <p:spPr>
          <a:xfrm flipH="1">
            <a:off x="10620375" y="4962525"/>
            <a:ext cx="1" cy="962025"/>
          </a:xfrm>
          <a:prstGeom prst="straightConnector1">
            <a:avLst/>
          </a:prstGeom>
          <a:ln w="19050">
            <a:solidFill>
              <a:srgbClr val="536B7C"/>
            </a:solidFill>
            <a:tailEnd type="triangle" w="sm" len="sm"/>
          </a:ln>
        </p:spPr>
      </p:cxnSp>
      <p:sp>
        <p:nvSpPr>
          <p:cNvPr id="27" name="满足检查条件">
            <a:extLst>
              <a:ext uri="{FF2B5EF4-FFF2-40B4-BE49-F238E27FC236}">
                <a16:creationId xmlns:a16="http://schemas.microsoft.com/office/drawing/2014/main" id="{B8E2E45E-85DF-4225-A8E9-DA539B8693B6}"/>
              </a:ext>
            </a:extLst>
          </p:cNvPr>
          <p:cNvSpPr>
            <a:spLocks noGrp="1"/>
          </p:cNvSpPr>
          <p:nvPr/>
        </p:nvSpPr>
        <p:spPr>
          <a:xfrm>
            <a:off x="10772775" y="5219700"/>
            <a:ext cx="13811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满足检查条件</a:t>
            </a:r>
          </a:p>
        </p:txBody>
      </p:sp>
      <p:cxnSp>
        <p:nvCxnSpPr>
          <p:cNvPr id="64" name="直接箭头连接符 63"/>
          <p:cNvCxnSpPr>
            <a:stCxn id="19" idx="1"/>
            <a:endCxn id="20" idx="3"/>
          </p:cNvCxnSpPr>
          <p:nvPr/>
        </p:nvCxnSpPr>
        <p:spPr>
          <a:xfrm flipH="1">
            <a:off x="8343900" y="6343650"/>
            <a:ext cx="1085850" cy="0"/>
          </a:xfrm>
          <a:prstGeom prst="straightConnector1">
            <a:avLst/>
          </a:prstGeom>
          <a:ln w="19050">
            <a:solidFill>
              <a:srgbClr val="536B7C"/>
            </a:solidFill>
            <a:tailEnd type="triangle" w="sm" len="sm"/>
          </a:ln>
        </p:spPr>
      </p:cxnSp>
      <p:sp>
        <p:nvSpPr>
          <p:cNvPr id="29" name="评分不足&#10;且有预算">
            <a:extLst>
              <a:ext uri="{FF2B5EF4-FFF2-40B4-BE49-F238E27FC236}">
                <a16:creationId xmlns:a16="http://schemas.microsoft.com/office/drawing/2014/main" id="{1B251CCB-610A-4C54-8DA4-044FDB31F556}"/>
              </a:ext>
            </a:extLst>
          </p:cNvPr>
          <p:cNvSpPr>
            <a:spLocks noGrp="1"/>
          </p:cNvSpPr>
          <p:nvPr/>
        </p:nvSpPr>
        <p:spPr>
          <a:xfrm>
            <a:off x="8353425" y="581025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评分不足</a:t>
            </a:r>
          </a:p>
          <a:p>
            <a:pPr algn="ctr">
              <a:def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且有预算</a:t>
            </a:r>
          </a:p>
        </p:txBody>
      </p:sp>
      <p:cxnSp>
        <p:nvCxnSpPr>
          <p:cNvPr id="66" name="连接符: 肘形 65"/>
          <p:cNvCxnSpPr>
            <a:stCxn id="20" idx="0"/>
            <a:endCxn id="18" idx="1"/>
          </p:cNvCxnSpPr>
          <p:nvPr/>
        </p:nvCxnSpPr>
        <p:spPr>
          <a:xfrm flipV="1">
            <a:off x="7362825" y="4586288"/>
            <a:ext cx="1900238" cy="1338263"/>
          </a:xfrm>
          <a:prstGeom prst="bentConnector5">
            <a:avLst>
              <a:gd name="adj1" fmla="val 0"/>
              <a:gd name="adj2" fmla="val 17082"/>
              <a:gd name="adj3" fmla="val 87970"/>
            </a:avLst>
          </a:prstGeom>
          <a:ln w="19050">
            <a:solidFill>
              <a:srgbClr val="536B7C"/>
            </a:solidFill>
            <a:prstDash val="dash"/>
            <a:tailEnd type="triangle" w="sm" len="sm"/>
          </a:ln>
        </p:spPr>
      </p:cxnSp>
      <p:cxnSp>
        <p:nvCxnSpPr>
          <p:cNvPr id="67" name="直接箭头连接符 66"/>
          <p:cNvCxnSpPr>
            <a:stCxn id="19" idx="3"/>
            <a:endCxn id="21" idx="1"/>
          </p:cNvCxnSpPr>
          <p:nvPr/>
        </p:nvCxnSpPr>
        <p:spPr>
          <a:xfrm>
            <a:off x="11811000" y="6343650"/>
            <a:ext cx="971550" cy="0"/>
          </a:xfrm>
          <a:prstGeom prst="straightConnector1">
            <a:avLst/>
          </a:prstGeom>
          <a:ln w="19050">
            <a:solidFill>
              <a:srgbClr val="536B7C"/>
            </a:solidFill>
            <a:tailEnd type="triangle" w="sm" len="sm"/>
          </a:ln>
        </p:spPr>
      </p:cxnSp>
      <p:sp>
        <p:nvSpPr>
          <p:cNvPr id="32" name="评分达标">
            <a:extLst>
              <a:ext uri="{FF2B5EF4-FFF2-40B4-BE49-F238E27FC236}">
                <a16:creationId xmlns:a16="http://schemas.microsoft.com/office/drawing/2014/main" id="{D088D0C0-D674-40C4-B6F7-DD7075981F6D}"/>
              </a:ext>
            </a:extLst>
          </p:cNvPr>
          <p:cNvSpPr>
            <a:spLocks noGrp="1"/>
          </p:cNvSpPr>
          <p:nvPr/>
        </p:nvSpPr>
        <p:spPr>
          <a:xfrm>
            <a:off x="11820525" y="5943600"/>
            <a:ext cx="962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评分达标</a:t>
            </a:r>
          </a:p>
        </p:txBody>
      </p:sp>
      <p:cxnSp>
        <p:nvCxnSpPr>
          <p:cNvPr id="69" name="连接符: 肘形 68"/>
          <p:cNvCxnSpPr>
            <a:stCxn id="18" idx="3"/>
            <a:endCxn id="21" idx="0"/>
          </p:cNvCxnSpPr>
          <p:nvPr/>
        </p:nvCxnSpPr>
        <p:spPr>
          <a:xfrm>
            <a:off x="11977688" y="4586288"/>
            <a:ext cx="1676399" cy="1338263"/>
          </a:xfrm>
          <a:prstGeom prst="bentConnector4">
            <a:avLst>
              <a:gd name="adj1" fmla="val 32670"/>
              <a:gd name="adj2" fmla="val 82918"/>
            </a:avLst>
          </a:prstGeom>
          <a:ln w="19050">
            <a:solidFill>
              <a:srgbClr val="536B7C"/>
            </a:solidFill>
            <a:tailEnd type="triangle" w="sm" len="sm"/>
          </a:ln>
        </p:spPr>
      </p:cxnSp>
      <p:sp>
        <p:nvSpPr>
          <p:cNvPr id="34" name="预算耗尽">
            <a:extLst>
              <a:ext uri="{FF2B5EF4-FFF2-40B4-BE49-F238E27FC236}">
                <a16:creationId xmlns:a16="http://schemas.microsoft.com/office/drawing/2014/main" id="{06542FF6-E6CC-4E03-91B4-E3727CD6FE54}"/>
              </a:ext>
            </a:extLst>
          </p:cNvPr>
          <p:cNvSpPr>
            <a:spLocks noGrp="1"/>
          </p:cNvSpPr>
          <p:nvPr/>
        </p:nvSpPr>
        <p:spPr>
          <a:xfrm>
            <a:off x="12639675" y="4743450"/>
            <a:ext cx="18288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6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预算耗尽</a:t>
            </a:r>
          </a:p>
        </p:txBody>
      </p:sp>
      <p:cxnSp>
        <p:nvCxnSpPr>
          <p:cNvPr id="71" name="连接符: 肘形 70"/>
          <p:cNvCxnSpPr>
            <a:stCxn id="21" idx="2"/>
            <a:endCxn id="22" idx="0"/>
          </p:cNvCxnSpPr>
          <p:nvPr/>
        </p:nvCxnSpPr>
        <p:spPr>
          <a:xfrm flipH="1">
            <a:off x="11663363" y="6762750"/>
            <a:ext cx="1990725" cy="4762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536B7C"/>
            </a:solidFill>
            <a:tailEnd type="triangle" w="sm" len="sm"/>
          </a:ln>
        </p:spPr>
      </p:cxnSp>
      <p:sp>
        <p:nvSpPr>
          <p:cNvPr id="36" name="原生分流或自然结束&#10;沿原生路径完成响应">
            <a:extLst>
              <a:ext uri="{FF2B5EF4-FFF2-40B4-BE49-F238E27FC236}">
                <a16:creationId xmlns:a16="http://schemas.microsoft.com/office/drawing/2014/main" id="{488AAA95-8BE1-4CFA-9389-2812CFE1E8BC}"/>
              </a:ext>
            </a:extLst>
          </p:cNvPr>
          <p:cNvSpPr>
            <a:spLocks noGrp="1"/>
          </p:cNvSpPr>
          <p:nvPr/>
        </p:nvSpPr>
        <p:spPr>
          <a:xfrm>
            <a:off x="6372225" y="7200900"/>
            <a:ext cx="234315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原生分流或自然结束</a:t>
            </a:r>
          </a:p>
          <a:p>
            <a:pPr algn="l">
              <a:defRPr sz="15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沿原生路径完成响应</a:t>
            </a:r>
          </a:p>
        </p:txBody>
      </p:sp>
    </p:spTree>
    <p:extLst>
      <p:ext uri="{BB962C8B-B14F-4D97-AF65-F5344CB8AC3E}">
        <p14:creationId xmlns:p14="http://schemas.microsoft.com/office/powerpoint/2010/main" val="737272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流式与投机解码兼容">
            <a:extLst>
              <a:ext uri="{FF2B5EF4-FFF2-40B4-BE49-F238E27FC236}">
                <a16:creationId xmlns:a16="http://schemas.microsoft.com/office/drawing/2014/main" id="{1CFF9B2A-DAAC-4C4A-883E-5D620DE21D83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38684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流式与投机解码兼容</a:t>
            </a:r>
          </a:p>
        </p:txBody>
      </p:sp>
      <p:sp>
        <p:nvSpPr>
          <p:cNvPr id="2" name="接管生成后，文本、token ID、工具参数和结束事件仍需连续、合法">
            <a:extLst>
              <a:ext uri="{FF2B5EF4-FFF2-40B4-BE49-F238E27FC236}">
                <a16:creationId xmlns:a16="http://schemas.microsoft.com/office/drawing/2014/main" id="{45943B0A-7245-4817-91E0-894FA40D0BC1}"/>
              </a:ext>
            </a:extLst>
          </p:cNvPr>
          <p:cNvSpPr>
            <a:spLocks noGrp="1"/>
          </p:cNvSpPr>
          <p:nvPr/>
        </p:nvSpPr>
        <p:spPr>
          <a:xfrm>
            <a:off x="704850" y="1209675"/>
            <a:ext cx="13811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接管生成后，文本、token</a:t>
            </a:r>
            <a:r>
              <a:rPr sz="2100" b="0" dirty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0" dirty="0" err="1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ID、工具参数和结束事件仍连续、合法</a:t>
            </a:r>
            <a:r>
              <a:rPr lang="zh-CN" altLang="en-US" sz="2100" b="0" dirty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，且原生兼容投机推理</a:t>
            </a:r>
            <a:endParaRPr sz="2100" b="0" dirty="0">
              <a:solidFill>
                <a:srgbClr val="536B7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02">
            <a:extLst>
              <a:ext uri="{FF2B5EF4-FFF2-40B4-BE49-F238E27FC236}">
                <a16:creationId xmlns:a16="http://schemas.microsoft.com/office/drawing/2014/main" id="{264C0A9C-601D-4C9B-BD1D-F7F781364E48}"/>
              </a:ext>
            </a:extLst>
          </p:cNvPr>
          <p:cNvSpPr>
            <a:spLocks noGrp="1"/>
          </p:cNvSpPr>
          <p:nvPr/>
        </p:nvSpPr>
        <p:spPr>
          <a:xfrm>
            <a:off x="14077950" y="8020050"/>
            <a:ext cx="457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099F88A7-31A7-4082-8132-850851DD4B7E}"/>
              </a:ext>
            </a:extLst>
          </p:cNvPr>
          <p:cNvSpPr>
            <a:spLocks noGrp="1"/>
          </p:cNvSpPr>
          <p:nvPr/>
        </p:nvSpPr>
        <p:spPr>
          <a:xfrm>
            <a:off x="1076325" y="2657475"/>
            <a:ext cx="12858750" cy="0"/>
          </a:xfrm>
          <a:prstGeom prst="line">
            <a:avLst/>
          </a:prstGeom>
          <a:noFill/>
          <a:ln w="28575">
            <a:solidFill>
              <a:srgbClr val="CEDCE3"/>
            </a:solidFill>
          </a:ln>
        </p:spPr>
      </p:sp>
      <p:sp>
        <p:nvSpPr>
          <p:cNvPr id="7" name="8/13–8/14">
            <a:extLst>
              <a:ext uri="{FF2B5EF4-FFF2-40B4-BE49-F238E27FC236}">
                <a16:creationId xmlns:a16="http://schemas.microsoft.com/office/drawing/2014/main" id="{D36D2CFD-B029-41C2-893A-DF60D5E51302}"/>
              </a:ext>
            </a:extLst>
          </p:cNvPr>
          <p:cNvSpPr>
            <a:spLocks noGrp="1"/>
          </p:cNvSpPr>
          <p:nvPr/>
        </p:nvSpPr>
        <p:spPr>
          <a:xfrm>
            <a:off x="704850" y="2047875"/>
            <a:ext cx="3048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8/13–8/14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6AD5302D-5E1C-4916-9338-AE27C81A55A9}"/>
              </a:ext>
            </a:extLst>
          </p:cNvPr>
          <p:cNvSpPr>
            <a:spLocks noGrp="1"/>
          </p:cNvSpPr>
          <p:nvPr/>
        </p:nvSpPr>
        <p:spPr>
          <a:xfrm>
            <a:off x="1057275" y="2581275"/>
            <a:ext cx="152400" cy="152400"/>
          </a:xfrm>
          <a:prstGeom prst="ellipse">
            <a:avLst/>
          </a:prstGeom>
          <a:solidFill>
            <a:srgbClr val="087F7C"/>
          </a:solidFill>
          <a:ln w="0">
            <a:noFill/>
          </a:ln>
        </p:spPr>
      </p:sp>
      <p:sp>
        <p:nvSpPr>
          <p:cNvPr id="9" name="输出边界">
            <a:extLst>
              <a:ext uri="{FF2B5EF4-FFF2-40B4-BE49-F238E27FC236}">
                <a16:creationId xmlns:a16="http://schemas.microsoft.com/office/drawing/2014/main" id="{1073077A-BDA5-426C-AA9B-F690D61A2169}"/>
              </a:ext>
            </a:extLst>
          </p:cNvPr>
          <p:cNvSpPr>
            <a:spLocks noGrp="1"/>
          </p:cNvSpPr>
          <p:nvPr/>
        </p:nvSpPr>
        <p:spPr>
          <a:xfrm>
            <a:off x="704850" y="3086100"/>
            <a:ext cx="3048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输出边界</a:t>
            </a:r>
          </a:p>
        </p:txBody>
      </p:sp>
      <p:sp>
        <p:nvSpPr>
          <p:cNvPr id="10" name="tool 后多出正文">
            <a:extLst>
              <a:ext uri="{FF2B5EF4-FFF2-40B4-BE49-F238E27FC236}">
                <a16:creationId xmlns:a16="http://schemas.microsoft.com/office/drawing/2014/main" id="{30EA0666-F2D8-4DE6-8A66-04D9386F01EF}"/>
              </a:ext>
            </a:extLst>
          </p:cNvPr>
          <p:cNvSpPr>
            <a:spLocks noGrp="1"/>
          </p:cNvSpPr>
          <p:nvPr/>
        </p:nvSpPr>
        <p:spPr>
          <a:xfrm>
            <a:off x="704850" y="375285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tool 后多出正文</a:t>
            </a:r>
          </a:p>
        </p:txBody>
      </p:sp>
      <p:sp>
        <p:nvSpPr>
          <p:cNvPr id="11" name="50/100">
            <a:extLst>
              <a:ext uri="{FF2B5EF4-FFF2-40B4-BE49-F238E27FC236}">
                <a16:creationId xmlns:a16="http://schemas.microsoft.com/office/drawing/2014/main" id="{E26A351C-C8AF-47BB-8982-5758B6CE9162}"/>
              </a:ext>
            </a:extLst>
          </p:cNvPr>
          <p:cNvSpPr>
            <a:spLocks noGrp="1"/>
          </p:cNvSpPr>
          <p:nvPr/>
        </p:nvSpPr>
        <p:spPr>
          <a:xfrm>
            <a:off x="704850" y="4267200"/>
            <a:ext cx="312420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5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50/100</a:t>
            </a:r>
          </a:p>
        </p:txBody>
      </p:sp>
      <p:sp>
        <p:nvSpPr>
          <p:cNvPr id="12" name="修正后 0/100">
            <a:extLst>
              <a:ext uri="{FF2B5EF4-FFF2-40B4-BE49-F238E27FC236}">
                <a16:creationId xmlns:a16="http://schemas.microsoft.com/office/drawing/2014/main" id="{140687BE-382E-4201-99A3-8ADAF9A8FC78}"/>
              </a:ext>
            </a:extLst>
          </p:cNvPr>
          <p:cNvSpPr>
            <a:spLocks noGrp="1"/>
          </p:cNvSpPr>
          <p:nvPr/>
        </p:nvSpPr>
        <p:spPr>
          <a:xfrm>
            <a:off x="704850" y="5067300"/>
            <a:ext cx="30480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修正后 0/100</a:t>
            </a:r>
          </a:p>
        </p:txBody>
      </p:sp>
      <p:sp>
        <p:nvSpPr>
          <p:cNvPr id="13" name="对齐文本与 token ID&#10;处理 XML 和 role 尾流">
            <a:extLst>
              <a:ext uri="{FF2B5EF4-FFF2-40B4-BE49-F238E27FC236}">
                <a16:creationId xmlns:a16="http://schemas.microsoft.com/office/drawing/2014/main" id="{9F8C93C0-41DE-45D2-A756-A75FE4AC8BE7}"/>
              </a:ext>
            </a:extLst>
          </p:cNvPr>
          <p:cNvSpPr>
            <a:spLocks noGrp="1"/>
          </p:cNvSpPr>
          <p:nvPr/>
        </p:nvSpPr>
        <p:spPr>
          <a:xfrm>
            <a:off x="704850" y="5934075"/>
            <a:ext cx="31432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对齐文本与 token ID</a:t>
            </a:r>
          </a:p>
          <a:p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处理 XML 和 role 尾流</a:t>
            </a:r>
          </a:p>
        </p:txBody>
      </p:sp>
      <p:sp>
        <p:nvSpPr>
          <p:cNvPr id="14" name="8/17–8/19">
            <a:extLst>
              <a:ext uri="{FF2B5EF4-FFF2-40B4-BE49-F238E27FC236}">
                <a16:creationId xmlns:a16="http://schemas.microsoft.com/office/drawing/2014/main" id="{9FFFDABF-11A2-452E-AC57-5638FF01ADCC}"/>
              </a:ext>
            </a:extLst>
          </p:cNvPr>
          <p:cNvSpPr>
            <a:spLocks noGrp="1"/>
          </p:cNvSpPr>
          <p:nvPr/>
        </p:nvSpPr>
        <p:spPr>
          <a:xfrm>
            <a:off x="4229100" y="2047875"/>
            <a:ext cx="3048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8/17–8/19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F58AE8D8-C26F-4976-AD73-F293569C76B9}"/>
              </a:ext>
            </a:extLst>
          </p:cNvPr>
          <p:cNvSpPr>
            <a:spLocks noGrp="1"/>
          </p:cNvSpPr>
          <p:nvPr/>
        </p:nvSpPr>
        <p:spPr>
          <a:xfrm>
            <a:off x="4581525" y="2581275"/>
            <a:ext cx="152400" cy="152400"/>
          </a:xfrm>
          <a:prstGeom prst="ellipse">
            <a:avLst/>
          </a:prstGeom>
          <a:solidFill>
            <a:srgbClr val="087F7C"/>
          </a:solidFill>
          <a:ln w="0">
            <a:noFill/>
          </a:ln>
        </p:spPr>
      </p:sp>
      <p:sp>
        <p:nvSpPr>
          <p:cNvPr id="16" name="连续工具调用">
            <a:extLst>
              <a:ext uri="{FF2B5EF4-FFF2-40B4-BE49-F238E27FC236}">
                <a16:creationId xmlns:a16="http://schemas.microsoft.com/office/drawing/2014/main" id="{8CDD8751-8E04-461F-B7D6-D6E2E4D19C6F}"/>
              </a:ext>
            </a:extLst>
          </p:cNvPr>
          <p:cNvSpPr>
            <a:spLocks noGrp="1"/>
          </p:cNvSpPr>
          <p:nvPr/>
        </p:nvSpPr>
        <p:spPr>
          <a:xfrm>
            <a:off x="4229100" y="3086100"/>
            <a:ext cx="3048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连续工具调用</a:t>
            </a:r>
          </a:p>
        </p:txBody>
      </p:sp>
      <p:sp>
        <p:nvSpPr>
          <p:cNvPr id="17" name="265 个调用">
            <a:extLst>
              <a:ext uri="{FF2B5EF4-FFF2-40B4-BE49-F238E27FC236}">
                <a16:creationId xmlns:a16="http://schemas.microsoft.com/office/drawing/2014/main" id="{DAF6C3F7-B96A-4AE7-9731-B69BC960F94B}"/>
              </a:ext>
            </a:extLst>
          </p:cNvPr>
          <p:cNvSpPr>
            <a:spLocks noGrp="1"/>
          </p:cNvSpPr>
          <p:nvPr/>
        </p:nvSpPr>
        <p:spPr>
          <a:xfrm>
            <a:off x="4229100" y="375285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265 个调用</a:t>
            </a:r>
          </a:p>
        </p:txBody>
      </p:sp>
      <p:sp>
        <p:nvSpPr>
          <p:cNvPr id="18" name="0">
            <a:extLst>
              <a:ext uri="{FF2B5EF4-FFF2-40B4-BE49-F238E27FC236}">
                <a16:creationId xmlns:a16="http://schemas.microsoft.com/office/drawing/2014/main" id="{4E10FBB9-B119-40A8-8E73-6CE4CE7B068B}"/>
              </a:ext>
            </a:extLst>
          </p:cNvPr>
          <p:cNvSpPr>
            <a:spLocks noGrp="1"/>
          </p:cNvSpPr>
          <p:nvPr/>
        </p:nvSpPr>
        <p:spPr>
          <a:xfrm>
            <a:off x="4229100" y="4267200"/>
            <a:ext cx="312420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5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9" name="目标结构异常">
            <a:extLst>
              <a:ext uri="{FF2B5EF4-FFF2-40B4-BE49-F238E27FC236}">
                <a16:creationId xmlns:a16="http://schemas.microsoft.com/office/drawing/2014/main" id="{07B6651C-FAC7-4CE4-B1FA-9649C00294E9}"/>
              </a:ext>
            </a:extLst>
          </p:cNvPr>
          <p:cNvSpPr>
            <a:spLocks noGrp="1"/>
          </p:cNvSpPr>
          <p:nvPr/>
        </p:nvSpPr>
        <p:spPr>
          <a:xfrm>
            <a:off x="4229100" y="5067300"/>
            <a:ext cx="30480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目标结构异常</a:t>
            </a:r>
          </a:p>
        </p:txBody>
      </p:sp>
      <p:sp>
        <p:nvSpPr>
          <p:cNvPr id="20" name="保留同批结构标记&#10;衔接连续工具调用">
            <a:extLst>
              <a:ext uri="{FF2B5EF4-FFF2-40B4-BE49-F238E27FC236}">
                <a16:creationId xmlns:a16="http://schemas.microsoft.com/office/drawing/2014/main" id="{7DC0E1A3-A120-4FC1-91C5-A5B7526487ED}"/>
              </a:ext>
            </a:extLst>
          </p:cNvPr>
          <p:cNvSpPr>
            <a:spLocks noGrp="1"/>
          </p:cNvSpPr>
          <p:nvPr/>
        </p:nvSpPr>
        <p:spPr>
          <a:xfrm>
            <a:off x="4229100" y="5934075"/>
            <a:ext cx="31432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保留同批结构标记</a:t>
            </a:r>
          </a:p>
          <a:p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衔接连续工具调用</a:t>
            </a:r>
          </a:p>
        </p:txBody>
      </p:sp>
      <p:sp>
        <p:nvSpPr>
          <p:cNvPr id="21" name="9/1">
            <a:extLst>
              <a:ext uri="{FF2B5EF4-FFF2-40B4-BE49-F238E27FC236}">
                <a16:creationId xmlns:a16="http://schemas.microsoft.com/office/drawing/2014/main" id="{F7528533-BBA7-4B0A-A31E-8D61E446F179}"/>
              </a:ext>
            </a:extLst>
          </p:cNvPr>
          <p:cNvSpPr>
            <a:spLocks noGrp="1"/>
          </p:cNvSpPr>
          <p:nvPr/>
        </p:nvSpPr>
        <p:spPr>
          <a:xfrm>
            <a:off x="7753350" y="2047875"/>
            <a:ext cx="3048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9/1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7AB826E8-37DA-4B8E-9614-57A76AB3F711}"/>
              </a:ext>
            </a:extLst>
          </p:cNvPr>
          <p:cNvSpPr>
            <a:spLocks noGrp="1"/>
          </p:cNvSpPr>
          <p:nvPr/>
        </p:nvSpPr>
        <p:spPr>
          <a:xfrm>
            <a:off x="8105775" y="2581275"/>
            <a:ext cx="152400" cy="152400"/>
          </a:xfrm>
          <a:prstGeom prst="ellipse">
            <a:avLst/>
          </a:prstGeom>
          <a:solidFill>
            <a:srgbClr val="087F7C"/>
          </a:solidFill>
          <a:ln w="0">
            <a:noFill/>
          </a:ln>
        </p:spPr>
      </p:sp>
      <p:sp>
        <p:nvSpPr>
          <p:cNvPr id="23" name="参数完整性">
            <a:extLst>
              <a:ext uri="{FF2B5EF4-FFF2-40B4-BE49-F238E27FC236}">
                <a16:creationId xmlns:a16="http://schemas.microsoft.com/office/drawing/2014/main" id="{29A2E789-7078-4938-9EDA-6320BD51EB43}"/>
              </a:ext>
            </a:extLst>
          </p:cNvPr>
          <p:cNvSpPr>
            <a:spLocks noGrp="1"/>
          </p:cNvSpPr>
          <p:nvPr/>
        </p:nvSpPr>
        <p:spPr>
          <a:xfrm>
            <a:off x="7753350" y="3086100"/>
            <a:ext cx="3048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参数完整性</a:t>
            </a:r>
          </a:p>
        </p:txBody>
      </p:sp>
      <p:sp>
        <p:nvSpPr>
          <p:cNvPr id="24" name="非法参数 JSON">
            <a:extLst>
              <a:ext uri="{FF2B5EF4-FFF2-40B4-BE49-F238E27FC236}">
                <a16:creationId xmlns:a16="http://schemas.microsoft.com/office/drawing/2014/main" id="{6856A384-DEE4-4B63-B427-DC21EBECD6C8}"/>
              </a:ext>
            </a:extLst>
          </p:cNvPr>
          <p:cNvSpPr>
            <a:spLocks noGrp="1"/>
          </p:cNvSpPr>
          <p:nvPr/>
        </p:nvSpPr>
        <p:spPr>
          <a:xfrm>
            <a:off x="7753350" y="375285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非法参数 JSON</a:t>
            </a:r>
          </a:p>
        </p:txBody>
      </p:sp>
      <p:sp>
        <p:nvSpPr>
          <p:cNvPr id="25" name="133/300">
            <a:extLst>
              <a:ext uri="{FF2B5EF4-FFF2-40B4-BE49-F238E27FC236}">
                <a16:creationId xmlns:a16="http://schemas.microsoft.com/office/drawing/2014/main" id="{4A821E53-00EC-458C-A17A-983AA0F99BB6}"/>
              </a:ext>
            </a:extLst>
          </p:cNvPr>
          <p:cNvSpPr>
            <a:spLocks noGrp="1"/>
          </p:cNvSpPr>
          <p:nvPr/>
        </p:nvSpPr>
        <p:spPr>
          <a:xfrm>
            <a:off x="7753350" y="4267200"/>
            <a:ext cx="312420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5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133/300</a:t>
            </a:r>
          </a:p>
        </p:txBody>
      </p:sp>
      <p:sp>
        <p:nvSpPr>
          <p:cNvPr id="26" name="修正后 0/300">
            <a:extLst>
              <a:ext uri="{FF2B5EF4-FFF2-40B4-BE49-F238E27FC236}">
                <a16:creationId xmlns:a16="http://schemas.microsoft.com/office/drawing/2014/main" id="{80B4A3BE-9DE6-4742-98E2-F602828B1A62}"/>
              </a:ext>
            </a:extLst>
          </p:cNvPr>
          <p:cNvSpPr>
            <a:spLocks noGrp="1"/>
          </p:cNvSpPr>
          <p:nvPr/>
        </p:nvSpPr>
        <p:spPr>
          <a:xfrm>
            <a:off x="7753350" y="5067300"/>
            <a:ext cx="30480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修正后 0/300</a:t>
            </a:r>
          </a:p>
        </p:txBody>
      </p:sp>
      <p:sp>
        <p:nvSpPr>
          <p:cNvPr id="27" name="区分生成结束&#10;与 parser 收尾">
            <a:extLst>
              <a:ext uri="{FF2B5EF4-FFF2-40B4-BE49-F238E27FC236}">
                <a16:creationId xmlns:a16="http://schemas.microsoft.com/office/drawing/2014/main" id="{FB55450E-EA1D-4ED0-A856-774B79CBBC3D}"/>
              </a:ext>
            </a:extLst>
          </p:cNvPr>
          <p:cNvSpPr>
            <a:spLocks noGrp="1"/>
          </p:cNvSpPr>
          <p:nvPr/>
        </p:nvSpPr>
        <p:spPr>
          <a:xfrm>
            <a:off x="7753350" y="5934075"/>
            <a:ext cx="31432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区分生成结束</a:t>
            </a:r>
          </a:p>
          <a:p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与 parser 收尾</a:t>
            </a:r>
          </a:p>
        </p:txBody>
      </p:sp>
      <p:sp>
        <p:nvSpPr>
          <p:cNvPr id="28" name="9/4">
            <a:extLst>
              <a:ext uri="{FF2B5EF4-FFF2-40B4-BE49-F238E27FC236}">
                <a16:creationId xmlns:a16="http://schemas.microsoft.com/office/drawing/2014/main" id="{7BCD272D-26AC-4612-B44C-BDD509B5A6C1}"/>
              </a:ext>
            </a:extLst>
          </p:cNvPr>
          <p:cNvSpPr>
            <a:spLocks noGrp="1"/>
          </p:cNvSpPr>
          <p:nvPr/>
        </p:nvSpPr>
        <p:spPr>
          <a:xfrm>
            <a:off x="11277600" y="2047875"/>
            <a:ext cx="3048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9/4</a:t>
            </a: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6E1C8D87-AB58-4DB3-BF90-E0D954C386A4}"/>
              </a:ext>
            </a:extLst>
          </p:cNvPr>
          <p:cNvSpPr>
            <a:spLocks noGrp="1"/>
          </p:cNvSpPr>
          <p:nvPr/>
        </p:nvSpPr>
        <p:spPr>
          <a:xfrm>
            <a:off x="11630025" y="2581275"/>
            <a:ext cx="152400" cy="152400"/>
          </a:xfrm>
          <a:prstGeom prst="ellipse">
            <a:avLst/>
          </a:prstGeom>
          <a:solidFill>
            <a:srgbClr val="087F7C"/>
          </a:solidFill>
          <a:ln w="0">
            <a:noFill/>
          </a:ln>
        </p:spPr>
      </p:sp>
      <p:sp>
        <p:nvSpPr>
          <p:cNvPr id="30" name="混合 chunk">
            <a:extLst>
              <a:ext uri="{FF2B5EF4-FFF2-40B4-BE49-F238E27FC236}">
                <a16:creationId xmlns:a16="http://schemas.microsoft.com/office/drawing/2014/main" id="{8FAC8D2F-5C18-4CB4-91EE-08358E0468F0}"/>
              </a:ext>
            </a:extLst>
          </p:cNvPr>
          <p:cNvSpPr>
            <a:spLocks noGrp="1"/>
          </p:cNvSpPr>
          <p:nvPr/>
        </p:nvSpPr>
        <p:spPr>
          <a:xfrm>
            <a:off x="11277600" y="3086100"/>
            <a:ext cx="3048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混合 chunk</a:t>
            </a:r>
          </a:p>
        </p:txBody>
      </p:sp>
      <p:sp>
        <p:nvSpPr>
          <p:cNvPr id="31" name="同批正常正文">
            <a:extLst>
              <a:ext uri="{FF2B5EF4-FFF2-40B4-BE49-F238E27FC236}">
                <a16:creationId xmlns:a16="http://schemas.microsoft.com/office/drawing/2014/main" id="{09301C68-94B9-4F39-9684-62AA2B036CC0}"/>
              </a:ext>
            </a:extLst>
          </p:cNvPr>
          <p:cNvSpPr>
            <a:spLocks noGrp="1"/>
          </p:cNvSpPr>
          <p:nvPr/>
        </p:nvSpPr>
        <p:spPr>
          <a:xfrm>
            <a:off x="11277600" y="375285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同批正常正文</a:t>
            </a:r>
          </a:p>
        </p:txBody>
      </p:sp>
      <p:sp>
        <p:nvSpPr>
          <p:cNvPr id="32" name="344 字符">
            <a:extLst>
              <a:ext uri="{FF2B5EF4-FFF2-40B4-BE49-F238E27FC236}">
                <a16:creationId xmlns:a16="http://schemas.microsoft.com/office/drawing/2014/main" id="{6C2993A5-305A-4366-96C1-E5D4FC2B48F3}"/>
              </a:ext>
            </a:extLst>
          </p:cNvPr>
          <p:cNvSpPr>
            <a:spLocks noGrp="1"/>
          </p:cNvSpPr>
          <p:nvPr/>
        </p:nvSpPr>
        <p:spPr>
          <a:xfrm>
            <a:off x="11277600" y="4267200"/>
            <a:ext cx="312420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5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344 字符</a:t>
            </a:r>
          </a:p>
        </p:txBody>
      </p:sp>
      <p:sp>
        <p:nvSpPr>
          <p:cNvPr id="33" name="全部保留">
            <a:extLst>
              <a:ext uri="{FF2B5EF4-FFF2-40B4-BE49-F238E27FC236}">
                <a16:creationId xmlns:a16="http://schemas.microsoft.com/office/drawing/2014/main" id="{E5551DE7-267D-4C44-91E7-3586B6D5B245}"/>
              </a:ext>
            </a:extLst>
          </p:cNvPr>
          <p:cNvSpPr>
            <a:spLocks noGrp="1"/>
          </p:cNvSpPr>
          <p:nvPr/>
        </p:nvSpPr>
        <p:spPr>
          <a:xfrm>
            <a:off x="11277600" y="5067300"/>
            <a:ext cx="30480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全部保留</a:t>
            </a:r>
          </a:p>
        </p:txBody>
      </p:sp>
      <p:sp>
        <p:nvSpPr>
          <p:cNvPr id="34" name="处理思考 stop&#10;与正常文字同批输出">
            <a:extLst>
              <a:ext uri="{FF2B5EF4-FFF2-40B4-BE49-F238E27FC236}">
                <a16:creationId xmlns:a16="http://schemas.microsoft.com/office/drawing/2014/main" id="{ACB43666-3136-4F2B-91FC-8EED61EDE8AC}"/>
              </a:ext>
            </a:extLst>
          </p:cNvPr>
          <p:cNvSpPr>
            <a:spLocks noGrp="1"/>
          </p:cNvSpPr>
          <p:nvPr/>
        </p:nvSpPr>
        <p:spPr>
          <a:xfrm>
            <a:off x="11277600" y="5934075"/>
            <a:ext cx="31432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处理思考 stop</a:t>
            </a:r>
          </a:p>
          <a:p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与正常文字同批输出</a:t>
            </a:r>
          </a:p>
        </p:txBody>
      </p:sp>
      <p:sp>
        <p:nvSpPr>
          <p:cNvPr id="35" name="形成 serving、Qwen tool parser、Qwen reasoning parser 三份 vLLM 0.23.0 部署补丁">
            <a:extLst>
              <a:ext uri="{FF2B5EF4-FFF2-40B4-BE49-F238E27FC236}">
                <a16:creationId xmlns:a16="http://schemas.microsoft.com/office/drawing/2014/main" id="{EAB9CC18-531E-4F3D-8CC7-B21E7AD1D666}"/>
              </a:ext>
            </a:extLst>
          </p:cNvPr>
          <p:cNvSpPr>
            <a:spLocks noGrp="1"/>
          </p:cNvSpPr>
          <p:nvPr/>
        </p:nvSpPr>
        <p:spPr>
          <a:xfrm>
            <a:off x="704850" y="7229475"/>
            <a:ext cx="13811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9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形成 serving、Qwen tool parser、Qwen reasoning parser 三份 vLLM 0.23.0 部署补丁</a:t>
            </a:r>
          </a:p>
        </p:txBody>
      </p:sp>
    </p:spTree>
    <p:extLst>
      <p:ext uri="{BB962C8B-B14F-4D97-AF65-F5344CB8AC3E}">
        <p14:creationId xmlns:p14="http://schemas.microsoft.com/office/powerpoint/2010/main" val="1446094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抓大放小：先观察，按需接管">
            <a:extLst>
              <a:ext uri="{FF2B5EF4-FFF2-40B4-BE49-F238E27FC236}">
                <a16:creationId xmlns:a16="http://schemas.microsoft.com/office/drawing/2014/main" id="{7489644B-FA72-40CE-99F0-76DD12D49B94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38684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抓大放小：先观察，按需接管</a:t>
            </a:r>
          </a:p>
        </p:txBody>
      </p:sp>
      <p:sp>
        <p:nvSpPr>
          <p:cNvPr id="2" name="研发 Agent 全链路请求（含标题），Vanilla-06 共 391 条有效请求">
            <a:extLst>
              <a:ext uri="{FF2B5EF4-FFF2-40B4-BE49-F238E27FC236}">
                <a16:creationId xmlns:a16="http://schemas.microsoft.com/office/drawing/2014/main" id="{A9B36D65-3A0F-48B8-9168-DF345C8166DA}"/>
              </a:ext>
            </a:extLst>
          </p:cNvPr>
          <p:cNvSpPr>
            <a:spLocks noGrp="1"/>
          </p:cNvSpPr>
          <p:nvPr/>
        </p:nvSpPr>
        <p:spPr>
          <a:xfrm>
            <a:off x="704850" y="1209675"/>
            <a:ext cx="13811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研发 Agent 全链路请求（含标题），Vanilla-06 共 391 条有效请求</a:t>
            </a:r>
          </a:p>
        </p:txBody>
      </p:sp>
      <p:sp>
        <p:nvSpPr>
          <p:cNvPr id="5" name="03">
            <a:extLst>
              <a:ext uri="{FF2B5EF4-FFF2-40B4-BE49-F238E27FC236}">
                <a16:creationId xmlns:a16="http://schemas.microsoft.com/office/drawing/2014/main" id="{4239153D-8D7B-4EE3-A5FE-F2D3FC768A9B}"/>
              </a:ext>
            </a:extLst>
          </p:cNvPr>
          <p:cNvSpPr>
            <a:spLocks noGrp="1"/>
          </p:cNvSpPr>
          <p:nvPr/>
        </p:nvSpPr>
        <p:spPr>
          <a:xfrm>
            <a:off x="14077950" y="8020050"/>
            <a:ext cx="457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可见思考长度 / token">
            <a:extLst>
              <a:ext uri="{FF2B5EF4-FFF2-40B4-BE49-F238E27FC236}">
                <a16:creationId xmlns:a16="http://schemas.microsoft.com/office/drawing/2014/main" id="{D503B3EF-FF07-4785-B600-93AA8A3C0E69}"/>
              </a:ext>
            </a:extLst>
          </p:cNvPr>
          <p:cNvSpPr>
            <a:spLocks noGrp="1"/>
          </p:cNvSpPr>
          <p:nvPr/>
        </p:nvSpPr>
        <p:spPr>
          <a:xfrm>
            <a:off x="704850" y="1857375"/>
            <a:ext cx="5905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可见思考长度 / token</a:t>
            </a:r>
          </a:p>
        </p:txBody>
      </p:sp>
      <p:graphicFrame>
        <p:nvGraphicFramePr>
          <p:cNvPr id="36" name="Chart"/>
          <p:cNvGraphicFramePr/>
          <p:nvPr/>
        </p:nvGraphicFramePr>
        <p:xfrm>
          <a:off x="704850" y="2095500"/>
          <a:ext cx="9286875" cy="2238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7" name="Chart"/>
          <p:cNvGraphicFramePr/>
          <p:nvPr/>
        </p:nvGraphicFramePr>
        <p:xfrm>
          <a:off x="704850" y="3381851"/>
          <a:ext cx="9286875" cy="2238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请求发起序号">
            <a:extLst>
              <a:ext uri="{FF2B5EF4-FFF2-40B4-BE49-F238E27FC236}">
                <a16:creationId xmlns:a16="http://schemas.microsoft.com/office/drawing/2014/main" id="{B42B005B-6340-4DD8-A313-E3714971C61B}"/>
              </a:ext>
            </a:extLst>
          </p:cNvPr>
          <p:cNvSpPr>
            <a:spLocks noGrp="1"/>
          </p:cNvSpPr>
          <p:nvPr/>
        </p:nvSpPr>
        <p:spPr>
          <a:xfrm>
            <a:off x="6334125" y="5133975"/>
            <a:ext cx="31623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请求发起序号</a:t>
            </a:r>
          </a:p>
        </p:txBody>
      </p:sp>
      <p:sp>
        <p:nvSpPr>
          <p:cNvPr id="10" name="分段等高：0–850 / 850–3500 token">
            <a:extLst>
              <a:ext uri="{FF2B5EF4-FFF2-40B4-BE49-F238E27FC236}">
                <a16:creationId xmlns:a16="http://schemas.microsoft.com/office/drawing/2014/main" id="{E33BECEC-CDF8-41DD-984A-4068E0F57E5F}"/>
              </a:ext>
            </a:extLst>
          </p:cNvPr>
          <p:cNvSpPr>
            <a:spLocks noGrp="1"/>
          </p:cNvSpPr>
          <p:nvPr/>
        </p:nvSpPr>
        <p:spPr>
          <a:xfrm>
            <a:off x="809625" y="5133975"/>
            <a:ext cx="561975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00" b="0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分段等高：0–850 / 850–3500 token</a:t>
            </a:r>
          </a:p>
        </p:txBody>
      </p:sp>
      <p:sp>
        <p:nvSpPr>
          <p:cNvPr id="11" name="97.19%">
            <a:extLst>
              <a:ext uri="{FF2B5EF4-FFF2-40B4-BE49-F238E27FC236}">
                <a16:creationId xmlns:a16="http://schemas.microsoft.com/office/drawing/2014/main" id="{5F16AF7C-0CCA-4522-B989-570B84516C6D}"/>
              </a:ext>
            </a:extLst>
          </p:cNvPr>
          <p:cNvSpPr>
            <a:spLocks noGrp="1"/>
          </p:cNvSpPr>
          <p:nvPr/>
        </p:nvSpPr>
        <p:spPr>
          <a:xfrm>
            <a:off x="10382250" y="2047875"/>
            <a:ext cx="395287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44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4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97.19%</a:t>
            </a:r>
          </a:p>
        </p:txBody>
      </p:sp>
      <p:sp>
        <p:nvSpPr>
          <p:cNvPr id="12" name="请求思考不超过 850 token">
            <a:extLst>
              <a:ext uri="{FF2B5EF4-FFF2-40B4-BE49-F238E27FC236}">
                <a16:creationId xmlns:a16="http://schemas.microsoft.com/office/drawing/2014/main" id="{7D087C4C-B30B-47D4-86D5-DE08A032C537}"/>
              </a:ext>
            </a:extLst>
          </p:cNvPr>
          <p:cNvSpPr>
            <a:spLocks noGrp="1"/>
          </p:cNvSpPr>
          <p:nvPr/>
        </p:nvSpPr>
        <p:spPr>
          <a:xfrm>
            <a:off x="10382250" y="2857500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请求思考不超过 850 token</a:t>
            </a:r>
          </a:p>
        </p:txBody>
      </p:sp>
      <p:sp>
        <p:nvSpPr>
          <p:cNvPr id="13" name="2.81% 的长尾">
            <a:extLst>
              <a:ext uri="{FF2B5EF4-FFF2-40B4-BE49-F238E27FC236}">
                <a16:creationId xmlns:a16="http://schemas.microsoft.com/office/drawing/2014/main" id="{2F9CE342-7DFB-49C2-9F3D-9A6969DA5FBC}"/>
              </a:ext>
            </a:extLst>
          </p:cNvPr>
          <p:cNvSpPr>
            <a:spLocks noGrp="1"/>
          </p:cNvSpPr>
          <p:nvPr/>
        </p:nvSpPr>
        <p:spPr>
          <a:xfrm>
            <a:off x="10382250" y="3524250"/>
            <a:ext cx="40005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550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2.81% 的长尾</a:t>
            </a:r>
          </a:p>
        </p:txBody>
      </p:sp>
      <p:sp>
        <p:nvSpPr>
          <p:cNvPr id="14" name="贡献 38.88%">
            <a:extLst>
              <a:ext uri="{FF2B5EF4-FFF2-40B4-BE49-F238E27FC236}">
                <a16:creationId xmlns:a16="http://schemas.microsoft.com/office/drawing/2014/main" id="{1086AD45-379D-4C48-B7C7-8DD22E28A691}"/>
              </a:ext>
            </a:extLst>
          </p:cNvPr>
          <p:cNvSpPr>
            <a:spLocks noGrp="1"/>
          </p:cNvSpPr>
          <p:nvPr/>
        </p:nvSpPr>
        <p:spPr>
          <a:xfrm>
            <a:off x="10382250" y="4114800"/>
            <a:ext cx="40957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5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贡献 38.88%</a:t>
            </a:r>
          </a:p>
        </p:txBody>
      </p:sp>
      <p:sp>
        <p:nvSpPr>
          <p:cNvPr id="15" name="的可见思考 token">
            <a:extLst>
              <a:ext uri="{FF2B5EF4-FFF2-40B4-BE49-F238E27FC236}">
                <a16:creationId xmlns:a16="http://schemas.microsoft.com/office/drawing/2014/main" id="{8515432E-9F22-4836-B615-9C822718040F}"/>
              </a:ext>
            </a:extLst>
          </p:cNvPr>
          <p:cNvSpPr>
            <a:spLocks noGrp="1"/>
          </p:cNvSpPr>
          <p:nvPr/>
        </p:nvSpPr>
        <p:spPr>
          <a:xfrm>
            <a:off x="10382250" y="4591050"/>
            <a:ext cx="409575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的可见思考 token</a:t>
            </a:r>
          </a:p>
        </p:txBody>
      </p:sp>
      <p:sp>
        <p:nvSpPr>
          <p:cNvPr id="16" name="在原生 parser 之前观察内容与长度">
            <a:extLst>
              <a:ext uri="{FF2B5EF4-FFF2-40B4-BE49-F238E27FC236}">
                <a16:creationId xmlns:a16="http://schemas.microsoft.com/office/drawing/2014/main" id="{536467E0-9CEF-49A7-A39E-12E47848DD46}"/>
              </a:ext>
            </a:extLst>
          </p:cNvPr>
          <p:cNvSpPr>
            <a:spLocks noGrp="1"/>
          </p:cNvSpPr>
          <p:nvPr/>
        </p:nvSpPr>
        <p:spPr>
          <a:xfrm>
            <a:off x="704850" y="5638800"/>
            <a:ext cx="11906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在原生 parser 之前观察内容与长度</a:t>
            </a:r>
          </a:p>
        </p:txBody>
      </p:sp>
      <p:sp>
        <p:nvSpPr>
          <p:cNvPr id="17" name="EngineCore">
            <a:extLst>
              <a:ext uri="{FF2B5EF4-FFF2-40B4-BE49-F238E27FC236}">
                <a16:creationId xmlns:a16="http://schemas.microsoft.com/office/drawing/2014/main" id="{AB59ED64-C99B-4634-BC3E-29B5ED4B9B83}"/>
              </a:ext>
            </a:extLst>
          </p:cNvPr>
          <p:cNvSpPr>
            <a:spLocks noGrp="1"/>
          </p:cNvSpPr>
          <p:nvPr/>
        </p:nvSpPr>
        <p:spPr>
          <a:xfrm>
            <a:off x="704850" y="6315075"/>
            <a:ext cx="1714500" cy="723900"/>
          </a:xfrm>
          <a:prstGeom prst="rect">
            <a:avLst/>
          </a:prstGeom>
          <a:solidFill>
            <a:srgbClr val="F2F7F8"/>
          </a:solidFill>
          <a:ln w="9525">
            <a:solidFill>
              <a:srgbClr val="CEDCE3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defRPr sz="19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EngineCore</a:t>
            </a:r>
          </a:p>
        </p:txBody>
      </p:sp>
      <p:sp>
        <p:nvSpPr>
          <p:cNvPr id="18" name="跨进程传输&#10;输出处理">
            <a:extLst>
              <a:ext uri="{FF2B5EF4-FFF2-40B4-BE49-F238E27FC236}">
                <a16:creationId xmlns:a16="http://schemas.microsoft.com/office/drawing/2014/main" id="{2755E3E8-5DA8-4562-92AF-28ED681D9A7D}"/>
              </a:ext>
            </a:extLst>
          </p:cNvPr>
          <p:cNvSpPr>
            <a:spLocks noGrp="1"/>
          </p:cNvSpPr>
          <p:nvPr/>
        </p:nvSpPr>
        <p:spPr>
          <a:xfrm>
            <a:off x="2857500" y="6315075"/>
            <a:ext cx="2019300" cy="723900"/>
          </a:xfrm>
          <a:prstGeom prst="rect">
            <a:avLst/>
          </a:prstGeom>
          <a:solidFill>
            <a:srgbClr val="F2F7F8"/>
          </a:solidFill>
          <a:ln w="9525">
            <a:solidFill>
              <a:srgbClr val="CEDCE3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def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跨进程传输</a:t>
            </a:r>
          </a:p>
          <a:p>
            <a:pPr algn="ctr">
              <a:def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输出处理</a:t>
            </a:r>
          </a:p>
        </p:txBody>
      </p:sp>
      <p:sp>
        <p:nvSpPr>
          <p:cNvPr id="19" name="AsyncLLM&#10;generate">
            <a:extLst>
              <a:ext uri="{FF2B5EF4-FFF2-40B4-BE49-F238E27FC236}">
                <a16:creationId xmlns:a16="http://schemas.microsoft.com/office/drawing/2014/main" id="{9E1B5DCE-F63B-4D5D-96AA-4467FFD94E68}"/>
              </a:ext>
            </a:extLst>
          </p:cNvPr>
          <p:cNvSpPr>
            <a:spLocks noGrp="1"/>
          </p:cNvSpPr>
          <p:nvPr/>
        </p:nvSpPr>
        <p:spPr>
          <a:xfrm>
            <a:off x="5314950" y="6315075"/>
            <a:ext cx="1762125" cy="723900"/>
          </a:xfrm>
          <a:prstGeom prst="rect">
            <a:avLst/>
          </a:prstGeom>
          <a:solidFill>
            <a:srgbClr val="F2F7F8"/>
          </a:solidFill>
          <a:ln w="9525">
            <a:solidFill>
              <a:srgbClr val="CEDCE3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def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AsyncLLM</a:t>
            </a:r>
          </a:p>
          <a:p>
            <a:pPr algn="ctr">
              <a:def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generate</a:t>
            </a:r>
          </a:p>
        </p:txBody>
      </p:sp>
      <p:sp>
        <p:nvSpPr>
          <p:cNvPr id="20" name="DTB 观察&#10;按需接管">
            <a:extLst>
              <a:ext uri="{FF2B5EF4-FFF2-40B4-BE49-F238E27FC236}">
                <a16:creationId xmlns:a16="http://schemas.microsoft.com/office/drawing/2014/main" id="{33DA2C99-33A9-4874-8B58-A9CC37143305}"/>
              </a:ext>
            </a:extLst>
          </p:cNvPr>
          <p:cNvSpPr>
            <a:spLocks noGrp="1"/>
          </p:cNvSpPr>
          <p:nvPr/>
        </p:nvSpPr>
        <p:spPr>
          <a:xfrm>
            <a:off x="7515225" y="6315075"/>
            <a:ext cx="1866900" cy="723900"/>
          </a:xfrm>
          <a:prstGeom prst="rect">
            <a:avLst/>
          </a:prstGeom>
          <a:solidFill>
            <a:srgbClr val="FFF4E4"/>
          </a:solidFill>
          <a:ln w="19050">
            <a:solidFill>
              <a:srgbClr val="B16A16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defRPr sz="1950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DTB 观察</a:t>
            </a:r>
          </a:p>
          <a:p>
            <a:pPr algn="ctr">
              <a:defRPr sz="1950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按需接管</a:t>
            </a:r>
          </a:p>
        </p:txBody>
      </p:sp>
      <p:sp>
        <p:nvSpPr>
          <p:cNvPr id="21" name="原生 parser&#10;SSE">
            <a:extLst>
              <a:ext uri="{FF2B5EF4-FFF2-40B4-BE49-F238E27FC236}">
                <a16:creationId xmlns:a16="http://schemas.microsoft.com/office/drawing/2014/main" id="{05252840-1982-48F5-86AF-2FC385ED33A5}"/>
              </a:ext>
            </a:extLst>
          </p:cNvPr>
          <p:cNvSpPr>
            <a:spLocks noGrp="1"/>
          </p:cNvSpPr>
          <p:nvPr/>
        </p:nvSpPr>
        <p:spPr>
          <a:xfrm>
            <a:off x="9820275" y="6315075"/>
            <a:ext cx="1838325" cy="723900"/>
          </a:xfrm>
          <a:prstGeom prst="rect">
            <a:avLst/>
          </a:prstGeom>
          <a:solidFill>
            <a:srgbClr val="F2F7F8"/>
          </a:solidFill>
          <a:ln w="9525">
            <a:solidFill>
              <a:srgbClr val="CEDCE3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def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原生 parser</a:t>
            </a:r>
          </a:p>
          <a:p>
            <a:pPr algn="ctr">
              <a:def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SSE</a:t>
            </a:r>
          </a:p>
        </p:txBody>
      </p:sp>
      <p:sp>
        <p:nvSpPr>
          <p:cNvPr id="22" name="HTTP 服务&#10;请求方">
            <a:extLst>
              <a:ext uri="{FF2B5EF4-FFF2-40B4-BE49-F238E27FC236}">
                <a16:creationId xmlns:a16="http://schemas.microsoft.com/office/drawing/2014/main" id="{6066DB9F-34B2-4485-A48C-5F83E762DA46}"/>
              </a:ext>
            </a:extLst>
          </p:cNvPr>
          <p:cNvSpPr>
            <a:spLocks noGrp="1"/>
          </p:cNvSpPr>
          <p:nvPr/>
        </p:nvSpPr>
        <p:spPr>
          <a:xfrm>
            <a:off x="12096750" y="6315075"/>
            <a:ext cx="2447925" cy="723900"/>
          </a:xfrm>
          <a:prstGeom prst="rect">
            <a:avLst/>
          </a:prstGeom>
          <a:solidFill>
            <a:srgbClr val="F2F7F8"/>
          </a:solidFill>
          <a:ln w="9525">
            <a:solidFill>
              <a:srgbClr val="CEDCE3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def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HTTP 服务</a:t>
            </a:r>
          </a:p>
          <a:p>
            <a:pPr algn="ctr">
              <a:def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请求方</a:t>
            </a:r>
          </a:p>
        </p:txBody>
      </p:sp>
      <p:cxnSp>
        <p:nvCxnSpPr>
          <p:cNvPr id="52" name="直接箭头连接符 51"/>
          <p:cNvCxnSpPr>
            <a:stCxn id="17" idx="3"/>
            <a:endCxn id="18" idx="1"/>
          </p:cNvCxnSpPr>
          <p:nvPr/>
        </p:nvCxnSpPr>
        <p:spPr>
          <a:xfrm>
            <a:off x="2419350" y="6677025"/>
            <a:ext cx="438150" cy="0"/>
          </a:xfrm>
          <a:prstGeom prst="straightConnector1">
            <a:avLst/>
          </a:prstGeom>
          <a:ln w="19050">
            <a:solidFill>
              <a:srgbClr val="536B7C"/>
            </a:solidFill>
            <a:tailEnd type="triangle" w="sm" len="sm"/>
          </a:ln>
        </p:spPr>
      </p:cxnSp>
      <p:cxnSp>
        <p:nvCxnSpPr>
          <p:cNvPr id="53" name="直接箭头连接符 52"/>
          <p:cNvCxnSpPr>
            <a:stCxn id="18" idx="3"/>
            <a:endCxn id="19" idx="1"/>
          </p:cNvCxnSpPr>
          <p:nvPr/>
        </p:nvCxnSpPr>
        <p:spPr>
          <a:xfrm>
            <a:off x="4876800" y="6677025"/>
            <a:ext cx="438150" cy="0"/>
          </a:xfrm>
          <a:prstGeom prst="straightConnector1">
            <a:avLst/>
          </a:prstGeom>
          <a:ln w="19050">
            <a:solidFill>
              <a:srgbClr val="536B7C"/>
            </a:solidFill>
            <a:tailEnd type="triangle" w="sm" len="sm"/>
          </a:ln>
        </p:spPr>
      </p:cxnSp>
      <p:cxnSp>
        <p:nvCxnSpPr>
          <p:cNvPr id="54" name="直接箭头连接符 53"/>
          <p:cNvCxnSpPr>
            <a:stCxn id="19" idx="3"/>
            <a:endCxn id="20" idx="1"/>
          </p:cNvCxnSpPr>
          <p:nvPr/>
        </p:nvCxnSpPr>
        <p:spPr>
          <a:xfrm>
            <a:off x="7077075" y="6677025"/>
            <a:ext cx="438150" cy="0"/>
          </a:xfrm>
          <a:prstGeom prst="straightConnector1">
            <a:avLst/>
          </a:prstGeom>
          <a:ln w="19050">
            <a:solidFill>
              <a:srgbClr val="536B7C"/>
            </a:solidFill>
            <a:tailEnd type="triangle" w="sm" len="sm"/>
          </a:ln>
        </p:spPr>
      </p:cxnSp>
      <p:cxnSp>
        <p:nvCxnSpPr>
          <p:cNvPr id="55" name="直接箭头连接符 54"/>
          <p:cNvCxnSpPr>
            <a:stCxn id="20" idx="3"/>
            <a:endCxn id="21" idx="1"/>
          </p:cNvCxnSpPr>
          <p:nvPr/>
        </p:nvCxnSpPr>
        <p:spPr>
          <a:xfrm>
            <a:off x="9382125" y="6677025"/>
            <a:ext cx="438150" cy="0"/>
          </a:xfrm>
          <a:prstGeom prst="straightConnector1">
            <a:avLst/>
          </a:prstGeom>
          <a:ln w="19050">
            <a:solidFill>
              <a:srgbClr val="536B7C"/>
            </a:solidFill>
            <a:tailEnd type="triangle" w="sm" len="sm"/>
          </a:ln>
        </p:spPr>
      </p:cxnSp>
      <p:cxnSp>
        <p:nvCxnSpPr>
          <p:cNvPr id="56" name="直接箭头连接符 55"/>
          <p:cNvCxnSpPr>
            <a:stCxn id="21" idx="3"/>
            <a:endCxn id="22" idx="1"/>
          </p:cNvCxnSpPr>
          <p:nvPr/>
        </p:nvCxnSpPr>
        <p:spPr>
          <a:xfrm>
            <a:off x="11658600" y="6677025"/>
            <a:ext cx="438150" cy="0"/>
          </a:xfrm>
          <a:prstGeom prst="straightConnector1">
            <a:avLst/>
          </a:prstGeom>
          <a:ln w="19050">
            <a:solidFill>
              <a:srgbClr val="536B7C"/>
            </a:solidFill>
            <a:tailEnd type="triangle" w="sm" len="sm"/>
          </a:ln>
        </p:spPr>
      </p:cxnSp>
      <p:cxnSp>
        <p:nvCxnSpPr>
          <p:cNvPr id="57" name="连接符: 肘形 56"/>
          <p:cNvCxnSpPr>
            <a:cxnSpLocks/>
            <a:stCxn id="20" idx="2"/>
            <a:endCxn id="19" idx="2"/>
          </p:cNvCxnSpPr>
          <p:nvPr/>
        </p:nvCxnSpPr>
        <p:spPr>
          <a:xfrm rot="5400000">
            <a:off x="7322344" y="5912644"/>
            <a:ext cx="12700" cy="2252662"/>
          </a:xfrm>
          <a:prstGeom prst="bentConnector3">
            <a:avLst>
              <a:gd name="adj1" fmla="val 1800000"/>
            </a:avLst>
          </a:prstGeom>
          <a:ln w="19050">
            <a:solidFill>
              <a:srgbClr val="B16A16"/>
            </a:solidFill>
            <a:prstDash val="dash"/>
            <a:tailEnd type="triangle" w="sm" len="sm"/>
          </a:ln>
        </p:spPr>
      </p:cxnSp>
      <p:sp>
        <p:nvSpPr>
          <p:cNvPr id="29" name="abort / drain，前缀＋cue 写入新 prompt 后续写">
            <a:extLst>
              <a:ext uri="{FF2B5EF4-FFF2-40B4-BE49-F238E27FC236}">
                <a16:creationId xmlns:a16="http://schemas.microsoft.com/office/drawing/2014/main" id="{F4430ABF-6662-408E-A410-973286CC7BC6}"/>
              </a:ext>
            </a:extLst>
          </p:cNvPr>
          <p:cNvSpPr>
            <a:spLocks noGrp="1"/>
          </p:cNvSpPr>
          <p:nvPr/>
        </p:nvSpPr>
        <p:spPr>
          <a:xfrm>
            <a:off x="3238500" y="7400925"/>
            <a:ext cx="9858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725" b="0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abort / drain，前缀＋cue 写入新 prompt 后续写</a:t>
            </a:r>
          </a:p>
        </p:txBody>
      </p:sp>
    </p:spTree>
    <p:extLst>
      <p:ext uri="{BB962C8B-B14F-4D97-AF65-F5344CB8AC3E}">
        <p14:creationId xmlns:p14="http://schemas.microsoft.com/office/powerpoint/2010/main" val="2135689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历史回放与研发任务的效果">
            <a:extLst>
              <a:ext uri="{FF2B5EF4-FFF2-40B4-BE49-F238E27FC236}">
                <a16:creationId xmlns:a16="http://schemas.microsoft.com/office/drawing/2014/main" id="{3C6D783A-4331-4621-81B2-EC434B5EC374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38684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历史回放与研发任务的效果</a:t>
            </a:r>
          </a:p>
        </p:txBody>
      </p:sp>
      <p:sp>
        <p:nvSpPr>
          <p:cNvPr id="2" name="Noemate 回放请求与研发任务组，分别展示请求时延和累计 LLM 耗时">
            <a:extLst>
              <a:ext uri="{FF2B5EF4-FFF2-40B4-BE49-F238E27FC236}">
                <a16:creationId xmlns:a16="http://schemas.microsoft.com/office/drawing/2014/main" id="{9FCC3E0C-517D-4492-9EBF-E6D0611F6C77}"/>
              </a:ext>
            </a:extLst>
          </p:cNvPr>
          <p:cNvSpPr>
            <a:spLocks noGrp="1"/>
          </p:cNvSpPr>
          <p:nvPr/>
        </p:nvSpPr>
        <p:spPr>
          <a:xfrm>
            <a:off x="704850" y="1209675"/>
            <a:ext cx="13811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Noemate 回放请求与研发任务组，分别展示请求时延和累计 LLM 耗时</a:t>
            </a:r>
          </a:p>
        </p:txBody>
      </p:sp>
      <p:sp>
        <p:nvSpPr>
          <p:cNvPr id="5" name="04">
            <a:extLst>
              <a:ext uri="{FF2B5EF4-FFF2-40B4-BE49-F238E27FC236}">
                <a16:creationId xmlns:a16="http://schemas.microsoft.com/office/drawing/2014/main" id="{EAD55D2E-FC75-4268-91A7-184F99C3C77C}"/>
              </a:ext>
            </a:extLst>
          </p:cNvPr>
          <p:cNvSpPr>
            <a:spLocks noGrp="1"/>
          </p:cNvSpPr>
          <p:nvPr/>
        </p:nvSpPr>
        <p:spPr>
          <a:xfrm>
            <a:off x="14077950" y="8020050"/>
            <a:ext cx="457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Noemate 主 Agent 思考分布">
            <a:extLst>
              <a:ext uri="{FF2B5EF4-FFF2-40B4-BE49-F238E27FC236}">
                <a16:creationId xmlns:a16="http://schemas.microsoft.com/office/drawing/2014/main" id="{2950A488-AFE8-4C27-8E5B-58DB97AB7BAB}"/>
              </a:ext>
            </a:extLst>
          </p:cNvPr>
          <p:cNvSpPr>
            <a:spLocks noGrp="1"/>
          </p:cNvSpPr>
          <p:nvPr/>
        </p:nvSpPr>
        <p:spPr>
          <a:xfrm>
            <a:off x="704850" y="1952625"/>
            <a:ext cx="66675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Noemate 主 Agent 思考分布</a:t>
            </a:r>
          </a:p>
        </p:txBody>
      </p:sp>
      <p:sp>
        <p:nvSpPr>
          <p:cNvPr id="7" name="8,277 条有效请求">
            <a:extLst>
              <a:ext uri="{FF2B5EF4-FFF2-40B4-BE49-F238E27FC236}">
                <a16:creationId xmlns:a16="http://schemas.microsoft.com/office/drawing/2014/main" id="{D419B2C6-A9AD-4394-8933-842FF2D26906}"/>
              </a:ext>
            </a:extLst>
          </p:cNvPr>
          <p:cNvSpPr>
            <a:spLocks noGrp="1"/>
          </p:cNvSpPr>
          <p:nvPr/>
        </p:nvSpPr>
        <p:spPr>
          <a:xfrm>
            <a:off x="704850" y="2505075"/>
            <a:ext cx="666750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8,277 条有效请求</a:t>
            </a:r>
          </a:p>
        </p:txBody>
      </p:sp>
      <p:sp>
        <p:nvSpPr>
          <p:cNvPr id="8" name="可见思考长度 / token">
            <a:extLst>
              <a:ext uri="{FF2B5EF4-FFF2-40B4-BE49-F238E27FC236}">
                <a16:creationId xmlns:a16="http://schemas.microsoft.com/office/drawing/2014/main" id="{08C6E855-D7E5-44EE-83ED-1F297AB3B83E}"/>
              </a:ext>
            </a:extLst>
          </p:cNvPr>
          <p:cNvSpPr>
            <a:spLocks noGrp="1"/>
          </p:cNvSpPr>
          <p:nvPr/>
        </p:nvSpPr>
        <p:spPr>
          <a:xfrm>
            <a:off x="704850" y="2971800"/>
            <a:ext cx="623887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可见思考长度 / token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="647700" y="3324225"/>
          <a:ext cx="6486525" cy="3000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距首请求小时数">
            <a:extLst>
              <a:ext uri="{FF2B5EF4-FFF2-40B4-BE49-F238E27FC236}">
                <a16:creationId xmlns:a16="http://schemas.microsoft.com/office/drawing/2014/main" id="{073ACC3E-435F-42CE-A618-5E1F78E96709}"/>
              </a:ext>
            </a:extLst>
          </p:cNvPr>
          <p:cNvSpPr>
            <a:spLocks noGrp="1"/>
          </p:cNvSpPr>
          <p:nvPr/>
        </p:nvSpPr>
        <p:spPr>
          <a:xfrm>
            <a:off x="4143375" y="6334125"/>
            <a:ext cx="295275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距首请求小时数</a:t>
            </a:r>
          </a:p>
        </p:txBody>
      </p:sp>
      <p:sp>
        <p:nvSpPr>
          <p:cNvPr id="11" name="金线：750 token">
            <a:extLst>
              <a:ext uri="{FF2B5EF4-FFF2-40B4-BE49-F238E27FC236}">
                <a16:creationId xmlns:a16="http://schemas.microsoft.com/office/drawing/2014/main" id="{CB02A56C-37A8-4A5B-AB03-5F933C590C6E}"/>
              </a:ext>
            </a:extLst>
          </p:cNvPr>
          <p:cNvSpPr>
            <a:spLocks noGrp="1"/>
          </p:cNvSpPr>
          <p:nvPr/>
        </p:nvSpPr>
        <p:spPr>
          <a:xfrm>
            <a:off x="762000" y="6334125"/>
            <a:ext cx="3381375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00" b="0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金线：750 token</a:t>
            </a:r>
          </a:p>
        </p:txBody>
      </p:sp>
      <p:sp>
        <p:nvSpPr>
          <p:cNvPr id="12" name="94.99% ≤750 token">
            <a:extLst>
              <a:ext uri="{FF2B5EF4-FFF2-40B4-BE49-F238E27FC236}">
                <a16:creationId xmlns:a16="http://schemas.microsoft.com/office/drawing/2014/main" id="{7FD33393-2824-411D-81D8-E2B9053F42E3}"/>
              </a:ext>
            </a:extLst>
          </p:cNvPr>
          <p:cNvSpPr>
            <a:spLocks noGrp="1"/>
          </p:cNvSpPr>
          <p:nvPr/>
        </p:nvSpPr>
        <p:spPr>
          <a:xfrm>
            <a:off x="704850" y="6905625"/>
            <a:ext cx="63817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8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94.99% ≤750 token</a:t>
            </a:r>
          </a:p>
        </p:txBody>
      </p:sp>
      <p:sp>
        <p:nvSpPr>
          <p:cNvPr id="13" name="Noemate 长请求回放（50 对）">
            <a:extLst>
              <a:ext uri="{FF2B5EF4-FFF2-40B4-BE49-F238E27FC236}">
                <a16:creationId xmlns:a16="http://schemas.microsoft.com/office/drawing/2014/main" id="{17A20571-B8C3-4E5D-A01C-7662BAABE2C2}"/>
              </a:ext>
            </a:extLst>
          </p:cNvPr>
          <p:cNvSpPr>
            <a:spLocks noGrp="1"/>
          </p:cNvSpPr>
          <p:nvPr/>
        </p:nvSpPr>
        <p:spPr>
          <a:xfrm>
            <a:off x="7839075" y="1952625"/>
            <a:ext cx="61912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Noemate 长请求回放（50 对）</a:t>
            </a:r>
          </a:p>
        </p:txBody>
      </p:sp>
      <p:sp>
        <p:nvSpPr>
          <p:cNvPr id="14" name="平均请求 E2E / 秒">
            <a:extLst>
              <a:ext uri="{FF2B5EF4-FFF2-40B4-BE49-F238E27FC236}">
                <a16:creationId xmlns:a16="http://schemas.microsoft.com/office/drawing/2014/main" id="{9B7BA757-02DE-4CEF-8A6D-6873677770AD}"/>
              </a:ext>
            </a:extLst>
          </p:cNvPr>
          <p:cNvSpPr>
            <a:spLocks noGrp="1"/>
          </p:cNvSpPr>
          <p:nvPr/>
        </p:nvSpPr>
        <p:spPr>
          <a:xfrm>
            <a:off x="7839075" y="2524125"/>
            <a:ext cx="37338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平均请求 E2E / 秒</a:t>
            </a:r>
          </a:p>
        </p:txBody>
      </p:sp>
      <p:sp>
        <p:nvSpPr>
          <p:cNvPr id="15" name="−25.58%">
            <a:extLst>
              <a:ext uri="{FF2B5EF4-FFF2-40B4-BE49-F238E27FC236}">
                <a16:creationId xmlns:a16="http://schemas.microsoft.com/office/drawing/2014/main" id="{0FE66915-DDFF-4AF8-B7FB-F68FDB6CF259}"/>
              </a:ext>
            </a:extLst>
          </p:cNvPr>
          <p:cNvSpPr>
            <a:spLocks noGrp="1"/>
          </p:cNvSpPr>
          <p:nvPr/>
        </p:nvSpPr>
        <p:spPr>
          <a:xfrm>
            <a:off x="11972925" y="2457450"/>
            <a:ext cx="255270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28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−25.58%</a:t>
            </a:r>
          </a:p>
        </p:txBody>
      </p:sp>
      <p:graphicFrame>
        <p:nvGraphicFramePr>
          <p:cNvPr id="38" name="Chart"/>
          <p:cNvGraphicFramePr/>
          <p:nvPr/>
        </p:nvGraphicFramePr>
        <p:xfrm>
          <a:off x="7696200" y="3009900"/>
          <a:ext cx="6810375" cy="1400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5 个输入 × 10 对回放">
            <a:extLst>
              <a:ext uri="{FF2B5EF4-FFF2-40B4-BE49-F238E27FC236}">
                <a16:creationId xmlns:a16="http://schemas.microsoft.com/office/drawing/2014/main" id="{2FF2E913-1D8B-4BA8-8332-406CD3C27661}"/>
              </a:ext>
            </a:extLst>
          </p:cNvPr>
          <p:cNvSpPr>
            <a:spLocks noGrp="1"/>
          </p:cNvSpPr>
          <p:nvPr/>
        </p:nvSpPr>
        <p:spPr>
          <a:xfrm>
            <a:off x="7848600" y="4448175"/>
            <a:ext cx="6667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5 个输入 × 10 对回放</a:t>
            </a:r>
          </a:p>
        </p:txBody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E3726872-43BF-4E87-8A21-8DD961ABC48E}"/>
              </a:ext>
            </a:extLst>
          </p:cNvPr>
          <p:cNvSpPr>
            <a:spLocks noGrp="1"/>
          </p:cNvSpPr>
          <p:nvPr/>
        </p:nvSpPr>
        <p:spPr>
          <a:xfrm>
            <a:off x="7848600" y="5105400"/>
            <a:ext cx="6667500" cy="0"/>
          </a:xfrm>
          <a:prstGeom prst="line">
            <a:avLst/>
          </a:prstGeom>
          <a:noFill/>
          <a:ln w="9525">
            <a:solidFill>
              <a:srgbClr val="E8EFF2"/>
            </a:solidFill>
          </a:ln>
        </p:spPr>
      </p:sp>
      <p:sp>
        <p:nvSpPr>
          <p:cNvPr id="19" name="辅助研发 9 任务">
            <a:extLst>
              <a:ext uri="{FF2B5EF4-FFF2-40B4-BE49-F238E27FC236}">
                <a16:creationId xmlns:a16="http://schemas.microsoft.com/office/drawing/2014/main" id="{D67CF000-0AEB-463A-A5F3-F19ECBD2573B}"/>
              </a:ext>
            </a:extLst>
          </p:cNvPr>
          <p:cNvSpPr>
            <a:spLocks noGrp="1"/>
          </p:cNvSpPr>
          <p:nvPr/>
        </p:nvSpPr>
        <p:spPr>
          <a:xfrm>
            <a:off x="7839075" y="5372100"/>
            <a:ext cx="6191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辅助研发 9 任务</a:t>
            </a:r>
          </a:p>
        </p:txBody>
      </p:sp>
      <p:sp>
        <p:nvSpPr>
          <p:cNvPr id="20" name="累计 LLM E2E / 秒">
            <a:extLst>
              <a:ext uri="{FF2B5EF4-FFF2-40B4-BE49-F238E27FC236}">
                <a16:creationId xmlns:a16="http://schemas.microsoft.com/office/drawing/2014/main" id="{01E8D81A-CB25-43A2-858C-433DE8838986}"/>
              </a:ext>
            </a:extLst>
          </p:cNvPr>
          <p:cNvSpPr>
            <a:spLocks noGrp="1"/>
          </p:cNvSpPr>
          <p:nvPr/>
        </p:nvSpPr>
        <p:spPr>
          <a:xfrm>
            <a:off x="7839075" y="5895975"/>
            <a:ext cx="4286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累计 LLM E2E / 秒</a:t>
            </a:r>
          </a:p>
        </p:txBody>
      </p:sp>
      <p:sp>
        <p:nvSpPr>
          <p:cNvPr id="21" name="−11.57%">
            <a:extLst>
              <a:ext uri="{FF2B5EF4-FFF2-40B4-BE49-F238E27FC236}">
                <a16:creationId xmlns:a16="http://schemas.microsoft.com/office/drawing/2014/main" id="{492AA1E4-F6CC-43D5-A679-E9DD795E82D2}"/>
              </a:ext>
            </a:extLst>
          </p:cNvPr>
          <p:cNvSpPr>
            <a:spLocks noGrp="1"/>
          </p:cNvSpPr>
          <p:nvPr/>
        </p:nvSpPr>
        <p:spPr>
          <a:xfrm>
            <a:off x="11972925" y="5819775"/>
            <a:ext cx="255270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28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−11.57%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="7696200" y="6362700"/>
          <a:ext cx="6810375" cy="1381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18163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交付集成 DTB 与独立观察器 SDK">
            <a:extLst>
              <a:ext uri="{FF2B5EF4-FFF2-40B4-BE49-F238E27FC236}">
                <a16:creationId xmlns:a16="http://schemas.microsoft.com/office/drawing/2014/main" id="{25D8A61B-65EF-466B-AA59-3ADE0847BB1F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38684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dirty="0" err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交付</a:t>
            </a:r>
            <a:r>
              <a:rPr lang="zh-CN" altLang="en-US" sz="3600" b="1" dirty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件：</a:t>
            </a:r>
            <a:r>
              <a:rPr sz="3600" b="1" dirty="0" err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集成</a:t>
            </a:r>
            <a:r>
              <a:rPr sz="3600" b="1" dirty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 DTB </a:t>
            </a:r>
            <a:r>
              <a:rPr sz="3600" b="1" dirty="0" err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与独立观察器</a:t>
            </a:r>
            <a:r>
              <a:rPr sz="3600" b="1" dirty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 SDK</a:t>
            </a:r>
          </a:p>
        </p:txBody>
      </p:sp>
      <p:sp>
        <p:nvSpPr>
          <p:cNvPr id="2" name="代码与部署入口已经整理，后续可在观察器接口上扩展自定义检测算法">
            <a:extLst>
              <a:ext uri="{FF2B5EF4-FFF2-40B4-BE49-F238E27FC236}">
                <a16:creationId xmlns:a16="http://schemas.microsoft.com/office/drawing/2014/main" id="{E788C991-8124-4A07-AAC6-A60C3958547E}"/>
              </a:ext>
            </a:extLst>
          </p:cNvPr>
          <p:cNvSpPr>
            <a:spLocks noGrp="1"/>
          </p:cNvSpPr>
          <p:nvPr/>
        </p:nvSpPr>
        <p:spPr>
          <a:xfrm>
            <a:off x="704850" y="1209675"/>
            <a:ext cx="13811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代码与部署入口已经整理，后续可在观察器接口上扩展自定义检测算法</a:t>
            </a:r>
          </a:p>
        </p:txBody>
      </p:sp>
      <p:sp>
        <p:nvSpPr>
          <p:cNvPr id="5" name="05">
            <a:extLst>
              <a:ext uri="{FF2B5EF4-FFF2-40B4-BE49-F238E27FC236}">
                <a16:creationId xmlns:a16="http://schemas.microsoft.com/office/drawing/2014/main" id="{06235185-B7E1-4CAD-A4CF-413E33BFEFF7}"/>
              </a:ext>
            </a:extLst>
          </p:cNvPr>
          <p:cNvSpPr>
            <a:spLocks noGrp="1"/>
          </p:cNvSpPr>
          <p:nvPr/>
        </p:nvSpPr>
        <p:spPr>
          <a:xfrm>
            <a:off x="14077950" y="8020050"/>
            <a:ext cx="457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vLLM 集成 DTB">
            <a:extLst>
              <a:ext uri="{FF2B5EF4-FFF2-40B4-BE49-F238E27FC236}">
                <a16:creationId xmlns:a16="http://schemas.microsoft.com/office/drawing/2014/main" id="{A62A5B7B-BB21-4D5E-8AC8-8DBF9BF99583}"/>
              </a:ext>
            </a:extLst>
          </p:cNvPr>
          <p:cNvSpPr>
            <a:spLocks noGrp="1"/>
          </p:cNvSpPr>
          <p:nvPr/>
        </p:nvSpPr>
        <p:spPr>
          <a:xfrm>
            <a:off x="704850" y="2143125"/>
            <a:ext cx="65532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9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vLLM 集成 DTB</a:t>
            </a:r>
          </a:p>
        </p:txBody>
      </p:sp>
      <p:sp>
        <p:nvSpPr>
          <p:cNvPr id="7" name="按场景路由与预算控制">
            <a:extLst>
              <a:ext uri="{FF2B5EF4-FFF2-40B4-BE49-F238E27FC236}">
                <a16:creationId xmlns:a16="http://schemas.microsoft.com/office/drawing/2014/main" id="{57931E95-1571-4D6F-AB84-CA669F0B0053}"/>
              </a:ext>
            </a:extLst>
          </p:cNvPr>
          <p:cNvSpPr>
            <a:spLocks noGrp="1"/>
          </p:cNvSpPr>
          <p:nvPr/>
        </p:nvSpPr>
        <p:spPr>
          <a:xfrm>
            <a:off x="704850" y="3105150"/>
            <a:ext cx="61912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32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按场景路由与预算控制</a:t>
            </a:r>
          </a:p>
        </p:txBody>
      </p:sp>
      <p:sp>
        <p:nvSpPr>
          <p:cNvPr id="8" name="原生观察、接管与状态机&#10;三份 vLLM 0.23.0 部署 patch">
            <a:extLst>
              <a:ext uri="{FF2B5EF4-FFF2-40B4-BE49-F238E27FC236}">
                <a16:creationId xmlns:a16="http://schemas.microsoft.com/office/drawing/2014/main" id="{5F208B7B-ED7A-4BC7-910C-57F053CED2D6}"/>
              </a:ext>
            </a:extLst>
          </p:cNvPr>
          <p:cNvSpPr>
            <a:spLocks noGrp="1"/>
          </p:cNvSpPr>
          <p:nvPr/>
        </p:nvSpPr>
        <p:spPr>
          <a:xfrm>
            <a:off x="704850" y="3714750"/>
            <a:ext cx="63817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原生观察、接管与状态机</a:t>
            </a:r>
          </a:p>
          <a:p>
            <a:pPr algn="l">
              <a:def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三份 vLLM 0.23.0 部署 patch</a:t>
            </a:r>
          </a:p>
        </p:txBody>
      </p:sp>
      <p:sp>
        <p:nvSpPr>
          <p:cNvPr id="9" name="通用采集与 replay 验证">
            <a:extLst>
              <a:ext uri="{FF2B5EF4-FFF2-40B4-BE49-F238E27FC236}">
                <a16:creationId xmlns:a16="http://schemas.microsoft.com/office/drawing/2014/main" id="{46810D59-5892-4C78-BF70-CD96BF4B32CF}"/>
              </a:ext>
            </a:extLst>
          </p:cNvPr>
          <p:cNvSpPr>
            <a:spLocks noGrp="1"/>
          </p:cNvSpPr>
          <p:nvPr/>
        </p:nvSpPr>
        <p:spPr>
          <a:xfrm>
            <a:off x="704850" y="5095875"/>
            <a:ext cx="6572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32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通用采集与 replay 验证</a:t>
            </a:r>
          </a:p>
        </p:txBody>
      </p:sp>
      <p:sp>
        <p:nvSpPr>
          <p:cNvPr id="10" name="vllm_gateway 透传与记录&#10;7 条样例及参数矩阵、部署手册">
            <a:extLst>
              <a:ext uri="{FF2B5EF4-FFF2-40B4-BE49-F238E27FC236}">
                <a16:creationId xmlns:a16="http://schemas.microsoft.com/office/drawing/2014/main" id="{3510D3A1-F404-4D10-824A-B45F251A6FE9}"/>
              </a:ext>
            </a:extLst>
          </p:cNvPr>
          <p:cNvSpPr>
            <a:spLocks noGrp="1"/>
          </p:cNvSpPr>
          <p:nvPr/>
        </p:nvSpPr>
        <p:spPr>
          <a:xfrm>
            <a:off x="704850" y="5686425"/>
            <a:ext cx="657225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vllm_gateway 透传与记录</a:t>
            </a:r>
          </a:p>
          <a:p>
            <a:pPr algn="l">
              <a:def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7 条样例及参数矩阵、部署手册</a:t>
            </a:r>
          </a:p>
        </p:txBody>
      </p:sp>
      <p:sp>
        <p:nvSpPr>
          <p:cNvPr id="11" name="独立思维链观察器 SDK">
            <a:extLst>
              <a:ext uri="{FF2B5EF4-FFF2-40B4-BE49-F238E27FC236}">
                <a16:creationId xmlns:a16="http://schemas.microsoft.com/office/drawing/2014/main" id="{CAEAB697-17ED-4DEA-827F-A352AFA0A130}"/>
              </a:ext>
            </a:extLst>
          </p:cNvPr>
          <p:cNvSpPr>
            <a:spLocks noGrp="1"/>
          </p:cNvSpPr>
          <p:nvPr/>
        </p:nvSpPr>
        <p:spPr>
          <a:xfrm>
            <a:off x="8058150" y="2143125"/>
            <a:ext cx="6477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9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独立思维链观察器 SDK</a:t>
            </a:r>
          </a:p>
        </p:txBody>
      </p:sp>
      <p:sp>
        <p:nvSpPr>
          <p:cNvPr id="12" name="与 DTB 算法解耦的接入接口">
            <a:extLst>
              <a:ext uri="{FF2B5EF4-FFF2-40B4-BE49-F238E27FC236}">
                <a16:creationId xmlns:a16="http://schemas.microsoft.com/office/drawing/2014/main" id="{3DD930CD-F16A-4424-907E-B92196DB5ACF}"/>
              </a:ext>
            </a:extLst>
          </p:cNvPr>
          <p:cNvSpPr>
            <a:spLocks noGrp="1"/>
          </p:cNvSpPr>
          <p:nvPr/>
        </p:nvSpPr>
        <p:spPr>
          <a:xfrm>
            <a:off x="8058150" y="3105150"/>
            <a:ext cx="63817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32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与 DTB 算法解耦的接入接口</a:t>
            </a:r>
          </a:p>
        </p:txBody>
      </p:sp>
      <p:sp>
        <p:nvSpPr>
          <p:cNvPr id="13" name="增量观察与每请求检测状态&#10;合法 stop / abort / drain 与 cue 续写">
            <a:extLst>
              <a:ext uri="{FF2B5EF4-FFF2-40B4-BE49-F238E27FC236}">
                <a16:creationId xmlns:a16="http://schemas.microsoft.com/office/drawing/2014/main" id="{6C2F050A-8C60-4B55-B30F-D15077EBD0B3}"/>
              </a:ext>
            </a:extLst>
          </p:cNvPr>
          <p:cNvSpPr>
            <a:spLocks noGrp="1"/>
          </p:cNvSpPr>
          <p:nvPr/>
        </p:nvSpPr>
        <p:spPr>
          <a:xfrm>
            <a:off x="8058150" y="3714750"/>
            <a:ext cx="64770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增量观察与每请求检测状态</a:t>
            </a:r>
          </a:p>
          <a:p>
            <a:pPr algn="l">
              <a:def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合法 stop / abort / drain 与 cue 续写</a:t>
            </a:r>
          </a:p>
        </p:txBody>
      </p:sp>
      <p:sp>
        <p:nvSpPr>
          <p:cNvPr id="14" name="扩展方向：重复检测">
            <a:extLst>
              <a:ext uri="{FF2B5EF4-FFF2-40B4-BE49-F238E27FC236}">
                <a16:creationId xmlns:a16="http://schemas.microsoft.com/office/drawing/2014/main" id="{8EC3687A-28F2-4950-AEFC-749F926598AD}"/>
              </a:ext>
            </a:extLst>
          </p:cNvPr>
          <p:cNvSpPr>
            <a:spLocks noGrp="1"/>
          </p:cNvSpPr>
          <p:nvPr/>
        </p:nvSpPr>
        <p:spPr>
          <a:xfrm>
            <a:off x="8058150" y="5095875"/>
            <a:ext cx="6477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32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扩展方向：重复检测</a:t>
            </a:r>
          </a:p>
        </p:txBody>
      </p:sp>
      <p:sp>
        <p:nvSpPr>
          <p:cNvPr id="15" name="接入检测算法，再验证触发准确性&#10;以及停止与续写后的净收益">
            <a:extLst>
              <a:ext uri="{FF2B5EF4-FFF2-40B4-BE49-F238E27FC236}">
                <a16:creationId xmlns:a16="http://schemas.microsoft.com/office/drawing/2014/main" id="{0F01953B-59C7-445E-B10E-BB550CA64309}"/>
              </a:ext>
            </a:extLst>
          </p:cNvPr>
          <p:cNvSpPr>
            <a:spLocks noGrp="1"/>
          </p:cNvSpPr>
          <p:nvPr/>
        </p:nvSpPr>
        <p:spPr>
          <a:xfrm>
            <a:off x="8058150" y="5686425"/>
            <a:ext cx="64770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接入检测算法，再验证触发准确性</a:t>
            </a:r>
          </a:p>
          <a:p>
            <a:pPr algn="l">
              <a:def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以及停止与续写后的净收益</a:t>
            </a:r>
          </a:p>
        </p:txBody>
      </p:sp>
      <p:sp>
        <p:nvSpPr>
          <p:cNvPr id="16" name="README / AGENTS 与模块导航，帮助人和新 Agent Session 快速定位实现与验证入口">
            <a:extLst>
              <a:ext uri="{FF2B5EF4-FFF2-40B4-BE49-F238E27FC236}">
                <a16:creationId xmlns:a16="http://schemas.microsoft.com/office/drawing/2014/main" id="{7C26CBE2-6863-4B3E-AF59-9DE8F6E44C78}"/>
              </a:ext>
            </a:extLst>
          </p:cNvPr>
          <p:cNvSpPr>
            <a:spLocks noGrp="1"/>
          </p:cNvSpPr>
          <p:nvPr/>
        </p:nvSpPr>
        <p:spPr>
          <a:xfrm>
            <a:off x="704850" y="7162800"/>
            <a:ext cx="138112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0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 dirty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README / AGENTS </a:t>
            </a:r>
            <a:r>
              <a:rPr sz="2025" b="0" dirty="0" err="1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与模块导航</a:t>
            </a:r>
            <a:r>
              <a:rPr lang="zh-CN" altLang="en-US" sz="2025" b="0" dirty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保证项目可读性</a:t>
            </a:r>
            <a:r>
              <a:rPr sz="2025" b="0" dirty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025" b="0" dirty="0" err="1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人和</a:t>
            </a:r>
            <a:r>
              <a:rPr sz="2025" b="0" dirty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 Agent</a:t>
            </a:r>
            <a:r>
              <a:rPr lang="en-US" sz="2025" b="0" dirty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zh-CN" altLang="en-US" sz="2025" b="0" dirty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得以</a:t>
            </a:r>
            <a:r>
              <a:rPr sz="2025" b="0" dirty="0" err="1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快速定位实现与验证入口</a:t>
            </a:r>
            <a:endParaRPr sz="2025" b="0" dirty="0">
              <a:solidFill>
                <a:srgbClr val="536B7C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5164258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4141</Words>
  <Application>Microsoft Office PowerPoint</Application>
  <DocSecurity>0</DocSecurity>
  <PresentationFormat>自定义</PresentationFormat>
  <Paragraphs>307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8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 P</cp:lastModifiedBy>
  <cp:revision>2</cp:revision>
  <dcterms:created xsi:type="dcterms:W3CDTF">2026-09-30T06:22:02Z</dcterms:created>
  <dcterms:modified xsi:type="dcterms:W3CDTF">2026-10-08T03:33:14Z</dcterms:modified>
</cp:coreProperties>
</file>