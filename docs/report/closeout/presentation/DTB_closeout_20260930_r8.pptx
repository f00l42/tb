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5240000" cy="857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77948717948718"/>
          <c:y val="0.0551063829787234"/>
          <c:w val="0.851948717948718"/>
          <c:h val="0.5746808510638298"/>
        </c:manualLayout>
      </c:layout>
      <c:scatterChart>
        <c:scatterStyle val="lineMarker"/>
        <c:varyColors val="1"/>
        <c:ser>
          <c:idx val="0"/>
          <c:order val="0"/>
          <c:tx>
            <c:v>研发 &gt;850 token</c:v>
          </c:tx>
          <c:spPr>
            <a:ln w="0">
              <a:noFill/>
            </a:ln>
          </c:spPr>
          <c:marker>
            <c:symbol val="circle"/>
            <c:size val="6"/>
            <c:spPr>
              <a:solidFill>
                <a:srgbClr val="B16A16"/>
              </a:solidFill>
              <a:ln w="0">
                <a:noFill/>
              </a:ln>
            </c:spPr>
          </c:marker>
          <c:xVal>
            <c:numRef>
              <c:f>'Chart Data'!$A$2:$A$12</c:f>
              <c:numCache>
                <c:formatCode>General</c:formatCode>
                <c:ptCount val="11"/>
                <c:pt idx="0">
                  <c:v>1</c:v>
                </c:pt>
                <c:pt idx="1">
                  <c:v>11</c:v>
                </c:pt>
                <c:pt idx="2">
                  <c:v>58</c:v>
                </c:pt>
                <c:pt idx="3">
                  <c:v>87</c:v>
                </c:pt>
                <c:pt idx="4">
                  <c:v>129</c:v>
                </c:pt>
                <c:pt idx="5">
                  <c:v>192</c:v>
                </c:pt>
                <c:pt idx="6">
                  <c:v>221</c:v>
                </c:pt>
                <c:pt idx="7">
                  <c:v>259</c:v>
                </c:pt>
                <c:pt idx="8">
                  <c:v>294</c:v>
                </c:pt>
                <c:pt idx="9">
                  <c:v>345</c:v>
                </c:pt>
                <c:pt idx="10">
                  <c:v>387</c:v>
                </c:pt>
              </c:numCache>
            </c:numRef>
          </c:xVal>
          <c:yVal>
            <c:numRef>
              <c:f>'Chart Data'!$B$2:$B$12</c:f>
              <c:numCache>
                <c:formatCode>#,##0</c:formatCode>
                <c:ptCount val="11"/>
                <c:pt idx="0">
                  <c:v>3482</c:v>
                </c:pt>
                <c:pt idx="1">
                  <c:v>1037</c:v>
                </c:pt>
                <c:pt idx="2">
                  <c:v>1097</c:v>
                </c:pt>
                <c:pt idx="3">
                  <c:v>1216</c:v>
                </c:pt>
                <c:pt idx="4">
                  <c:v>3003</c:v>
                </c:pt>
                <c:pt idx="5">
                  <c:v>1585</c:v>
                </c:pt>
                <c:pt idx="6">
                  <c:v>1364</c:v>
                </c:pt>
                <c:pt idx="7">
                  <c:v>1569</c:v>
                </c:pt>
                <c:pt idx="8">
                  <c:v>1788</c:v>
                </c:pt>
                <c:pt idx="9">
                  <c:v>2237</c:v>
                </c:pt>
                <c:pt idx="10">
                  <c:v>1885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2DCD-4FCE-9737-A467FCFFB6FF}"/>
            </c:ext>
          </c:extLst>
        </c:ser>
        <c:ser>
          <c:idx val="1"/>
          <c:order val="1"/>
          <c:tx>
            <c:v>850 token 分段界线</c:v>
          </c:tx>
          <c:spPr>
            <a:ln w="1333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400</c:v>
                </c:pt>
              </c:numCache>
            </c:numRef>
          </c:xVal>
          <c:yVal>
            <c:numRef>
              <c:f>'Chart Data'!$D$2:$D$3</c:f>
              <c:numCache>
                <c:formatCode>#,##0</c:formatCode>
                <c:ptCount val="2"/>
                <c:pt idx="0">
                  <c:v>850</c:v>
                </c:pt>
                <c:pt idx="1">
                  <c:v>850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2DCD-4FCE-9737-A467FCFFB6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500"/>
          <c:min val="850"/>
        </c:scaling>
        <c:delete val="0"/>
        <c:axPos val="l"/>
        <c:majorGridlines>
          <c:spPr>
            <a:ln w="9525">
              <a:solidFill>
                <a:srgbClr val="E8EFF2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10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spPr>
          <a:ln w="13335">
            <a:solidFill>
              <a:srgbClr val="B16A16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77948717948718"/>
          <c:y val="0.0551063829787234"/>
          <c:w val="0.851948717948718"/>
          <c:h val="0.5746808510638298"/>
        </c:manualLayout>
      </c:layout>
      <c:scatterChart>
        <c:scatterStyle val="lineMarker"/>
        <c:varyColors val="1"/>
        <c:ser>
          <c:idx val="0"/>
          <c:order val="0"/>
          <c:tx>
            <c:v>研发 ≤850 token</c:v>
          </c:tx>
          <c:spPr>
            <a:ln w="0">
              <a:noFill/>
            </a:ln>
          </c:spPr>
          <c:marker>
            <c:symbol val="circle"/>
            <c:size val="5"/>
            <c:spPr>
              <a:noFill/>
              <a:ln w="9525">
                <a:solidFill>
                  <a:srgbClr val="819CAC"/>
                </a:solidFill>
              </a:ln>
            </c:spPr>
          </c:marker>
          <c:xVal>
            <c:numRef>
              <c:f>'Chart Data'!$A$2:$A$381</c:f>
              <c:numCache>
                <c:formatCode>General</c:formatCode>
                <c:ptCount val="38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9</c:v>
                </c:pt>
                <c:pt idx="8">
                  <c:v>10</c:v>
                </c:pt>
                <c:pt idx="9">
                  <c:v>12</c:v>
                </c:pt>
                <c:pt idx="10">
                  <c:v>13</c:v>
                </c:pt>
                <c:pt idx="11">
                  <c:v>14</c:v>
                </c:pt>
                <c:pt idx="12">
                  <c:v>15</c:v>
                </c:pt>
                <c:pt idx="13">
                  <c:v>16</c:v>
                </c:pt>
                <c:pt idx="14">
                  <c:v>17</c:v>
                </c:pt>
                <c:pt idx="15">
                  <c:v>18</c:v>
                </c:pt>
                <c:pt idx="16">
                  <c:v>19</c:v>
                </c:pt>
                <c:pt idx="17">
                  <c:v>20</c:v>
                </c:pt>
                <c:pt idx="18">
                  <c:v>21</c:v>
                </c:pt>
                <c:pt idx="19">
                  <c:v>22</c:v>
                </c:pt>
                <c:pt idx="20">
                  <c:v>23</c:v>
                </c:pt>
                <c:pt idx="21">
                  <c:v>24</c:v>
                </c:pt>
                <c:pt idx="22">
                  <c:v>25</c:v>
                </c:pt>
                <c:pt idx="23">
                  <c:v>26</c:v>
                </c:pt>
                <c:pt idx="24">
                  <c:v>27</c:v>
                </c:pt>
                <c:pt idx="25">
                  <c:v>28</c:v>
                </c:pt>
                <c:pt idx="26">
                  <c:v>29</c:v>
                </c:pt>
                <c:pt idx="27">
                  <c:v>30</c:v>
                </c:pt>
                <c:pt idx="28">
                  <c:v>31</c:v>
                </c:pt>
                <c:pt idx="29">
                  <c:v>32</c:v>
                </c:pt>
                <c:pt idx="30">
                  <c:v>33</c:v>
                </c:pt>
                <c:pt idx="31">
                  <c:v>34</c:v>
                </c:pt>
                <c:pt idx="32">
                  <c:v>35</c:v>
                </c:pt>
                <c:pt idx="33">
                  <c:v>36</c:v>
                </c:pt>
                <c:pt idx="34">
                  <c:v>37</c:v>
                </c:pt>
                <c:pt idx="35">
                  <c:v>38</c:v>
                </c:pt>
                <c:pt idx="36">
                  <c:v>39</c:v>
                </c:pt>
                <c:pt idx="37">
                  <c:v>40</c:v>
                </c:pt>
                <c:pt idx="38">
                  <c:v>41</c:v>
                </c:pt>
                <c:pt idx="39">
                  <c:v>42</c:v>
                </c:pt>
                <c:pt idx="40">
                  <c:v>43</c:v>
                </c:pt>
                <c:pt idx="41">
                  <c:v>44</c:v>
                </c:pt>
                <c:pt idx="42">
                  <c:v>45</c:v>
                </c:pt>
                <c:pt idx="43">
                  <c:v>46</c:v>
                </c:pt>
                <c:pt idx="44">
                  <c:v>47</c:v>
                </c:pt>
                <c:pt idx="45">
                  <c:v>48</c:v>
                </c:pt>
                <c:pt idx="46">
                  <c:v>49</c:v>
                </c:pt>
                <c:pt idx="47">
                  <c:v>50</c:v>
                </c:pt>
                <c:pt idx="48">
                  <c:v>51</c:v>
                </c:pt>
                <c:pt idx="49">
                  <c:v>52</c:v>
                </c:pt>
                <c:pt idx="50">
                  <c:v>53</c:v>
                </c:pt>
                <c:pt idx="51">
                  <c:v>54</c:v>
                </c:pt>
                <c:pt idx="52">
                  <c:v>55</c:v>
                </c:pt>
                <c:pt idx="53">
                  <c:v>56</c:v>
                </c:pt>
                <c:pt idx="54">
                  <c:v>57</c:v>
                </c:pt>
                <c:pt idx="55">
                  <c:v>59</c:v>
                </c:pt>
                <c:pt idx="56">
                  <c:v>60</c:v>
                </c:pt>
                <c:pt idx="57">
                  <c:v>61</c:v>
                </c:pt>
                <c:pt idx="58">
                  <c:v>62</c:v>
                </c:pt>
                <c:pt idx="59">
                  <c:v>63</c:v>
                </c:pt>
                <c:pt idx="60">
                  <c:v>64</c:v>
                </c:pt>
                <c:pt idx="61">
                  <c:v>65</c:v>
                </c:pt>
                <c:pt idx="62">
                  <c:v>66</c:v>
                </c:pt>
                <c:pt idx="63">
                  <c:v>67</c:v>
                </c:pt>
                <c:pt idx="64">
                  <c:v>68</c:v>
                </c:pt>
                <c:pt idx="65">
                  <c:v>69</c:v>
                </c:pt>
                <c:pt idx="66">
                  <c:v>70</c:v>
                </c:pt>
                <c:pt idx="67">
                  <c:v>71</c:v>
                </c:pt>
                <c:pt idx="68">
                  <c:v>72</c:v>
                </c:pt>
                <c:pt idx="69">
                  <c:v>73</c:v>
                </c:pt>
                <c:pt idx="70">
                  <c:v>74</c:v>
                </c:pt>
                <c:pt idx="71">
                  <c:v>75</c:v>
                </c:pt>
                <c:pt idx="72">
                  <c:v>76</c:v>
                </c:pt>
                <c:pt idx="73">
                  <c:v>77</c:v>
                </c:pt>
                <c:pt idx="74">
                  <c:v>78</c:v>
                </c:pt>
                <c:pt idx="75">
                  <c:v>79</c:v>
                </c:pt>
                <c:pt idx="76">
                  <c:v>80</c:v>
                </c:pt>
                <c:pt idx="77">
                  <c:v>81</c:v>
                </c:pt>
                <c:pt idx="78">
                  <c:v>82</c:v>
                </c:pt>
                <c:pt idx="79">
                  <c:v>83</c:v>
                </c:pt>
                <c:pt idx="80">
                  <c:v>84</c:v>
                </c:pt>
                <c:pt idx="81">
                  <c:v>85</c:v>
                </c:pt>
                <c:pt idx="82">
                  <c:v>86</c:v>
                </c:pt>
                <c:pt idx="83">
                  <c:v>88</c:v>
                </c:pt>
                <c:pt idx="84">
                  <c:v>89</c:v>
                </c:pt>
                <c:pt idx="85">
                  <c:v>90</c:v>
                </c:pt>
                <c:pt idx="86">
                  <c:v>91</c:v>
                </c:pt>
                <c:pt idx="87">
                  <c:v>92</c:v>
                </c:pt>
                <c:pt idx="88">
                  <c:v>93</c:v>
                </c:pt>
                <c:pt idx="89">
                  <c:v>94</c:v>
                </c:pt>
                <c:pt idx="90">
                  <c:v>95</c:v>
                </c:pt>
                <c:pt idx="91">
                  <c:v>96</c:v>
                </c:pt>
                <c:pt idx="92">
                  <c:v>97</c:v>
                </c:pt>
                <c:pt idx="93">
                  <c:v>98</c:v>
                </c:pt>
                <c:pt idx="94">
                  <c:v>99</c:v>
                </c:pt>
                <c:pt idx="95">
                  <c:v>100</c:v>
                </c:pt>
                <c:pt idx="96">
                  <c:v>101</c:v>
                </c:pt>
                <c:pt idx="97">
                  <c:v>102</c:v>
                </c:pt>
                <c:pt idx="98">
                  <c:v>103</c:v>
                </c:pt>
                <c:pt idx="99">
                  <c:v>104</c:v>
                </c:pt>
                <c:pt idx="100">
                  <c:v>105</c:v>
                </c:pt>
                <c:pt idx="101">
                  <c:v>106</c:v>
                </c:pt>
                <c:pt idx="102">
                  <c:v>107</c:v>
                </c:pt>
                <c:pt idx="103">
                  <c:v>108</c:v>
                </c:pt>
                <c:pt idx="104">
                  <c:v>109</c:v>
                </c:pt>
                <c:pt idx="105">
                  <c:v>110</c:v>
                </c:pt>
                <c:pt idx="106">
                  <c:v>111</c:v>
                </c:pt>
                <c:pt idx="107">
                  <c:v>112</c:v>
                </c:pt>
                <c:pt idx="108">
                  <c:v>113</c:v>
                </c:pt>
                <c:pt idx="109">
                  <c:v>114</c:v>
                </c:pt>
                <c:pt idx="110">
                  <c:v>115</c:v>
                </c:pt>
                <c:pt idx="111">
                  <c:v>116</c:v>
                </c:pt>
                <c:pt idx="112">
                  <c:v>117</c:v>
                </c:pt>
                <c:pt idx="113">
                  <c:v>118</c:v>
                </c:pt>
                <c:pt idx="114">
                  <c:v>119</c:v>
                </c:pt>
                <c:pt idx="115">
                  <c:v>120</c:v>
                </c:pt>
                <c:pt idx="116">
                  <c:v>121</c:v>
                </c:pt>
                <c:pt idx="117">
                  <c:v>122</c:v>
                </c:pt>
                <c:pt idx="118">
                  <c:v>123</c:v>
                </c:pt>
                <c:pt idx="119">
                  <c:v>124</c:v>
                </c:pt>
                <c:pt idx="120">
                  <c:v>125</c:v>
                </c:pt>
                <c:pt idx="121">
                  <c:v>126</c:v>
                </c:pt>
                <c:pt idx="122">
                  <c:v>127</c:v>
                </c:pt>
                <c:pt idx="123">
                  <c:v>128</c:v>
                </c:pt>
                <c:pt idx="124">
                  <c:v>130</c:v>
                </c:pt>
                <c:pt idx="125">
                  <c:v>131</c:v>
                </c:pt>
                <c:pt idx="126">
                  <c:v>132</c:v>
                </c:pt>
                <c:pt idx="127">
                  <c:v>133</c:v>
                </c:pt>
                <c:pt idx="128">
                  <c:v>134</c:v>
                </c:pt>
                <c:pt idx="129">
                  <c:v>135</c:v>
                </c:pt>
                <c:pt idx="130">
                  <c:v>136</c:v>
                </c:pt>
                <c:pt idx="131">
                  <c:v>137</c:v>
                </c:pt>
                <c:pt idx="132">
                  <c:v>138</c:v>
                </c:pt>
                <c:pt idx="133">
                  <c:v>139</c:v>
                </c:pt>
                <c:pt idx="134">
                  <c:v>140</c:v>
                </c:pt>
                <c:pt idx="135">
                  <c:v>141</c:v>
                </c:pt>
                <c:pt idx="136">
                  <c:v>142</c:v>
                </c:pt>
                <c:pt idx="137">
                  <c:v>143</c:v>
                </c:pt>
                <c:pt idx="138">
                  <c:v>144</c:v>
                </c:pt>
                <c:pt idx="139">
                  <c:v>145</c:v>
                </c:pt>
                <c:pt idx="140">
                  <c:v>146</c:v>
                </c:pt>
                <c:pt idx="141">
                  <c:v>147</c:v>
                </c:pt>
                <c:pt idx="142">
                  <c:v>148</c:v>
                </c:pt>
                <c:pt idx="143">
                  <c:v>149</c:v>
                </c:pt>
                <c:pt idx="144">
                  <c:v>150</c:v>
                </c:pt>
                <c:pt idx="145">
                  <c:v>151</c:v>
                </c:pt>
                <c:pt idx="146">
                  <c:v>152</c:v>
                </c:pt>
                <c:pt idx="147">
                  <c:v>153</c:v>
                </c:pt>
                <c:pt idx="148">
                  <c:v>154</c:v>
                </c:pt>
                <c:pt idx="149">
                  <c:v>155</c:v>
                </c:pt>
                <c:pt idx="150">
                  <c:v>156</c:v>
                </c:pt>
                <c:pt idx="151">
                  <c:v>157</c:v>
                </c:pt>
                <c:pt idx="152">
                  <c:v>158</c:v>
                </c:pt>
                <c:pt idx="153">
                  <c:v>159</c:v>
                </c:pt>
                <c:pt idx="154">
                  <c:v>160</c:v>
                </c:pt>
                <c:pt idx="155">
                  <c:v>161</c:v>
                </c:pt>
                <c:pt idx="156">
                  <c:v>162</c:v>
                </c:pt>
                <c:pt idx="157">
                  <c:v>163</c:v>
                </c:pt>
                <c:pt idx="158">
                  <c:v>164</c:v>
                </c:pt>
                <c:pt idx="159">
                  <c:v>165</c:v>
                </c:pt>
                <c:pt idx="160">
                  <c:v>166</c:v>
                </c:pt>
                <c:pt idx="161">
                  <c:v>167</c:v>
                </c:pt>
                <c:pt idx="162">
                  <c:v>168</c:v>
                </c:pt>
                <c:pt idx="163">
                  <c:v>169</c:v>
                </c:pt>
                <c:pt idx="164">
                  <c:v>170</c:v>
                </c:pt>
                <c:pt idx="165">
                  <c:v>171</c:v>
                </c:pt>
                <c:pt idx="166">
                  <c:v>172</c:v>
                </c:pt>
                <c:pt idx="167">
                  <c:v>173</c:v>
                </c:pt>
                <c:pt idx="168">
                  <c:v>174</c:v>
                </c:pt>
                <c:pt idx="169">
                  <c:v>175</c:v>
                </c:pt>
                <c:pt idx="170">
                  <c:v>176</c:v>
                </c:pt>
                <c:pt idx="171">
                  <c:v>177</c:v>
                </c:pt>
                <c:pt idx="172">
                  <c:v>178</c:v>
                </c:pt>
                <c:pt idx="173">
                  <c:v>179</c:v>
                </c:pt>
                <c:pt idx="174">
                  <c:v>180</c:v>
                </c:pt>
                <c:pt idx="175">
                  <c:v>181</c:v>
                </c:pt>
                <c:pt idx="176">
                  <c:v>182</c:v>
                </c:pt>
                <c:pt idx="177">
                  <c:v>183</c:v>
                </c:pt>
                <c:pt idx="178">
                  <c:v>184</c:v>
                </c:pt>
                <c:pt idx="179">
                  <c:v>185</c:v>
                </c:pt>
                <c:pt idx="180">
                  <c:v>186</c:v>
                </c:pt>
                <c:pt idx="181">
                  <c:v>187</c:v>
                </c:pt>
                <c:pt idx="182">
                  <c:v>188</c:v>
                </c:pt>
                <c:pt idx="183">
                  <c:v>189</c:v>
                </c:pt>
                <c:pt idx="184">
                  <c:v>190</c:v>
                </c:pt>
                <c:pt idx="185">
                  <c:v>191</c:v>
                </c:pt>
                <c:pt idx="186">
                  <c:v>193</c:v>
                </c:pt>
                <c:pt idx="187">
                  <c:v>194</c:v>
                </c:pt>
                <c:pt idx="188">
                  <c:v>195</c:v>
                </c:pt>
                <c:pt idx="189">
                  <c:v>196</c:v>
                </c:pt>
                <c:pt idx="190">
                  <c:v>197</c:v>
                </c:pt>
                <c:pt idx="191">
                  <c:v>198</c:v>
                </c:pt>
                <c:pt idx="192">
                  <c:v>199</c:v>
                </c:pt>
                <c:pt idx="193">
                  <c:v>200</c:v>
                </c:pt>
                <c:pt idx="194">
                  <c:v>201</c:v>
                </c:pt>
                <c:pt idx="195">
                  <c:v>202</c:v>
                </c:pt>
                <c:pt idx="196">
                  <c:v>203</c:v>
                </c:pt>
                <c:pt idx="197">
                  <c:v>204</c:v>
                </c:pt>
                <c:pt idx="198">
                  <c:v>205</c:v>
                </c:pt>
                <c:pt idx="199">
                  <c:v>206</c:v>
                </c:pt>
                <c:pt idx="200">
                  <c:v>207</c:v>
                </c:pt>
                <c:pt idx="201">
                  <c:v>208</c:v>
                </c:pt>
                <c:pt idx="202">
                  <c:v>209</c:v>
                </c:pt>
                <c:pt idx="203">
                  <c:v>210</c:v>
                </c:pt>
                <c:pt idx="204">
                  <c:v>211</c:v>
                </c:pt>
                <c:pt idx="205">
                  <c:v>212</c:v>
                </c:pt>
                <c:pt idx="206">
                  <c:v>213</c:v>
                </c:pt>
                <c:pt idx="207">
                  <c:v>214</c:v>
                </c:pt>
                <c:pt idx="208">
                  <c:v>215</c:v>
                </c:pt>
                <c:pt idx="209">
                  <c:v>216</c:v>
                </c:pt>
                <c:pt idx="210">
                  <c:v>217</c:v>
                </c:pt>
                <c:pt idx="211">
                  <c:v>218</c:v>
                </c:pt>
                <c:pt idx="212">
                  <c:v>219</c:v>
                </c:pt>
                <c:pt idx="213">
                  <c:v>220</c:v>
                </c:pt>
                <c:pt idx="214">
                  <c:v>222</c:v>
                </c:pt>
                <c:pt idx="215">
                  <c:v>223</c:v>
                </c:pt>
                <c:pt idx="216">
                  <c:v>224</c:v>
                </c:pt>
                <c:pt idx="217">
                  <c:v>225</c:v>
                </c:pt>
                <c:pt idx="218">
                  <c:v>226</c:v>
                </c:pt>
                <c:pt idx="219">
                  <c:v>227</c:v>
                </c:pt>
                <c:pt idx="220">
                  <c:v>228</c:v>
                </c:pt>
                <c:pt idx="221">
                  <c:v>229</c:v>
                </c:pt>
                <c:pt idx="222">
                  <c:v>230</c:v>
                </c:pt>
                <c:pt idx="223">
                  <c:v>231</c:v>
                </c:pt>
                <c:pt idx="224">
                  <c:v>232</c:v>
                </c:pt>
                <c:pt idx="225">
                  <c:v>233</c:v>
                </c:pt>
                <c:pt idx="226">
                  <c:v>234</c:v>
                </c:pt>
                <c:pt idx="227">
                  <c:v>235</c:v>
                </c:pt>
                <c:pt idx="228">
                  <c:v>236</c:v>
                </c:pt>
                <c:pt idx="229">
                  <c:v>237</c:v>
                </c:pt>
                <c:pt idx="230">
                  <c:v>238</c:v>
                </c:pt>
                <c:pt idx="231">
                  <c:v>239</c:v>
                </c:pt>
                <c:pt idx="232">
                  <c:v>240</c:v>
                </c:pt>
                <c:pt idx="233">
                  <c:v>241</c:v>
                </c:pt>
                <c:pt idx="234">
                  <c:v>242</c:v>
                </c:pt>
                <c:pt idx="235">
                  <c:v>243</c:v>
                </c:pt>
                <c:pt idx="236">
                  <c:v>244</c:v>
                </c:pt>
                <c:pt idx="237">
                  <c:v>245</c:v>
                </c:pt>
                <c:pt idx="238">
                  <c:v>246</c:v>
                </c:pt>
                <c:pt idx="239">
                  <c:v>247</c:v>
                </c:pt>
                <c:pt idx="240">
                  <c:v>248</c:v>
                </c:pt>
                <c:pt idx="241">
                  <c:v>249</c:v>
                </c:pt>
                <c:pt idx="242">
                  <c:v>250</c:v>
                </c:pt>
                <c:pt idx="243">
                  <c:v>251</c:v>
                </c:pt>
                <c:pt idx="244">
                  <c:v>252</c:v>
                </c:pt>
                <c:pt idx="245">
                  <c:v>253</c:v>
                </c:pt>
                <c:pt idx="246">
                  <c:v>254</c:v>
                </c:pt>
                <c:pt idx="247">
                  <c:v>255</c:v>
                </c:pt>
                <c:pt idx="248">
                  <c:v>256</c:v>
                </c:pt>
                <c:pt idx="249">
                  <c:v>257</c:v>
                </c:pt>
                <c:pt idx="250">
                  <c:v>258</c:v>
                </c:pt>
                <c:pt idx="251">
                  <c:v>260</c:v>
                </c:pt>
                <c:pt idx="252">
                  <c:v>261</c:v>
                </c:pt>
                <c:pt idx="253">
                  <c:v>262</c:v>
                </c:pt>
                <c:pt idx="254">
                  <c:v>263</c:v>
                </c:pt>
                <c:pt idx="255">
                  <c:v>264</c:v>
                </c:pt>
                <c:pt idx="256">
                  <c:v>265</c:v>
                </c:pt>
                <c:pt idx="257">
                  <c:v>266</c:v>
                </c:pt>
                <c:pt idx="258">
                  <c:v>267</c:v>
                </c:pt>
                <c:pt idx="259">
                  <c:v>268</c:v>
                </c:pt>
                <c:pt idx="260">
                  <c:v>269</c:v>
                </c:pt>
                <c:pt idx="261">
                  <c:v>270</c:v>
                </c:pt>
                <c:pt idx="262">
                  <c:v>271</c:v>
                </c:pt>
                <c:pt idx="263">
                  <c:v>272</c:v>
                </c:pt>
                <c:pt idx="264">
                  <c:v>273</c:v>
                </c:pt>
                <c:pt idx="265">
                  <c:v>274</c:v>
                </c:pt>
                <c:pt idx="266">
                  <c:v>275</c:v>
                </c:pt>
                <c:pt idx="267">
                  <c:v>276</c:v>
                </c:pt>
                <c:pt idx="268">
                  <c:v>277</c:v>
                </c:pt>
                <c:pt idx="269">
                  <c:v>278</c:v>
                </c:pt>
                <c:pt idx="270">
                  <c:v>279</c:v>
                </c:pt>
                <c:pt idx="271">
                  <c:v>280</c:v>
                </c:pt>
                <c:pt idx="272">
                  <c:v>281</c:v>
                </c:pt>
                <c:pt idx="273">
                  <c:v>282</c:v>
                </c:pt>
                <c:pt idx="274">
                  <c:v>283</c:v>
                </c:pt>
                <c:pt idx="275">
                  <c:v>284</c:v>
                </c:pt>
                <c:pt idx="276">
                  <c:v>285</c:v>
                </c:pt>
                <c:pt idx="277">
                  <c:v>286</c:v>
                </c:pt>
                <c:pt idx="278">
                  <c:v>287</c:v>
                </c:pt>
                <c:pt idx="279">
                  <c:v>288</c:v>
                </c:pt>
                <c:pt idx="280">
                  <c:v>289</c:v>
                </c:pt>
                <c:pt idx="281">
                  <c:v>290</c:v>
                </c:pt>
                <c:pt idx="282">
                  <c:v>291</c:v>
                </c:pt>
                <c:pt idx="283">
                  <c:v>292</c:v>
                </c:pt>
                <c:pt idx="284">
                  <c:v>293</c:v>
                </c:pt>
                <c:pt idx="285">
                  <c:v>295</c:v>
                </c:pt>
                <c:pt idx="286">
                  <c:v>296</c:v>
                </c:pt>
                <c:pt idx="287">
                  <c:v>297</c:v>
                </c:pt>
                <c:pt idx="288">
                  <c:v>298</c:v>
                </c:pt>
                <c:pt idx="289">
                  <c:v>299</c:v>
                </c:pt>
                <c:pt idx="290">
                  <c:v>300</c:v>
                </c:pt>
                <c:pt idx="291">
                  <c:v>301</c:v>
                </c:pt>
                <c:pt idx="292">
                  <c:v>302</c:v>
                </c:pt>
                <c:pt idx="293">
                  <c:v>303</c:v>
                </c:pt>
                <c:pt idx="294">
                  <c:v>304</c:v>
                </c:pt>
                <c:pt idx="295">
                  <c:v>305</c:v>
                </c:pt>
                <c:pt idx="296">
                  <c:v>306</c:v>
                </c:pt>
                <c:pt idx="297">
                  <c:v>307</c:v>
                </c:pt>
                <c:pt idx="298">
                  <c:v>308</c:v>
                </c:pt>
                <c:pt idx="299">
                  <c:v>309</c:v>
                </c:pt>
                <c:pt idx="300">
                  <c:v>310</c:v>
                </c:pt>
                <c:pt idx="301">
                  <c:v>311</c:v>
                </c:pt>
                <c:pt idx="302">
                  <c:v>312</c:v>
                </c:pt>
                <c:pt idx="303">
                  <c:v>313</c:v>
                </c:pt>
                <c:pt idx="304">
                  <c:v>314</c:v>
                </c:pt>
                <c:pt idx="305">
                  <c:v>315</c:v>
                </c:pt>
                <c:pt idx="306">
                  <c:v>316</c:v>
                </c:pt>
                <c:pt idx="307">
                  <c:v>317</c:v>
                </c:pt>
                <c:pt idx="308">
                  <c:v>318</c:v>
                </c:pt>
                <c:pt idx="309">
                  <c:v>319</c:v>
                </c:pt>
                <c:pt idx="310">
                  <c:v>320</c:v>
                </c:pt>
                <c:pt idx="311">
                  <c:v>321</c:v>
                </c:pt>
                <c:pt idx="312">
                  <c:v>322</c:v>
                </c:pt>
                <c:pt idx="313">
                  <c:v>323</c:v>
                </c:pt>
                <c:pt idx="314">
                  <c:v>324</c:v>
                </c:pt>
                <c:pt idx="315">
                  <c:v>325</c:v>
                </c:pt>
                <c:pt idx="316">
                  <c:v>326</c:v>
                </c:pt>
                <c:pt idx="317">
                  <c:v>327</c:v>
                </c:pt>
                <c:pt idx="318">
                  <c:v>328</c:v>
                </c:pt>
                <c:pt idx="319">
                  <c:v>329</c:v>
                </c:pt>
                <c:pt idx="320">
                  <c:v>330</c:v>
                </c:pt>
                <c:pt idx="321">
                  <c:v>331</c:v>
                </c:pt>
                <c:pt idx="322">
                  <c:v>332</c:v>
                </c:pt>
                <c:pt idx="323">
                  <c:v>333</c:v>
                </c:pt>
                <c:pt idx="324">
                  <c:v>334</c:v>
                </c:pt>
                <c:pt idx="325">
                  <c:v>335</c:v>
                </c:pt>
                <c:pt idx="326">
                  <c:v>336</c:v>
                </c:pt>
                <c:pt idx="327">
                  <c:v>337</c:v>
                </c:pt>
                <c:pt idx="328">
                  <c:v>338</c:v>
                </c:pt>
                <c:pt idx="329">
                  <c:v>339</c:v>
                </c:pt>
                <c:pt idx="330">
                  <c:v>340</c:v>
                </c:pt>
                <c:pt idx="331">
                  <c:v>341</c:v>
                </c:pt>
                <c:pt idx="332">
                  <c:v>342</c:v>
                </c:pt>
                <c:pt idx="333">
                  <c:v>343</c:v>
                </c:pt>
                <c:pt idx="334">
                  <c:v>344</c:v>
                </c:pt>
                <c:pt idx="335">
                  <c:v>346</c:v>
                </c:pt>
                <c:pt idx="336">
                  <c:v>347</c:v>
                </c:pt>
                <c:pt idx="337">
                  <c:v>348</c:v>
                </c:pt>
                <c:pt idx="338">
                  <c:v>349</c:v>
                </c:pt>
                <c:pt idx="339">
                  <c:v>350</c:v>
                </c:pt>
                <c:pt idx="340">
                  <c:v>351</c:v>
                </c:pt>
                <c:pt idx="341">
                  <c:v>352</c:v>
                </c:pt>
                <c:pt idx="342">
                  <c:v>353</c:v>
                </c:pt>
                <c:pt idx="343">
                  <c:v>354</c:v>
                </c:pt>
                <c:pt idx="344">
                  <c:v>355</c:v>
                </c:pt>
                <c:pt idx="345">
                  <c:v>356</c:v>
                </c:pt>
                <c:pt idx="346">
                  <c:v>357</c:v>
                </c:pt>
                <c:pt idx="347">
                  <c:v>358</c:v>
                </c:pt>
                <c:pt idx="348">
                  <c:v>359</c:v>
                </c:pt>
                <c:pt idx="349">
                  <c:v>360</c:v>
                </c:pt>
                <c:pt idx="350">
                  <c:v>361</c:v>
                </c:pt>
                <c:pt idx="351">
                  <c:v>362</c:v>
                </c:pt>
                <c:pt idx="352">
                  <c:v>363</c:v>
                </c:pt>
                <c:pt idx="353">
                  <c:v>364</c:v>
                </c:pt>
                <c:pt idx="354">
                  <c:v>365</c:v>
                </c:pt>
                <c:pt idx="355">
                  <c:v>366</c:v>
                </c:pt>
                <c:pt idx="356">
                  <c:v>367</c:v>
                </c:pt>
                <c:pt idx="357">
                  <c:v>368</c:v>
                </c:pt>
                <c:pt idx="358">
                  <c:v>369</c:v>
                </c:pt>
                <c:pt idx="359">
                  <c:v>370</c:v>
                </c:pt>
                <c:pt idx="360">
                  <c:v>371</c:v>
                </c:pt>
                <c:pt idx="361">
                  <c:v>372</c:v>
                </c:pt>
                <c:pt idx="362">
                  <c:v>373</c:v>
                </c:pt>
                <c:pt idx="363">
                  <c:v>374</c:v>
                </c:pt>
                <c:pt idx="364">
                  <c:v>375</c:v>
                </c:pt>
                <c:pt idx="365">
                  <c:v>376</c:v>
                </c:pt>
                <c:pt idx="366">
                  <c:v>377</c:v>
                </c:pt>
                <c:pt idx="367">
                  <c:v>378</c:v>
                </c:pt>
                <c:pt idx="368">
                  <c:v>379</c:v>
                </c:pt>
                <c:pt idx="369">
                  <c:v>380</c:v>
                </c:pt>
                <c:pt idx="370">
                  <c:v>381</c:v>
                </c:pt>
                <c:pt idx="371">
                  <c:v>382</c:v>
                </c:pt>
                <c:pt idx="372">
                  <c:v>383</c:v>
                </c:pt>
                <c:pt idx="373">
                  <c:v>384</c:v>
                </c:pt>
                <c:pt idx="374">
                  <c:v>385</c:v>
                </c:pt>
                <c:pt idx="375">
                  <c:v>386</c:v>
                </c:pt>
                <c:pt idx="376">
                  <c:v>388</c:v>
                </c:pt>
                <c:pt idx="377">
                  <c:v>389</c:v>
                </c:pt>
                <c:pt idx="378">
                  <c:v>390</c:v>
                </c:pt>
                <c:pt idx="379">
                  <c:v>391</c:v>
                </c:pt>
              </c:numCache>
            </c:numRef>
          </c:xVal>
          <c:yVal>
            <c:numRef>
              <c:f>'Chart Data'!$B$2:$B$381</c:f>
              <c:numCache>
                <c:formatCode>#,##0</c:formatCode>
                <c:ptCount val="380"/>
                <c:pt idx="0">
                  <c:v>33</c:v>
                </c:pt>
                <c:pt idx="1">
                  <c:v>106</c:v>
                </c:pt>
                <c:pt idx="2">
                  <c:v>9</c:v>
                </c:pt>
                <c:pt idx="3">
                  <c:v>23</c:v>
                </c:pt>
                <c:pt idx="4">
                  <c:v>14</c:v>
                </c:pt>
                <c:pt idx="5">
                  <c:v>28</c:v>
                </c:pt>
                <c:pt idx="6">
                  <c:v>19</c:v>
                </c:pt>
                <c:pt idx="7">
                  <c:v>21</c:v>
                </c:pt>
                <c:pt idx="8">
                  <c:v>16</c:v>
                </c:pt>
                <c:pt idx="9">
                  <c:v>805</c:v>
                </c:pt>
                <c:pt idx="10">
                  <c:v>38</c:v>
                </c:pt>
                <c:pt idx="11">
                  <c:v>14</c:v>
                </c:pt>
                <c:pt idx="12">
                  <c:v>26</c:v>
                </c:pt>
                <c:pt idx="13">
                  <c:v>28</c:v>
                </c:pt>
                <c:pt idx="14">
                  <c:v>433</c:v>
                </c:pt>
                <c:pt idx="15">
                  <c:v>11</c:v>
                </c:pt>
                <c:pt idx="16">
                  <c:v>58</c:v>
                </c:pt>
                <c:pt idx="17">
                  <c:v>22</c:v>
                </c:pt>
                <c:pt idx="18">
                  <c:v>14</c:v>
                </c:pt>
                <c:pt idx="19">
                  <c:v>14</c:v>
                </c:pt>
                <c:pt idx="20">
                  <c:v>170</c:v>
                </c:pt>
                <c:pt idx="21">
                  <c:v>29</c:v>
                </c:pt>
                <c:pt idx="22">
                  <c:v>20</c:v>
                </c:pt>
                <c:pt idx="23">
                  <c:v>28</c:v>
                </c:pt>
                <c:pt idx="24">
                  <c:v>22</c:v>
                </c:pt>
                <c:pt idx="25">
                  <c:v>11</c:v>
                </c:pt>
                <c:pt idx="26">
                  <c:v>22</c:v>
                </c:pt>
                <c:pt idx="27">
                  <c:v>578</c:v>
                </c:pt>
                <c:pt idx="28">
                  <c:v>22</c:v>
                </c:pt>
                <c:pt idx="29">
                  <c:v>18</c:v>
                </c:pt>
                <c:pt idx="30">
                  <c:v>49</c:v>
                </c:pt>
                <c:pt idx="31">
                  <c:v>31</c:v>
                </c:pt>
                <c:pt idx="32">
                  <c:v>20</c:v>
                </c:pt>
                <c:pt idx="33">
                  <c:v>19</c:v>
                </c:pt>
                <c:pt idx="34">
                  <c:v>23</c:v>
                </c:pt>
                <c:pt idx="35">
                  <c:v>14</c:v>
                </c:pt>
                <c:pt idx="36">
                  <c:v>136</c:v>
                </c:pt>
                <c:pt idx="37">
                  <c:v>18</c:v>
                </c:pt>
                <c:pt idx="38">
                  <c:v>96</c:v>
                </c:pt>
                <c:pt idx="39">
                  <c:v>24</c:v>
                </c:pt>
                <c:pt idx="40">
                  <c:v>36</c:v>
                </c:pt>
                <c:pt idx="41">
                  <c:v>19</c:v>
                </c:pt>
                <c:pt idx="42">
                  <c:v>68</c:v>
                </c:pt>
                <c:pt idx="43">
                  <c:v>17</c:v>
                </c:pt>
                <c:pt idx="44">
                  <c:v>20</c:v>
                </c:pt>
                <c:pt idx="45">
                  <c:v>21</c:v>
                </c:pt>
                <c:pt idx="46">
                  <c:v>7</c:v>
                </c:pt>
                <c:pt idx="47">
                  <c:v>23</c:v>
                </c:pt>
                <c:pt idx="48">
                  <c:v>247</c:v>
                </c:pt>
                <c:pt idx="49">
                  <c:v>275</c:v>
                </c:pt>
                <c:pt idx="50">
                  <c:v>10</c:v>
                </c:pt>
                <c:pt idx="51">
                  <c:v>11</c:v>
                </c:pt>
                <c:pt idx="52">
                  <c:v>9</c:v>
                </c:pt>
                <c:pt idx="53">
                  <c:v>17</c:v>
                </c:pt>
                <c:pt idx="54">
                  <c:v>12</c:v>
                </c:pt>
                <c:pt idx="55">
                  <c:v>34</c:v>
                </c:pt>
                <c:pt idx="56">
                  <c:v>83</c:v>
                </c:pt>
                <c:pt idx="57">
                  <c:v>19</c:v>
                </c:pt>
                <c:pt idx="58">
                  <c:v>15</c:v>
                </c:pt>
                <c:pt idx="59">
                  <c:v>19</c:v>
                </c:pt>
                <c:pt idx="60">
                  <c:v>28</c:v>
                </c:pt>
                <c:pt idx="61">
                  <c:v>540</c:v>
                </c:pt>
                <c:pt idx="62">
                  <c:v>31</c:v>
                </c:pt>
                <c:pt idx="63">
                  <c:v>34</c:v>
                </c:pt>
                <c:pt idx="64">
                  <c:v>26</c:v>
                </c:pt>
                <c:pt idx="65">
                  <c:v>25</c:v>
                </c:pt>
                <c:pt idx="66">
                  <c:v>29</c:v>
                </c:pt>
                <c:pt idx="67">
                  <c:v>353</c:v>
                </c:pt>
                <c:pt idx="68">
                  <c:v>27</c:v>
                </c:pt>
                <c:pt idx="69">
                  <c:v>32</c:v>
                </c:pt>
                <c:pt idx="70">
                  <c:v>22</c:v>
                </c:pt>
                <c:pt idx="71">
                  <c:v>214</c:v>
                </c:pt>
                <c:pt idx="72">
                  <c:v>16</c:v>
                </c:pt>
                <c:pt idx="73">
                  <c:v>14</c:v>
                </c:pt>
                <c:pt idx="74">
                  <c:v>19</c:v>
                </c:pt>
                <c:pt idx="75">
                  <c:v>98</c:v>
                </c:pt>
                <c:pt idx="76">
                  <c:v>55</c:v>
                </c:pt>
                <c:pt idx="77">
                  <c:v>408</c:v>
                </c:pt>
                <c:pt idx="78">
                  <c:v>294</c:v>
                </c:pt>
                <c:pt idx="79">
                  <c:v>95</c:v>
                </c:pt>
                <c:pt idx="80">
                  <c:v>10</c:v>
                </c:pt>
                <c:pt idx="81">
                  <c:v>9</c:v>
                </c:pt>
                <c:pt idx="82">
                  <c:v>15</c:v>
                </c:pt>
                <c:pt idx="83">
                  <c:v>33</c:v>
                </c:pt>
                <c:pt idx="84">
                  <c:v>168</c:v>
                </c:pt>
                <c:pt idx="85">
                  <c:v>27</c:v>
                </c:pt>
                <c:pt idx="86">
                  <c:v>20</c:v>
                </c:pt>
                <c:pt idx="87">
                  <c:v>16</c:v>
                </c:pt>
                <c:pt idx="88">
                  <c:v>19</c:v>
                </c:pt>
                <c:pt idx="89">
                  <c:v>25</c:v>
                </c:pt>
                <c:pt idx="90">
                  <c:v>318</c:v>
                </c:pt>
                <c:pt idx="91">
                  <c:v>20</c:v>
                </c:pt>
                <c:pt idx="92">
                  <c:v>16</c:v>
                </c:pt>
                <c:pt idx="93">
                  <c:v>603</c:v>
                </c:pt>
                <c:pt idx="94">
                  <c:v>59</c:v>
                </c:pt>
                <c:pt idx="95">
                  <c:v>135</c:v>
                </c:pt>
                <c:pt idx="96">
                  <c:v>48</c:v>
                </c:pt>
                <c:pt idx="97">
                  <c:v>110</c:v>
                </c:pt>
                <c:pt idx="98">
                  <c:v>23</c:v>
                </c:pt>
                <c:pt idx="99">
                  <c:v>73</c:v>
                </c:pt>
                <c:pt idx="100">
                  <c:v>15</c:v>
                </c:pt>
                <c:pt idx="101">
                  <c:v>207</c:v>
                </c:pt>
                <c:pt idx="102">
                  <c:v>52</c:v>
                </c:pt>
                <c:pt idx="103">
                  <c:v>116</c:v>
                </c:pt>
                <c:pt idx="104">
                  <c:v>23</c:v>
                </c:pt>
                <c:pt idx="105">
                  <c:v>9</c:v>
                </c:pt>
                <c:pt idx="106">
                  <c:v>24</c:v>
                </c:pt>
                <c:pt idx="107">
                  <c:v>46</c:v>
                </c:pt>
                <c:pt idx="108">
                  <c:v>18</c:v>
                </c:pt>
                <c:pt idx="109">
                  <c:v>12</c:v>
                </c:pt>
                <c:pt idx="110">
                  <c:v>17</c:v>
                </c:pt>
                <c:pt idx="111">
                  <c:v>109</c:v>
                </c:pt>
                <c:pt idx="112">
                  <c:v>240</c:v>
                </c:pt>
                <c:pt idx="113">
                  <c:v>132</c:v>
                </c:pt>
                <c:pt idx="114">
                  <c:v>11</c:v>
                </c:pt>
                <c:pt idx="115">
                  <c:v>18</c:v>
                </c:pt>
                <c:pt idx="116">
                  <c:v>14</c:v>
                </c:pt>
                <c:pt idx="117">
                  <c:v>136</c:v>
                </c:pt>
                <c:pt idx="118">
                  <c:v>37</c:v>
                </c:pt>
                <c:pt idx="119">
                  <c:v>137</c:v>
                </c:pt>
                <c:pt idx="120">
                  <c:v>15</c:v>
                </c:pt>
                <c:pt idx="121">
                  <c:v>13</c:v>
                </c:pt>
                <c:pt idx="122">
                  <c:v>24</c:v>
                </c:pt>
                <c:pt idx="123">
                  <c:v>16</c:v>
                </c:pt>
                <c:pt idx="124">
                  <c:v>33</c:v>
                </c:pt>
                <c:pt idx="125">
                  <c:v>88</c:v>
                </c:pt>
                <c:pt idx="126">
                  <c:v>15</c:v>
                </c:pt>
                <c:pt idx="127">
                  <c:v>25</c:v>
                </c:pt>
                <c:pt idx="128">
                  <c:v>28</c:v>
                </c:pt>
                <c:pt idx="129">
                  <c:v>38</c:v>
                </c:pt>
                <c:pt idx="130">
                  <c:v>206</c:v>
                </c:pt>
                <c:pt idx="131">
                  <c:v>660</c:v>
                </c:pt>
                <c:pt idx="132">
                  <c:v>595</c:v>
                </c:pt>
                <c:pt idx="133">
                  <c:v>241</c:v>
                </c:pt>
                <c:pt idx="134">
                  <c:v>339</c:v>
                </c:pt>
                <c:pt idx="135">
                  <c:v>20</c:v>
                </c:pt>
                <c:pt idx="136">
                  <c:v>601</c:v>
                </c:pt>
                <c:pt idx="137">
                  <c:v>14</c:v>
                </c:pt>
                <c:pt idx="138">
                  <c:v>138</c:v>
                </c:pt>
                <c:pt idx="139">
                  <c:v>34</c:v>
                </c:pt>
                <c:pt idx="140">
                  <c:v>17</c:v>
                </c:pt>
                <c:pt idx="141">
                  <c:v>13</c:v>
                </c:pt>
                <c:pt idx="142">
                  <c:v>31</c:v>
                </c:pt>
                <c:pt idx="143">
                  <c:v>11</c:v>
                </c:pt>
                <c:pt idx="144">
                  <c:v>18</c:v>
                </c:pt>
                <c:pt idx="145">
                  <c:v>28</c:v>
                </c:pt>
                <c:pt idx="146">
                  <c:v>14</c:v>
                </c:pt>
                <c:pt idx="147">
                  <c:v>14</c:v>
                </c:pt>
                <c:pt idx="148">
                  <c:v>29</c:v>
                </c:pt>
                <c:pt idx="149">
                  <c:v>192</c:v>
                </c:pt>
                <c:pt idx="150">
                  <c:v>24</c:v>
                </c:pt>
                <c:pt idx="151">
                  <c:v>31</c:v>
                </c:pt>
                <c:pt idx="152">
                  <c:v>104</c:v>
                </c:pt>
                <c:pt idx="153">
                  <c:v>209</c:v>
                </c:pt>
                <c:pt idx="154">
                  <c:v>22</c:v>
                </c:pt>
                <c:pt idx="155">
                  <c:v>32</c:v>
                </c:pt>
                <c:pt idx="156">
                  <c:v>11</c:v>
                </c:pt>
                <c:pt idx="157">
                  <c:v>50</c:v>
                </c:pt>
                <c:pt idx="158">
                  <c:v>29</c:v>
                </c:pt>
                <c:pt idx="159">
                  <c:v>20</c:v>
                </c:pt>
                <c:pt idx="160">
                  <c:v>125</c:v>
                </c:pt>
                <c:pt idx="161">
                  <c:v>11</c:v>
                </c:pt>
                <c:pt idx="162">
                  <c:v>163</c:v>
                </c:pt>
                <c:pt idx="163">
                  <c:v>22</c:v>
                </c:pt>
                <c:pt idx="164">
                  <c:v>18</c:v>
                </c:pt>
                <c:pt idx="165">
                  <c:v>30</c:v>
                </c:pt>
                <c:pt idx="166">
                  <c:v>19</c:v>
                </c:pt>
                <c:pt idx="167">
                  <c:v>34</c:v>
                </c:pt>
                <c:pt idx="168">
                  <c:v>40</c:v>
                </c:pt>
                <c:pt idx="169">
                  <c:v>22</c:v>
                </c:pt>
                <c:pt idx="170">
                  <c:v>39</c:v>
                </c:pt>
                <c:pt idx="171">
                  <c:v>342</c:v>
                </c:pt>
                <c:pt idx="172">
                  <c:v>62</c:v>
                </c:pt>
                <c:pt idx="173">
                  <c:v>31</c:v>
                </c:pt>
                <c:pt idx="174">
                  <c:v>52</c:v>
                </c:pt>
                <c:pt idx="175">
                  <c:v>32</c:v>
                </c:pt>
                <c:pt idx="176">
                  <c:v>49</c:v>
                </c:pt>
                <c:pt idx="177">
                  <c:v>86</c:v>
                </c:pt>
                <c:pt idx="178">
                  <c:v>18</c:v>
                </c:pt>
                <c:pt idx="179">
                  <c:v>40</c:v>
                </c:pt>
                <c:pt idx="180">
                  <c:v>51</c:v>
                </c:pt>
                <c:pt idx="181">
                  <c:v>16</c:v>
                </c:pt>
                <c:pt idx="182">
                  <c:v>30</c:v>
                </c:pt>
                <c:pt idx="183">
                  <c:v>24</c:v>
                </c:pt>
                <c:pt idx="184">
                  <c:v>38</c:v>
                </c:pt>
                <c:pt idx="185">
                  <c:v>42</c:v>
                </c:pt>
                <c:pt idx="186">
                  <c:v>31</c:v>
                </c:pt>
                <c:pt idx="187">
                  <c:v>78</c:v>
                </c:pt>
                <c:pt idx="188">
                  <c:v>17</c:v>
                </c:pt>
                <c:pt idx="189">
                  <c:v>58</c:v>
                </c:pt>
                <c:pt idx="190">
                  <c:v>14</c:v>
                </c:pt>
                <c:pt idx="191">
                  <c:v>24</c:v>
                </c:pt>
                <c:pt idx="192">
                  <c:v>25</c:v>
                </c:pt>
                <c:pt idx="193">
                  <c:v>323</c:v>
                </c:pt>
                <c:pt idx="194">
                  <c:v>24</c:v>
                </c:pt>
                <c:pt idx="195">
                  <c:v>28</c:v>
                </c:pt>
                <c:pt idx="196">
                  <c:v>182</c:v>
                </c:pt>
                <c:pt idx="197">
                  <c:v>19</c:v>
                </c:pt>
                <c:pt idx="198">
                  <c:v>110</c:v>
                </c:pt>
                <c:pt idx="199">
                  <c:v>20</c:v>
                </c:pt>
                <c:pt idx="200">
                  <c:v>122</c:v>
                </c:pt>
                <c:pt idx="201">
                  <c:v>17</c:v>
                </c:pt>
                <c:pt idx="202">
                  <c:v>24</c:v>
                </c:pt>
                <c:pt idx="203">
                  <c:v>15</c:v>
                </c:pt>
                <c:pt idx="204">
                  <c:v>13</c:v>
                </c:pt>
                <c:pt idx="205">
                  <c:v>15</c:v>
                </c:pt>
                <c:pt idx="206">
                  <c:v>13</c:v>
                </c:pt>
                <c:pt idx="207">
                  <c:v>45</c:v>
                </c:pt>
                <c:pt idx="208">
                  <c:v>16</c:v>
                </c:pt>
                <c:pt idx="209">
                  <c:v>26</c:v>
                </c:pt>
                <c:pt idx="210">
                  <c:v>9</c:v>
                </c:pt>
                <c:pt idx="211">
                  <c:v>15</c:v>
                </c:pt>
                <c:pt idx="212">
                  <c:v>9</c:v>
                </c:pt>
                <c:pt idx="213">
                  <c:v>11</c:v>
                </c:pt>
                <c:pt idx="214">
                  <c:v>33</c:v>
                </c:pt>
                <c:pt idx="215">
                  <c:v>74</c:v>
                </c:pt>
                <c:pt idx="216">
                  <c:v>14</c:v>
                </c:pt>
                <c:pt idx="217">
                  <c:v>20</c:v>
                </c:pt>
                <c:pt idx="218">
                  <c:v>16</c:v>
                </c:pt>
                <c:pt idx="219">
                  <c:v>17</c:v>
                </c:pt>
                <c:pt idx="220">
                  <c:v>28</c:v>
                </c:pt>
                <c:pt idx="221">
                  <c:v>65</c:v>
                </c:pt>
                <c:pt idx="222">
                  <c:v>579</c:v>
                </c:pt>
                <c:pt idx="223">
                  <c:v>61</c:v>
                </c:pt>
                <c:pt idx="224">
                  <c:v>294</c:v>
                </c:pt>
                <c:pt idx="225">
                  <c:v>38</c:v>
                </c:pt>
                <c:pt idx="226">
                  <c:v>22</c:v>
                </c:pt>
                <c:pt idx="227">
                  <c:v>142</c:v>
                </c:pt>
                <c:pt idx="228">
                  <c:v>198</c:v>
                </c:pt>
                <c:pt idx="229">
                  <c:v>26</c:v>
                </c:pt>
                <c:pt idx="230">
                  <c:v>16</c:v>
                </c:pt>
                <c:pt idx="231">
                  <c:v>26</c:v>
                </c:pt>
                <c:pt idx="232">
                  <c:v>53</c:v>
                </c:pt>
                <c:pt idx="233">
                  <c:v>52</c:v>
                </c:pt>
                <c:pt idx="234">
                  <c:v>176</c:v>
                </c:pt>
                <c:pt idx="235">
                  <c:v>255</c:v>
                </c:pt>
                <c:pt idx="236">
                  <c:v>29</c:v>
                </c:pt>
                <c:pt idx="237">
                  <c:v>42</c:v>
                </c:pt>
                <c:pt idx="238">
                  <c:v>25</c:v>
                </c:pt>
                <c:pt idx="239">
                  <c:v>33</c:v>
                </c:pt>
                <c:pt idx="240">
                  <c:v>57</c:v>
                </c:pt>
                <c:pt idx="241">
                  <c:v>20</c:v>
                </c:pt>
                <c:pt idx="242">
                  <c:v>96</c:v>
                </c:pt>
                <c:pt idx="243">
                  <c:v>20</c:v>
                </c:pt>
                <c:pt idx="244">
                  <c:v>15</c:v>
                </c:pt>
                <c:pt idx="245">
                  <c:v>63</c:v>
                </c:pt>
                <c:pt idx="246">
                  <c:v>279</c:v>
                </c:pt>
                <c:pt idx="247">
                  <c:v>19</c:v>
                </c:pt>
                <c:pt idx="248">
                  <c:v>12</c:v>
                </c:pt>
                <c:pt idx="249">
                  <c:v>19</c:v>
                </c:pt>
                <c:pt idx="250">
                  <c:v>13</c:v>
                </c:pt>
                <c:pt idx="251">
                  <c:v>29</c:v>
                </c:pt>
                <c:pt idx="252">
                  <c:v>132</c:v>
                </c:pt>
                <c:pt idx="253">
                  <c:v>79</c:v>
                </c:pt>
                <c:pt idx="254">
                  <c:v>18</c:v>
                </c:pt>
                <c:pt idx="255">
                  <c:v>16</c:v>
                </c:pt>
                <c:pt idx="256">
                  <c:v>18</c:v>
                </c:pt>
                <c:pt idx="257">
                  <c:v>22</c:v>
                </c:pt>
                <c:pt idx="258">
                  <c:v>304</c:v>
                </c:pt>
                <c:pt idx="259">
                  <c:v>42</c:v>
                </c:pt>
                <c:pt idx="260">
                  <c:v>31</c:v>
                </c:pt>
                <c:pt idx="261">
                  <c:v>25</c:v>
                </c:pt>
                <c:pt idx="262">
                  <c:v>48</c:v>
                </c:pt>
                <c:pt idx="263">
                  <c:v>20</c:v>
                </c:pt>
                <c:pt idx="264">
                  <c:v>32</c:v>
                </c:pt>
                <c:pt idx="265">
                  <c:v>30</c:v>
                </c:pt>
                <c:pt idx="266">
                  <c:v>52</c:v>
                </c:pt>
                <c:pt idx="267">
                  <c:v>21</c:v>
                </c:pt>
                <c:pt idx="268">
                  <c:v>17</c:v>
                </c:pt>
                <c:pt idx="269">
                  <c:v>18</c:v>
                </c:pt>
                <c:pt idx="270">
                  <c:v>20</c:v>
                </c:pt>
                <c:pt idx="271">
                  <c:v>15</c:v>
                </c:pt>
                <c:pt idx="272">
                  <c:v>54</c:v>
                </c:pt>
                <c:pt idx="273">
                  <c:v>240</c:v>
                </c:pt>
                <c:pt idx="274">
                  <c:v>13</c:v>
                </c:pt>
                <c:pt idx="275">
                  <c:v>27</c:v>
                </c:pt>
                <c:pt idx="276">
                  <c:v>84</c:v>
                </c:pt>
                <c:pt idx="277">
                  <c:v>43</c:v>
                </c:pt>
                <c:pt idx="278">
                  <c:v>19</c:v>
                </c:pt>
                <c:pt idx="279">
                  <c:v>18</c:v>
                </c:pt>
                <c:pt idx="280">
                  <c:v>568</c:v>
                </c:pt>
                <c:pt idx="281">
                  <c:v>428</c:v>
                </c:pt>
                <c:pt idx="282">
                  <c:v>8</c:v>
                </c:pt>
                <c:pt idx="283">
                  <c:v>9</c:v>
                </c:pt>
                <c:pt idx="284">
                  <c:v>14</c:v>
                </c:pt>
                <c:pt idx="285">
                  <c:v>31</c:v>
                </c:pt>
                <c:pt idx="286">
                  <c:v>76</c:v>
                </c:pt>
                <c:pt idx="287">
                  <c:v>18</c:v>
                </c:pt>
                <c:pt idx="288">
                  <c:v>34</c:v>
                </c:pt>
                <c:pt idx="289">
                  <c:v>27</c:v>
                </c:pt>
                <c:pt idx="290">
                  <c:v>344</c:v>
                </c:pt>
                <c:pt idx="291">
                  <c:v>43</c:v>
                </c:pt>
                <c:pt idx="292">
                  <c:v>22</c:v>
                </c:pt>
                <c:pt idx="293">
                  <c:v>159</c:v>
                </c:pt>
                <c:pt idx="294">
                  <c:v>20</c:v>
                </c:pt>
                <c:pt idx="295">
                  <c:v>140</c:v>
                </c:pt>
                <c:pt idx="296">
                  <c:v>18</c:v>
                </c:pt>
                <c:pt idx="297">
                  <c:v>39</c:v>
                </c:pt>
                <c:pt idx="298">
                  <c:v>31</c:v>
                </c:pt>
                <c:pt idx="299">
                  <c:v>61</c:v>
                </c:pt>
                <c:pt idx="300">
                  <c:v>75</c:v>
                </c:pt>
                <c:pt idx="301">
                  <c:v>50</c:v>
                </c:pt>
                <c:pt idx="302">
                  <c:v>29</c:v>
                </c:pt>
                <c:pt idx="303">
                  <c:v>205</c:v>
                </c:pt>
                <c:pt idx="304">
                  <c:v>642</c:v>
                </c:pt>
                <c:pt idx="305">
                  <c:v>32</c:v>
                </c:pt>
                <c:pt idx="306">
                  <c:v>14</c:v>
                </c:pt>
                <c:pt idx="307">
                  <c:v>136</c:v>
                </c:pt>
                <c:pt idx="308">
                  <c:v>91</c:v>
                </c:pt>
                <c:pt idx="309">
                  <c:v>44</c:v>
                </c:pt>
                <c:pt idx="310">
                  <c:v>41</c:v>
                </c:pt>
                <c:pt idx="311">
                  <c:v>271</c:v>
                </c:pt>
                <c:pt idx="312">
                  <c:v>822</c:v>
                </c:pt>
                <c:pt idx="313">
                  <c:v>186</c:v>
                </c:pt>
                <c:pt idx="314">
                  <c:v>20</c:v>
                </c:pt>
                <c:pt idx="315">
                  <c:v>14</c:v>
                </c:pt>
                <c:pt idx="316">
                  <c:v>75</c:v>
                </c:pt>
                <c:pt idx="317">
                  <c:v>21</c:v>
                </c:pt>
                <c:pt idx="318">
                  <c:v>24</c:v>
                </c:pt>
                <c:pt idx="319">
                  <c:v>230</c:v>
                </c:pt>
                <c:pt idx="320">
                  <c:v>10</c:v>
                </c:pt>
                <c:pt idx="321">
                  <c:v>18</c:v>
                </c:pt>
                <c:pt idx="322">
                  <c:v>25</c:v>
                </c:pt>
                <c:pt idx="323">
                  <c:v>184</c:v>
                </c:pt>
                <c:pt idx="324">
                  <c:v>59</c:v>
                </c:pt>
                <c:pt idx="325">
                  <c:v>20</c:v>
                </c:pt>
                <c:pt idx="326">
                  <c:v>8</c:v>
                </c:pt>
                <c:pt idx="327">
                  <c:v>18</c:v>
                </c:pt>
                <c:pt idx="328">
                  <c:v>20</c:v>
                </c:pt>
                <c:pt idx="329">
                  <c:v>25</c:v>
                </c:pt>
                <c:pt idx="330">
                  <c:v>46</c:v>
                </c:pt>
                <c:pt idx="331">
                  <c:v>131</c:v>
                </c:pt>
                <c:pt idx="332">
                  <c:v>13</c:v>
                </c:pt>
                <c:pt idx="333">
                  <c:v>17</c:v>
                </c:pt>
                <c:pt idx="334">
                  <c:v>14</c:v>
                </c:pt>
                <c:pt idx="335">
                  <c:v>30</c:v>
                </c:pt>
                <c:pt idx="336">
                  <c:v>321</c:v>
                </c:pt>
                <c:pt idx="337">
                  <c:v>10</c:v>
                </c:pt>
                <c:pt idx="338">
                  <c:v>23</c:v>
                </c:pt>
                <c:pt idx="339">
                  <c:v>13</c:v>
                </c:pt>
                <c:pt idx="340">
                  <c:v>414</c:v>
                </c:pt>
                <c:pt idx="341">
                  <c:v>145</c:v>
                </c:pt>
                <c:pt idx="342">
                  <c:v>399</c:v>
                </c:pt>
                <c:pt idx="343">
                  <c:v>211</c:v>
                </c:pt>
                <c:pt idx="344">
                  <c:v>150</c:v>
                </c:pt>
                <c:pt idx="345">
                  <c:v>20</c:v>
                </c:pt>
                <c:pt idx="346">
                  <c:v>370</c:v>
                </c:pt>
                <c:pt idx="347">
                  <c:v>23</c:v>
                </c:pt>
                <c:pt idx="348">
                  <c:v>29</c:v>
                </c:pt>
                <c:pt idx="349">
                  <c:v>24</c:v>
                </c:pt>
                <c:pt idx="350">
                  <c:v>16</c:v>
                </c:pt>
                <c:pt idx="351">
                  <c:v>25</c:v>
                </c:pt>
                <c:pt idx="352">
                  <c:v>65</c:v>
                </c:pt>
                <c:pt idx="353">
                  <c:v>68</c:v>
                </c:pt>
                <c:pt idx="354">
                  <c:v>66</c:v>
                </c:pt>
                <c:pt idx="355">
                  <c:v>194</c:v>
                </c:pt>
                <c:pt idx="356">
                  <c:v>18</c:v>
                </c:pt>
                <c:pt idx="357">
                  <c:v>30</c:v>
                </c:pt>
                <c:pt idx="358">
                  <c:v>30</c:v>
                </c:pt>
                <c:pt idx="359">
                  <c:v>164</c:v>
                </c:pt>
                <c:pt idx="360">
                  <c:v>128</c:v>
                </c:pt>
                <c:pt idx="361">
                  <c:v>36</c:v>
                </c:pt>
                <c:pt idx="362">
                  <c:v>48</c:v>
                </c:pt>
                <c:pt idx="363">
                  <c:v>90</c:v>
                </c:pt>
                <c:pt idx="364">
                  <c:v>29</c:v>
                </c:pt>
                <c:pt idx="365">
                  <c:v>28</c:v>
                </c:pt>
                <c:pt idx="366">
                  <c:v>99</c:v>
                </c:pt>
                <c:pt idx="367">
                  <c:v>110</c:v>
                </c:pt>
                <c:pt idx="368">
                  <c:v>68</c:v>
                </c:pt>
                <c:pt idx="369">
                  <c:v>15</c:v>
                </c:pt>
                <c:pt idx="370">
                  <c:v>14</c:v>
                </c:pt>
                <c:pt idx="371">
                  <c:v>66</c:v>
                </c:pt>
                <c:pt idx="372">
                  <c:v>30</c:v>
                </c:pt>
                <c:pt idx="373">
                  <c:v>381</c:v>
                </c:pt>
                <c:pt idx="374">
                  <c:v>68</c:v>
                </c:pt>
                <c:pt idx="375">
                  <c:v>59</c:v>
                </c:pt>
                <c:pt idx="376">
                  <c:v>491</c:v>
                </c:pt>
                <c:pt idx="377">
                  <c:v>56</c:v>
                </c:pt>
                <c:pt idx="378">
                  <c:v>702</c:v>
                </c:pt>
                <c:pt idx="379">
                  <c:v>14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4BE-46B3-9380-93287831B4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850"/>
          <c:min val="0"/>
        </c:scaling>
        <c:delete val="0"/>
        <c:axPos val="l"/>
        <c:majorGridlines>
          <c:spPr>
            <a:ln w="9525">
              <a:solidFill>
                <a:srgbClr val="E8EFF2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4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10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≤750 token</c:v>
          </c:tx>
          <c:spPr>
            <a:ln w="0">
              <a:noFill/>
            </a:ln>
          </c:spPr>
          <c:marker>
            <c:symbol val="circle"/>
            <c:size val="2"/>
            <c:spPr>
              <a:solidFill>
                <a:srgbClr val="BCCBD3"/>
              </a:solidFill>
              <a:ln w="0">
                <a:noFill/>
              </a:ln>
            </c:spPr>
          </c:marker>
          <c:xVal>
            <c:numRef>
              <c:f>'Chart Data'!$A$2:$A$7863</c:f>
              <c:numCache>
                <c:formatCode>General</c:formatCode>
                <c:ptCount val="7862"/>
                <c:pt idx="0">
                  <c:v>0</c:v>
                </c:pt>
                <c:pt idx="1">
                  <c:v>5.278E-05</c:v>
                </c:pt>
                <c:pt idx="2">
                  <c:v>6.333E-05</c:v>
                </c:pt>
                <c:pt idx="3">
                  <c:v>8.528E-05</c:v>
                </c:pt>
                <c:pt idx="4">
                  <c:v>0.0001425</c:v>
                </c:pt>
                <c:pt idx="5">
                  <c:v>0.00297583</c:v>
                </c:pt>
                <c:pt idx="6">
                  <c:v>0.00308028</c:v>
                </c:pt>
                <c:pt idx="7">
                  <c:v>0.00308472</c:v>
                </c:pt>
                <c:pt idx="8">
                  <c:v>0.0031325</c:v>
                </c:pt>
                <c:pt idx="9">
                  <c:v>0.00587917</c:v>
                </c:pt>
                <c:pt idx="10">
                  <c:v>0.00596167</c:v>
                </c:pt>
                <c:pt idx="11">
                  <c:v>0.0060025</c:v>
                </c:pt>
                <c:pt idx="12">
                  <c:v>0.00879194</c:v>
                </c:pt>
                <c:pt idx="13">
                  <c:v>0.00889889</c:v>
                </c:pt>
                <c:pt idx="14">
                  <c:v>0.00892639</c:v>
                </c:pt>
                <c:pt idx="15">
                  <c:v>0.00901389</c:v>
                </c:pt>
                <c:pt idx="16">
                  <c:v>0.01040667</c:v>
                </c:pt>
                <c:pt idx="17">
                  <c:v>0.01164389</c:v>
                </c:pt>
                <c:pt idx="18">
                  <c:v>0.01177861</c:v>
                </c:pt>
                <c:pt idx="19">
                  <c:v>0.0133225</c:v>
                </c:pt>
                <c:pt idx="20">
                  <c:v>0.01335278</c:v>
                </c:pt>
                <c:pt idx="21">
                  <c:v>0.01340083</c:v>
                </c:pt>
                <c:pt idx="22">
                  <c:v>0.01345222</c:v>
                </c:pt>
                <c:pt idx="23">
                  <c:v>0.01630139</c:v>
                </c:pt>
                <c:pt idx="24">
                  <c:v>0.01633528</c:v>
                </c:pt>
                <c:pt idx="25">
                  <c:v>0.01646306</c:v>
                </c:pt>
                <c:pt idx="26">
                  <c:v>0.01652028</c:v>
                </c:pt>
                <c:pt idx="27">
                  <c:v>0.01911056</c:v>
                </c:pt>
                <c:pt idx="28">
                  <c:v>0.02072472</c:v>
                </c:pt>
                <c:pt idx="29">
                  <c:v>0.02076111</c:v>
                </c:pt>
                <c:pt idx="30">
                  <c:v>0.02081778</c:v>
                </c:pt>
                <c:pt idx="31">
                  <c:v>0.02093417</c:v>
                </c:pt>
                <c:pt idx="32">
                  <c:v>0.02354389</c:v>
                </c:pt>
                <c:pt idx="33">
                  <c:v>0.02392833</c:v>
                </c:pt>
                <c:pt idx="34">
                  <c:v>0.02510194</c:v>
                </c:pt>
                <c:pt idx="35">
                  <c:v>0.02515667</c:v>
                </c:pt>
                <c:pt idx="36">
                  <c:v>0.025255</c:v>
                </c:pt>
                <c:pt idx="37">
                  <c:v>0.02812639</c:v>
                </c:pt>
                <c:pt idx="38">
                  <c:v>0.02817056</c:v>
                </c:pt>
                <c:pt idx="39">
                  <c:v>0.02826472</c:v>
                </c:pt>
                <c:pt idx="40">
                  <c:v>0.02962417</c:v>
                </c:pt>
                <c:pt idx="41">
                  <c:v>0.02980806</c:v>
                </c:pt>
                <c:pt idx="42">
                  <c:v>0.03105556</c:v>
                </c:pt>
                <c:pt idx="43">
                  <c:v>0.03109889</c:v>
                </c:pt>
                <c:pt idx="44">
                  <c:v>0.03126833</c:v>
                </c:pt>
                <c:pt idx="45">
                  <c:v>0.03265444</c:v>
                </c:pt>
                <c:pt idx="46">
                  <c:v>0.03414</c:v>
                </c:pt>
                <c:pt idx="47">
                  <c:v>0.03425556</c:v>
                </c:pt>
                <c:pt idx="48">
                  <c:v>0.03549722</c:v>
                </c:pt>
                <c:pt idx="49">
                  <c:v>0.03566944</c:v>
                </c:pt>
                <c:pt idx="50">
                  <c:v>0.03583917</c:v>
                </c:pt>
                <c:pt idx="51">
                  <c:v>0.0371475</c:v>
                </c:pt>
                <c:pt idx="52">
                  <c:v>0.03980917</c:v>
                </c:pt>
                <c:pt idx="53">
                  <c:v>0.04011444</c:v>
                </c:pt>
                <c:pt idx="54">
                  <c:v>0.04013028</c:v>
                </c:pt>
                <c:pt idx="55">
                  <c:v>0.04136778</c:v>
                </c:pt>
                <c:pt idx="56">
                  <c:v>0.04171</c:v>
                </c:pt>
                <c:pt idx="57">
                  <c:v>0.04292444</c:v>
                </c:pt>
                <c:pt idx="58">
                  <c:v>0.04308667</c:v>
                </c:pt>
                <c:pt idx="59">
                  <c:v>0.04314278</c:v>
                </c:pt>
                <c:pt idx="60">
                  <c:v>0.04424083</c:v>
                </c:pt>
                <c:pt idx="61">
                  <c:v>0.04593667</c:v>
                </c:pt>
                <c:pt idx="62">
                  <c:v>0.04612667</c:v>
                </c:pt>
                <c:pt idx="63">
                  <c:v>0.04616444</c:v>
                </c:pt>
                <c:pt idx="64">
                  <c:v>0.04726167</c:v>
                </c:pt>
                <c:pt idx="65">
                  <c:v>0.04749028</c:v>
                </c:pt>
                <c:pt idx="66">
                  <c:v>0.04880333</c:v>
                </c:pt>
                <c:pt idx="67">
                  <c:v>0.04892222</c:v>
                </c:pt>
                <c:pt idx="68">
                  <c:v>0.0491</c:v>
                </c:pt>
                <c:pt idx="69">
                  <c:v>0.05049694</c:v>
                </c:pt>
                <c:pt idx="70">
                  <c:v>0.05055278</c:v>
                </c:pt>
                <c:pt idx="71">
                  <c:v>0.05182</c:v>
                </c:pt>
                <c:pt idx="72">
                  <c:v>0.05194528</c:v>
                </c:pt>
                <c:pt idx="73">
                  <c:v>0.05210806</c:v>
                </c:pt>
                <c:pt idx="74">
                  <c:v>0.05212167</c:v>
                </c:pt>
                <c:pt idx="75">
                  <c:v>0.05479333</c:v>
                </c:pt>
                <c:pt idx="76">
                  <c:v>0.05492611</c:v>
                </c:pt>
                <c:pt idx="77">
                  <c:v>0.05510194</c:v>
                </c:pt>
                <c:pt idx="78">
                  <c:v>0.05511</c:v>
                </c:pt>
                <c:pt idx="79">
                  <c:v>0.05642917</c:v>
                </c:pt>
                <c:pt idx="80">
                  <c:v>0.05666083</c:v>
                </c:pt>
                <c:pt idx="81">
                  <c:v>0.05667028</c:v>
                </c:pt>
                <c:pt idx="82">
                  <c:v>0.05781417</c:v>
                </c:pt>
                <c:pt idx="83">
                  <c:v>0.05797167</c:v>
                </c:pt>
                <c:pt idx="84">
                  <c:v>0.05818861</c:v>
                </c:pt>
                <c:pt idx="85">
                  <c:v>0.05941556</c:v>
                </c:pt>
                <c:pt idx="86">
                  <c:v>0.0596775</c:v>
                </c:pt>
                <c:pt idx="87">
                  <c:v>0.05974917</c:v>
                </c:pt>
                <c:pt idx="88">
                  <c:v>0.06079083</c:v>
                </c:pt>
                <c:pt idx="89">
                  <c:v>0.06095472</c:v>
                </c:pt>
                <c:pt idx="90">
                  <c:v>0.06238917</c:v>
                </c:pt>
                <c:pt idx="91">
                  <c:v>0.06270333</c:v>
                </c:pt>
                <c:pt idx="92">
                  <c:v>0.06278167</c:v>
                </c:pt>
                <c:pt idx="93">
                  <c:v>0.06376306</c:v>
                </c:pt>
                <c:pt idx="94">
                  <c:v>0.06395889</c:v>
                </c:pt>
                <c:pt idx="95">
                  <c:v>0.06433333</c:v>
                </c:pt>
                <c:pt idx="96">
                  <c:v>0.06540333</c:v>
                </c:pt>
                <c:pt idx="97">
                  <c:v>0.06563667</c:v>
                </c:pt>
                <c:pt idx="98">
                  <c:v>0.06676806</c:v>
                </c:pt>
                <c:pt idx="99">
                  <c:v>0.066965</c:v>
                </c:pt>
                <c:pt idx="100">
                  <c:v>0.06732306</c:v>
                </c:pt>
                <c:pt idx="101">
                  <c:v>0.07157889</c:v>
                </c:pt>
                <c:pt idx="102">
                  <c:v>0.07163833</c:v>
                </c:pt>
                <c:pt idx="103">
                  <c:v>0.07164056</c:v>
                </c:pt>
                <c:pt idx="104">
                  <c:v>0.07166</c:v>
                </c:pt>
                <c:pt idx="105">
                  <c:v>0.07166083</c:v>
                </c:pt>
                <c:pt idx="106">
                  <c:v>0.074875</c:v>
                </c:pt>
                <c:pt idx="107">
                  <c:v>0.07489222</c:v>
                </c:pt>
                <c:pt idx="108">
                  <c:v>0.07599028</c:v>
                </c:pt>
                <c:pt idx="109">
                  <c:v>0.07658722</c:v>
                </c:pt>
                <c:pt idx="110">
                  <c:v>0.07836278</c:v>
                </c:pt>
                <c:pt idx="111">
                  <c:v>0.07836333</c:v>
                </c:pt>
                <c:pt idx="112">
                  <c:v>0.078965</c:v>
                </c:pt>
                <c:pt idx="113">
                  <c:v>0.08123028</c:v>
                </c:pt>
                <c:pt idx="114">
                  <c:v>0.08166472</c:v>
                </c:pt>
                <c:pt idx="115">
                  <c:v>0.08207639</c:v>
                </c:pt>
                <c:pt idx="116">
                  <c:v>0.08309444</c:v>
                </c:pt>
                <c:pt idx="117">
                  <c:v>0.08407556</c:v>
                </c:pt>
                <c:pt idx="118">
                  <c:v>0.08565944</c:v>
                </c:pt>
                <c:pt idx="119">
                  <c:v>0.08598083</c:v>
                </c:pt>
                <c:pt idx="120">
                  <c:v>0.08780722</c:v>
                </c:pt>
                <c:pt idx="121">
                  <c:v>0.08786083</c:v>
                </c:pt>
                <c:pt idx="122">
                  <c:v>0.08882722</c:v>
                </c:pt>
                <c:pt idx="123">
                  <c:v>0.08899139</c:v>
                </c:pt>
                <c:pt idx="124">
                  <c:v>0.09047194</c:v>
                </c:pt>
                <c:pt idx="125">
                  <c:v>0.09183444</c:v>
                </c:pt>
                <c:pt idx="126">
                  <c:v>0.09222389</c:v>
                </c:pt>
                <c:pt idx="127">
                  <c:v>0.09357528</c:v>
                </c:pt>
                <c:pt idx="128">
                  <c:v>0.09365639</c:v>
                </c:pt>
                <c:pt idx="129">
                  <c:v>0.09460917</c:v>
                </c:pt>
                <c:pt idx="130">
                  <c:v>0.09503667</c:v>
                </c:pt>
                <c:pt idx="131">
                  <c:v>0.09513833</c:v>
                </c:pt>
                <c:pt idx="132">
                  <c:v>0.096635</c:v>
                </c:pt>
                <c:pt idx="133">
                  <c:v>0.10403972</c:v>
                </c:pt>
                <c:pt idx="134">
                  <c:v>0.10406778</c:v>
                </c:pt>
                <c:pt idx="135">
                  <c:v>0.10408028</c:v>
                </c:pt>
                <c:pt idx="136">
                  <c:v>0.10450556</c:v>
                </c:pt>
                <c:pt idx="137">
                  <c:v>0.10768194</c:v>
                </c:pt>
                <c:pt idx="138">
                  <c:v>0.10775333</c:v>
                </c:pt>
                <c:pt idx="139">
                  <c:v>0.10781833</c:v>
                </c:pt>
                <c:pt idx="140">
                  <c:v>0.10782833</c:v>
                </c:pt>
                <c:pt idx="141">
                  <c:v>0.10938667</c:v>
                </c:pt>
                <c:pt idx="142">
                  <c:v>0.10989194</c:v>
                </c:pt>
                <c:pt idx="143">
                  <c:v>0.11094861</c:v>
                </c:pt>
                <c:pt idx="144">
                  <c:v>0.11552083</c:v>
                </c:pt>
                <c:pt idx="145">
                  <c:v>0.59894278</c:v>
                </c:pt>
                <c:pt idx="146">
                  <c:v>0.59900083</c:v>
                </c:pt>
                <c:pt idx="147">
                  <c:v>0.59902417</c:v>
                </c:pt>
                <c:pt idx="148">
                  <c:v>0.59905306</c:v>
                </c:pt>
                <c:pt idx="149">
                  <c:v>0.59905611</c:v>
                </c:pt>
                <c:pt idx="150">
                  <c:v>0.60210389</c:v>
                </c:pt>
                <c:pt idx="151">
                  <c:v>0.60260333</c:v>
                </c:pt>
                <c:pt idx="152">
                  <c:v>0.60262806</c:v>
                </c:pt>
                <c:pt idx="153">
                  <c:v>0.60263194</c:v>
                </c:pt>
                <c:pt idx="154">
                  <c:v>0.60350417</c:v>
                </c:pt>
                <c:pt idx="155">
                  <c:v>0.60465528</c:v>
                </c:pt>
                <c:pt idx="156">
                  <c:v>0.62154694</c:v>
                </c:pt>
                <c:pt idx="157">
                  <c:v>0.62167889</c:v>
                </c:pt>
                <c:pt idx="158">
                  <c:v>0.62205417</c:v>
                </c:pt>
                <c:pt idx="159">
                  <c:v>0.62474611</c:v>
                </c:pt>
                <c:pt idx="160">
                  <c:v>0.62484861</c:v>
                </c:pt>
                <c:pt idx="161">
                  <c:v>0.62630222</c:v>
                </c:pt>
                <c:pt idx="162">
                  <c:v>0.62707472</c:v>
                </c:pt>
                <c:pt idx="163">
                  <c:v>0.62845667</c:v>
                </c:pt>
                <c:pt idx="164">
                  <c:v>0.62901389</c:v>
                </c:pt>
                <c:pt idx="165">
                  <c:v>0.63048</c:v>
                </c:pt>
                <c:pt idx="166">
                  <c:v>0.63076611</c:v>
                </c:pt>
                <c:pt idx="167">
                  <c:v>0.63175972</c:v>
                </c:pt>
                <c:pt idx="168">
                  <c:v>0.63224889</c:v>
                </c:pt>
                <c:pt idx="169">
                  <c:v>0.63302278</c:v>
                </c:pt>
                <c:pt idx="170">
                  <c:v>0.63356389</c:v>
                </c:pt>
                <c:pt idx="171">
                  <c:v>0.6405575</c:v>
                </c:pt>
                <c:pt idx="172">
                  <c:v>0.64098639</c:v>
                </c:pt>
                <c:pt idx="173">
                  <c:v>0.64169222</c:v>
                </c:pt>
                <c:pt idx="174">
                  <c:v>0.64203</c:v>
                </c:pt>
                <c:pt idx="175">
                  <c:v>0.6423125</c:v>
                </c:pt>
                <c:pt idx="176">
                  <c:v>0.64354778</c:v>
                </c:pt>
                <c:pt idx="177">
                  <c:v>0.64513472</c:v>
                </c:pt>
                <c:pt idx="178">
                  <c:v>0.64589417</c:v>
                </c:pt>
                <c:pt idx="179">
                  <c:v>0.64663833</c:v>
                </c:pt>
                <c:pt idx="180">
                  <c:v>0.64749694</c:v>
                </c:pt>
                <c:pt idx="181">
                  <c:v>0.64894194</c:v>
                </c:pt>
                <c:pt idx="182">
                  <c:v>0.64929611</c:v>
                </c:pt>
                <c:pt idx="183">
                  <c:v>0.65024222</c:v>
                </c:pt>
                <c:pt idx="184">
                  <c:v>0.65081806</c:v>
                </c:pt>
                <c:pt idx="185">
                  <c:v>0.65254694</c:v>
                </c:pt>
                <c:pt idx="186">
                  <c:v>0.65805972</c:v>
                </c:pt>
                <c:pt idx="187">
                  <c:v>0.65910306</c:v>
                </c:pt>
                <c:pt idx="188">
                  <c:v>0.65916444</c:v>
                </c:pt>
                <c:pt idx="189">
                  <c:v>0.66029111</c:v>
                </c:pt>
                <c:pt idx="190">
                  <c:v>0.66038778</c:v>
                </c:pt>
                <c:pt idx="191">
                  <c:v>0.66091028</c:v>
                </c:pt>
                <c:pt idx="192">
                  <c:v>0.66242889</c:v>
                </c:pt>
                <c:pt idx="193">
                  <c:v>0.6641525</c:v>
                </c:pt>
                <c:pt idx="194">
                  <c:v>0.66521611</c:v>
                </c:pt>
                <c:pt idx="195">
                  <c:v>0.66678139</c:v>
                </c:pt>
                <c:pt idx="196">
                  <c:v>0.66684944</c:v>
                </c:pt>
                <c:pt idx="197">
                  <c:v>0.6668725</c:v>
                </c:pt>
                <c:pt idx="198">
                  <c:v>0.66691028</c:v>
                </c:pt>
                <c:pt idx="199">
                  <c:v>0.66825694</c:v>
                </c:pt>
                <c:pt idx="200">
                  <c:v>0.66887167</c:v>
                </c:pt>
                <c:pt idx="201">
                  <c:v>0.66984639</c:v>
                </c:pt>
                <c:pt idx="202">
                  <c:v>0.67043</c:v>
                </c:pt>
                <c:pt idx="203">
                  <c:v>0.671275</c:v>
                </c:pt>
                <c:pt idx="204">
                  <c:v>0.67185417</c:v>
                </c:pt>
                <c:pt idx="205">
                  <c:v>0.67221806</c:v>
                </c:pt>
                <c:pt idx="206">
                  <c:v>0.67293</c:v>
                </c:pt>
                <c:pt idx="207">
                  <c:v>0.67346333</c:v>
                </c:pt>
                <c:pt idx="208">
                  <c:v>0.6745225</c:v>
                </c:pt>
                <c:pt idx="209">
                  <c:v>0.67686139</c:v>
                </c:pt>
                <c:pt idx="210">
                  <c:v>0.67785083</c:v>
                </c:pt>
                <c:pt idx="211">
                  <c:v>0.67869833</c:v>
                </c:pt>
                <c:pt idx="212">
                  <c:v>0.67971806</c:v>
                </c:pt>
                <c:pt idx="213">
                  <c:v>0.67981139</c:v>
                </c:pt>
                <c:pt idx="214">
                  <c:v>0.67997806</c:v>
                </c:pt>
                <c:pt idx="215">
                  <c:v>0.6799875</c:v>
                </c:pt>
                <c:pt idx="216">
                  <c:v>0.68130917</c:v>
                </c:pt>
                <c:pt idx="217">
                  <c:v>0.68141139</c:v>
                </c:pt>
                <c:pt idx="218">
                  <c:v>0.68245833</c:v>
                </c:pt>
                <c:pt idx="219">
                  <c:v>0.68289472</c:v>
                </c:pt>
                <c:pt idx="220">
                  <c:v>0.68339944</c:v>
                </c:pt>
                <c:pt idx="221">
                  <c:v>0.68344111</c:v>
                </c:pt>
                <c:pt idx="222">
                  <c:v>0.68398333</c:v>
                </c:pt>
                <c:pt idx="223">
                  <c:v>0.68495</c:v>
                </c:pt>
                <c:pt idx="224">
                  <c:v>0.68495111</c:v>
                </c:pt>
                <c:pt idx="225">
                  <c:v>0.68560167</c:v>
                </c:pt>
                <c:pt idx="226">
                  <c:v>0.68686528</c:v>
                </c:pt>
                <c:pt idx="227">
                  <c:v>0.68785528</c:v>
                </c:pt>
                <c:pt idx="228">
                  <c:v>0.68826111</c:v>
                </c:pt>
                <c:pt idx="229">
                  <c:v>0.6883325</c:v>
                </c:pt>
                <c:pt idx="230">
                  <c:v>0.69015333</c:v>
                </c:pt>
                <c:pt idx="231">
                  <c:v>0.69020083</c:v>
                </c:pt>
                <c:pt idx="232">
                  <c:v>0.69149028</c:v>
                </c:pt>
                <c:pt idx="233">
                  <c:v>0.69274778</c:v>
                </c:pt>
                <c:pt idx="234">
                  <c:v>0.70195139</c:v>
                </c:pt>
                <c:pt idx="235">
                  <c:v>0.70196972</c:v>
                </c:pt>
                <c:pt idx="236">
                  <c:v>0.70205722</c:v>
                </c:pt>
                <c:pt idx="237">
                  <c:v>0.70206028</c:v>
                </c:pt>
                <c:pt idx="238">
                  <c:v>0.70247056</c:v>
                </c:pt>
                <c:pt idx="239">
                  <c:v>0.70433083</c:v>
                </c:pt>
                <c:pt idx="240">
                  <c:v>0.70445722</c:v>
                </c:pt>
                <c:pt idx="241">
                  <c:v>0.70447833</c:v>
                </c:pt>
                <c:pt idx="242">
                  <c:v>0.70458722</c:v>
                </c:pt>
                <c:pt idx="243">
                  <c:v>0.70469889</c:v>
                </c:pt>
                <c:pt idx="244">
                  <c:v>0.70746806</c:v>
                </c:pt>
                <c:pt idx="245">
                  <c:v>0.70793694</c:v>
                </c:pt>
                <c:pt idx="246">
                  <c:v>0.70848528</c:v>
                </c:pt>
                <c:pt idx="247">
                  <c:v>0.70859694</c:v>
                </c:pt>
                <c:pt idx="248">
                  <c:v>0.70933444</c:v>
                </c:pt>
                <c:pt idx="249">
                  <c:v>0.70970472</c:v>
                </c:pt>
                <c:pt idx="250">
                  <c:v>0.71068083</c:v>
                </c:pt>
                <c:pt idx="251">
                  <c:v>0.7108075</c:v>
                </c:pt>
                <c:pt idx="252">
                  <c:v>0.72296722</c:v>
                </c:pt>
                <c:pt idx="253">
                  <c:v>0.72296889</c:v>
                </c:pt>
                <c:pt idx="254">
                  <c:v>0.72313972</c:v>
                </c:pt>
                <c:pt idx="255">
                  <c:v>0.72318167</c:v>
                </c:pt>
                <c:pt idx="256">
                  <c:v>0.72321333</c:v>
                </c:pt>
                <c:pt idx="257">
                  <c:v>0.726095</c:v>
                </c:pt>
                <c:pt idx="258">
                  <c:v>0.72622361</c:v>
                </c:pt>
                <c:pt idx="259">
                  <c:v>0.72631806</c:v>
                </c:pt>
                <c:pt idx="260">
                  <c:v>0.7275775</c:v>
                </c:pt>
                <c:pt idx="261">
                  <c:v>0.72779917</c:v>
                </c:pt>
                <c:pt idx="262">
                  <c:v>0.7285725</c:v>
                </c:pt>
                <c:pt idx="263">
                  <c:v>0.72866111</c:v>
                </c:pt>
                <c:pt idx="264">
                  <c:v>0.72928028</c:v>
                </c:pt>
                <c:pt idx="265">
                  <c:v>0.72996611</c:v>
                </c:pt>
                <c:pt idx="266">
                  <c:v>0.72998278</c:v>
                </c:pt>
                <c:pt idx="267">
                  <c:v>0.73065083</c:v>
                </c:pt>
                <c:pt idx="268">
                  <c:v>0.73069167</c:v>
                </c:pt>
                <c:pt idx="269">
                  <c:v>0.74460778</c:v>
                </c:pt>
                <c:pt idx="270">
                  <c:v>0.74468083</c:v>
                </c:pt>
                <c:pt idx="271">
                  <c:v>0.74469917</c:v>
                </c:pt>
                <c:pt idx="272">
                  <c:v>0.74494444</c:v>
                </c:pt>
                <c:pt idx="273">
                  <c:v>0.74499833</c:v>
                </c:pt>
                <c:pt idx="274">
                  <c:v>0.74685333</c:v>
                </c:pt>
                <c:pt idx="275">
                  <c:v>0.74781806</c:v>
                </c:pt>
                <c:pt idx="276">
                  <c:v>0.74790111</c:v>
                </c:pt>
                <c:pt idx="277">
                  <c:v>0.74795167</c:v>
                </c:pt>
                <c:pt idx="278">
                  <c:v>0.74802417</c:v>
                </c:pt>
                <c:pt idx="279">
                  <c:v>0.74893778</c:v>
                </c:pt>
                <c:pt idx="280">
                  <c:v>0.75000889</c:v>
                </c:pt>
                <c:pt idx="281">
                  <c:v>0.75013111</c:v>
                </c:pt>
                <c:pt idx="282">
                  <c:v>0.75064056</c:v>
                </c:pt>
                <c:pt idx="283">
                  <c:v>0.75067722</c:v>
                </c:pt>
                <c:pt idx="284">
                  <c:v>0.75071722</c:v>
                </c:pt>
                <c:pt idx="285">
                  <c:v>0.75191833</c:v>
                </c:pt>
                <c:pt idx="286">
                  <c:v>0.75243472</c:v>
                </c:pt>
                <c:pt idx="287">
                  <c:v>0.76470889</c:v>
                </c:pt>
                <c:pt idx="288">
                  <c:v>0.76523389</c:v>
                </c:pt>
                <c:pt idx="289">
                  <c:v>0.76530111</c:v>
                </c:pt>
                <c:pt idx="290">
                  <c:v>0.76532028</c:v>
                </c:pt>
                <c:pt idx="291">
                  <c:v>0.76565528</c:v>
                </c:pt>
                <c:pt idx="292">
                  <c:v>0.76714278</c:v>
                </c:pt>
                <c:pt idx="293">
                  <c:v>0.76800056</c:v>
                </c:pt>
                <c:pt idx="294">
                  <c:v>0.76809306</c:v>
                </c:pt>
                <c:pt idx="295">
                  <c:v>0.76816944</c:v>
                </c:pt>
                <c:pt idx="296">
                  <c:v>0.76827861</c:v>
                </c:pt>
                <c:pt idx="297">
                  <c:v>0.76933667</c:v>
                </c:pt>
                <c:pt idx="298">
                  <c:v>0.77020389</c:v>
                </c:pt>
                <c:pt idx="299">
                  <c:v>0.77023639</c:v>
                </c:pt>
                <c:pt idx="300">
                  <c:v>0.77108167</c:v>
                </c:pt>
                <c:pt idx="301">
                  <c:v>0.77112778</c:v>
                </c:pt>
                <c:pt idx="302">
                  <c:v>0.77256472</c:v>
                </c:pt>
                <c:pt idx="303">
                  <c:v>0.78453667</c:v>
                </c:pt>
                <c:pt idx="304">
                  <c:v>0.78455361</c:v>
                </c:pt>
                <c:pt idx="305">
                  <c:v>0.78457</c:v>
                </c:pt>
                <c:pt idx="306">
                  <c:v>0.78464139</c:v>
                </c:pt>
                <c:pt idx="307">
                  <c:v>0.784665</c:v>
                </c:pt>
                <c:pt idx="308">
                  <c:v>0.78829528</c:v>
                </c:pt>
                <c:pt idx="309">
                  <c:v>0.78836528</c:v>
                </c:pt>
                <c:pt idx="310">
                  <c:v>0.78842472</c:v>
                </c:pt>
                <c:pt idx="311">
                  <c:v>0.78850583</c:v>
                </c:pt>
                <c:pt idx="312">
                  <c:v>0.78882</c:v>
                </c:pt>
                <c:pt idx="313">
                  <c:v>0.7923975</c:v>
                </c:pt>
                <c:pt idx="314">
                  <c:v>0.79240444</c:v>
                </c:pt>
                <c:pt idx="315">
                  <c:v>0.79244056</c:v>
                </c:pt>
                <c:pt idx="316">
                  <c:v>0.79331083</c:v>
                </c:pt>
                <c:pt idx="317">
                  <c:v>0.7938625</c:v>
                </c:pt>
                <c:pt idx="318">
                  <c:v>0.80745528</c:v>
                </c:pt>
                <c:pt idx="319">
                  <c:v>0.80752806</c:v>
                </c:pt>
                <c:pt idx="320">
                  <c:v>0.80762917</c:v>
                </c:pt>
                <c:pt idx="321">
                  <c:v>0.80767694</c:v>
                </c:pt>
                <c:pt idx="322">
                  <c:v>0.80784278</c:v>
                </c:pt>
                <c:pt idx="323">
                  <c:v>0.81144889</c:v>
                </c:pt>
                <c:pt idx="324">
                  <c:v>0.81150722</c:v>
                </c:pt>
                <c:pt idx="325">
                  <c:v>0.8116425</c:v>
                </c:pt>
                <c:pt idx="326">
                  <c:v>0.81168583</c:v>
                </c:pt>
                <c:pt idx="327">
                  <c:v>0.81199083</c:v>
                </c:pt>
                <c:pt idx="328">
                  <c:v>0.8138</c:v>
                </c:pt>
                <c:pt idx="329">
                  <c:v>0.81388778</c:v>
                </c:pt>
                <c:pt idx="330">
                  <c:v>0.81433028</c:v>
                </c:pt>
                <c:pt idx="331">
                  <c:v>0.81459417</c:v>
                </c:pt>
                <c:pt idx="332">
                  <c:v>0.81518194</c:v>
                </c:pt>
                <c:pt idx="333">
                  <c:v>0.81589972</c:v>
                </c:pt>
                <c:pt idx="334">
                  <c:v>0.81642556</c:v>
                </c:pt>
                <c:pt idx="335">
                  <c:v>0.81676861</c:v>
                </c:pt>
                <c:pt idx="336">
                  <c:v>0.816775</c:v>
                </c:pt>
                <c:pt idx="337">
                  <c:v>0.81868194</c:v>
                </c:pt>
                <c:pt idx="338">
                  <c:v>0.83028361</c:v>
                </c:pt>
                <c:pt idx="339">
                  <c:v>0.83031583</c:v>
                </c:pt>
                <c:pt idx="340">
                  <c:v>0.83113444</c:v>
                </c:pt>
                <c:pt idx="341">
                  <c:v>0.83114722</c:v>
                </c:pt>
                <c:pt idx="342">
                  <c:v>0.83122722</c:v>
                </c:pt>
                <c:pt idx="343">
                  <c:v>0.83169694</c:v>
                </c:pt>
                <c:pt idx="344">
                  <c:v>0.83222333</c:v>
                </c:pt>
                <c:pt idx="345">
                  <c:v>0.83462306</c:v>
                </c:pt>
                <c:pt idx="346">
                  <c:v>0.83474361</c:v>
                </c:pt>
                <c:pt idx="347">
                  <c:v>0.8347825</c:v>
                </c:pt>
                <c:pt idx="348">
                  <c:v>0.83753806</c:v>
                </c:pt>
                <c:pt idx="349">
                  <c:v>0.83820917</c:v>
                </c:pt>
                <c:pt idx="350">
                  <c:v>0.83905778</c:v>
                </c:pt>
                <c:pt idx="351">
                  <c:v>0.8391125</c:v>
                </c:pt>
                <c:pt idx="352">
                  <c:v>0.84060861</c:v>
                </c:pt>
                <c:pt idx="353">
                  <c:v>0.84113111</c:v>
                </c:pt>
                <c:pt idx="354">
                  <c:v>0.85197611</c:v>
                </c:pt>
                <c:pt idx="355">
                  <c:v>0.85204722</c:v>
                </c:pt>
                <c:pt idx="356">
                  <c:v>0.8520925</c:v>
                </c:pt>
                <c:pt idx="357">
                  <c:v>0.85219861</c:v>
                </c:pt>
                <c:pt idx="358">
                  <c:v>0.85231139</c:v>
                </c:pt>
                <c:pt idx="359">
                  <c:v>0.85650083</c:v>
                </c:pt>
                <c:pt idx="360">
                  <c:v>0.85772028</c:v>
                </c:pt>
                <c:pt idx="361">
                  <c:v>0.85777806</c:v>
                </c:pt>
                <c:pt idx="362">
                  <c:v>0.85840917</c:v>
                </c:pt>
                <c:pt idx="363">
                  <c:v>0.85954333</c:v>
                </c:pt>
                <c:pt idx="364">
                  <c:v>0.85959972</c:v>
                </c:pt>
                <c:pt idx="365">
                  <c:v>0.86812806</c:v>
                </c:pt>
                <c:pt idx="366">
                  <c:v>0.86820972</c:v>
                </c:pt>
                <c:pt idx="367">
                  <c:v>0.86833889</c:v>
                </c:pt>
                <c:pt idx="368">
                  <c:v>0.86909111</c:v>
                </c:pt>
                <c:pt idx="369">
                  <c:v>0.86932917</c:v>
                </c:pt>
                <c:pt idx="370">
                  <c:v>0.86936722</c:v>
                </c:pt>
                <c:pt idx="371">
                  <c:v>0.87085833</c:v>
                </c:pt>
                <c:pt idx="372">
                  <c:v>0.8709875</c:v>
                </c:pt>
                <c:pt idx="373">
                  <c:v>0.87148444</c:v>
                </c:pt>
                <c:pt idx="374">
                  <c:v>0.87270694</c:v>
                </c:pt>
                <c:pt idx="375">
                  <c:v>0.87272167</c:v>
                </c:pt>
                <c:pt idx="376">
                  <c:v>0.87521806</c:v>
                </c:pt>
                <c:pt idx="377">
                  <c:v>0.87703</c:v>
                </c:pt>
                <c:pt idx="378">
                  <c:v>0.883725</c:v>
                </c:pt>
                <c:pt idx="379">
                  <c:v>0.88398556</c:v>
                </c:pt>
                <c:pt idx="380">
                  <c:v>0.88437278</c:v>
                </c:pt>
                <c:pt idx="381">
                  <c:v>0.88457444</c:v>
                </c:pt>
                <c:pt idx="382">
                  <c:v>0.88715028</c:v>
                </c:pt>
                <c:pt idx="383">
                  <c:v>0.8882625</c:v>
                </c:pt>
                <c:pt idx="384">
                  <c:v>0.88914167</c:v>
                </c:pt>
                <c:pt idx="385">
                  <c:v>0.89002806</c:v>
                </c:pt>
                <c:pt idx="386">
                  <c:v>0.89057167</c:v>
                </c:pt>
                <c:pt idx="387">
                  <c:v>0.89107806</c:v>
                </c:pt>
                <c:pt idx="388">
                  <c:v>0.89199167</c:v>
                </c:pt>
                <c:pt idx="389">
                  <c:v>0.89299806</c:v>
                </c:pt>
                <c:pt idx="390">
                  <c:v>0.89415861</c:v>
                </c:pt>
                <c:pt idx="391">
                  <c:v>0.89464028</c:v>
                </c:pt>
                <c:pt idx="392">
                  <c:v>0.89716111</c:v>
                </c:pt>
                <c:pt idx="393">
                  <c:v>0.8985975</c:v>
                </c:pt>
                <c:pt idx="394">
                  <c:v>0.90462639</c:v>
                </c:pt>
                <c:pt idx="395">
                  <c:v>0.90465472</c:v>
                </c:pt>
                <c:pt idx="396">
                  <c:v>0.90513139</c:v>
                </c:pt>
                <c:pt idx="397">
                  <c:v>0.90536722</c:v>
                </c:pt>
                <c:pt idx="398">
                  <c:v>0.90563972</c:v>
                </c:pt>
                <c:pt idx="399">
                  <c:v>0.90742556</c:v>
                </c:pt>
                <c:pt idx="400">
                  <c:v>0.90743583</c:v>
                </c:pt>
                <c:pt idx="401">
                  <c:v>0.91043194</c:v>
                </c:pt>
                <c:pt idx="402">
                  <c:v>0.91085722</c:v>
                </c:pt>
                <c:pt idx="403">
                  <c:v>0.91135556</c:v>
                </c:pt>
                <c:pt idx="404">
                  <c:v>0.91141472</c:v>
                </c:pt>
                <c:pt idx="405">
                  <c:v>0.91172139</c:v>
                </c:pt>
                <c:pt idx="406">
                  <c:v>0.91314333</c:v>
                </c:pt>
                <c:pt idx="407">
                  <c:v>0.91386528</c:v>
                </c:pt>
                <c:pt idx="408">
                  <c:v>0.91447611</c:v>
                </c:pt>
                <c:pt idx="409">
                  <c:v>0.91569806</c:v>
                </c:pt>
                <c:pt idx="410">
                  <c:v>0.91715194</c:v>
                </c:pt>
                <c:pt idx="411">
                  <c:v>0.91855667</c:v>
                </c:pt>
                <c:pt idx="412">
                  <c:v>0.92599361</c:v>
                </c:pt>
                <c:pt idx="413">
                  <c:v>0.92628583</c:v>
                </c:pt>
                <c:pt idx="414">
                  <c:v>0.92634389</c:v>
                </c:pt>
                <c:pt idx="415">
                  <c:v>0.9263625</c:v>
                </c:pt>
                <c:pt idx="416">
                  <c:v>0.92650722</c:v>
                </c:pt>
                <c:pt idx="417">
                  <c:v>0.92926417</c:v>
                </c:pt>
                <c:pt idx="418">
                  <c:v>0.93057222</c:v>
                </c:pt>
                <c:pt idx="419">
                  <c:v>0.93136778</c:v>
                </c:pt>
                <c:pt idx="420">
                  <c:v>0.93201722</c:v>
                </c:pt>
                <c:pt idx="421">
                  <c:v>0.93236889</c:v>
                </c:pt>
                <c:pt idx="422">
                  <c:v>0.93297111</c:v>
                </c:pt>
                <c:pt idx="423">
                  <c:v>0.93422611</c:v>
                </c:pt>
                <c:pt idx="424">
                  <c:v>0.934545</c:v>
                </c:pt>
                <c:pt idx="425">
                  <c:v>0.93503083</c:v>
                </c:pt>
                <c:pt idx="426">
                  <c:v>0.93589889</c:v>
                </c:pt>
                <c:pt idx="427">
                  <c:v>0.93653472</c:v>
                </c:pt>
                <c:pt idx="428">
                  <c:v>0.93738056</c:v>
                </c:pt>
                <c:pt idx="429">
                  <c:v>0.94674806</c:v>
                </c:pt>
                <c:pt idx="430">
                  <c:v>0.94679556</c:v>
                </c:pt>
                <c:pt idx="431">
                  <c:v>0.94721722</c:v>
                </c:pt>
                <c:pt idx="432">
                  <c:v>0.94721944</c:v>
                </c:pt>
                <c:pt idx="433">
                  <c:v>0.94787639</c:v>
                </c:pt>
                <c:pt idx="434">
                  <c:v>0.94905444</c:v>
                </c:pt>
                <c:pt idx="435">
                  <c:v>0.95038222</c:v>
                </c:pt>
                <c:pt idx="436">
                  <c:v>0.95097</c:v>
                </c:pt>
                <c:pt idx="437">
                  <c:v>0.95097917</c:v>
                </c:pt>
                <c:pt idx="438">
                  <c:v>0.95230583</c:v>
                </c:pt>
                <c:pt idx="439">
                  <c:v>0.95281806</c:v>
                </c:pt>
                <c:pt idx="440">
                  <c:v>0.95371806</c:v>
                </c:pt>
                <c:pt idx="441">
                  <c:v>0.95376</c:v>
                </c:pt>
                <c:pt idx="442">
                  <c:v>0.95413111</c:v>
                </c:pt>
                <c:pt idx="443">
                  <c:v>0.95534417</c:v>
                </c:pt>
                <c:pt idx="444">
                  <c:v>0.95621167</c:v>
                </c:pt>
                <c:pt idx="445">
                  <c:v>0.95660444</c:v>
                </c:pt>
                <c:pt idx="446">
                  <c:v>0.95673833</c:v>
                </c:pt>
                <c:pt idx="447">
                  <c:v>0.95860667</c:v>
                </c:pt>
                <c:pt idx="448">
                  <c:v>0.96674694</c:v>
                </c:pt>
                <c:pt idx="449">
                  <c:v>0.96725639</c:v>
                </c:pt>
                <c:pt idx="450">
                  <c:v>0.96728361</c:v>
                </c:pt>
                <c:pt idx="451">
                  <c:v>0.967315</c:v>
                </c:pt>
                <c:pt idx="452">
                  <c:v>0.96733333</c:v>
                </c:pt>
                <c:pt idx="453">
                  <c:v>0.9679075</c:v>
                </c:pt>
                <c:pt idx="454">
                  <c:v>0.96973528</c:v>
                </c:pt>
                <c:pt idx="455">
                  <c:v>0.97082583</c:v>
                </c:pt>
                <c:pt idx="456">
                  <c:v>0.97123528</c:v>
                </c:pt>
                <c:pt idx="457">
                  <c:v>0.97265167</c:v>
                </c:pt>
                <c:pt idx="458">
                  <c:v>0.97269222</c:v>
                </c:pt>
                <c:pt idx="459">
                  <c:v>0.97351194</c:v>
                </c:pt>
                <c:pt idx="460">
                  <c:v>0.97354306</c:v>
                </c:pt>
                <c:pt idx="461">
                  <c:v>0.97458833</c:v>
                </c:pt>
                <c:pt idx="462">
                  <c:v>0.97513889</c:v>
                </c:pt>
                <c:pt idx="463">
                  <c:v>0.9755875</c:v>
                </c:pt>
                <c:pt idx="464">
                  <c:v>0.97651083</c:v>
                </c:pt>
                <c:pt idx="465">
                  <c:v>0.98628389</c:v>
                </c:pt>
                <c:pt idx="466">
                  <c:v>0.98657889</c:v>
                </c:pt>
                <c:pt idx="467">
                  <c:v>0.98667806</c:v>
                </c:pt>
                <c:pt idx="468">
                  <c:v>0.98675583</c:v>
                </c:pt>
                <c:pt idx="469">
                  <c:v>0.98681194</c:v>
                </c:pt>
                <c:pt idx="470">
                  <c:v>0.9894625</c:v>
                </c:pt>
                <c:pt idx="471">
                  <c:v>0.98998944</c:v>
                </c:pt>
                <c:pt idx="472">
                  <c:v>0.99006056</c:v>
                </c:pt>
                <c:pt idx="473">
                  <c:v>0.99158361</c:v>
                </c:pt>
                <c:pt idx="474">
                  <c:v>0.99167444</c:v>
                </c:pt>
                <c:pt idx="475">
                  <c:v>0.99288722</c:v>
                </c:pt>
                <c:pt idx="476">
                  <c:v>0.99311333</c:v>
                </c:pt>
                <c:pt idx="477">
                  <c:v>0.99404583</c:v>
                </c:pt>
                <c:pt idx="478">
                  <c:v>0.99489861</c:v>
                </c:pt>
                <c:pt idx="479">
                  <c:v>0.99557833</c:v>
                </c:pt>
                <c:pt idx="480">
                  <c:v>0.99652278</c:v>
                </c:pt>
                <c:pt idx="481">
                  <c:v>0.99681583</c:v>
                </c:pt>
                <c:pt idx="482">
                  <c:v>0.99826222</c:v>
                </c:pt>
                <c:pt idx="483">
                  <c:v>0.99907333</c:v>
                </c:pt>
                <c:pt idx="484">
                  <c:v>1.00651833</c:v>
                </c:pt>
                <c:pt idx="485">
                  <c:v>1.00694389</c:v>
                </c:pt>
                <c:pt idx="486">
                  <c:v>1.00697278</c:v>
                </c:pt>
                <c:pt idx="487">
                  <c:v>1.00697389</c:v>
                </c:pt>
                <c:pt idx="488">
                  <c:v>1.00971361</c:v>
                </c:pt>
                <c:pt idx="489">
                  <c:v>1.01323722</c:v>
                </c:pt>
                <c:pt idx="490">
                  <c:v>1.01423667</c:v>
                </c:pt>
                <c:pt idx="491">
                  <c:v>1.01529222</c:v>
                </c:pt>
                <c:pt idx="492">
                  <c:v>1.01914222</c:v>
                </c:pt>
                <c:pt idx="493">
                  <c:v>1.02181611</c:v>
                </c:pt>
                <c:pt idx="494">
                  <c:v>1.02183472</c:v>
                </c:pt>
                <c:pt idx="495">
                  <c:v>1.02199778</c:v>
                </c:pt>
                <c:pt idx="496">
                  <c:v>1.02200167</c:v>
                </c:pt>
                <c:pt idx="497">
                  <c:v>1.02202556</c:v>
                </c:pt>
                <c:pt idx="498">
                  <c:v>1.0264425</c:v>
                </c:pt>
                <c:pt idx="499">
                  <c:v>1.02647556</c:v>
                </c:pt>
                <c:pt idx="500">
                  <c:v>1.02650889</c:v>
                </c:pt>
                <c:pt idx="501">
                  <c:v>1.02652611</c:v>
                </c:pt>
                <c:pt idx="502">
                  <c:v>1.0275125</c:v>
                </c:pt>
                <c:pt idx="503">
                  <c:v>1.02870278</c:v>
                </c:pt>
                <c:pt idx="504">
                  <c:v>1.04301333</c:v>
                </c:pt>
                <c:pt idx="505">
                  <c:v>1.04311778</c:v>
                </c:pt>
                <c:pt idx="506">
                  <c:v>1.04331944</c:v>
                </c:pt>
                <c:pt idx="507">
                  <c:v>1.04344889</c:v>
                </c:pt>
                <c:pt idx="508">
                  <c:v>1.0436775</c:v>
                </c:pt>
                <c:pt idx="509">
                  <c:v>1.04622278</c:v>
                </c:pt>
                <c:pt idx="510">
                  <c:v>1.04633806</c:v>
                </c:pt>
                <c:pt idx="511">
                  <c:v>1.04862167</c:v>
                </c:pt>
                <c:pt idx="512">
                  <c:v>1.04926389</c:v>
                </c:pt>
                <c:pt idx="513">
                  <c:v>1.04930556</c:v>
                </c:pt>
                <c:pt idx="514">
                  <c:v>1.05065472</c:v>
                </c:pt>
                <c:pt idx="515">
                  <c:v>1.05174306</c:v>
                </c:pt>
                <c:pt idx="516">
                  <c:v>1.05187056</c:v>
                </c:pt>
                <c:pt idx="517">
                  <c:v>1.05225</c:v>
                </c:pt>
                <c:pt idx="518">
                  <c:v>1.05279694</c:v>
                </c:pt>
                <c:pt idx="519">
                  <c:v>1.05367278</c:v>
                </c:pt>
                <c:pt idx="520">
                  <c:v>1.05538333</c:v>
                </c:pt>
                <c:pt idx="521">
                  <c:v>1.06569111</c:v>
                </c:pt>
                <c:pt idx="522">
                  <c:v>1.06573306</c:v>
                </c:pt>
                <c:pt idx="523">
                  <c:v>1.06609306</c:v>
                </c:pt>
                <c:pt idx="524">
                  <c:v>1.06672111</c:v>
                </c:pt>
                <c:pt idx="525">
                  <c:v>1.06808278</c:v>
                </c:pt>
                <c:pt idx="526">
                  <c:v>1.06950889</c:v>
                </c:pt>
                <c:pt idx="527">
                  <c:v>1.07061278</c:v>
                </c:pt>
                <c:pt idx="528">
                  <c:v>1.07192889</c:v>
                </c:pt>
                <c:pt idx="529">
                  <c:v>1.07237861</c:v>
                </c:pt>
                <c:pt idx="530">
                  <c:v>1.07378333</c:v>
                </c:pt>
                <c:pt idx="531">
                  <c:v>1.07523889</c:v>
                </c:pt>
                <c:pt idx="532">
                  <c:v>1.07532833</c:v>
                </c:pt>
                <c:pt idx="533">
                  <c:v>1.07668833</c:v>
                </c:pt>
                <c:pt idx="534">
                  <c:v>1.07709861</c:v>
                </c:pt>
                <c:pt idx="535">
                  <c:v>1.07829861</c:v>
                </c:pt>
                <c:pt idx="536">
                  <c:v>1.07962278</c:v>
                </c:pt>
                <c:pt idx="537">
                  <c:v>1.07967889</c:v>
                </c:pt>
                <c:pt idx="538">
                  <c:v>1.08083944</c:v>
                </c:pt>
                <c:pt idx="539">
                  <c:v>1.08264056</c:v>
                </c:pt>
                <c:pt idx="540">
                  <c:v>1.08274667</c:v>
                </c:pt>
                <c:pt idx="541">
                  <c:v>1.08409861</c:v>
                </c:pt>
                <c:pt idx="542">
                  <c:v>1.08435028</c:v>
                </c:pt>
                <c:pt idx="543">
                  <c:v>1.08449083</c:v>
                </c:pt>
                <c:pt idx="544">
                  <c:v>1.08458861</c:v>
                </c:pt>
                <c:pt idx="545">
                  <c:v>1.08555444</c:v>
                </c:pt>
                <c:pt idx="546">
                  <c:v>1.08614167</c:v>
                </c:pt>
                <c:pt idx="547">
                  <c:v>1.08688833</c:v>
                </c:pt>
                <c:pt idx="548">
                  <c:v>1.08833806</c:v>
                </c:pt>
                <c:pt idx="549">
                  <c:v>1.08836917</c:v>
                </c:pt>
                <c:pt idx="550">
                  <c:v>1.08841417</c:v>
                </c:pt>
                <c:pt idx="551">
                  <c:v>1.09013083</c:v>
                </c:pt>
                <c:pt idx="552">
                  <c:v>1.09061</c:v>
                </c:pt>
                <c:pt idx="553">
                  <c:v>1.09131028</c:v>
                </c:pt>
                <c:pt idx="554">
                  <c:v>1.09210056</c:v>
                </c:pt>
                <c:pt idx="555">
                  <c:v>1.10045528</c:v>
                </c:pt>
                <c:pt idx="556">
                  <c:v>1.10069056</c:v>
                </c:pt>
                <c:pt idx="557">
                  <c:v>1.10069889</c:v>
                </c:pt>
                <c:pt idx="558">
                  <c:v>1.10071111</c:v>
                </c:pt>
                <c:pt idx="559">
                  <c:v>1.10190972</c:v>
                </c:pt>
                <c:pt idx="560">
                  <c:v>1.10289944</c:v>
                </c:pt>
                <c:pt idx="561">
                  <c:v>1.10302639</c:v>
                </c:pt>
                <c:pt idx="562">
                  <c:v>1.10310667</c:v>
                </c:pt>
                <c:pt idx="563">
                  <c:v>1.10428056</c:v>
                </c:pt>
                <c:pt idx="564">
                  <c:v>1.10484583</c:v>
                </c:pt>
                <c:pt idx="565">
                  <c:v>1.10489056</c:v>
                </c:pt>
                <c:pt idx="566">
                  <c:v>1.1055325</c:v>
                </c:pt>
                <c:pt idx="567">
                  <c:v>1.10644639</c:v>
                </c:pt>
                <c:pt idx="568">
                  <c:v>1.10846</c:v>
                </c:pt>
                <c:pt idx="569">
                  <c:v>1.1100125</c:v>
                </c:pt>
                <c:pt idx="570">
                  <c:v>1.11908278</c:v>
                </c:pt>
                <c:pt idx="571">
                  <c:v>1.11919917</c:v>
                </c:pt>
                <c:pt idx="572">
                  <c:v>1.11924944</c:v>
                </c:pt>
                <c:pt idx="573">
                  <c:v>1.11980611</c:v>
                </c:pt>
                <c:pt idx="574">
                  <c:v>1.11987722</c:v>
                </c:pt>
                <c:pt idx="575">
                  <c:v>1.12235167</c:v>
                </c:pt>
                <c:pt idx="576">
                  <c:v>1.12299417</c:v>
                </c:pt>
                <c:pt idx="577">
                  <c:v>1.12309611</c:v>
                </c:pt>
                <c:pt idx="578">
                  <c:v>1.12315639</c:v>
                </c:pt>
                <c:pt idx="579">
                  <c:v>1.12327167</c:v>
                </c:pt>
                <c:pt idx="580">
                  <c:v>1.12488111</c:v>
                </c:pt>
                <c:pt idx="581">
                  <c:v>1.12491083</c:v>
                </c:pt>
                <c:pt idx="582">
                  <c:v>1.12566611</c:v>
                </c:pt>
                <c:pt idx="583">
                  <c:v>1.12609639</c:v>
                </c:pt>
                <c:pt idx="584">
                  <c:v>1.12712611</c:v>
                </c:pt>
                <c:pt idx="585">
                  <c:v>1.1271725</c:v>
                </c:pt>
                <c:pt idx="586">
                  <c:v>1.12766389</c:v>
                </c:pt>
                <c:pt idx="587">
                  <c:v>1.13024333</c:v>
                </c:pt>
                <c:pt idx="588">
                  <c:v>1.14008667</c:v>
                </c:pt>
                <c:pt idx="589">
                  <c:v>1.14012917</c:v>
                </c:pt>
                <c:pt idx="590">
                  <c:v>1.14013333</c:v>
                </c:pt>
                <c:pt idx="591">
                  <c:v>1.14026944</c:v>
                </c:pt>
                <c:pt idx="592">
                  <c:v>1.14043611</c:v>
                </c:pt>
                <c:pt idx="593">
                  <c:v>1.14216639</c:v>
                </c:pt>
                <c:pt idx="594">
                  <c:v>1.14220278</c:v>
                </c:pt>
                <c:pt idx="595">
                  <c:v>1.14338111</c:v>
                </c:pt>
                <c:pt idx="596">
                  <c:v>1.14340361</c:v>
                </c:pt>
                <c:pt idx="597">
                  <c:v>1.14345611</c:v>
                </c:pt>
                <c:pt idx="598">
                  <c:v>1.14420861</c:v>
                </c:pt>
                <c:pt idx="599">
                  <c:v>1.14431389</c:v>
                </c:pt>
                <c:pt idx="600">
                  <c:v>1.14552667</c:v>
                </c:pt>
                <c:pt idx="601">
                  <c:v>1.1455675</c:v>
                </c:pt>
                <c:pt idx="602">
                  <c:v>1.14558139</c:v>
                </c:pt>
                <c:pt idx="603">
                  <c:v>1.14563194</c:v>
                </c:pt>
                <c:pt idx="604">
                  <c:v>1.14564611</c:v>
                </c:pt>
                <c:pt idx="605">
                  <c:v>1.14839306</c:v>
                </c:pt>
                <c:pt idx="606">
                  <c:v>1.14904833</c:v>
                </c:pt>
                <c:pt idx="607">
                  <c:v>1.16176944</c:v>
                </c:pt>
                <c:pt idx="608">
                  <c:v>1.16186556</c:v>
                </c:pt>
                <c:pt idx="609">
                  <c:v>1.16191139</c:v>
                </c:pt>
                <c:pt idx="610">
                  <c:v>1.1619725</c:v>
                </c:pt>
                <c:pt idx="611">
                  <c:v>1.16218806</c:v>
                </c:pt>
                <c:pt idx="612">
                  <c:v>1.16673639</c:v>
                </c:pt>
                <c:pt idx="613">
                  <c:v>1.16676417</c:v>
                </c:pt>
                <c:pt idx="614">
                  <c:v>1.16679056</c:v>
                </c:pt>
                <c:pt idx="615">
                  <c:v>1.1668175</c:v>
                </c:pt>
                <c:pt idx="616">
                  <c:v>1.16686222</c:v>
                </c:pt>
                <c:pt idx="617">
                  <c:v>1.16973917</c:v>
                </c:pt>
                <c:pt idx="618">
                  <c:v>1.17017694</c:v>
                </c:pt>
                <c:pt idx="619">
                  <c:v>1.17019333</c:v>
                </c:pt>
                <c:pt idx="620">
                  <c:v>1.17101278</c:v>
                </c:pt>
                <c:pt idx="621">
                  <c:v>1.1714825</c:v>
                </c:pt>
                <c:pt idx="622">
                  <c:v>1.17197194</c:v>
                </c:pt>
                <c:pt idx="623">
                  <c:v>1.17268194</c:v>
                </c:pt>
                <c:pt idx="624">
                  <c:v>1.18519972</c:v>
                </c:pt>
                <c:pt idx="625">
                  <c:v>1.18526083</c:v>
                </c:pt>
                <c:pt idx="626">
                  <c:v>1.18561111</c:v>
                </c:pt>
                <c:pt idx="627">
                  <c:v>1.18565611</c:v>
                </c:pt>
                <c:pt idx="628">
                  <c:v>1.18574361</c:v>
                </c:pt>
                <c:pt idx="629">
                  <c:v>1.18843056</c:v>
                </c:pt>
                <c:pt idx="630">
                  <c:v>1.18845694</c:v>
                </c:pt>
                <c:pt idx="631">
                  <c:v>1.18847056</c:v>
                </c:pt>
                <c:pt idx="632">
                  <c:v>1.18854667</c:v>
                </c:pt>
                <c:pt idx="633">
                  <c:v>1.19049833</c:v>
                </c:pt>
                <c:pt idx="634">
                  <c:v>1.19055583</c:v>
                </c:pt>
                <c:pt idx="635">
                  <c:v>1.19125556</c:v>
                </c:pt>
                <c:pt idx="636">
                  <c:v>1.19133389</c:v>
                </c:pt>
                <c:pt idx="637">
                  <c:v>1.19192972</c:v>
                </c:pt>
                <c:pt idx="638">
                  <c:v>1.192975</c:v>
                </c:pt>
                <c:pt idx="639">
                  <c:v>1.19357583</c:v>
                </c:pt>
                <c:pt idx="640">
                  <c:v>1.19406667</c:v>
                </c:pt>
                <c:pt idx="641">
                  <c:v>1.20558028</c:v>
                </c:pt>
                <c:pt idx="642">
                  <c:v>1.20561056</c:v>
                </c:pt>
                <c:pt idx="643">
                  <c:v>1.20561222</c:v>
                </c:pt>
                <c:pt idx="644">
                  <c:v>1.20567528</c:v>
                </c:pt>
                <c:pt idx="645">
                  <c:v>1.20571444</c:v>
                </c:pt>
                <c:pt idx="646">
                  <c:v>1.20874833</c:v>
                </c:pt>
                <c:pt idx="647">
                  <c:v>1.20876639</c:v>
                </c:pt>
                <c:pt idx="648">
                  <c:v>1.20880306</c:v>
                </c:pt>
                <c:pt idx="649">
                  <c:v>1.20880472</c:v>
                </c:pt>
                <c:pt idx="650">
                  <c:v>1.20884139</c:v>
                </c:pt>
                <c:pt idx="651">
                  <c:v>1.21165778</c:v>
                </c:pt>
                <c:pt idx="652">
                  <c:v>1.21170556</c:v>
                </c:pt>
                <c:pt idx="653">
                  <c:v>1.21243111</c:v>
                </c:pt>
                <c:pt idx="654">
                  <c:v>1.21249972</c:v>
                </c:pt>
                <c:pt idx="655">
                  <c:v>1.21314528</c:v>
                </c:pt>
                <c:pt idx="656">
                  <c:v>1.22683083</c:v>
                </c:pt>
                <c:pt idx="657">
                  <c:v>1.22693056</c:v>
                </c:pt>
                <c:pt idx="658">
                  <c:v>1.2269725</c:v>
                </c:pt>
                <c:pt idx="659">
                  <c:v>1.22707528</c:v>
                </c:pt>
                <c:pt idx="660">
                  <c:v>1.22715333</c:v>
                </c:pt>
                <c:pt idx="661">
                  <c:v>1.23045194</c:v>
                </c:pt>
                <c:pt idx="662">
                  <c:v>1.23045778</c:v>
                </c:pt>
                <c:pt idx="663">
                  <c:v>1.2305425</c:v>
                </c:pt>
                <c:pt idx="664">
                  <c:v>1.23057417</c:v>
                </c:pt>
                <c:pt idx="665">
                  <c:v>1.23062556</c:v>
                </c:pt>
                <c:pt idx="666">
                  <c:v>1.23367528</c:v>
                </c:pt>
                <c:pt idx="667">
                  <c:v>1.23393917</c:v>
                </c:pt>
                <c:pt idx="668">
                  <c:v>1.23437833</c:v>
                </c:pt>
                <c:pt idx="669">
                  <c:v>1.23495139</c:v>
                </c:pt>
                <c:pt idx="670">
                  <c:v>1.23533111</c:v>
                </c:pt>
                <c:pt idx="671">
                  <c:v>1.23663611</c:v>
                </c:pt>
                <c:pt idx="672">
                  <c:v>1.24909639</c:v>
                </c:pt>
                <c:pt idx="673">
                  <c:v>1.24934861</c:v>
                </c:pt>
                <c:pt idx="674">
                  <c:v>1.24943917</c:v>
                </c:pt>
                <c:pt idx="675">
                  <c:v>1.24999222</c:v>
                </c:pt>
                <c:pt idx="676">
                  <c:v>1.2506775</c:v>
                </c:pt>
                <c:pt idx="677">
                  <c:v>1.25084083</c:v>
                </c:pt>
                <c:pt idx="678">
                  <c:v>1.25204556</c:v>
                </c:pt>
                <c:pt idx="679">
                  <c:v>1.25309278</c:v>
                </c:pt>
                <c:pt idx="680">
                  <c:v>1.25352833</c:v>
                </c:pt>
                <c:pt idx="681">
                  <c:v>1.25360556</c:v>
                </c:pt>
                <c:pt idx="682">
                  <c:v>1.25510889</c:v>
                </c:pt>
                <c:pt idx="683">
                  <c:v>1.25614611</c:v>
                </c:pt>
                <c:pt idx="684">
                  <c:v>1.25617917</c:v>
                </c:pt>
                <c:pt idx="685">
                  <c:v>1.25639778</c:v>
                </c:pt>
                <c:pt idx="686">
                  <c:v>1.25709611</c:v>
                </c:pt>
                <c:pt idx="687">
                  <c:v>1.25718056</c:v>
                </c:pt>
                <c:pt idx="688">
                  <c:v>1.25832</c:v>
                </c:pt>
                <c:pt idx="689">
                  <c:v>1.25913639</c:v>
                </c:pt>
                <c:pt idx="690">
                  <c:v>1.26007861</c:v>
                </c:pt>
                <c:pt idx="691">
                  <c:v>1.27144972</c:v>
                </c:pt>
                <c:pt idx="692">
                  <c:v>1.27210583</c:v>
                </c:pt>
                <c:pt idx="693">
                  <c:v>1.2722325</c:v>
                </c:pt>
                <c:pt idx="694">
                  <c:v>1.27234556</c:v>
                </c:pt>
                <c:pt idx="695">
                  <c:v>1.27298139</c:v>
                </c:pt>
                <c:pt idx="696">
                  <c:v>1.2739925</c:v>
                </c:pt>
                <c:pt idx="697">
                  <c:v>1.27570278</c:v>
                </c:pt>
                <c:pt idx="698">
                  <c:v>1.27746722</c:v>
                </c:pt>
                <c:pt idx="699">
                  <c:v>1.27812361</c:v>
                </c:pt>
                <c:pt idx="700">
                  <c:v>1.27814361</c:v>
                </c:pt>
                <c:pt idx="701">
                  <c:v>1.27950806</c:v>
                </c:pt>
                <c:pt idx="702">
                  <c:v>1.27961528</c:v>
                </c:pt>
                <c:pt idx="703">
                  <c:v>1.28054917</c:v>
                </c:pt>
                <c:pt idx="704">
                  <c:v>1.28103333</c:v>
                </c:pt>
                <c:pt idx="705">
                  <c:v>1.28174028</c:v>
                </c:pt>
                <c:pt idx="706">
                  <c:v>1.28184222</c:v>
                </c:pt>
                <c:pt idx="707">
                  <c:v>1.28273889</c:v>
                </c:pt>
                <c:pt idx="708">
                  <c:v>1.28314556</c:v>
                </c:pt>
                <c:pt idx="709">
                  <c:v>1.2920275</c:v>
                </c:pt>
                <c:pt idx="710">
                  <c:v>1.29250583</c:v>
                </c:pt>
                <c:pt idx="711">
                  <c:v>1.29253833</c:v>
                </c:pt>
                <c:pt idx="712">
                  <c:v>1.29269139</c:v>
                </c:pt>
                <c:pt idx="713">
                  <c:v>1.29331111</c:v>
                </c:pt>
                <c:pt idx="714">
                  <c:v>1.29553972</c:v>
                </c:pt>
                <c:pt idx="715">
                  <c:v>1.2955675</c:v>
                </c:pt>
                <c:pt idx="716">
                  <c:v>1.29557222</c:v>
                </c:pt>
                <c:pt idx="717">
                  <c:v>1.29725889</c:v>
                </c:pt>
                <c:pt idx="718">
                  <c:v>1.29732306</c:v>
                </c:pt>
                <c:pt idx="719">
                  <c:v>1.29839972</c:v>
                </c:pt>
                <c:pt idx="720">
                  <c:v>1.30008861</c:v>
                </c:pt>
                <c:pt idx="721">
                  <c:v>1.30009972</c:v>
                </c:pt>
                <c:pt idx="722">
                  <c:v>1.30127694</c:v>
                </c:pt>
                <c:pt idx="723">
                  <c:v>1.30209972</c:v>
                </c:pt>
                <c:pt idx="724">
                  <c:v>1.30397611</c:v>
                </c:pt>
                <c:pt idx="725">
                  <c:v>1.30508083</c:v>
                </c:pt>
                <c:pt idx="726">
                  <c:v>1.30740444</c:v>
                </c:pt>
                <c:pt idx="727">
                  <c:v>1.30877278</c:v>
                </c:pt>
                <c:pt idx="728">
                  <c:v>1.309495</c:v>
                </c:pt>
                <c:pt idx="729">
                  <c:v>1.30949611</c:v>
                </c:pt>
                <c:pt idx="730">
                  <c:v>1.30951111</c:v>
                </c:pt>
                <c:pt idx="731">
                  <c:v>1.3107975</c:v>
                </c:pt>
                <c:pt idx="732">
                  <c:v>1.31146583</c:v>
                </c:pt>
                <c:pt idx="733">
                  <c:v>1.31147944</c:v>
                </c:pt>
                <c:pt idx="734">
                  <c:v>1.31170139</c:v>
                </c:pt>
                <c:pt idx="735">
                  <c:v>1.31347056</c:v>
                </c:pt>
                <c:pt idx="736">
                  <c:v>1.31349222</c:v>
                </c:pt>
                <c:pt idx="737">
                  <c:v>1.31445444</c:v>
                </c:pt>
                <c:pt idx="738">
                  <c:v>1.314575</c:v>
                </c:pt>
                <c:pt idx="739">
                  <c:v>1.31613</c:v>
                </c:pt>
                <c:pt idx="740">
                  <c:v>1.31629694</c:v>
                </c:pt>
                <c:pt idx="741">
                  <c:v>1.3171725</c:v>
                </c:pt>
                <c:pt idx="742">
                  <c:v>1.31728778</c:v>
                </c:pt>
                <c:pt idx="743">
                  <c:v>1.31851472</c:v>
                </c:pt>
                <c:pt idx="744">
                  <c:v>1.31864417</c:v>
                </c:pt>
                <c:pt idx="745">
                  <c:v>1.32013556</c:v>
                </c:pt>
                <c:pt idx="746">
                  <c:v>1.32028917</c:v>
                </c:pt>
                <c:pt idx="747">
                  <c:v>1.32312222</c:v>
                </c:pt>
                <c:pt idx="748">
                  <c:v>1.32474639</c:v>
                </c:pt>
                <c:pt idx="749">
                  <c:v>1.32567694</c:v>
                </c:pt>
                <c:pt idx="750">
                  <c:v>1.32569556</c:v>
                </c:pt>
                <c:pt idx="751">
                  <c:v>1.32571222</c:v>
                </c:pt>
                <c:pt idx="752">
                  <c:v>1.32641</c:v>
                </c:pt>
                <c:pt idx="753">
                  <c:v>1.32756222</c:v>
                </c:pt>
                <c:pt idx="754">
                  <c:v>1.32921944</c:v>
                </c:pt>
                <c:pt idx="755">
                  <c:v>1.32930972</c:v>
                </c:pt>
                <c:pt idx="756">
                  <c:v>1.330245</c:v>
                </c:pt>
                <c:pt idx="757">
                  <c:v>1.33136361</c:v>
                </c:pt>
                <c:pt idx="758">
                  <c:v>1.331485</c:v>
                </c:pt>
                <c:pt idx="759">
                  <c:v>1.33333056</c:v>
                </c:pt>
                <c:pt idx="760">
                  <c:v>1.33340389</c:v>
                </c:pt>
                <c:pt idx="761">
                  <c:v>1.33522306</c:v>
                </c:pt>
                <c:pt idx="762">
                  <c:v>1.33527</c:v>
                </c:pt>
                <c:pt idx="763">
                  <c:v>1.33609806</c:v>
                </c:pt>
                <c:pt idx="764">
                  <c:v>1.33661611</c:v>
                </c:pt>
                <c:pt idx="765">
                  <c:v>1.33727472</c:v>
                </c:pt>
                <c:pt idx="766">
                  <c:v>1.33731056</c:v>
                </c:pt>
                <c:pt idx="767">
                  <c:v>1.33771028</c:v>
                </c:pt>
                <c:pt idx="768">
                  <c:v>1.339425</c:v>
                </c:pt>
                <c:pt idx="769">
                  <c:v>1.34049056</c:v>
                </c:pt>
                <c:pt idx="770">
                  <c:v>1.34095833</c:v>
                </c:pt>
                <c:pt idx="771">
                  <c:v>1.34141056</c:v>
                </c:pt>
                <c:pt idx="772">
                  <c:v>1.34232028</c:v>
                </c:pt>
                <c:pt idx="773">
                  <c:v>1.34238167</c:v>
                </c:pt>
                <c:pt idx="774">
                  <c:v>1.34631</c:v>
                </c:pt>
                <c:pt idx="775">
                  <c:v>1.34789556</c:v>
                </c:pt>
                <c:pt idx="776">
                  <c:v>1.34866361</c:v>
                </c:pt>
                <c:pt idx="777">
                  <c:v>1.34927361</c:v>
                </c:pt>
                <c:pt idx="778">
                  <c:v>1.34939222</c:v>
                </c:pt>
                <c:pt idx="779">
                  <c:v>1.34954083</c:v>
                </c:pt>
                <c:pt idx="780">
                  <c:v>1.35020028</c:v>
                </c:pt>
                <c:pt idx="781">
                  <c:v>1.35072083</c:v>
                </c:pt>
                <c:pt idx="782">
                  <c:v>1.35108778</c:v>
                </c:pt>
                <c:pt idx="783">
                  <c:v>1.35339111</c:v>
                </c:pt>
                <c:pt idx="784">
                  <c:v>1.35358</c:v>
                </c:pt>
                <c:pt idx="785">
                  <c:v>1.35517028</c:v>
                </c:pt>
                <c:pt idx="786">
                  <c:v>1.3566</c:v>
                </c:pt>
                <c:pt idx="787">
                  <c:v>1.35670583</c:v>
                </c:pt>
                <c:pt idx="788">
                  <c:v>1.35799694</c:v>
                </c:pt>
                <c:pt idx="789">
                  <c:v>1.35928528</c:v>
                </c:pt>
                <c:pt idx="790">
                  <c:v>1.36018694</c:v>
                </c:pt>
                <c:pt idx="791">
                  <c:v>1.36216278</c:v>
                </c:pt>
                <c:pt idx="792">
                  <c:v>1.36228944</c:v>
                </c:pt>
                <c:pt idx="793">
                  <c:v>1.36312111</c:v>
                </c:pt>
                <c:pt idx="794">
                  <c:v>1.36336361</c:v>
                </c:pt>
                <c:pt idx="795">
                  <c:v>1.36344139</c:v>
                </c:pt>
                <c:pt idx="796">
                  <c:v>1.36441972</c:v>
                </c:pt>
                <c:pt idx="797">
                  <c:v>1.36582083</c:v>
                </c:pt>
                <c:pt idx="798">
                  <c:v>1.36677278</c:v>
                </c:pt>
                <c:pt idx="799">
                  <c:v>1.367</c:v>
                </c:pt>
                <c:pt idx="800">
                  <c:v>1.36815778</c:v>
                </c:pt>
                <c:pt idx="801">
                  <c:v>1.36863306</c:v>
                </c:pt>
                <c:pt idx="802">
                  <c:v>1.36912583</c:v>
                </c:pt>
                <c:pt idx="803">
                  <c:v>1.37044389</c:v>
                </c:pt>
                <c:pt idx="804">
                  <c:v>1.37096667</c:v>
                </c:pt>
                <c:pt idx="805">
                  <c:v>1.37235556</c:v>
                </c:pt>
                <c:pt idx="806">
                  <c:v>1.37306333</c:v>
                </c:pt>
                <c:pt idx="807">
                  <c:v>1.37827139</c:v>
                </c:pt>
                <c:pt idx="808">
                  <c:v>1.37846</c:v>
                </c:pt>
                <c:pt idx="809">
                  <c:v>1.37933528</c:v>
                </c:pt>
                <c:pt idx="810">
                  <c:v>1.37970417</c:v>
                </c:pt>
                <c:pt idx="811">
                  <c:v>1.37991472</c:v>
                </c:pt>
                <c:pt idx="812">
                  <c:v>1.38230056</c:v>
                </c:pt>
                <c:pt idx="813">
                  <c:v>1.38264056</c:v>
                </c:pt>
                <c:pt idx="814">
                  <c:v>1.38271944</c:v>
                </c:pt>
                <c:pt idx="815">
                  <c:v>1.38295722</c:v>
                </c:pt>
                <c:pt idx="816">
                  <c:v>1.38410139</c:v>
                </c:pt>
                <c:pt idx="817">
                  <c:v>1.38463528</c:v>
                </c:pt>
                <c:pt idx="818">
                  <c:v>1.38468444</c:v>
                </c:pt>
                <c:pt idx="819">
                  <c:v>1.38473278</c:v>
                </c:pt>
                <c:pt idx="820">
                  <c:v>1.387045</c:v>
                </c:pt>
                <c:pt idx="821">
                  <c:v>1.38838333</c:v>
                </c:pt>
                <c:pt idx="822">
                  <c:v>1.38912556</c:v>
                </c:pt>
                <c:pt idx="823">
                  <c:v>1.39927694</c:v>
                </c:pt>
                <c:pt idx="824">
                  <c:v>1.39940472</c:v>
                </c:pt>
                <c:pt idx="825">
                  <c:v>1.3997675</c:v>
                </c:pt>
                <c:pt idx="826">
                  <c:v>1.39979667</c:v>
                </c:pt>
                <c:pt idx="827">
                  <c:v>1.40159222</c:v>
                </c:pt>
                <c:pt idx="828">
                  <c:v>1.40178056</c:v>
                </c:pt>
                <c:pt idx="829">
                  <c:v>1.40327667</c:v>
                </c:pt>
                <c:pt idx="830">
                  <c:v>1.40422278</c:v>
                </c:pt>
                <c:pt idx="831">
                  <c:v>1.40423472</c:v>
                </c:pt>
                <c:pt idx="832">
                  <c:v>1.40432556</c:v>
                </c:pt>
                <c:pt idx="833">
                  <c:v>1.40521861</c:v>
                </c:pt>
                <c:pt idx="834">
                  <c:v>1.40603694</c:v>
                </c:pt>
                <c:pt idx="835">
                  <c:v>1.40663444</c:v>
                </c:pt>
                <c:pt idx="836">
                  <c:v>1.40712694</c:v>
                </c:pt>
                <c:pt idx="837">
                  <c:v>1.40873583</c:v>
                </c:pt>
                <c:pt idx="838">
                  <c:v>1.40966056</c:v>
                </c:pt>
                <c:pt idx="839">
                  <c:v>1.4195575</c:v>
                </c:pt>
                <c:pt idx="840">
                  <c:v>1.41986306</c:v>
                </c:pt>
                <c:pt idx="841">
                  <c:v>1.41990194</c:v>
                </c:pt>
                <c:pt idx="842">
                  <c:v>1.41993972</c:v>
                </c:pt>
                <c:pt idx="843">
                  <c:v>1.41995833</c:v>
                </c:pt>
                <c:pt idx="844">
                  <c:v>1.42347139</c:v>
                </c:pt>
                <c:pt idx="845">
                  <c:v>1.42456083</c:v>
                </c:pt>
                <c:pt idx="846">
                  <c:v>1.42467333</c:v>
                </c:pt>
                <c:pt idx="847">
                  <c:v>1.4260575</c:v>
                </c:pt>
                <c:pt idx="848">
                  <c:v>1.42665528</c:v>
                </c:pt>
                <c:pt idx="849">
                  <c:v>1.42781917</c:v>
                </c:pt>
                <c:pt idx="850">
                  <c:v>1.4329075</c:v>
                </c:pt>
                <c:pt idx="851">
                  <c:v>1.43291</c:v>
                </c:pt>
                <c:pt idx="852">
                  <c:v>1.43813333</c:v>
                </c:pt>
                <c:pt idx="853">
                  <c:v>1.43816861</c:v>
                </c:pt>
                <c:pt idx="854">
                  <c:v>1.43819306</c:v>
                </c:pt>
                <c:pt idx="855">
                  <c:v>1.43822028</c:v>
                </c:pt>
                <c:pt idx="856">
                  <c:v>1.43824972</c:v>
                </c:pt>
                <c:pt idx="857">
                  <c:v>1.44094028</c:v>
                </c:pt>
                <c:pt idx="858">
                  <c:v>1.44111333</c:v>
                </c:pt>
                <c:pt idx="859">
                  <c:v>1.44142528</c:v>
                </c:pt>
                <c:pt idx="860">
                  <c:v>1.44301917</c:v>
                </c:pt>
                <c:pt idx="861">
                  <c:v>1.44397889</c:v>
                </c:pt>
                <c:pt idx="862">
                  <c:v>1.44548889</c:v>
                </c:pt>
                <c:pt idx="863">
                  <c:v>1.44707639</c:v>
                </c:pt>
                <c:pt idx="864">
                  <c:v>1.44786889</c:v>
                </c:pt>
                <c:pt idx="865">
                  <c:v>1.44872861</c:v>
                </c:pt>
                <c:pt idx="866">
                  <c:v>1.45084861</c:v>
                </c:pt>
                <c:pt idx="867">
                  <c:v>1.45170222</c:v>
                </c:pt>
                <c:pt idx="868">
                  <c:v>1.45251417</c:v>
                </c:pt>
                <c:pt idx="869">
                  <c:v>1.45491472</c:v>
                </c:pt>
                <c:pt idx="870">
                  <c:v>1.45842778</c:v>
                </c:pt>
                <c:pt idx="871">
                  <c:v>1.45844444</c:v>
                </c:pt>
                <c:pt idx="872">
                  <c:v>1.45882833</c:v>
                </c:pt>
                <c:pt idx="873">
                  <c:v>1.46123333</c:v>
                </c:pt>
                <c:pt idx="874">
                  <c:v>1.461925</c:v>
                </c:pt>
                <c:pt idx="875">
                  <c:v>1.46202</c:v>
                </c:pt>
                <c:pt idx="876">
                  <c:v>1.4628</c:v>
                </c:pt>
                <c:pt idx="877">
                  <c:v>1.46459778</c:v>
                </c:pt>
                <c:pt idx="878">
                  <c:v>1.46573583</c:v>
                </c:pt>
                <c:pt idx="879">
                  <c:v>1.46842556</c:v>
                </c:pt>
                <c:pt idx="880">
                  <c:v>1.46845889</c:v>
                </c:pt>
                <c:pt idx="881">
                  <c:v>1.46913611</c:v>
                </c:pt>
                <c:pt idx="882">
                  <c:v>1.46972028</c:v>
                </c:pt>
                <c:pt idx="883">
                  <c:v>1.47050028</c:v>
                </c:pt>
                <c:pt idx="884">
                  <c:v>1.47129889</c:v>
                </c:pt>
                <c:pt idx="885">
                  <c:v>1.47279222</c:v>
                </c:pt>
                <c:pt idx="886">
                  <c:v>1.47288778</c:v>
                </c:pt>
                <c:pt idx="887">
                  <c:v>1.47436278</c:v>
                </c:pt>
                <c:pt idx="888">
                  <c:v>1.47499333</c:v>
                </c:pt>
                <c:pt idx="889">
                  <c:v>1.47546944</c:v>
                </c:pt>
                <c:pt idx="890">
                  <c:v>1.47996917</c:v>
                </c:pt>
                <c:pt idx="891">
                  <c:v>1.48010083</c:v>
                </c:pt>
                <c:pt idx="892">
                  <c:v>1.48017333</c:v>
                </c:pt>
                <c:pt idx="893">
                  <c:v>1.48163139</c:v>
                </c:pt>
                <c:pt idx="894">
                  <c:v>1.48190694</c:v>
                </c:pt>
                <c:pt idx="895">
                  <c:v>1.48439583</c:v>
                </c:pt>
                <c:pt idx="896">
                  <c:v>1.48449444</c:v>
                </c:pt>
                <c:pt idx="897">
                  <c:v>1.48454833</c:v>
                </c:pt>
                <c:pt idx="898">
                  <c:v>1.48846333</c:v>
                </c:pt>
                <c:pt idx="899">
                  <c:v>1.48979806</c:v>
                </c:pt>
                <c:pt idx="900">
                  <c:v>1.48997333</c:v>
                </c:pt>
                <c:pt idx="901">
                  <c:v>1.49317</c:v>
                </c:pt>
                <c:pt idx="902">
                  <c:v>1.49427528</c:v>
                </c:pt>
                <c:pt idx="903">
                  <c:v>1.49432611</c:v>
                </c:pt>
                <c:pt idx="904">
                  <c:v>1.49711917</c:v>
                </c:pt>
                <c:pt idx="905">
                  <c:v>1.49714694</c:v>
                </c:pt>
                <c:pt idx="906">
                  <c:v>1.51823389</c:v>
                </c:pt>
                <c:pt idx="907">
                  <c:v>1.52346139</c:v>
                </c:pt>
                <c:pt idx="908">
                  <c:v>1.52350111</c:v>
                </c:pt>
                <c:pt idx="909">
                  <c:v>1.52375528</c:v>
                </c:pt>
                <c:pt idx="910">
                  <c:v>1.52454667</c:v>
                </c:pt>
                <c:pt idx="911">
                  <c:v>1.52472</c:v>
                </c:pt>
                <c:pt idx="912">
                  <c:v>1.53360722</c:v>
                </c:pt>
                <c:pt idx="913">
                  <c:v>1.53477361</c:v>
                </c:pt>
                <c:pt idx="914">
                  <c:v>1.534915</c:v>
                </c:pt>
                <c:pt idx="915">
                  <c:v>1.53577444</c:v>
                </c:pt>
                <c:pt idx="916">
                  <c:v>1.53616056</c:v>
                </c:pt>
                <c:pt idx="917">
                  <c:v>1.53780667</c:v>
                </c:pt>
                <c:pt idx="918">
                  <c:v>1.5387825</c:v>
                </c:pt>
                <c:pt idx="919">
                  <c:v>1.53981167</c:v>
                </c:pt>
                <c:pt idx="920">
                  <c:v>1.53986944</c:v>
                </c:pt>
                <c:pt idx="921">
                  <c:v>1.54210556</c:v>
                </c:pt>
                <c:pt idx="922">
                  <c:v>1.54435667</c:v>
                </c:pt>
                <c:pt idx="923">
                  <c:v>1.54496528</c:v>
                </c:pt>
                <c:pt idx="924">
                  <c:v>1.5469525</c:v>
                </c:pt>
                <c:pt idx="925">
                  <c:v>1.54782472</c:v>
                </c:pt>
                <c:pt idx="926">
                  <c:v>1.55068778</c:v>
                </c:pt>
                <c:pt idx="927">
                  <c:v>1.55073028</c:v>
                </c:pt>
                <c:pt idx="928">
                  <c:v>1.55320917</c:v>
                </c:pt>
                <c:pt idx="929">
                  <c:v>1.55523889</c:v>
                </c:pt>
                <c:pt idx="930">
                  <c:v>1.55528361</c:v>
                </c:pt>
                <c:pt idx="931">
                  <c:v>1.56712194</c:v>
                </c:pt>
                <c:pt idx="932">
                  <c:v>1.56737667</c:v>
                </c:pt>
                <c:pt idx="933">
                  <c:v>1.56786222</c:v>
                </c:pt>
                <c:pt idx="934">
                  <c:v>1.56808278</c:v>
                </c:pt>
                <c:pt idx="935">
                  <c:v>1.57279861</c:v>
                </c:pt>
                <c:pt idx="936">
                  <c:v>1.57685278</c:v>
                </c:pt>
                <c:pt idx="937">
                  <c:v>1.57700833</c:v>
                </c:pt>
                <c:pt idx="938">
                  <c:v>1.577015</c:v>
                </c:pt>
                <c:pt idx="939">
                  <c:v>1.57705028</c:v>
                </c:pt>
                <c:pt idx="940">
                  <c:v>1.57957556</c:v>
                </c:pt>
                <c:pt idx="941">
                  <c:v>1.58015222</c:v>
                </c:pt>
                <c:pt idx="942">
                  <c:v>1.5811925</c:v>
                </c:pt>
                <c:pt idx="943">
                  <c:v>1.58229833</c:v>
                </c:pt>
                <c:pt idx="944">
                  <c:v>1.58245306</c:v>
                </c:pt>
                <c:pt idx="945">
                  <c:v>1.58324861</c:v>
                </c:pt>
                <c:pt idx="946">
                  <c:v>1.58413222</c:v>
                </c:pt>
                <c:pt idx="947">
                  <c:v>1.58621111</c:v>
                </c:pt>
                <c:pt idx="948">
                  <c:v>1.58820417</c:v>
                </c:pt>
                <c:pt idx="949">
                  <c:v>1.58829083</c:v>
                </c:pt>
                <c:pt idx="950">
                  <c:v>1.58946694</c:v>
                </c:pt>
                <c:pt idx="951">
                  <c:v>1.58977583</c:v>
                </c:pt>
                <c:pt idx="952">
                  <c:v>1.59032833</c:v>
                </c:pt>
                <c:pt idx="953">
                  <c:v>1.59076028</c:v>
                </c:pt>
                <c:pt idx="954">
                  <c:v>1.5914425</c:v>
                </c:pt>
                <c:pt idx="955">
                  <c:v>1.5922725</c:v>
                </c:pt>
                <c:pt idx="956">
                  <c:v>1.59239306</c:v>
                </c:pt>
                <c:pt idx="957">
                  <c:v>1.59377139</c:v>
                </c:pt>
                <c:pt idx="958">
                  <c:v>1.59439278</c:v>
                </c:pt>
                <c:pt idx="959">
                  <c:v>1.59570917</c:v>
                </c:pt>
                <c:pt idx="960">
                  <c:v>1.59585222</c:v>
                </c:pt>
                <c:pt idx="961">
                  <c:v>1.59656444</c:v>
                </c:pt>
                <c:pt idx="962">
                  <c:v>1.59706222</c:v>
                </c:pt>
                <c:pt idx="963">
                  <c:v>1.59830889</c:v>
                </c:pt>
                <c:pt idx="964">
                  <c:v>1.59839556</c:v>
                </c:pt>
                <c:pt idx="965">
                  <c:v>1.60040139</c:v>
                </c:pt>
                <c:pt idx="966">
                  <c:v>1.60262083</c:v>
                </c:pt>
                <c:pt idx="967">
                  <c:v>1.60310194</c:v>
                </c:pt>
                <c:pt idx="968">
                  <c:v>1.60418167</c:v>
                </c:pt>
                <c:pt idx="969">
                  <c:v>1.60425222</c:v>
                </c:pt>
                <c:pt idx="970">
                  <c:v>1.60689833</c:v>
                </c:pt>
                <c:pt idx="971">
                  <c:v>1.60704833</c:v>
                </c:pt>
                <c:pt idx="972">
                  <c:v>1.60742417</c:v>
                </c:pt>
                <c:pt idx="973">
                  <c:v>1.60971389</c:v>
                </c:pt>
                <c:pt idx="974">
                  <c:v>1.61098611</c:v>
                </c:pt>
                <c:pt idx="975">
                  <c:v>1.61177806</c:v>
                </c:pt>
                <c:pt idx="976">
                  <c:v>1.61387417</c:v>
                </c:pt>
                <c:pt idx="977">
                  <c:v>1.61455222</c:v>
                </c:pt>
                <c:pt idx="978">
                  <c:v>1.615955</c:v>
                </c:pt>
                <c:pt idx="979">
                  <c:v>1.61615389</c:v>
                </c:pt>
                <c:pt idx="980">
                  <c:v>1.62009028</c:v>
                </c:pt>
                <c:pt idx="981">
                  <c:v>1.62116861</c:v>
                </c:pt>
                <c:pt idx="982">
                  <c:v>1.62295444</c:v>
                </c:pt>
                <c:pt idx="983">
                  <c:v>1.62416528</c:v>
                </c:pt>
                <c:pt idx="984">
                  <c:v>1.62442611</c:v>
                </c:pt>
                <c:pt idx="985">
                  <c:v>1.62472278</c:v>
                </c:pt>
                <c:pt idx="986">
                  <c:v>1.62581278</c:v>
                </c:pt>
                <c:pt idx="987">
                  <c:v>1.62740111</c:v>
                </c:pt>
                <c:pt idx="988">
                  <c:v>1.62840278</c:v>
                </c:pt>
                <c:pt idx="989">
                  <c:v>1.6302</c:v>
                </c:pt>
                <c:pt idx="990">
                  <c:v>1.630285</c:v>
                </c:pt>
                <c:pt idx="991">
                  <c:v>1.63057333</c:v>
                </c:pt>
                <c:pt idx="992">
                  <c:v>1.63144306</c:v>
                </c:pt>
                <c:pt idx="993">
                  <c:v>1.63224611</c:v>
                </c:pt>
                <c:pt idx="994">
                  <c:v>1.63308139</c:v>
                </c:pt>
                <c:pt idx="995">
                  <c:v>1.63319139</c:v>
                </c:pt>
                <c:pt idx="996">
                  <c:v>1.63408194</c:v>
                </c:pt>
                <c:pt idx="997">
                  <c:v>1.63612806</c:v>
                </c:pt>
                <c:pt idx="998">
                  <c:v>1.63666472</c:v>
                </c:pt>
                <c:pt idx="999">
                  <c:v>1.63871778</c:v>
                </c:pt>
                <c:pt idx="1000">
                  <c:v>1.64094361</c:v>
                </c:pt>
                <c:pt idx="1001">
                  <c:v>1.64193611</c:v>
                </c:pt>
                <c:pt idx="1002">
                  <c:v>1.64504083</c:v>
                </c:pt>
                <c:pt idx="1003">
                  <c:v>1.64625861</c:v>
                </c:pt>
                <c:pt idx="1004">
                  <c:v>1.64733861</c:v>
                </c:pt>
                <c:pt idx="1005">
                  <c:v>1.64740139</c:v>
                </c:pt>
                <c:pt idx="1006">
                  <c:v>1.64775556</c:v>
                </c:pt>
                <c:pt idx="1007">
                  <c:v>1.64956389</c:v>
                </c:pt>
                <c:pt idx="1008">
                  <c:v>1.65061417</c:v>
                </c:pt>
                <c:pt idx="1009">
                  <c:v>1.65188222</c:v>
                </c:pt>
                <c:pt idx="1010">
                  <c:v>1.65259639</c:v>
                </c:pt>
                <c:pt idx="1011">
                  <c:v>1.65268972</c:v>
                </c:pt>
                <c:pt idx="1012">
                  <c:v>1.653775</c:v>
                </c:pt>
                <c:pt idx="1013">
                  <c:v>1.65496972</c:v>
                </c:pt>
                <c:pt idx="1014">
                  <c:v>1.65937611</c:v>
                </c:pt>
                <c:pt idx="1015">
                  <c:v>1.65959806</c:v>
                </c:pt>
                <c:pt idx="1016">
                  <c:v>1.65965056</c:v>
                </c:pt>
                <c:pt idx="1017">
                  <c:v>1.6611525</c:v>
                </c:pt>
                <c:pt idx="1018">
                  <c:v>1.66253278</c:v>
                </c:pt>
                <c:pt idx="1019">
                  <c:v>1.66400417</c:v>
                </c:pt>
                <c:pt idx="1020">
                  <c:v>1.664365</c:v>
                </c:pt>
                <c:pt idx="1021">
                  <c:v>1.66947611</c:v>
                </c:pt>
                <c:pt idx="1022">
                  <c:v>1.6697875</c:v>
                </c:pt>
                <c:pt idx="1023">
                  <c:v>1.66986028</c:v>
                </c:pt>
                <c:pt idx="1024">
                  <c:v>1.67099917</c:v>
                </c:pt>
                <c:pt idx="1025">
                  <c:v>1.67177333</c:v>
                </c:pt>
                <c:pt idx="1026">
                  <c:v>1.67191611</c:v>
                </c:pt>
                <c:pt idx="1027">
                  <c:v>1.67198389</c:v>
                </c:pt>
                <c:pt idx="1028">
                  <c:v>1.67428694</c:v>
                </c:pt>
                <c:pt idx="1029">
                  <c:v>1.67526472</c:v>
                </c:pt>
                <c:pt idx="1030">
                  <c:v>1.67590056</c:v>
                </c:pt>
                <c:pt idx="1031">
                  <c:v>1.67600167</c:v>
                </c:pt>
                <c:pt idx="1032">
                  <c:v>1.67720667</c:v>
                </c:pt>
                <c:pt idx="1033">
                  <c:v>1.67727667</c:v>
                </c:pt>
                <c:pt idx="1034">
                  <c:v>1.677745</c:v>
                </c:pt>
                <c:pt idx="1035">
                  <c:v>1.67860944</c:v>
                </c:pt>
                <c:pt idx="1036">
                  <c:v>1.68013333</c:v>
                </c:pt>
                <c:pt idx="1037">
                  <c:v>1.68063194</c:v>
                </c:pt>
                <c:pt idx="1038">
                  <c:v>1.68119444</c:v>
                </c:pt>
                <c:pt idx="1039">
                  <c:v>1.68272972</c:v>
                </c:pt>
                <c:pt idx="1040">
                  <c:v>1.68321889</c:v>
                </c:pt>
                <c:pt idx="1041">
                  <c:v>1.68382111</c:v>
                </c:pt>
                <c:pt idx="1042">
                  <c:v>1.68544194</c:v>
                </c:pt>
                <c:pt idx="1043">
                  <c:v>1.68612417</c:v>
                </c:pt>
                <c:pt idx="1044">
                  <c:v>1.68612778</c:v>
                </c:pt>
                <c:pt idx="1045">
                  <c:v>1.68623972</c:v>
                </c:pt>
                <c:pt idx="1046">
                  <c:v>1.6877725</c:v>
                </c:pt>
                <c:pt idx="1047">
                  <c:v>1.68854583</c:v>
                </c:pt>
                <c:pt idx="1048">
                  <c:v>1.68929944</c:v>
                </c:pt>
                <c:pt idx="1049">
                  <c:v>1.69063389</c:v>
                </c:pt>
                <c:pt idx="1050">
                  <c:v>1.69115417</c:v>
                </c:pt>
                <c:pt idx="1051">
                  <c:v>1.69159222</c:v>
                </c:pt>
                <c:pt idx="1052">
                  <c:v>1.69307361</c:v>
                </c:pt>
                <c:pt idx="1053">
                  <c:v>1.69415889</c:v>
                </c:pt>
                <c:pt idx="1054">
                  <c:v>1.69567056</c:v>
                </c:pt>
                <c:pt idx="1055">
                  <c:v>1.69771944</c:v>
                </c:pt>
                <c:pt idx="1056">
                  <c:v>1.6977975</c:v>
                </c:pt>
                <c:pt idx="1057">
                  <c:v>1.70060639</c:v>
                </c:pt>
                <c:pt idx="1058">
                  <c:v>1.70068194</c:v>
                </c:pt>
                <c:pt idx="1059">
                  <c:v>1.70163722</c:v>
                </c:pt>
                <c:pt idx="1060">
                  <c:v>1.70227083</c:v>
                </c:pt>
                <c:pt idx="1061">
                  <c:v>1.70444083</c:v>
                </c:pt>
                <c:pt idx="1062">
                  <c:v>1.70530583</c:v>
                </c:pt>
                <c:pt idx="1063">
                  <c:v>1.70731139</c:v>
                </c:pt>
                <c:pt idx="1064">
                  <c:v>1.70809528</c:v>
                </c:pt>
                <c:pt idx="1065">
                  <c:v>1.70835611</c:v>
                </c:pt>
                <c:pt idx="1066">
                  <c:v>1.70854861</c:v>
                </c:pt>
                <c:pt idx="1067">
                  <c:v>1.71341083</c:v>
                </c:pt>
                <c:pt idx="1068">
                  <c:v>1.71387333</c:v>
                </c:pt>
                <c:pt idx="1069">
                  <c:v>1.71567</c:v>
                </c:pt>
                <c:pt idx="1070">
                  <c:v>1.71701806</c:v>
                </c:pt>
                <c:pt idx="1071">
                  <c:v>1.71732694</c:v>
                </c:pt>
                <c:pt idx="1072">
                  <c:v>1.71858194</c:v>
                </c:pt>
                <c:pt idx="1073">
                  <c:v>1.71958583</c:v>
                </c:pt>
                <c:pt idx="1074">
                  <c:v>1.71969917</c:v>
                </c:pt>
                <c:pt idx="1075">
                  <c:v>1.72335</c:v>
                </c:pt>
                <c:pt idx="1076">
                  <c:v>1.72424361</c:v>
                </c:pt>
                <c:pt idx="1077">
                  <c:v>1.72430722</c:v>
                </c:pt>
                <c:pt idx="1078">
                  <c:v>1.72650556</c:v>
                </c:pt>
                <c:pt idx="1079">
                  <c:v>1.7286525</c:v>
                </c:pt>
                <c:pt idx="1080">
                  <c:v>1.72965167</c:v>
                </c:pt>
                <c:pt idx="1081">
                  <c:v>1.72967222</c:v>
                </c:pt>
                <c:pt idx="1082">
                  <c:v>1.73004889</c:v>
                </c:pt>
                <c:pt idx="1083">
                  <c:v>1.73181278</c:v>
                </c:pt>
                <c:pt idx="1084">
                  <c:v>1.73590667</c:v>
                </c:pt>
                <c:pt idx="1085">
                  <c:v>1.73598194</c:v>
                </c:pt>
                <c:pt idx="1086">
                  <c:v>1.73786833</c:v>
                </c:pt>
                <c:pt idx="1087">
                  <c:v>1.73898694</c:v>
                </c:pt>
                <c:pt idx="1088">
                  <c:v>1.7391575</c:v>
                </c:pt>
                <c:pt idx="1089">
                  <c:v>1.74045694</c:v>
                </c:pt>
                <c:pt idx="1090">
                  <c:v>1.74192056</c:v>
                </c:pt>
                <c:pt idx="1091">
                  <c:v>1.74210778</c:v>
                </c:pt>
                <c:pt idx="1092">
                  <c:v>1.74383389</c:v>
                </c:pt>
                <c:pt idx="1093">
                  <c:v>1.74553694</c:v>
                </c:pt>
                <c:pt idx="1094">
                  <c:v>1.75314528</c:v>
                </c:pt>
                <c:pt idx="1095">
                  <c:v>1.7532225</c:v>
                </c:pt>
                <c:pt idx="1096">
                  <c:v>1.753305</c:v>
                </c:pt>
                <c:pt idx="1097">
                  <c:v>1.75872611</c:v>
                </c:pt>
                <c:pt idx="1098">
                  <c:v>1.76086806</c:v>
                </c:pt>
                <c:pt idx="1099">
                  <c:v>1.76087</c:v>
                </c:pt>
                <c:pt idx="1100">
                  <c:v>1.76089083</c:v>
                </c:pt>
                <c:pt idx="1101">
                  <c:v>1.76093278</c:v>
                </c:pt>
                <c:pt idx="1102">
                  <c:v>1.76093806</c:v>
                </c:pt>
                <c:pt idx="1103">
                  <c:v>1.76422722</c:v>
                </c:pt>
                <c:pt idx="1104">
                  <c:v>1.76472778</c:v>
                </c:pt>
                <c:pt idx="1105">
                  <c:v>1.76481694</c:v>
                </c:pt>
                <c:pt idx="1106">
                  <c:v>1.76634278</c:v>
                </c:pt>
                <c:pt idx="1107">
                  <c:v>1.76644333</c:v>
                </c:pt>
                <c:pt idx="1108">
                  <c:v>1.76764528</c:v>
                </c:pt>
                <c:pt idx="1109">
                  <c:v>1.768685</c:v>
                </c:pt>
                <c:pt idx="1110">
                  <c:v>1.76875</c:v>
                </c:pt>
                <c:pt idx="1111">
                  <c:v>1.77069056</c:v>
                </c:pt>
                <c:pt idx="1112">
                  <c:v>1.77382444</c:v>
                </c:pt>
                <c:pt idx="1113">
                  <c:v>1.77501944</c:v>
                </c:pt>
                <c:pt idx="1114">
                  <c:v>1.77509861</c:v>
                </c:pt>
                <c:pt idx="1115">
                  <c:v>1.77674111</c:v>
                </c:pt>
                <c:pt idx="1116">
                  <c:v>1.77764333</c:v>
                </c:pt>
                <c:pt idx="1117">
                  <c:v>1.77905556</c:v>
                </c:pt>
                <c:pt idx="1118">
                  <c:v>1.77955306</c:v>
                </c:pt>
                <c:pt idx="1119">
                  <c:v>1.78106222</c:v>
                </c:pt>
                <c:pt idx="1120">
                  <c:v>1.78188361</c:v>
                </c:pt>
                <c:pt idx="1121">
                  <c:v>1.78251694</c:v>
                </c:pt>
                <c:pt idx="1122">
                  <c:v>1.78318806</c:v>
                </c:pt>
                <c:pt idx="1123">
                  <c:v>1.78408361</c:v>
                </c:pt>
                <c:pt idx="1124">
                  <c:v>1.78524083</c:v>
                </c:pt>
                <c:pt idx="1125">
                  <c:v>1.78713806</c:v>
                </c:pt>
                <c:pt idx="1126">
                  <c:v>1.78717</c:v>
                </c:pt>
                <c:pt idx="1127">
                  <c:v>1.78834944</c:v>
                </c:pt>
                <c:pt idx="1128">
                  <c:v>1.78973694</c:v>
                </c:pt>
                <c:pt idx="1129">
                  <c:v>1.79044306</c:v>
                </c:pt>
                <c:pt idx="1130">
                  <c:v>1.79114917</c:v>
                </c:pt>
                <c:pt idx="1131">
                  <c:v>1.79237889</c:v>
                </c:pt>
                <c:pt idx="1132">
                  <c:v>1.79270861</c:v>
                </c:pt>
                <c:pt idx="1133">
                  <c:v>1.79480389</c:v>
                </c:pt>
                <c:pt idx="1134">
                  <c:v>1.7948175</c:v>
                </c:pt>
                <c:pt idx="1135">
                  <c:v>1.79484917</c:v>
                </c:pt>
                <c:pt idx="1136">
                  <c:v>1.79705056</c:v>
                </c:pt>
                <c:pt idx="1137">
                  <c:v>1.79816056</c:v>
                </c:pt>
                <c:pt idx="1138">
                  <c:v>1.79836667</c:v>
                </c:pt>
                <c:pt idx="1139">
                  <c:v>1.79846389</c:v>
                </c:pt>
                <c:pt idx="1140">
                  <c:v>1.79980111</c:v>
                </c:pt>
                <c:pt idx="1141">
                  <c:v>1.80099444</c:v>
                </c:pt>
                <c:pt idx="1142">
                  <c:v>1.80138056</c:v>
                </c:pt>
                <c:pt idx="1143">
                  <c:v>1.80259583</c:v>
                </c:pt>
                <c:pt idx="1144">
                  <c:v>1.80274694</c:v>
                </c:pt>
                <c:pt idx="1145">
                  <c:v>1.803925</c:v>
                </c:pt>
                <c:pt idx="1146">
                  <c:v>1.80587111</c:v>
                </c:pt>
                <c:pt idx="1147">
                  <c:v>1.8100825</c:v>
                </c:pt>
                <c:pt idx="1148">
                  <c:v>1.81089667</c:v>
                </c:pt>
                <c:pt idx="1149">
                  <c:v>1.81138472</c:v>
                </c:pt>
                <c:pt idx="1150">
                  <c:v>1.81190056</c:v>
                </c:pt>
                <c:pt idx="1151">
                  <c:v>1.81439139</c:v>
                </c:pt>
                <c:pt idx="1152">
                  <c:v>1.81540167</c:v>
                </c:pt>
                <c:pt idx="1153">
                  <c:v>1.81732556</c:v>
                </c:pt>
                <c:pt idx="1154">
                  <c:v>1.81875</c:v>
                </c:pt>
                <c:pt idx="1155">
                  <c:v>1.82017806</c:v>
                </c:pt>
                <c:pt idx="1156">
                  <c:v>1.82034833</c:v>
                </c:pt>
                <c:pt idx="1157">
                  <c:v>1.82161833</c:v>
                </c:pt>
                <c:pt idx="1158">
                  <c:v>1.82254028</c:v>
                </c:pt>
                <c:pt idx="1159">
                  <c:v>1.82459389</c:v>
                </c:pt>
                <c:pt idx="1160">
                  <c:v>1.82598667</c:v>
                </c:pt>
                <c:pt idx="1161">
                  <c:v>1.82635667</c:v>
                </c:pt>
                <c:pt idx="1162">
                  <c:v>1.82734694</c:v>
                </c:pt>
                <c:pt idx="1163">
                  <c:v>1.82752167</c:v>
                </c:pt>
                <c:pt idx="1164">
                  <c:v>1.83026083</c:v>
                </c:pt>
                <c:pt idx="1165">
                  <c:v>1.83040417</c:v>
                </c:pt>
                <c:pt idx="1166">
                  <c:v>1.83155111</c:v>
                </c:pt>
                <c:pt idx="1167">
                  <c:v>1.8317175</c:v>
                </c:pt>
                <c:pt idx="1168">
                  <c:v>1.83388333</c:v>
                </c:pt>
                <c:pt idx="1169">
                  <c:v>1.83438639</c:v>
                </c:pt>
                <c:pt idx="1170">
                  <c:v>1.83484917</c:v>
                </c:pt>
                <c:pt idx="1171">
                  <c:v>1.84906333</c:v>
                </c:pt>
                <c:pt idx="1172">
                  <c:v>1.84934833</c:v>
                </c:pt>
                <c:pt idx="1173">
                  <c:v>1.84976917</c:v>
                </c:pt>
                <c:pt idx="1174">
                  <c:v>1.84994722</c:v>
                </c:pt>
                <c:pt idx="1175">
                  <c:v>1.85035944</c:v>
                </c:pt>
                <c:pt idx="1176">
                  <c:v>1.85090111</c:v>
                </c:pt>
                <c:pt idx="1177">
                  <c:v>1.85198694</c:v>
                </c:pt>
                <c:pt idx="1178">
                  <c:v>1.85203139</c:v>
                </c:pt>
                <c:pt idx="1179">
                  <c:v>1.854925</c:v>
                </c:pt>
                <c:pt idx="1180">
                  <c:v>1.85496667</c:v>
                </c:pt>
                <c:pt idx="1181">
                  <c:v>1.85674111</c:v>
                </c:pt>
                <c:pt idx="1182">
                  <c:v>1.85752194</c:v>
                </c:pt>
                <c:pt idx="1183">
                  <c:v>1.85927139</c:v>
                </c:pt>
                <c:pt idx="1184">
                  <c:v>1.85927417</c:v>
                </c:pt>
                <c:pt idx="1185">
                  <c:v>1.85963417</c:v>
                </c:pt>
                <c:pt idx="1186">
                  <c:v>1.86228</c:v>
                </c:pt>
                <c:pt idx="1187">
                  <c:v>1.86336222</c:v>
                </c:pt>
                <c:pt idx="1188">
                  <c:v>1.86381361</c:v>
                </c:pt>
                <c:pt idx="1189">
                  <c:v>1.87460056</c:v>
                </c:pt>
                <c:pt idx="1190">
                  <c:v>1.87466528</c:v>
                </c:pt>
                <c:pt idx="1191">
                  <c:v>1.87466889</c:v>
                </c:pt>
                <c:pt idx="1192">
                  <c:v>1.87477278</c:v>
                </c:pt>
                <c:pt idx="1193">
                  <c:v>1.87486583</c:v>
                </c:pt>
                <c:pt idx="1194">
                  <c:v>1.87654056</c:v>
                </c:pt>
                <c:pt idx="1195">
                  <c:v>1.87760333</c:v>
                </c:pt>
                <c:pt idx="1196">
                  <c:v>1.87800667</c:v>
                </c:pt>
                <c:pt idx="1197">
                  <c:v>1.8794525</c:v>
                </c:pt>
                <c:pt idx="1198">
                  <c:v>1.87952389</c:v>
                </c:pt>
                <c:pt idx="1199">
                  <c:v>1.88029528</c:v>
                </c:pt>
                <c:pt idx="1200">
                  <c:v>1.88035083</c:v>
                </c:pt>
                <c:pt idx="1201">
                  <c:v>1.88169056</c:v>
                </c:pt>
                <c:pt idx="1202">
                  <c:v>1.88334222</c:v>
                </c:pt>
                <c:pt idx="1203">
                  <c:v>1.88337333</c:v>
                </c:pt>
                <c:pt idx="1204">
                  <c:v>1.89014917</c:v>
                </c:pt>
                <c:pt idx="1205">
                  <c:v>1.89069833</c:v>
                </c:pt>
                <c:pt idx="1206">
                  <c:v>1.89084</c:v>
                </c:pt>
                <c:pt idx="1207">
                  <c:v>1.89152139</c:v>
                </c:pt>
                <c:pt idx="1208">
                  <c:v>1.89298639</c:v>
                </c:pt>
                <c:pt idx="1209">
                  <c:v>1.89388417</c:v>
                </c:pt>
                <c:pt idx="1210">
                  <c:v>1.89582389</c:v>
                </c:pt>
                <c:pt idx="1211">
                  <c:v>1.89600111</c:v>
                </c:pt>
                <c:pt idx="1212">
                  <c:v>1.89603056</c:v>
                </c:pt>
                <c:pt idx="1213">
                  <c:v>1.8988775</c:v>
                </c:pt>
                <c:pt idx="1214">
                  <c:v>1.89961583</c:v>
                </c:pt>
                <c:pt idx="1215">
                  <c:v>1.89976056</c:v>
                </c:pt>
                <c:pt idx="1216">
                  <c:v>1.90039861</c:v>
                </c:pt>
                <c:pt idx="1217">
                  <c:v>1.90163944</c:v>
                </c:pt>
                <c:pt idx="1218">
                  <c:v>1.90243</c:v>
                </c:pt>
                <c:pt idx="1219">
                  <c:v>1.90344639</c:v>
                </c:pt>
                <c:pt idx="1220">
                  <c:v>1.90361861</c:v>
                </c:pt>
                <c:pt idx="1221">
                  <c:v>1.90895833</c:v>
                </c:pt>
                <c:pt idx="1222">
                  <c:v>1.91023472</c:v>
                </c:pt>
                <c:pt idx="1223">
                  <c:v>1.91052222</c:v>
                </c:pt>
                <c:pt idx="1224">
                  <c:v>1.91061556</c:v>
                </c:pt>
                <c:pt idx="1225">
                  <c:v>1.91206528</c:v>
                </c:pt>
                <c:pt idx="1226">
                  <c:v>1.91297611</c:v>
                </c:pt>
                <c:pt idx="1227">
                  <c:v>1.91336222</c:v>
                </c:pt>
                <c:pt idx="1228">
                  <c:v>1.91423194</c:v>
                </c:pt>
                <c:pt idx="1229">
                  <c:v>1.91497778</c:v>
                </c:pt>
                <c:pt idx="1230">
                  <c:v>1.91554861</c:v>
                </c:pt>
                <c:pt idx="1231">
                  <c:v>1.91891972</c:v>
                </c:pt>
                <c:pt idx="1232">
                  <c:v>1.92187583</c:v>
                </c:pt>
                <c:pt idx="1233">
                  <c:v>1.92299444</c:v>
                </c:pt>
                <c:pt idx="1234">
                  <c:v>1.92306472</c:v>
                </c:pt>
                <c:pt idx="1235">
                  <c:v>1.92307</c:v>
                </c:pt>
                <c:pt idx="1236">
                  <c:v>1.92487333</c:v>
                </c:pt>
                <c:pt idx="1237">
                  <c:v>1.92498889</c:v>
                </c:pt>
                <c:pt idx="1238">
                  <c:v>1.92615167</c:v>
                </c:pt>
                <c:pt idx="1239">
                  <c:v>1.92722417</c:v>
                </c:pt>
                <c:pt idx="1240">
                  <c:v>1.93022556</c:v>
                </c:pt>
                <c:pt idx="1241">
                  <c:v>1.93225417</c:v>
                </c:pt>
                <c:pt idx="1242">
                  <c:v>1.93446472</c:v>
                </c:pt>
                <c:pt idx="1243">
                  <c:v>1.93500639</c:v>
                </c:pt>
                <c:pt idx="1244">
                  <c:v>1.93516833</c:v>
                </c:pt>
                <c:pt idx="1245">
                  <c:v>1.93525167</c:v>
                </c:pt>
                <c:pt idx="1246">
                  <c:v>1.937885</c:v>
                </c:pt>
                <c:pt idx="1247">
                  <c:v>1.93798694</c:v>
                </c:pt>
                <c:pt idx="1248">
                  <c:v>1.94053361</c:v>
                </c:pt>
                <c:pt idx="1249">
                  <c:v>1.94090167</c:v>
                </c:pt>
                <c:pt idx="1250">
                  <c:v>1.94201</c:v>
                </c:pt>
                <c:pt idx="1251">
                  <c:v>1.94246667</c:v>
                </c:pt>
                <c:pt idx="1252">
                  <c:v>1.94469333</c:v>
                </c:pt>
                <c:pt idx="1253">
                  <c:v>1.94505</c:v>
                </c:pt>
                <c:pt idx="1254">
                  <c:v>1.94617083</c:v>
                </c:pt>
                <c:pt idx="1255">
                  <c:v>1.94625222</c:v>
                </c:pt>
                <c:pt idx="1256">
                  <c:v>1.95128278</c:v>
                </c:pt>
                <c:pt idx="1257">
                  <c:v>1.95302833</c:v>
                </c:pt>
                <c:pt idx="1258">
                  <c:v>1.9544025</c:v>
                </c:pt>
                <c:pt idx="1259">
                  <c:v>1.95442083</c:v>
                </c:pt>
                <c:pt idx="1260">
                  <c:v>1.95493306</c:v>
                </c:pt>
                <c:pt idx="1261">
                  <c:v>1.95562806</c:v>
                </c:pt>
                <c:pt idx="1262">
                  <c:v>1.95721361</c:v>
                </c:pt>
                <c:pt idx="1263">
                  <c:v>1.95770389</c:v>
                </c:pt>
                <c:pt idx="1264">
                  <c:v>1.95851583</c:v>
                </c:pt>
                <c:pt idx="1265">
                  <c:v>1.95945417</c:v>
                </c:pt>
                <c:pt idx="1266">
                  <c:v>1.96012222</c:v>
                </c:pt>
                <c:pt idx="1267">
                  <c:v>1.960615</c:v>
                </c:pt>
                <c:pt idx="1268">
                  <c:v>1.96152667</c:v>
                </c:pt>
                <c:pt idx="1269">
                  <c:v>1.96227639</c:v>
                </c:pt>
                <c:pt idx="1270">
                  <c:v>1.96687306</c:v>
                </c:pt>
                <c:pt idx="1271">
                  <c:v>1.96720167</c:v>
                </c:pt>
                <c:pt idx="1272">
                  <c:v>1.96766833</c:v>
                </c:pt>
                <c:pt idx="1273">
                  <c:v>1.96927361</c:v>
                </c:pt>
                <c:pt idx="1274">
                  <c:v>1.97130528</c:v>
                </c:pt>
                <c:pt idx="1275">
                  <c:v>1.97137556</c:v>
                </c:pt>
                <c:pt idx="1276">
                  <c:v>1.973225</c:v>
                </c:pt>
                <c:pt idx="1277">
                  <c:v>1.97848417</c:v>
                </c:pt>
                <c:pt idx="1278">
                  <c:v>1.97949583</c:v>
                </c:pt>
                <c:pt idx="1279">
                  <c:v>1.9800275</c:v>
                </c:pt>
                <c:pt idx="1280">
                  <c:v>1.98150056</c:v>
                </c:pt>
                <c:pt idx="1281">
                  <c:v>1.98228611</c:v>
                </c:pt>
                <c:pt idx="1282">
                  <c:v>1.98417778</c:v>
                </c:pt>
                <c:pt idx="1283">
                  <c:v>1.98515722</c:v>
                </c:pt>
                <c:pt idx="1284">
                  <c:v>1.98603417</c:v>
                </c:pt>
                <c:pt idx="1285">
                  <c:v>1.98609889</c:v>
                </c:pt>
                <c:pt idx="1286">
                  <c:v>1.98793889</c:v>
                </c:pt>
                <c:pt idx="1287">
                  <c:v>1.99006944</c:v>
                </c:pt>
                <c:pt idx="1288">
                  <c:v>1.99211417</c:v>
                </c:pt>
                <c:pt idx="1289">
                  <c:v>1.99402056</c:v>
                </c:pt>
                <c:pt idx="1290">
                  <c:v>1.99486111</c:v>
                </c:pt>
                <c:pt idx="1291">
                  <c:v>1.99488361</c:v>
                </c:pt>
                <c:pt idx="1292">
                  <c:v>1.99706056</c:v>
                </c:pt>
                <c:pt idx="1293">
                  <c:v>1.99712861</c:v>
                </c:pt>
                <c:pt idx="1294">
                  <c:v>1.99911222</c:v>
                </c:pt>
                <c:pt idx="1295">
                  <c:v>1.99987583</c:v>
                </c:pt>
                <c:pt idx="1296">
                  <c:v>2.00185694</c:v>
                </c:pt>
                <c:pt idx="1297">
                  <c:v>2.00397667</c:v>
                </c:pt>
                <c:pt idx="1298">
                  <c:v>2.00415361</c:v>
                </c:pt>
                <c:pt idx="1299">
                  <c:v>2.0065825</c:v>
                </c:pt>
                <c:pt idx="1300">
                  <c:v>2.00834667</c:v>
                </c:pt>
                <c:pt idx="1301">
                  <c:v>2.01035861</c:v>
                </c:pt>
                <c:pt idx="1302">
                  <c:v>2.01163111</c:v>
                </c:pt>
                <c:pt idx="1303">
                  <c:v>2.01166722</c:v>
                </c:pt>
                <c:pt idx="1304">
                  <c:v>2.01245667</c:v>
                </c:pt>
                <c:pt idx="1305">
                  <c:v>2.0147025</c:v>
                </c:pt>
                <c:pt idx="1306">
                  <c:v>2.01717083</c:v>
                </c:pt>
                <c:pt idx="1307">
                  <c:v>2.01985611</c:v>
                </c:pt>
                <c:pt idx="1308">
                  <c:v>2.02075111</c:v>
                </c:pt>
                <c:pt idx="1309">
                  <c:v>2.02270944</c:v>
                </c:pt>
                <c:pt idx="1310">
                  <c:v>2.02499861</c:v>
                </c:pt>
                <c:pt idx="1311">
                  <c:v>2.0278075</c:v>
                </c:pt>
                <c:pt idx="1312">
                  <c:v>2.03186778</c:v>
                </c:pt>
                <c:pt idx="1313">
                  <c:v>2.03298472</c:v>
                </c:pt>
                <c:pt idx="1314">
                  <c:v>2.03616361</c:v>
                </c:pt>
                <c:pt idx="1315">
                  <c:v>2.03752139</c:v>
                </c:pt>
                <c:pt idx="1316">
                  <c:v>2.03780861</c:v>
                </c:pt>
                <c:pt idx="1317">
                  <c:v>2.03807056</c:v>
                </c:pt>
                <c:pt idx="1318">
                  <c:v>2.04048028</c:v>
                </c:pt>
                <c:pt idx="1319">
                  <c:v>2.04054833</c:v>
                </c:pt>
                <c:pt idx="1320">
                  <c:v>2.04479417</c:v>
                </c:pt>
                <c:pt idx="1321">
                  <c:v>2.04728278</c:v>
                </c:pt>
                <c:pt idx="1322">
                  <c:v>2.05251278</c:v>
                </c:pt>
                <c:pt idx="1323">
                  <c:v>2.05282611</c:v>
                </c:pt>
                <c:pt idx="1324">
                  <c:v>2.05446944</c:v>
                </c:pt>
                <c:pt idx="1325">
                  <c:v>2.05546278</c:v>
                </c:pt>
                <c:pt idx="1326">
                  <c:v>2.05548472</c:v>
                </c:pt>
                <c:pt idx="1327">
                  <c:v>2.06035583</c:v>
                </c:pt>
                <c:pt idx="1328">
                  <c:v>2.06311611</c:v>
                </c:pt>
                <c:pt idx="1329">
                  <c:v>2.06332194</c:v>
                </c:pt>
                <c:pt idx="1330">
                  <c:v>2.06384167</c:v>
                </c:pt>
                <c:pt idx="1331">
                  <c:v>2.06542111</c:v>
                </c:pt>
                <c:pt idx="1332">
                  <c:v>2.0656175</c:v>
                </c:pt>
                <c:pt idx="1333">
                  <c:v>2.06893083</c:v>
                </c:pt>
                <c:pt idx="1334">
                  <c:v>2.06915222</c:v>
                </c:pt>
                <c:pt idx="1335">
                  <c:v>2.07185444</c:v>
                </c:pt>
                <c:pt idx="1336">
                  <c:v>2.07314139</c:v>
                </c:pt>
                <c:pt idx="1337">
                  <c:v>2.07714583</c:v>
                </c:pt>
                <c:pt idx="1338">
                  <c:v>2.07763833</c:v>
                </c:pt>
                <c:pt idx="1339">
                  <c:v>2.07822833</c:v>
                </c:pt>
                <c:pt idx="1340">
                  <c:v>2.07948639</c:v>
                </c:pt>
                <c:pt idx="1341">
                  <c:v>2.08201944</c:v>
                </c:pt>
                <c:pt idx="1342">
                  <c:v>2.0849775</c:v>
                </c:pt>
                <c:pt idx="1343">
                  <c:v>2.08752611</c:v>
                </c:pt>
                <c:pt idx="1344">
                  <c:v>2.09087917</c:v>
                </c:pt>
                <c:pt idx="1345">
                  <c:v>2.09527306</c:v>
                </c:pt>
                <c:pt idx="1346">
                  <c:v>2.09735528</c:v>
                </c:pt>
                <c:pt idx="1347">
                  <c:v>2.09740556</c:v>
                </c:pt>
                <c:pt idx="1348">
                  <c:v>2.101355</c:v>
                </c:pt>
                <c:pt idx="1349">
                  <c:v>2.10180694</c:v>
                </c:pt>
                <c:pt idx="1350">
                  <c:v>2.10547917</c:v>
                </c:pt>
                <c:pt idx="1351">
                  <c:v>2.10580306</c:v>
                </c:pt>
                <c:pt idx="1352">
                  <c:v>2.1084625</c:v>
                </c:pt>
                <c:pt idx="1353">
                  <c:v>2.10972528</c:v>
                </c:pt>
                <c:pt idx="1354">
                  <c:v>2.11048444</c:v>
                </c:pt>
                <c:pt idx="1355">
                  <c:v>2.11236111</c:v>
                </c:pt>
                <c:pt idx="1356">
                  <c:v>2.11360417</c:v>
                </c:pt>
                <c:pt idx="1357">
                  <c:v>2.11465583</c:v>
                </c:pt>
                <c:pt idx="1358">
                  <c:v>2.11502139</c:v>
                </c:pt>
                <c:pt idx="1359">
                  <c:v>2.11770694</c:v>
                </c:pt>
                <c:pt idx="1360">
                  <c:v>2.11843389</c:v>
                </c:pt>
                <c:pt idx="1361">
                  <c:v>2.12311639</c:v>
                </c:pt>
                <c:pt idx="1362">
                  <c:v>2.12545278</c:v>
                </c:pt>
                <c:pt idx="1363">
                  <c:v>2.12623639</c:v>
                </c:pt>
                <c:pt idx="1364">
                  <c:v>2.12953806</c:v>
                </c:pt>
                <c:pt idx="1365">
                  <c:v>2.131705</c:v>
                </c:pt>
                <c:pt idx="1366">
                  <c:v>2.13467278</c:v>
                </c:pt>
                <c:pt idx="1367">
                  <c:v>2.13467972</c:v>
                </c:pt>
                <c:pt idx="1368">
                  <c:v>2.14488472</c:v>
                </c:pt>
                <c:pt idx="1369">
                  <c:v>2.14601</c:v>
                </c:pt>
                <c:pt idx="1370">
                  <c:v>2.14642861</c:v>
                </c:pt>
                <c:pt idx="1371">
                  <c:v>2.1497675</c:v>
                </c:pt>
                <c:pt idx="1372">
                  <c:v>2.15087778</c:v>
                </c:pt>
                <c:pt idx="1373">
                  <c:v>2.15094667</c:v>
                </c:pt>
                <c:pt idx="1374">
                  <c:v>2.15313056</c:v>
                </c:pt>
                <c:pt idx="1375">
                  <c:v>2.1547975</c:v>
                </c:pt>
                <c:pt idx="1376">
                  <c:v>2.15798556</c:v>
                </c:pt>
                <c:pt idx="1377">
                  <c:v>2.15804167</c:v>
                </c:pt>
                <c:pt idx="1378">
                  <c:v>2.15808056</c:v>
                </c:pt>
                <c:pt idx="1379">
                  <c:v>2.15972194</c:v>
                </c:pt>
                <c:pt idx="1380">
                  <c:v>2.16083167</c:v>
                </c:pt>
                <c:pt idx="1381">
                  <c:v>2.16523667</c:v>
                </c:pt>
                <c:pt idx="1382">
                  <c:v>2.16530889</c:v>
                </c:pt>
                <c:pt idx="1383">
                  <c:v>2.16830806</c:v>
                </c:pt>
                <c:pt idx="1384">
                  <c:v>2.16960333</c:v>
                </c:pt>
                <c:pt idx="1385">
                  <c:v>2.17038083</c:v>
                </c:pt>
                <c:pt idx="1386">
                  <c:v>2.17055167</c:v>
                </c:pt>
                <c:pt idx="1387">
                  <c:v>2.17264194</c:v>
                </c:pt>
                <c:pt idx="1388">
                  <c:v>2.17405667</c:v>
                </c:pt>
                <c:pt idx="1389">
                  <c:v>2.175155</c:v>
                </c:pt>
                <c:pt idx="1390">
                  <c:v>2.17680278</c:v>
                </c:pt>
                <c:pt idx="1391">
                  <c:v>2.1769375</c:v>
                </c:pt>
                <c:pt idx="1392">
                  <c:v>2.17705667</c:v>
                </c:pt>
                <c:pt idx="1393">
                  <c:v>2.17844667</c:v>
                </c:pt>
                <c:pt idx="1394">
                  <c:v>2.18141444</c:v>
                </c:pt>
                <c:pt idx="1395">
                  <c:v>2.18420694</c:v>
                </c:pt>
                <c:pt idx="1396">
                  <c:v>2.18441194</c:v>
                </c:pt>
                <c:pt idx="1397">
                  <c:v>2.18581667</c:v>
                </c:pt>
                <c:pt idx="1398">
                  <c:v>2.18700028</c:v>
                </c:pt>
                <c:pt idx="1399">
                  <c:v>2.18835</c:v>
                </c:pt>
                <c:pt idx="1400">
                  <c:v>2.19024722</c:v>
                </c:pt>
                <c:pt idx="1401">
                  <c:v>2.19122</c:v>
                </c:pt>
                <c:pt idx="1402">
                  <c:v>2.19166167</c:v>
                </c:pt>
                <c:pt idx="1403">
                  <c:v>2.19283083</c:v>
                </c:pt>
                <c:pt idx="1404">
                  <c:v>2.19464417</c:v>
                </c:pt>
                <c:pt idx="1405">
                  <c:v>2.19677278</c:v>
                </c:pt>
                <c:pt idx="1406">
                  <c:v>2.19831139</c:v>
                </c:pt>
                <c:pt idx="1407">
                  <c:v>2.19863833</c:v>
                </c:pt>
                <c:pt idx="1408">
                  <c:v>2.20107611</c:v>
                </c:pt>
                <c:pt idx="1409">
                  <c:v>2.20354444</c:v>
                </c:pt>
                <c:pt idx="1410">
                  <c:v>2.20774194</c:v>
                </c:pt>
                <c:pt idx="1411">
                  <c:v>2.20847333</c:v>
                </c:pt>
                <c:pt idx="1412">
                  <c:v>2.2105725</c:v>
                </c:pt>
                <c:pt idx="1413">
                  <c:v>2.21108361</c:v>
                </c:pt>
                <c:pt idx="1414">
                  <c:v>2.21288917</c:v>
                </c:pt>
                <c:pt idx="1415">
                  <c:v>2.21673917</c:v>
                </c:pt>
                <c:pt idx="1416">
                  <c:v>2.21756222</c:v>
                </c:pt>
                <c:pt idx="1417">
                  <c:v>2.21910694</c:v>
                </c:pt>
                <c:pt idx="1418">
                  <c:v>2.22033083</c:v>
                </c:pt>
                <c:pt idx="1419">
                  <c:v>2.22557333</c:v>
                </c:pt>
                <c:pt idx="1420">
                  <c:v>2.22610889</c:v>
                </c:pt>
                <c:pt idx="1421">
                  <c:v>2.22788972</c:v>
                </c:pt>
                <c:pt idx="1422">
                  <c:v>2.22897389</c:v>
                </c:pt>
                <c:pt idx="1423">
                  <c:v>2.23055194</c:v>
                </c:pt>
                <c:pt idx="1424">
                  <c:v>2.23266611</c:v>
                </c:pt>
                <c:pt idx="1425">
                  <c:v>2.2333875</c:v>
                </c:pt>
                <c:pt idx="1426">
                  <c:v>2.23370583</c:v>
                </c:pt>
                <c:pt idx="1427">
                  <c:v>2.23671556</c:v>
                </c:pt>
                <c:pt idx="1428">
                  <c:v>2.23750611</c:v>
                </c:pt>
                <c:pt idx="1429">
                  <c:v>2.23787944</c:v>
                </c:pt>
                <c:pt idx="1430">
                  <c:v>2.23891361</c:v>
                </c:pt>
                <c:pt idx="1431">
                  <c:v>2.23894889</c:v>
                </c:pt>
                <c:pt idx="1432">
                  <c:v>2.24213417</c:v>
                </c:pt>
                <c:pt idx="1433">
                  <c:v>2.2436475</c:v>
                </c:pt>
                <c:pt idx="1434">
                  <c:v>2.24438472</c:v>
                </c:pt>
                <c:pt idx="1435">
                  <c:v>2.24543056</c:v>
                </c:pt>
                <c:pt idx="1436">
                  <c:v>2.24623444</c:v>
                </c:pt>
                <c:pt idx="1437">
                  <c:v>2.24665611</c:v>
                </c:pt>
                <c:pt idx="1438">
                  <c:v>2.24767944</c:v>
                </c:pt>
                <c:pt idx="1439">
                  <c:v>2.24871833</c:v>
                </c:pt>
                <c:pt idx="1440">
                  <c:v>2.24912028</c:v>
                </c:pt>
                <c:pt idx="1441">
                  <c:v>2.25053861</c:v>
                </c:pt>
                <c:pt idx="1442">
                  <c:v>2.25153861</c:v>
                </c:pt>
                <c:pt idx="1443">
                  <c:v>2.25721194</c:v>
                </c:pt>
                <c:pt idx="1444">
                  <c:v>2.257395</c:v>
                </c:pt>
                <c:pt idx="1445">
                  <c:v>2.25779694</c:v>
                </c:pt>
                <c:pt idx="1446">
                  <c:v>2.25949694</c:v>
                </c:pt>
                <c:pt idx="1447">
                  <c:v>2.26267611</c:v>
                </c:pt>
                <c:pt idx="1448">
                  <c:v>2.26525833</c:v>
                </c:pt>
                <c:pt idx="1449">
                  <c:v>2.26531611</c:v>
                </c:pt>
                <c:pt idx="1450">
                  <c:v>2.26665889</c:v>
                </c:pt>
                <c:pt idx="1451">
                  <c:v>2.26760972</c:v>
                </c:pt>
                <c:pt idx="1452">
                  <c:v>2.26854556</c:v>
                </c:pt>
                <c:pt idx="1453">
                  <c:v>2.27031111</c:v>
                </c:pt>
                <c:pt idx="1454">
                  <c:v>2.27129972</c:v>
                </c:pt>
                <c:pt idx="1455">
                  <c:v>2.27298194</c:v>
                </c:pt>
                <c:pt idx="1456">
                  <c:v>2.27454667</c:v>
                </c:pt>
                <c:pt idx="1457">
                  <c:v>2.27501</c:v>
                </c:pt>
                <c:pt idx="1458">
                  <c:v>2.27595806</c:v>
                </c:pt>
                <c:pt idx="1459">
                  <c:v>2.27790972</c:v>
                </c:pt>
                <c:pt idx="1460">
                  <c:v>2.27981389</c:v>
                </c:pt>
                <c:pt idx="1461">
                  <c:v>2.28065083</c:v>
                </c:pt>
                <c:pt idx="1462">
                  <c:v>2.28312278</c:v>
                </c:pt>
                <c:pt idx="1463">
                  <c:v>2.2840575</c:v>
                </c:pt>
                <c:pt idx="1464">
                  <c:v>2.28563778</c:v>
                </c:pt>
                <c:pt idx="1465">
                  <c:v>2.28750778</c:v>
                </c:pt>
                <c:pt idx="1466">
                  <c:v>2.28886472</c:v>
                </c:pt>
                <c:pt idx="1467">
                  <c:v>2.29393417</c:v>
                </c:pt>
                <c:pt idx="1468">
                  <c:v>2.29412722</c:v>
                </c:pt>
                <c:pt idx="1469">
                  <c:v>2.29426389</c:v>
                </c:pt>
                <c:pt idx="1470">
                  <c:v>2.29623472</c:v>
                </c:pt>
                <c:pt idx="1471">
                  <c:v>2.29746139</c:v>
                </c:pt>
                <c:pt idx="1472">
                  <c:v>2.30375417</c:v>
                </c:pt>
                <c:pt idx="1473">
                  <c:v>2.30419889</c:v>
                </c:pt>
                <c:pt idx="1474">
                  <c:v>2.30494861</c:v>
                </c:pt>
                <c:pt idx="1475">
                  <c:v>2.30519361</c:v>
                </c:pt>
                <c:pt idx="1476">
                  <c:v>2.30739111</c:v>
                </c:pt>
                <c:pt idx="1477">
                  <c:v>2.30920139</c:v>
                </c:pt>
                <c:pt idx="1478">
                  <c:v>2.30927194</c:v>
                </c:pt>
                <c:pt idx="1479">
                  <c:v>2.30961</c:v>
                </c:pt>
                <c:pt idx="1480">
                  <c:v>2.31108167</c:v>
                </c:pt>
                <c:pt idx="1481">
                  <c:v>2.31297139</c:v>
                </c:pt>
                <c:pt idx="1482">
                  <c:v>2.31366917</c:v>
                </c:pt>
                <c:pt idx="1483">
                  <c:v>2.31427889</c:v>
                </c:pt>
                <c:pt idx="1484">
                  <c:v>2.3155225</c:v>
                </c:pt>
                <c:pt idx="1485">
                  <c:v>2.31667917</c:v>
                </c:pt>
                <c:pt idx="1486">
                  <c:v>2.31805472</c:v>
                </c:pt>
                <c:pt idx="1487">
                  <c:v>2.31808861</c:v>
                </c:pt>
                <c:pt idx="1488">
                  <c:v>2.31861722</c:v>
                </c:pt>
                <c:pt idx="1489">
                  <c:v>2.32023028</c:v>
                </c:pt>
                <c:pt idx="1490">
                  <c:v>2.32039139</c:v>
                </c:pt>
                <c:pt idx="1491">
                  <c:v>2.32185056</c:v>
                </c:pt>
                <c:pt idx="1492">
                  <c:v>2.32321278</c:v>
                </c:pt>
                <c:pt idx="1493">
                  <c:v>2.32376028</c:v>
                </c:pt>
                <c:pt idx="1494">
                  <c:v>2.3239575</c:v>
                </c:pt>
                <c:pt idx="1495">
                  <c:v>2.32478167</c:v>
                </c:pt>
                <c:pt idx="1496">
                  <c:v>2.32585389</c:v>
                </c:pt>
                <c:pt idx="1497">
                  <c:v>2.3267375</c:v>
                </c:pt>
                <c:pt idx="1498">
                  <c:v>2.33183361</c:v>
                </c:pt>
                <c:pt idx="1499">
                  <c:v>2.33196417</c:v>
                </c:pt>
                <c:pt idx="1500">
                  <c:v>2.33227361</c:v>
                </c:pt>
                <c:pt idx="1501">
                  <c:v>2.33353389</c:v>
                </c:pt>
                <c:pt idx="1502">
                  <c:v>2.334065</c:v>
                </c:pt>
                <c:pt idx="1503">
                  <c:v>2.33413028</c:v>
                </c:pt>
                <c:pt idx="1504">
                  <c:v>2.33594944</c:v>
                </c:pt>
                <c:pt idx="1505">
                  <c:v>2.33604056</c:v>
                </c:pt>
                <c:pt idx="1506">
                  <c:v>2.3371775</c:v>
                </c:pt>
                <c:pt idx="1507">
                  <c:v>2.34488306</c:v>
                </c:pt>
                <c:pt idx="1508">
                  <c:v>2.34492278</c:v>
                </c:pt>
                <c:pt idx="1509">
                  <c:v>2.34523833</c:v>
                </c:pt>
                <c:pt idx="1510">
                  <c:v>2.34718944</c:v>
                </c:pt>
                <c:pt idx="1511">
                  <c:v>2.3480075</c:v>
                </c:pt>
                <c:pt idx="1512">
                  <c:v>2.34923889</c:v>
                </c:pt>
                <c:pt idx="1513">
                  <c:v>2.35005806</c:v>
                </c:pt>
                <c:pt idx="1514">
                  <c:v>2.35053222</c:v>
                </c:pt>
                <c:pt idx="1515">
                  <c:v>2.35186972</c:v>
                </c:pt>
                <c:pt idx="1516">
                  <c:v>2.35879139</c:v>
                </c:pt>
                <c:pt idx="1517">
                  <c:v>2.35945972</c:v>
                </c:pt>
                <c:pt idx="1518">
                  <c:v>2.36079611</c:v>
                </c:pt>
                <c:pt idx="1519">
                  <c:v>2.36096556</c:v>
                </c:pt>
                <c:pt idx="1520">
                  <c:v>2.36245833</c:v>
                </c:pt>
                <c:pt idx="1521">
                  <c:v>2.36532917</c:v>
                </c:pt>
                <c:pt idx="1522">
                  <c:v>2.36899333</c:v>
                </c:pt>
                <c:pt idx="1523">
                  <c:v>2.36914778</c:v>
                </c:pt>
                <c:pt idx="1524">
                  <c:v>2.37012361</c:v>
                </c:pt>
                <c:pt idx="1525">
                  <c:v>2.37059278</c:v>
                </c:pt>
                <c:pt idx="1526">
                  <c:v>2.37247583</c:v>
                </c:pt>
                <c:pt idx="1527">
                  <c:v>2.3737725</c:v>
                </c:pt>
                <c:pt idx="1528">
                  <c:v>2.37408917</c:v>
                </c:pt>
                <c:pt idx="1529">
                  <c:v>2.37537306</c:v>
                </c:pt>
                <c:pt idx="1530">
                  <c:v>2.37626528</c:v>
                </c:pt>
                <c:pt idx="1531">
                  <c:v>2.37948972</c:v>
                </c:pt>
                <c:pt idx="1532">
                  <c:v>2.38046194</c:v>
                </c:pt>
                <c:pt idx="1533">
                  <c:v>2.38064389</c:v>
                </c:pt>
                <c:pt idx="1534">
                  <c:v>2.38076139</c:v>
                </c:pt>
                <c:pt idx="1535">
                  <c:v>2.38098278</c:v>
                </c:pt>
                <c:pt idx="1536">
                  <c:v>2.38226972</c:v>
                </c:pt>
                <c:pt idx="1537">
                  <c:v>2.3828</c:v>
                </c:pt>
                <c:pt idx="1538">
                  <c:v>2.38409556</c:v>
                </c:pt>
                <c:pt idx="1539">
                  <c:v>2.38430139</c:v>
                </c:pt>
                <c:pt idx="1540">
                  <c:v>2.38601472</c:v>
                </c:pt>
                <c:pt idx="1541">
                  <c:v>2.38647333</c:v>
                </c:pt>
                <c:pt idx="1542">
                  <c:v>2.3876925</c:v>
                </c:pt>
                <c:pt idx="1543">
                  <c:v>2.38859111</c:v>
                </c:pt>
                <c:pt idx="1544">
                  <c:v>2.39527861</c:v>
                </c:pt>
                <c:pt idx="1545">
                  <c:v>2.39592722</c:v>
                </c:pt>
                <c:pt idx="1546">
                  <c:v>2.39623111</c:v>
                </c:pt>
                <c:pt idx="1547">
                  <c:v>2.39889444</c:v>
                </c:pt>
                <c:pt idx="1548">
                  <c:v>2.39940444</c:v>
                </c:pt>
                <c:pt idx="1549">
                  <c:v>2.40183167</c:v>
                </c:pt>
                <c:pt idx="1550">
                  <c:v>2.40256556</c:v>
                </c:pt>
                <c:pt idx="1551">
                  <c:v>2.40754806</c:v>
                </c:pt>
                <c:pt idx="1552">
                  <c:v>2.40884028</c:v>
                </c:pt>
                <c:pt idx="1553">
                  <c:v>2.40887083</c:v>
                </c:pt>
                <c:pt idx="1554">
                  <c:v>2.41043361</c:v>
                </c:pt>
                <c:pt idx="1555">
                  <c:v>2.41131528</c:v>
                </c:pt>
                <c:pt idx="1556">
                  <c:v>2.41276889</c:v>
                </c:pt>
                <c:pt idx="1557">
                  <c:v>2.41330444</c:v>
                </c:pt>
                <c:pt idx="1558">
                  <c:v>2.41415889</c:v>
                </c:pt>
                <c:pt idx="1559">
                  <c:v>2.41489028</c:v>
                </c:pt>
                <c:pt idx="1560">
                  <c:v>2.41659139</c:v>
                </c:pt>
                <c:pt idx="1561">
                  <c:v>2.41674583</c:v>
                </c:pt>
                <c:pt idx="1562">
                  <c:v>2.41870083</c:v>
                </c:pt>
                <c:pt idx="1563">
                  <c:v>2.42061194</c:v>
                </c:pt>
                <c:pt idx="1564">
                  <c:v>2.42222778</c:v>
                </c:pt>
                <c:pt idx="1565">
                  <c:v>2.42344611</c:v>
                </c:pt>
                <c:pt idx="1566">
                  <c:v>2.42367</c:v>
                </c:pt>
                <c:pt idx="1567">
                  <c:v>2.42506306</c:v>
                </c:pt>
                <c:pt idx="1568">
                  <c:v>2.42616667</c:v>
                </c:pt>
                <c:pt idx="1569">
                  <c:v>2.42802472</c:v>
                </c:pt>
                <c:pt idx="1570">
                  <c:v>2.42803917</c:v>
                </c:pt>
                <c:pt idx="1571">
                  <c:v>2.42983083</c:v>
                </c:pt>
                <c:pt idx="1572">
                  <c:v>2.43041222</c:v>
                </c:pt>
                <c:pt idx="1573">
                  <c:v>2.43187528</c:v>
                </c:pt>
                <c:pt idx="1574">
                  <c:v>2.43228722</c:v>
                </c:pt>
                <c:pt idx="1575">
                  <c:v>2.43383583</c:v>
                </c:pt>
                <c:pt idx="1576">
                  <c:v>2.43522444</c:v>
                </c:pt>
                <c:pt idx="1577">
                  <c:v>2.43638222</c:v>
                </c:pt>
                <c:pt idx="1578">
                  <c:v>2.43700306</c:v>
                </c:pt>
                <c:pt idx="1579">
                  <c:v>2.43708667</c:v>
                </c:pt>
                <c:pt idx="1580">
                  <c:v>2.43966778</c:v>
                </c:pt>
                <c:pt idx="1581">
                  <c:v>2.44095</c:v>
                </c:pt>
                <c:pt idx="1582">
                  <c:v>2.44208083</c:v>
                </c:pt>
                <c:pt idx="1583">
                  <c:v>2.44268778</c:v>
                </c:pt>
                <c:pt idx="1584">
                  <c:v>2.44457583</c:v>
                </c:pt>
                <c:pt idx="1585">
                  <c:v>2.4454075</c:v>
                </c:pt>
                <c:pt idx="1586">
                  <c:v>2.4475775</c:v>
                </c:pt>
                <c:pt idx="1587">
                  <c:v>2.45147472</c:v>
                </c:pt>
                <c:pt idx="1588">
                  <c:v>2.45565944</c:v>
                </c:pt>
                <c:pt idx="1589">
                  <c:v>2.45600917</c:v>
                </c:pt>
                <c:pt idx="1590">
                  <c:v>2.45716</c:v>
                </c:pt>
                <c:pt idx="1591">
                  <c:v>2.45977611</c:v>
                </c:pt>
                <c:pt idx="1592">
                  <c:v>2.46185806</c:v>
                </c:pt>
                <c:pt idx="1593">
                  <c:v>2.46314472</c:v>
                </c:pt>
                <c:pt idx="1594">
                  <c:v>2.46493333</c:v>
                </c:pt>
                <c:pt idx="1595">
                  <c:v>2.46568333</c:v>
                </c:pt>
                <c:pt idx="1596">
                  <c:v>2.47027444</c:v>
                </c:pt>
                <c:pt idx="1597">
                  <c:v>2.47040722</c:v>
                </c:pt>
                <c:pt idx="1598">
                  <c:v>2.47149</c:v>
                </c:pt>
                <c:pt idx="1599">
                  <c:v>2.47334694</c:v>
                </c:pt>
                <c:pt idx="1600">
                  <c:v>2.47407694</c:v>
                </c:pt>
                <c:pt idx="1601">
                  <c:v>2.47590806</c:v>
                </c:pt>
                <c:pt idx="1602">
                  <c:v>2.47831167</c:v>
                </c:pt>
                <c:pt idx="1603">
                  <c:v>2.479285</c:v>
                </c:pt>
                <c:pt idx="1604">
                  <c:v>2.47953722</c:v>
                </c:pt>
                <c:pt idx="1605">
                  <c:v>2.47975556</c:v>
                </c:pt>
                <c:pt idx="1606">
                  <c:v>2.48146778</c:v>
                </c:pt>
                <c:pt idx="1607">
                  <c:v>2.48350361</c:v>
                </c:pt>
                <c:pt idx="1608">
                  <c:v>2.48353528</c:v>
                </c:pt>
                <c:pt idx="1609">
                  <c:v>2.48574889</c:v>
                </c:pt>
                <c:pt idx="1610">
                  <c:v>2.4883525</c:v>
                </c:pt>
                <c:pt idx="1611">
                  <c:v>2.49056278</c:v>
                </c:pt>
                <c:pt idx="1612">
                  <c:v>2.49317694</c:v>
                </c:pt>
                <c:pt idx="1613">
                  <c:v>2.49467694</c:v>
                </c:pt>
                <c:pt idx="1614">
                  <c:v>2.49481722</c:v>
                </c:pt>
                <c:pt idx="1615">
                  <c:v>2.49740028</c:v>
                </c:pt>
                <c:pt idx="1616">
                  <c:v>2.50044306</c:v>
                </c:pt>
                <c:pt idx="1617">
                  <c:v>2.50328556</c:v>
                </c:pt>
                <c:pt idx="1618">
                  <c:v>2.50500472</c:v>
                </c:pt>
                <c:pt idx="1619">
                  <c:v>2.50511944</c:v>
                </c:pt>
                <c:pt idx="1620">
                  <c:v>2.5062475</c:v>
                </c:pt>
                <c:pt idx="1621">
                  <c:v>2.50787194</c:v>
                </c:pt>
                <c:pt idx="1622">
                  <c:v>2.50952694</c:v>
                </c:pt>
                <c:pt idx="1623">
                  <c:v>2.51513222</c:v>
                </c:pt>
                <c:pt idx="1624">
                  <c:v>2.51779083</c:v>
                </c:pt>
                <c:pt idx="1625">
                  <c:v>2.518205</c:v>
                </c:pt>
                <c:pt idx="1626">
                  <c:v>2.51920333</c:v>
                </c:pt>
                <c:pt idx="1627">
                  <c:v>2.52390556</c:v>
                </c:pt>
                <c:pt idx="1628">
                  <c:v>2.52979806</c:v>
                </c:pt>
                <c:pt idx="1629">
                  <c:v>2.53248278</c:v>
                </c:pt>
                <c:pt idx="1630">
                  <c:v>2.53255722</c:v>
                </c:pt>
                <c:pt idx="1631">
                  <c:v>2.53579389</c:v>
                </c:pt>
                <c:pt idx="1632">
                  <c:v>2.53693833</c:v>
                </c:pt>
                <c:pt idx="1633">
                  <c:v>2.53904472</c:v>
                </c:pt>
                <c:pt idx="1634">
                  <c:v>2.54020028</c:v>
                </c:pt>
                <c:pt idx="1635">
                  <c:v>2.54262028</c:v>
                </c:pt>
                <c:pt idx="1636">
                  <c:v>2.54483222</c:v>
                </c:pt>
                <c:pt idx="1637">
                  <c:v>2.54546111</c:v>
                </c:pt>
                <c:pt idx="1638">
                  <c:v>2.54687778</c:v>
                </c:pt>
                <c:pt idx="1639">
                  <c:v>2.54794667</c:v>
                </c:pt>
                <c:pt idx="1640">
                  <c:v>2.55246</c:v>
                </c:pt>
                <c:pt idx="1641">
                  <c:v>2.55302694</c:v>
                </c:pt>
                <c:pt idx="1642">
                  <c:v>2.55348722</c:v>
                </c:pt>
                <c:pt idx="1643">
                  <c:v>2.55793556</c:v>
                </c:pt>
                <c:pt idx="1644">
                  <c:v>2.55921472</c:v>
                </c:pt>
                <c:pt idx="1645">
                  <c:v>2.55991583</c:v>
                </c:pt>
                <c:pt idx="1646">
                  <c:v>2.56158611</c:v>
                </c:pt>
                <c:pt idx="1647">
                  <c:v>2.56292111</c:v>
                </c:pt>
                <c:pt idx="1648">
                  <c:v>2.56430083</c:v>
                </c:pt>
                <c:pt idx="1649">
                  <c:v>2.56585806</c:v>
                </c:pt>
                <c:pt idx="1650">
                  <c:v>2.56685556</c:v>
                </c:pt>
                <c:pt idx="1651">
                  <c:v>2.57018222</c:v>
                </c:pt>
                <c:pt idx="1652">
                  <c:v>2.57124194</c:v>
                </c:pt>
                <c:pt idx="1653">
                  <c:v>2.57313278</c:v>
                </c:pt>
                <c:pt idx="1654">
                  <c:v>2.57398056</c:v>
                </c:pt>
                <c:pt idx="1655">
                  <c:v>2.57438</c:v>
                </c:pt>
                <c:pt idx="1656">
                  <c:v>2.57564528</c:v>
                </c:pt>
                <c:pt idx="1657">
                  <c:v>2.57802472</c:v>
                </c:pt>
                <c:pt idx="1658">
                  <c:v>2.57892417</c:v>
                </c:pt>
                <c:pt idx="1659">
                  <c:v>2.57898306</c:v>
                </c:pt>
                <c:pt idx="1660">
                  <c:v>2.58027194</c:v>
                </c:pt>
                <c:pt idx="1661">
                  <c:v>2.58139361</c:v>
                </c:pt>
                <c:pt idx="1662">
                  <c:v>2.58384028</c:v>
                </c:pt>
                <c:pt idx="1663">
                  <c:v>2.58390111</c:v>
                </c:pt>
                <c:pt idx="1664">
                  <c:v>2.58581889</c:v>
                </c:pt>
                <c:pt idx="1665">
                  <c:v>2.58584028</c:v>
                </c:pt>
                <c:pt idx="1666">
                  <c:v>2.58619944</c:v>
                </c:pt>
                <c:pt idx="1667">
                  <c:v>2.58831917</c:v>
                </c:pt>
                <c:pt idx="1668">
                  <c:v>2.58832528</c:v>
                </c:pt>
                <c:pt idx="1669">
                  <c:v>2.5904175</c:v>
                </c:pt>
                <c:pt idx="1670">
                  <c:v>2.59042333</c:v>
                </c:pt>
                <c:pt idx="1671">
                  <c:v>2.59208472</c:v>
                </c:pt>
                <c:pt idx="1672">
                  <c:v>2.59224583</c:v>
                </c:pt>
                <c:pt idx="1673">
                  <c:v>2.59596917</c:v>
                </c:pt>
                <c:pt idx="1674">
                  <c:v>2.60043056</c:v>
                </c:pt>
                <c:pt idx="1675">
                  <c:v>2.60048417</c:v>
                </c:pt>
                <c:pt idx="1676">
                  <c:v>2.60050194</c:v>
                </c:pt>
                <c:pt idx="1677">
                  <c:v>2.60096722</c:v>
                </c:pt>
                <c:pt idx="1678">
                  <c:v>2.60569806</c:v>
                </c:pt>
                <c:pt idx="1679">
                  <c:v>2.60622389</c:v>
                </c:pt>
                <c:pt idx="1680">
                  <c:v>2.60791778</c:v>
                </c:pt>
                <c:pt idx="1681">
                  <c:v>2.60938167</c:v>
                </c:pt>
                <c:pt idx="1682">
                  <c:v>2.611035</c:v>
                </c:pt>
                <c:pt idx="1683">
                  <c:v>2.61124889</c:v>
                </c:pt>
                <c:pt idx="1684">
                  <c:v>2.61211083</c:v>
                </c:pt>
                <c:pt idx="1685">
                  <c:v>2.61516583</c:v>
                </c:pt>
                <c:pt idx="1686">
                  <c:v>2.61656528</c:v>
                </c:pt>
                <c:pt idx="1687">
                  <c:v>2.61910278</c:v>
                </c:pt>
                <c:pt idx="1688">
                  <c:v>2.61952083</c:v>
                </c:pt>
                <c:pt idx="1689">
                  <c:v>2.62090556</c:v>
                </c:pt>
                <c:pt idx="1690">
                  <c:v>2.62135306</c:v>
                </c:pt>
                <c:pt idx="1691">
                  <c:v>2.62323806</c:v>
                </c:pt>
                <c:pt idx="1692">
                  <c:v>2.62528861</c:v>
                </c:pt>
                <c:pt idx="1693">
                  <c:v>2.62699278</c:v>
                </c:pt>
                <c:pt idx="1694">
                  <c:v>2.62966667</c:v>
                </c:pt>
                <c:pt idx="1695">
                  <c:v>2.63112972</c:v>
                </c:pt>
                <c:pt idx="1696">
                  <c:v>2.63168417</c:v>
                </c:pt>
                <c:pt idx="1697">
                  <c:v>2.63217194</c:v>
                </c:pt>
                <c:pt idx="1698">
                  <c:v>2.63287361</c:v>
                </c:pt>
                <c:pt idx="1699">
                  <c:v>2.63553889</c:v>
                </c:pt>
                <c:pt idx="1700">
                  <c:v>2.63558528</c:v>
                </c:pt>
                <c:pt idx="1701">
                  <c:v>2.63841056</c:v>
                </c:pt>
                <c:pt idx="1702">
                  <c:v>2.63994667</c:v>
                </c:pt>
                <c:pt idx="1703">
                  <c:v>2.644005</c:v>
                </c:pt>
                <c:pt idx="1704">
                  <c:v>2.64418889</c:v>
                </c:pt>
                <c:pt idx="1705">
                  <c:v>2.64435722</c:v>
                </c:pt>
                <c:pt idx="1706">
                  <c:v>2.64650056</c:v>
                </c:pt>
                <c:pt idx="1707">
                  <c:v>2.64662</c:v>
                </c:pt>
                <c:pt idx="1708">
                  <c:v>2.64715167</c:v>
                </c:pt>
                <c:pt idx="1709">
                  <c:v>2.64846083</c:v>
                </c:pt>
                <c:pt idx="1710">
                  <c:v>2.64992722</c:v>
                </c:pt>
                <c:pt idx="1711">
                  <c:v>2.64997389</c:v>
                </c:pt>
                <c:pt idx="1712">
                  <c:v>2.65194472</c:v>
                </c:pt>
                <c:pt idx="1713">
                  <c:v>2.65237833</c:v>
                </c:pt>
                <c:pt idx="1714">
                  <c:v>2.6536825</c:v>
                </c:pt>
                <c:pt idx="1715">
                  <c:v>2.65442583</c:v>
                </c:pt>
                <c:pt idx="1716">
                  <c:v>2.65580944</c:v>
                </c:pt>
                <c:pt idx="1717">
                  <c:v>2.65883444</c:v>
                </c:pt>
                <c:pt idx="1718">
                  <c:v>2.66031417</c:v>
                </c:pt>
                <c:pt idx="1719">
                  <c:v>2.66213028</c:v>
                </c:pt>
                <c:pt idx="1720">
                  <c:v>2.66401694</c:v>
                </c:pt>
                <c:pt idx="1721">
                  <c:v>2.66469028</c:v>
                </c:pt>
                <c:pt idx="1722">
                  <c:v>2.66845833</c:v>
                </c:pt>
                <c:pt idx="1723">
                  <c:v>2.66921861</c:v>
                </c:pt>
                <c:pt idx="1724">
                  <c:v>2.6698325</c:v>
                </c:pt>
                <c:pt idx="1725">
                  <c:v>2.67246389</c:v>
                </c:pt>
                <c:pt idx="1726">
                  <c:v>2.67502</c:v>
                </c:pt>
                <c:pt idx="1727">
                  <c:v>2.67774472</c:v>
                </c:pt>
                <c:pt idx="1728">
                  <c:v>2.68064611</c:v>
                </c:pt>
                <c:pt idx="1729">
                  <c:v>2.68232667</c:v>
                </c:pt>
                <c:pt idx="1730">
                  <c:v>2.68287583</c:v>
                </c:pt>
                <c:pt idx="1731">
                  <c:v>2.68670194</c:v>
                </c:pt>
                <c:pt idx="1732">
                  <c:v>2.6872875</c:v>
                </c:pt>
                <c:pt idx="1733">
                  <c:v>2.69079222</c:v>
                </c:pt>
                <c:pt idx="1734">
                  <c:v>2.6916875</c:v>
                </c:pt>
                <c:pt idx="1735">
                  <c:v>2.69962389</c:v>
                </c:pt>
                <c:pt idx="1736">
                  <c:v>2.699785</c:v>
                </c:pt>
                <c:pt idx="1737">
                  <c:v>2.70327417</c:v>
                </c:pt>
                <c:pt idx="1738">
                  <c:v>2.70767</c:v>
                </c:pt>
                <c:pt idx="1739">
                  <c:v>2.70828556</c:v>
                </c:pt>
                <c:pt idx="1740">
                  <c:v>2.71351</c:v>
                </c:pt>
                <c:pt idx="1741">
                  <c:v>2.71713333</c:v>
                </c:pt>
                <c:pt idx="1742">
                  <c:v>2.71793139</c:v>
                </c:pt>
                <c:pt idx="1743">
                  <c:v>2.71973694</c:v>
                </c:pt>
                <c:pt idx="1744">
                  <c:v>2.71978639</c:v>
                </c:pt>
                <c:pt idx="1745">
                  <c:v>2.72023972</c:v>
                </c:pt>
                <c:pt idx="1746">
                  <c:v>2.7241525</c:v>
                </c:pt>
                <c:pt idx="1747">
                  <c:v>2.7253175</c:v>
                </c:pt>
                <c:pt idx="1748">
                  <c:v>2.72614944</c:v>
                </c:pt>
                <c:pt idx="1749">
                  <c:v>2.72733583</c:v>
                </c:pt>
                <c:pt idx="1750">
                  <c:v>2.72999639</c:v>
                </c:pt>
                <c:pt idx="1751">
                  <c:v>2.73392917</c:v>
                </c:pt>
                <c:pt idx="1752">
                  <c:v>2.73491917</c:v>
                </c:pt>
                <c:pt idx="1753">
                  <c:v>2.73510083</c:v>
                </c:pt>
                <c:pt idx="1754">
                  <c:v>2.73586222</c:v>
                </c:pt>
                <c:pt idx="1755">
                  <c:v>2.73757528</c:v>
                </c:pt>
                <c:pt idx="1756">
                  <c:v>2.74007222</c:v>
                </c:pt>
                <c:pt idx="1757">
                  <c:v>2.74262361</c:v>
                </c:pt>
                <c:pt idx="1758">
                  <c:v>2.74464194</c:v>
                </c:pt>
                <c:pt idx="1759">
                  <c:v>2.74514306</c:v>
                </c:pt>
                <c:pt idx="1760">
                  <c:v>2.74635</c:v>
                </c:pt>
                <c:pt idx="1761">
                  <c:v>2.74699333</c:v>
                </c:pt>
                <c:pt idx="1762">
                  <c:v>2.75140222</c:v>
                </c:pt>
                <c:pt idx="1763">
                  <c:v>2.75342833</c:v>
                </c:pt>
                <c:pt idx="1764">
                  <c:v>2.75376222</c:v>
                </c:pt>
                <c:pt idx="1765">
                  <c:v>2.75435306</c:v>
                </c:pt>
                <c:pt idx="1766">
                  <c:v>2.75592056</c:v>
                </c:pt>
                <c:pt idx="1767">
                  <c:v>2.75679583</c:v>
                </c:pt>
                <c:pt idx="1768">
                  <c:v>2.75884417</c:v>
                </c:pt>
                <c:pt idx="1769">
                  <c:v>2.76076722</c:v>
                </c:pt>
                <c:pt idx="1770">
                  <c:v>2.76322028</c:v>
                </c:pt>
                <c:pt idx="1771">
                  <c:v>2.76620083</c:v>
                </c:pt>
                <c:pt idx="1772">
                  <c:v>2.76700667</c:v>
                </c:pt>
                <c:pt idx="1773">
                  <c:v>2.76958528</c:v>
                </c:pt>
                <c:pt idx="1774">
                  <c:v>2.76990972</c:v>
                </c:pt>
                <c:pt idx="1775">
                  <c:v>2.77058306</c:v>
                </c:pt>
                <c:pt idx="1776">
                  <c:v>2.77582306</c:v>
                </c:pt>
                <c:pt idx="1777">
                  <c:v>2.77651361</c:v>
                </c:pt>
                <c:pt idx="1778">
                  <c:v>2.77694806</c:v>
                </c:pt>
                <c:pt idx="1779">
                  <c:v>2.77938306</c:v>
                </c:pt>
                <c:pt idx="1780">
                  <c:v>2.78234111</c:v>
                </c:pt>
                <c:pt idx="1781">
                  <c:v>2.78425639</c:v>
                </c:pt>
                <c:pt idx="1782">
                  <c:v>2.78609278</c:v>
                </c:pt>
                <c:pt idx="1783">
                  <c:v>2.78674111</c:v>
                </c:pt>
                <c:pt idx="1784">
                  <c:v>2.79160694</c:v>
                </c:pt>
                <c:pt idx="1785">
                  <c:v>2.79260083</c:v>
                </c:pt>
                <c:pt idx="1786">
                  <c:v>2.79342972</c:v>
                </c:pt>
                <c:pt idx="1787">
                  <c:v>2.79748333</c:v>
                </c:pt>
                <c:pt idx="1788">
                  <c:v>2.79775389</c:v>
                </c:pt>
                <c:pt idx="1789">
                  <c:v>2.79992028</c:v>
                </c:pt>
                <c:pt idx="1790">
                  <c:v>2.80223333</c:v>
                </c:pt>
                <c:pt idx="1791">
                  <c:v>2.80311361</c:v>
                </c:pt>
                <c:pt idx="1792">
                  <c:v>2.80612083</c:v>
                </c:pt>
                <c:pt idx="1793">
                  <c:v>2.80626278</c:v>
                </c:pt>
                <c:pt idx="1794">
                  <c:v>2.80660583</c:v>
                </c:pt>
                <c:pt idx="1795">
                  <c:v>2.80907889</c:v>
                </c:pt>
                <c:pt idx="1796">
                  <c:v>2.80959083</c:v>
                </c:pt>
                <c:pt idx="1797">
                  <c:v>2.81255333</c:v>
                </c:pt>
                <c:pt idx="1798">
                  <c:v>2.81430083</c:v>
                </c:pt>
                <c:pt idx="1799">
                  <c:v>2.81686139</c:v>
                </c:pt>
                <c:pt idx="1800">
                  <c:v>2.81697472</c:v>
                </c:pt>
                <c:pt idx="1801">
                  <c:v>2.81841222</c:v>
                </c:pt>
                <c:pt idx="1802">
                  <c:v>2.81853889</c:v>
                </c:pt>
                <c:pt idx="1803">
                  <c:v>2.82145333</c:v>
                </c:pt>
                <c:pt idx="1804">
                  <c:v>2.8251275</c:v>
                </c:pt>
                <c:pt idx="1805">
                  <c:v>2.82530333</c:v>
                </c:pt>
                <c:pt idx="1806">
                  <c:v>2.82710861</c:v>
                </c:pt>
                <c:pt idx="1807">
                  <c:v>2.82882806</c:v>
                </c:pt>
                <c:pt idx="1808">
                  <c:v>2.83119639</c:v>
                </c:pt>
                <c:pt idx="1809">
                  <c:v>2.83127556</c:v>
                </c:pt>
                <c:pt idx="1810">
                  <c:v>2.83342833</c:v>
                </c:pt>
                <c:pt idx="1811">
                  <c:v>2.83409111</c:v>
                </c:pt>
                <c:pt idx="1812">
                  <c:v>2.83830472</c:v>
                </c:pt>
                <c:pt idx="1813">
                  <c:v>2.83986278</c:v>
                </c:pt>
                <c:pt idx="1814">
                  <c:v>2.8402525</c:v>
                </c:pt>
                <c:pt idx="1815">
                  <c:v>2.84202639</c:v>
                </c:pt>
                <c:pt idx="1816">
                  <c:v>2.84285806</c:v>
                </c:pt>
                <c:pt idx="1817">
                  <c:v>2.84473639</c:v>
                </c:pt>
                <c:pt idx="1818">
                  <c:v>2.84674917</c:v>
                </c:pt>
                <c:pt idx="1819">
                  <c:v>2.84733806</c:v>
                </c:pt>
                <c:pt idx="1820">
                  <c:v>2.84923139</c:v>
                </c:pt>
                <c:pt idx="1821">
                  <c:v>2.8506</c:v>
                </c:pt>
                <c:pt idx="1822">
                  <c:v>2.85174083</c:v>
                </c:pt>
                <c:pt idx="1823">
                  <c:v>2.85202472</c:v>
                </c:pt>
                <c:pt idx="1824">
                  <c:v>2.85460194</c:v>
                </c:pt>
                <c:pt idx="1825">
                  <c:v>2.85632028</c:v>
                </c:pt>
                <c:pt idx="1826">
                  <c:v>2.85736694</c:v>
                </c:pt>
                <c:pt idx="1827">
                  <c:v>2.85845444</c:v>
                </c:pt>
                <c:pt idx="1828">
                  <c:v>2.8598375</c:v>
                </c:pt>
                <c:pt idx="1829">
                  <c:v>2.86192139</c:v>
                </c:pt>
                <c:pt idx="1830">
                  <c:v>2.86198278</c:v>
                </c:pt>
                <c:pt idx="1831">
                  <c:v>2.86216944</c:v>
                </c:pt>
                <c:pt idx="1832">
                  <c:v>2.86484444</c:v>
                </c:pt>
                <c:pt idx="1833">
                  <c:v>2.86511972</c:v>
                </c:pt>
                <c:pt idx="1834">
                  <c:v>2.86641639</c:v>
                </c:pt>
                <c:pt idx="1835">
                  <c:v>2.86659528</c:v>
                </c:pt>
                <c:pt idx="1836">
                  <c:v>2.86932917</c:v>
                </c:pt>
                <c:pt idx="1837">
                  <c:v>2.87145778</c:v>
                </c:pt>
                <c:pt idx="1838">
                  <c:v>2.87354028</c:v>
                </c:pt>
                <c:pt idx="1839">
                  <c:v>2.87392833</c:v>
                </c:pt>
                <c:pt idx="1840">
                  <c:v>2.87543194</c:v>
                </c:pt>
                <c:pt idx="1841">
                  <c:v>2.87687528</c:v>
                </c:pt>
                <c:pt idx="1842">
                  <c:v>2.87842806</c:v>
                </c:pt>
                <c:pt idx="1843">
                  <c:v>2.87981722</c:v>
                </c:pt>
                <c:pt idx="1844">
                  <c:v>2.88419889</c:v>
                </c:pt>
                <c:pt idx="1845">
                  <c:v>2.88575194</c:v>
                </c:pt>
                <c:pt idx="1846">
                  <c:v>2.88715667</c:v>
                </c:pt>
                <c:pt idx="1847">
                  <c:v>2.89126194</c:v>
                </c:pt>
                <c:pt idx="1848">
                  <c:v>2.89226917</c:v>
                </c:pt>
                <c:pt idx="1849">
                  <c:v>2.89250389</c:v>
                </c:pt>
                <c:pt idx="1850">
                  <c:v>2.89362556</c:v>
                </c:pt>
                <c:pt idx="1851">
                  <c:v>2.89744944</c:v>
                </c:pt>
                <c:pt idx="1852">
                  <c:v>2.89899694</c:v>
                </c:pt>
                <c:pt idx="1853">
                  <c:v>2.90011111</c:v>
                </c:pt>
                <c:pt idx="1854">
                  <c:v>2.90262556</c:v>
                </c:pt>
                <c:pt idx="1855">
                  <c:v>2.90556667</c:v>
                </c:pt>
                <c:pt idx="1856">
                  <c:v>2.90591444</c:v>
                </c:pt>
                <c:pt idx="1857">
                  <c:v>2.90615972</c:v>
                </c:pt>
                <c:pt idx="1858">
                  <c:v>2.90634917</c:v>
                </c:pt>
                <c:pt idx="1859">
                  <c:v>2.90915</c:v>
                </c:pt>
                <c:pt idx="1860">
                  <c:v>2.91055278</c:v>
                </c:pt>
                <c:pt idx="1861">
                  <c:v>2.91210389</c:v>
                </c:pt>
                <c:pt idx="1862">
                  <c:v>2.91274583</c:v>
                </c:pt>
                <c:pt idx="1863">
                  <c:v>2.91284833</c:v>
                </c:pt>
                <c:pt idx="1864">
                  <c:v>2.91324556</c:v>
                </c:pt>
                <c:pt idx="1865">
                  <c:v>2.91411639</c:v>
                </c:pt>
                <c:pt idx="1866">
                  <c:v>2.91421417</c:v>
                </c:pt>
                <c:pt idx="1867">
                  <c:v>2.91722778</c:v>
                </c:pt>
                <c:pt idx="1868">
                  <c:v>2.91941444</c:v>
                </c:pt>
                <c:pt idx="1869">
                  <c:v>2.9198775</c:v>
                </c:pt>
                <c:pt idx="1870">
                  <c:v>2.92016639</c:v>
                </c:pt>
                <c:pt idx="1871">
                  <c:v>2.92337861</c:v>
                </c:pt>
                <c:pt idx="1872">
                  <c:v>2.92482333</c:v>
                </c:pt>
                <c:pt idx="1873">
                  <c:v>2.92522528</c:v>
                </c:pt>
                <c:pt idx="1874">
                  <c:v>2.92778278</c:v>
                </c:pt>
                <c:pt idx="1875">
                  <c:v>2.92855667</c:v>
                </c:pt>
                <c:pt idx="1876">
                  <c:v>2.93038417</c:v>
                </c:pt>
                <c:pt idx="1877">
                  <c:v>2.93067972</c:v>
                </c:pt>
                <c:pt idx="1878">
                  <c:v>2.93159056</c:v>
                </c:pt>
                <c:pt idx="1879">
                  <c:v>2.93244639</c:v>
                </c:pt>
                <c:pt idx="1880">
                  <c:v>2.93320056</c:v>
                </c:pt>
                <c:pt idx="1881">
                  <c:v>2.93476278</c:v>
                </c:pt>
                <c:pt idx="1882">
                  <c:v>2.9367875</c:v>
                </c:pt>
                <c:pt idx="1883">
                  <c:v>2.93840861</c:v>
                </c:pt>
                <c:pt idx="1884">
                  <c:v>2.93951056</c:v>
                </c:pt>
                <c:pt idx="1885">
                  <c:v>2.94080528</c:v>
                </c:pt>
                <c:pt idx="1886">
                  <c:v>2.94116306</c:v>
                </c:pt>
                <c:pt idx="1887">
                  <c:v>2.94260833</c:v>
                </c:pt>
                <c:pt idx="1888">
                  <c:v>2.94336417</c:v>
                </c:pt>
                <c:pt idx="1889">
                  <c:v>2.94406472</c:v>
                </c:pt>
                <c:pt idx="1890">
                  <c:v>2.94455611</c:v>
                </c:pt>
                <c:pt idx="1891">
                  <c:v>2.94468556</c:v>
                </c:pt>
                <c:pt idx="1892">
                  <c:v>2.94842944</c:v>
                </c:pt>
                <c:pt idx="1893">
                  <c:v>2.95036028</c:v>
                </c:pt>
                <c:pt idx="1894">
                  <c:v>2.95138944</c:v>
                </c:pt>
                <c:pt idx="1895">
                  <c:v>2.95207417</c:v>
                </c:pt>
                <c:pt idx="1896">
                  <c:v>2.95267583</c:v>
                </c:pt>
                <c:pt idx="1897">
                  <c:v>2.95382306</c:v>
                </c:pt>
                <c:pt idx="1898">
                  <c:v>2.95436944</c:v>
                </c:pt>
                <c:pt idx="1899">
                  <c:v>2.95449583</c:v>
                </c:pt>
                <c:pt idx="1900">
                  <c:v>2.9545275</c:v>
                </c:pt>
                <c:pt idx="1901">
                  <c:v>2.95876111</c:v>
                </c:pt>
                <c:pt idx="1902">
                  <c:v>2.95961111</c:v>
                </c:pt>
                <c:pt idx="1903">
                  <c:v>2.9607025</c:v>
                </c:pt>
                <c:pt idx="1904">
                  <c:v>2.96243028</c:v>
                </c:pt>
                <c:pt idx="1905">
                  <c:v>2.96373833</c:v>
                </c:pt>
                <c:pt idx="1906">
                  <c:v>2.96456528</c:v>
                </c:pt>
                <c:pt idx="1907">
                  <c:v>2.96586972</c:v>
                </c:pt>
                <c:pt idx="1908">
                  <c:v>2.96613333</c:v>
                </c:pt>
                <c:pt idx="1909">
                  <c:v>2.9678875</c:v>
                </c:pt>
                <c:pt idx="1910">
                  <c:v>2.969075</c:v>
                </c:pt>
                <c:pt idx="1911">
                  <c:v>2.96917444</c:v>
                </c:pt>
                <c:pt idx="1912">
                  <c:v>2.97261944</c:v>
                </c:pt>
                <c:pt idx="1913">
                  <c:v>2.97435361</c:v>
                </c:pt>
                <c:pt idx="1914">
                  <c:v>2.97448222</c:v>
                </c:pt>
                <c:pt idx="1915">
                  <c:v>2.97732111</c:v>
                </c:pt>
                <c:pt idx="1916">
                  <c:v>2.97759611</c:v>
                </c:pt>
                <c:pt idx="1917">
                  <c:v>2.9783875</c:v>
                </c:pt>
                <c:pt idx="1918">
                  <c:v>2.97848167</c:v>
                </c:pt>
                <c:pt idx="1919">
                  <c:v>2.98006444</c:v>
                </c:pt>
                <c:pt idx="1920">
                  <c:v>2.98157306</c:v>
                </c:pt>
                <c:pt idx="1921">
                  <c:v>2.98359556</c:v>
                </c:pt>
                <c:pt idx="1922">
                  <c:v>2.98642306</c:v>
                </c:pt>
                <c:pt idx="1923">
                  <c:v>2.98673278</c:v>
                </c:pt>
                <c:pt idx="1924">
                  <c:v>2.986745</c:v>
                </c:pt>
                <c:pt idx="1925">
                  <c:v>2.99270306</c:v>
                </c:pt>
                <c:pt idx="1926">
                  <c:v>2.99378083</c:v>
                </c:pt>
                <c:pt idx="1927">
                  <c:v>2.99504778</c:v>
                </c:pt>
                <c:pt idx="1928">
                  <c:v>2.99887556</c:v>
                </c:pt>
                <c:pt idx="1929">
                  <c:v>2.99966389</c:v>
                </c:pt>
                <c:pt idx="1930">
                  <c:v>3.00293528</c:v>
                </c:pt>
                <c:pt idx="1931">
                  <c:v>3.00327917</c:v>
                </c:pt>
                <c:pt idx="1932">
                  <c:v>3.00547528</c:v>
                </c:pt>
                <c:pt idx="1933">
                  <c:v>3.00701361</c:v>
                </c:pt>
                <c:pt idx="1934">
                  <c:v>3.00839306</c:v>
                </c:pt>
                <c:pt idx="1935">
                  <c:v>3.00852306</c:v>
                </c:pt>
                <c:pt idx="1936">
                  <c:v>3.01000056</c:v>
                </c:pt>
                <c:pt idx="1937">
                  <c:v>3.01203583</c:v>
                </c:pt>
                <c:pt idx="1938">
                  <c:v>3.01296194</c:v>
                </c:pt>
                <c:pt idx="1939">
                  <c:v>3.01437444</c:v>
                </c:pt>
                <c:pt idx="1940">
                  <c:v>3.015925</c:v>
                </c:pt>
                <c:pt idx="1941">
                  <c:v>3.01768028</c:v>
                </c:pt>
                <c:pt idx="1942">
                  <c:v>3.0186</c:v>
                </c:pt>
                <c:pt idx="1943">
                  <c:v>3.02024</c:v>
                </c:pt>
                <c:pt idx="1944">
                  <c:v>3.02298917</c:v>
                </c:pt>
                <c:pt idx="1945">
                  <c:v>3.02359028</c:v>
                </c:pt>
                <c:pt idx="1946">
                  <c:v>3.0289825</c:v>
                </c:pt>
                <c:pt idx="1947">
                  <c:v>3.03164167</c:v>
                </c:pt>
                <c:pt idx="1948">
                  <c:v>3.03176694</c:v>
                </c:pt>
                <c:pt idx="1949">
                  <c:v>3.03184556</c:v>
                </c:pt>
                <c:pt idx="1950">
                  <c:v>3.033755</c:v>
                </c:pt>
                <c:pt idx="1951">
                  <c:v>3.03480528</c:v>
                </c:pt>
                <c:pt idx="1952">
                  <c:v>3.03503083</c:v>
                </c:pt>
                <c:pt idx="1953">
                  <c:v>3.04200861</c:v>
                </c:pt>
                <c:pt idx="1954">
                  <c:v>3.04361361</c:v>
                </c:pt>
                <c:pt idx="1955">
                  <c:v>3.0439175</c:v>
                </c:pt>
                <c:pt idx="1956">
                  <c:v>3.04570583</c:v>
                </c:pt>
                <c:pt idx="1957">
                  <c:v>3.04877889</c:v>
                </c:pt>
                <c:pt idx="1958">
                  <c:v>3.04928333</c:v>
                </c:pt>
                <c:pt idx="1959">
                  <c:v>3.05087222</c:v>
                </c:pt>
                <c:pt idx="1960">
                  <c:v>3.052595</c:v>
                </c:pt>
                <c:pt idx="1961">
                  <c:v>3.05499944</c:v>
                </c:pt>
                <c:pt idx="1962">
                  <c:v>3.05510944</c:v>
                </c:pt>
                <c:pt idx="1963">
                  <c:v>3.05531278</c:v>
                </c:pt>
                <c:pt idx="1964">
                  <c:v>3.05677111</c:v>
                </c:pt>
                <c:pt idx="1965">
                  <c:v>3.05700083</c:v>
                </c:pt>
                <c:pt idx="1966">
                  <c:v>3.05905833</c:v>
                </c:pt>
                <c:pt idx="1967">
                  <c:v>3.06023667</c:v>
                </c:pt>
                <c:pt idx="1968">
                  <c:v>3.06529056</c:v>
                </c:pt>
                <c:pt idx="1969">
                  <c:v>3.06562611</c:v>
                </c:pt>
                <c:pt idx="1970">
                  <c:v>3.06577806</c:v>
                </c:pt>
                <c:pt idx="1971">
                  <c:v>3.06710472</c:v>
                </c:pt>
                <c:pt idx="1972">
                  <c:v>3.07178306</c:v>
                </c:pt>
                <c:pt idx="1973">
                  <c:v>3.07206611</c:v>
                </c:pt>
                <c:pt idx="1974">
                  <c:v>3.07253056</c:v>
                </c:pt>
                <c:pt idx="1975">
                  <c:v>3.07335611</c:v>
                </c:pt>
                <c:pt idx="1976">
                  <c:v>3.0756775</c:v>
                </c:pt>
                <c:pt idx="1977">
                  <c:v>3.07595528</c:v>
                </c:pt>
                <c:pt idx="1978">
                  <c:v>3.07692639</c:v>
                </c:pt>
                <c:pt idx="1979">
                  <c:v>3.07759472</c:v>
                </c:pt>
                <c:pt idx="1980">
                  <c:v>3.07927417</c:v>
                </c:pt>
                <c:pt idx="1981">
                  <c:v>3.08171611</c:v>
                </c:pt>
                <c:pt idx="1982">
                  <c:v>3.08279028</c:v>
                </c:pt>
                <c:pt idx="1983">
                  <c:v>3.08280222</c:v>
                </c:pt>
                <c:pt idx="1984">
                  <c:v>3.08332306</c:v>
                </c:pt>
                <c:pt idx="1985">
                  <c:v>3.085905</c:v>
                </c:pt>
                <c:pt idx="1986">
                  <c:v>3.08735806</c:v>
                </c:pt>
                <c:pt idx="1987">
                  <c:v>3.08781972</c:v>
                </c:pt>
                <c:pt idx="1988">
                  <c:v>3.08982972</c:v>
                </c:pt>
                <c:pt idx="1989">
                  <c:v>3.09489028</c:v>
                </c:pt>
                <c:pt idx="1990">
                  <c:v>3.09509167</c:v>
                </c:pt>
                <c:pt idx="1991">
                  <c:v>3.09529139</c:v>
                </c:pt>
                <c:pt idx="1992">
                  <c:v>3.09583639</c:v>
                </c:pt>
                <c:pt idx="1993">
                  <c:v>3.09886333</c:v>
                </c:pt>
                <c:pt idx="1994">
                  <c:v>3.10017667</c:v>
                </c:pt>
                <c:pt idx="1995">
                  <c:v>3.10249861</c:v>
                </c:pt>
                <c:pt idx="1996">
                  <c:v>3.10520472</c:v>
                </c:pt>
                <c:pt idx="1997">
                  <c:v>3.10604694</c:v>
                </c:pt>
                <c:pt idx="1998">
                  <c:v>3.10694556</c:v>
                </c:pt>
                <c:pt idx="1999">
                  <c:v>3.10828139</c:v>
                </c:pt>
                <c:pt idx="2000">
                  <c:v>3.10957528</c:v>
                </c:pt>
                <c:pt idx="2001">
                  <c:v>3.11053944</c:v>
                </c:pt>
                <c:pt idx="2002">
                  <c:v>3.11178444</c:v>
                </c:pt>
                <c:pt idx="2003">
                  <c:v>3.11186139</c:v>
                </c:pt>
                <c:pt idx="2004">
                  <c:v>3.11389417</c:v>
                </c:pt>
                <c:pt idx="2005">
                  <c:v>3.11508583</c:v>
                </c:pt>
                <c:pt idx="2006">
                  <c:v>3.1151375</c:v>
                </c:pt>
                <c:pt idx="2007">
                  <c:v>3.11927194</c:v>
                </c:pt>
                <c:pt idx="2008">
                  <c:v>3.12022139</c:v>
                </c:pt>
                <c:pt idx="2009">
                  <c:v>3.12061194</c:v>
                </c:pt>
                <c:pt idx="2010">
                  <c:v>3.12099167</c:v>
                </c:pt>
                <c:pt idx="2011">
                  <c:v>3.12296583</c:v>
                </c:pt>
                <c:pt idx="2012">
                  <c:v>3.13136917</c:v>
                </c:pt>
                <c:pt idx="2013">
                  <c:v>3.13272139</c:v>
                </c:pt>
                <c:pt idx="2014">
                  <c:v>3.13284917</c:v>
                </c:pt>
                <c:pt idx="2015">
                  <c:v>3.13575444</c:v>
                </c:pt>
                <c:pt idx="2016">
                  <c:v>3.13641306</c:v>
                </c:pt>
                <c:pt idx="2017">
                  <c:v>3.13729361</c:v>
                </c:pt>
                <c:pt idx="2018">
                  <c:v>3.13764972</c:v>
                </c:pt>
                <c:pt idx="2019">
                  <c:v>3.13814611</c:v>
                </c:pt>
                <c:pt idx="2020">
                  <c:v>3.13939444</c:v>
                </c:pt>
                <c:pt idx="2021">
                  <c:v>3.13993222</c:v>
                </c:pt>
                <c:pt idx="2022">
                  <c:v>3.1399925</c:v>
                </c:pt>
                <c:pt idx="2023">
                  <c:v>3.14174667</c:v>
                </c:pt>
                <c:pt idx="2024">
                  <c:v>3.14233417</c:v>
                </c:pt>
                <c:pt idx="2025">
                  <c:v>3.14325889</c:v>
                </c:pt>
                <c:pt idx="2026">
                  <c:v>3.14418167</c:v>
                </c:pt>
                <c:pt idx="2027">
                  <c:v>3.14554861</c:v>
                </c:pt>
                <c:pt idx="2028">
                  <c:v>3.14674056</c:v>
                </c:pt>
                <c:pt idx="2029">
                  <c:v>3.14696028</c:v>
                </c:pt>
                <c:pt idx="2030">
                  <c:v>3.14711</c:v>
                </c:pt>
                <c:pt idx="2031">
                  <c:v>3.14769111</c:v>
                </c:pt>
                <c:pt idx="2032">
                  <c:v>3.15016861</c:v>
                </c:pt>
                <c:pt idx="2033">
                  <c:v>3.15064583</c:v>
                </c:pt>
                <c:pt idx="2034">
                  <c:v>3.1532425</c:v>
                </c:pt>
                <c:pt idx="2035">
                  <c:v>3.1535675</c:v>
                </c:pt>
                <c:pt idx="2036">
                  <c:v>3.15369083</c:v>
                </c:pt>
                <c:pt idx="2037">
                  <c:v>3.15761472</c:v>
                </c:pt>
                <c:pt idx="2038">
                  <c:v>3.15856833</c:v>
                </c:pt>
                <c:pt idx="2039">
                  <c:v>3.16001083</c:v>
                </c:pt>
                <c:pt idx="2040">
                  <c:v>3.16014556</c:v>
                </c:pt>
                <c:pt idx="2041">
                  <c:v>3.16016583</c:v>
                </c:pt>
                <c:pt idx="2042">
                  <c:v>3.16071917</c:v>
                </c:pt>
                <c:pt idx="2043">
                  <c:v>3.16676528</c:v>
                </c:pt>
                <c:pt idx="2044">
                  <c:v>3.16832556</c:v>
                </c:pt>
                <c:pt idx="2045">
                  <c:v>3.16977667</c:v>
                </c:pt>
                <c:pt idx="2046">
                  <c:v>3.16980611</c:v>
                </c:pt>
                <c:pt idx="2047">
                  <c:v>3.17203222</c:v>
                </c:pt>
                <c:pt idx="2048">
                  <c:v>3.17211361</c:v>
                </c:pt>
                <c:pt idx="2049">
                  <c:v>3.1762225</c:v>
                </c:pt>
                <c:pt idx="2050">
                  <c:v>3.17720722</c:v>
                </c:pt>
                <c:pt idx="2051">
                  <c:v>3.17952</c:v>
                </c:pt>
                <c:pt idx="2052">
                  <c:v>3.17952917</c:v>
                </c:pt>
                <c:pt idx="2053">
                  <c:v>3.180395</c:v>
                </c:pt>
                <c:pt idx="2054">
                  <c:v>3.18461111</c:v>
                </c:pt>
                <c:pt idx="2055">
                  <c:v>3.18621667</c:v>
                </c:pt>
                <c:pt idx="2056">
                  <c:v>3.18656222</c:v>
                </c:pt>
                <c:pt idx="2057">
                  <c:v>3.18993333</c:v>
                </c:pt>
                <c:pt idx="2058">
                  <c:v>3.19016278</c:v>
                </c:pt>
                <c:pt idx="2059">
                  <c:v>3.19199861</c:v>
                </c:pt>
                <c:pt idx="2060">
                  <c:v>3.19205083</c:v>
                </c:pt>
                <c:pt idx="2061">
                  <c:v>3.19352361</c:v>
                </c:pt>
                <c:pt idx="2062">
                  <c:v>3.19595528</c:v>
                </c:pt>
                <c:pt idx="2063">
                  <c:v>3.19646639</c:v>
                </c:pt>
                <c:pt idx="2064">
                  <c:v>3.19676222</c:v>
                </c:pt>
                <c:pt idx="2065">
                  <c:v>3.19693139</c:v>
                </c:pt>
                <c:pt idx="2066">
                  <c:v>3.19795667</c:v>
                </c:pt>
                <c:pt idx="2067">
                  <c:v>3.20007917</c:v>
                </c:pt>
                <c:pt idx="2068">
                  <c:v>3.20540056</c:v>
                </c:pt>
                <c:pt idx="2069">
                  <c:v>3.20591083</c:v>
                </c:pt>
                <c:pt idx="2070">
                  <c:v>3.20678667</c:v>
                </c:pt>
                <c:pt idx="2071">
                  <c:v>3.20752944</c:v>
                </c:pt>
                <c:pt idx="2072">
                  <c:v>3.20772722</c:v>
                </c:pt>
                <c:pt idx="2073">
                  <c:v>3.20889889</c:v>
                </c:pt>
                <c:pt idx="2074">
                  <c:v>3.21095056</c:v>
                </c:pt>
                <c:pt idx="2075">
                  <c:v>3.21267167</c:v>
                </c:pt>
                <c:pt idx="2076">
                  <c:v>3.21365722</c:v>
                </c:pt>
                <c:pt idx="2077">
                  <c:v>3.21478528</c:v>
                </c:pt>
                <c:pt idx="2078">
                  <c:v>3.21485778</c:v>
                </c:pt>
                <c:pt idx="2079">
                  <c:v>3.21715694</c:v>
                </c:pt>
                <c:pt idx="2080">
                  <c:v>3.21825139</c:v>
                </c:pt>
                <c:pt idx="2081">
                  <c:v>3.22044528</c:v>
                </c:pt>
                <c:pt idx="2082">
                  <c:v>3.22066667</c:v>
                </c:pt>
                <c:pt idx="2083">
                  <c:v>3.22157972</c:v>
                </c:pt>
                <c:pt idx="2084">
                  <c:v>3.22236139</c:v>
                </c:pt>
                <c:pt idx="2085">
                  <c:v>3.22258389</c:v>
                </c:pt>
                <c:pt idx="2086">
                  <c:v>3.22426028</c:v>
                </c:pt>
                <c:pt idx="2087">
                  <c:v>3.22479333</c:v>
                </c:pt>
                <c:pt idx="2088">
                  <c:v>3.22650278</c:v>
                </c:pt>
                <c:pt idx="2089">
                  <c:v>3.22721556</c:v>
                </c:pt>
                <c:pt idx="2090">
                  <c:v>3.22749667</c:v>
                </c:pt>
                <c:pt idx="2091">
                  <c:v>3.22777472</c:v>
                </c:pt>
                <c:pt idx="2092">
                  <c:v>3.2307775</c:v>
                </c:pt>
                <c:pt idx="2093">
                  <c:v>3.23205806</c:v>
                </c:pt>
                <c:pt idx="2094">
                  <c:v>3.23236972</c:v>
                </c:pt>
                <c:pt idx="2095">
                  <c:v>3.23275194</c:v>
                </c:pt>
                <c:pt idx="2096">
                  <c:v>3.23384278</c:v>
                </c:pt>
                <c:pt idx="2097">
                  <c:v>3.23397917</c:v>
                </c:pt>
                <c:pt idx="2098">
                  <c:v>3.23640444</c:v>
                </c:pt>
                <c:pt idx="2099">
                  <c:v>3.23672806</c:v>
                </c:pt>
                <c:pt idx="2100">
                  <c:v>3.23673333</c:v>
                </c:pt>
                <c:pt idx="2101">
                  <c:v>3.23857167</c:v>
                </c:pt>
                <c:pt idx="2102">
                  <c:v>3.23918028</c:v>
                </c:pt>
                <c:pt idx="2103">
                  <c:v>3.23944667</c:v>
                </c:pt>
                <c:pt idx="2104">
                  <c:v>3.24119167</c:v>
                </c:pt>
                <c:pt idx="2105">
                  <c:v>3.24272417</c:v>
                </c:pt>
                <c:pt idx="2106">
                  <c:v>3.24273028</c:v>
                </c:pt>
                <c:pt idx="2107">
                  <c:v>3.24424667</c:v>
                </c:pt>
                <c:pt idx="2108">
                  <c:v>3.24507972</c:v>
                </c:pt>
                <c:pt idx="2109">
                  <c:v>3.24537694</c:v>
                </c:pt>
                <c:pt idx="2110">
                  <c:v>3.2467075</c:v>
                </c:pt>
                <c:pt idx="2111">
                  <c:v>3.24839806</c:v>
                </c:pt>
                <c:pt idx="2112">
                  <c:v>3.24840972</c:v>
                </c:pt>
                <c:pt idx="2113">
                  <c:v>3.24947833</c:v>
                </c:pt>
                <c:pt idx="2114">
                  <c:v>3.25054611</c:v>
                </c:pt>
                <c:pt idx="2115">
                  <c:v>3.25143056</c:v>
                </c:pt>
                <c:pt idx="2116">
                  <c:v>3.25148194</c:v>
                </c:pt>
                <c:pt idx="2117">
                  <c:v>3.25274389</c:v>
                </c:pt>
                <c:pt idx="2118">
                  <c:v>3.25312389</c:v>
                </c:pt>
                <c:pt idx="2119">
                  <c:v>3.25465667</c:v>
                </c:pt>
                <c:pt idx="2120">
                  <c:v>3.25469222</c:v>
                </c:pt>
                <c:pt idx="2121">
                  <c:v>3.25512833</c:v>
                </c:pt>
                <c:pt idx="2122">
                  <c:v>3.25715528</c:v>
                </c:pt>
                <c:pt idx="2123">
                  <c:v>3.25887917</c:v>
                </c:pt>
                <c:pt idx="2124">
                  <c:v>3.25929333</c:v>
                </c:pt>
                <c:pt idx="2125">
                  <c:v>3.25966972</c:v>
                </c:pt>
                <c:pt idx="2126">
                  <c:v>3.26145861</c:v>
                </c:pt>
                <c:pt idx="2127">
                  <c:v>3.26260278</c:v>
                </c:pt>
                <c:pt idx="2128">
                  <c:v>3.26390028</c:v>
                </c:pt>
                <c:pt idx="2129">
                  <c:v>3.26476278</c:v>
                </c:pt>
                <c:pt idx="2130">
                  <c:v>3.26514</c:v>
                </c:pt>
                <c:pt idx="2131">
                  <c:v>3.26560278</c:v>
                </c:pt>
                <c:pt idx="2132">
                  <c:v>3.26701639</c:v>
                </c:pt>
                <c:pt idx="2133">
                  <c:v>3.26704722</c:v>
                </c:pt>
                <c:pt idx="2134">
                  <c:v>3.26759556</c:v>
                </c:pt>
                <c:pt idx="2135">
                  <c:v>3.26877111</c:v>
                </c:pt>
                <c:pt idx="2136">
                  <c:v>3.26968333</c:v>
                </c:pt>
                <c:pt idx="2137">
                  <c:v>3.27050667</c:v>
                </c:pt>
                <c:pt idx="2138">
                  <c:v>3.27341111</c:v>
                </c:pt>
                <c:pt idx="2139">
                  <c:v>3.27485694</c:v>
                </c:pt>
                <c:pt idx="2140">
                  <c:v>3.27877167</c:v>
                </c:pt>
                <c:pt idx="2141">
                  <c:v>3.27939139</c:v>
                </c:pt>
                <c:pt idx="2142">
                  <c:v>3.28000194</c:v>
                </c:pt>
                <c:pt idx="2143">
                  <c:v>3.281485</c:v>
                </c:pt>
                <c:pt idx="2144">
                  <c:v>3.28211306</c:v>
                </c:pt>
                <c:pt idx="2145">
                  <c:v>3.28212139</c:v>
                </c:pt>
                <c:pt idx="2146">
                  <c:v>3.2846075</c:v>
                </c:pt>
                <c:pt idx="2147">
                  <c:v>3.28507556</c:v>
                </c:pt>
                <c:pt idx="2148">
                  <c:v>3.28511417</c:v>
                </c:pt>
                <c:pt idx="2149">
                  <c:v>3.28623417</c:v>
                </c:pt>
                <c:pt idx="2150">
                  <c:v>3.28733194</c:v>
                </c:pt>
                <c:pt idx="2151">
                  <c:v>3.29045389</c:v>
                </c:pt>
                <c:pt idx="2152">
                  <c:v>3.29225167</c:v>
                </c:pt>
                <c:pt idx="2153">
                  <c:v>3.29844944</c:v>
                </c:pt>
                <c:pt idx="2154">
                  <c:v>3.29856472</c:v>
                </c:pt>
                <c:pt idx="2155">
                  <c:v>3.29870167</c:v>
                </c:pt>
                <c:pt idx="2156">
                  <c:v>3.29936</c:v>
                </c:pt>
                <c:pt idx="2157">
                  <c:v>3.30099139</c:v>
                </c:pt>
                <c:pt idx="2158">
                  <c:v>3.30354889</c:v>
                </c:pt>
                <c:pt idx="2159">
                  <c:v>3.30541833</c:v>
                </c:pt>
                <c:pt idx="2160">
                  <c:v>3.30660472</c:v>
                </c:pt>
                <c:pt idx="2161">
                  <c:v>3.30682444</c:v>
                </c:pt>
                <c:pt idx="2162">
                  <c:v>3.30754917</c:v>
                </c:pt>
                <c:pt idx="2163">
                  <c:v>3.30924333</c:v>
                </c:pt>
                <c:pt idx="2164">
                  <c:v>3.30937278</c:v>
                </c:pt>
                <c:pt idx="2165">
                  <c:v>3.31031417</c:v>
                </c:pt>
                <c:pt idx="2166">
                  <c:v>3.312325</c:v>
                </c:pt>
                <c:pt idx="2167">
                  <c:v>3.31341</c:v>
                </c:pt>
                <c:pt idx="2168">
                  <c:v>3.31395139</c:v>
                </c:pt>
                <c:pt idx="2169">
                  <c:v>3.31420972</c:v>
                </c:pt>
                <c:pt idx="2170">
                  <c:v>3.31598972</c:v>
                </c:pt>
                <c:pt idx="2171">
                  <c:v>3.31819528</c:v>
                </c:pt>
                <c:pt idx="2172">
                  <c:v>3.31834139</c:v>
                </c:pt>
                <c:pt idx="2173">
                  <c:v>3.32065389</c:v>
                </c:pt>
                <c:pt idx="2174">
                  <c:v>3.32122028</c:v>
                </c:pt>
                <c:pt idx="2175">
                  <c:v>3.32210417</c:v>
                </c:pt>
                <c:pt idx="2176">
                  <c:v>3.32418167</c:v>
                </c:pt>
                <c:pt idx="2177">
                  <c:v>3.324225</c:v>
                </c:pt>
                <c:pt idx="2178">
                  <c:v>3.32706333</c:v>
                </c:pt>
                <c:pt idx="2179">
                  <c:v>3.32708889</c:v>
                </c:pt>
                <c:pt idx="2180">
                  <c:v>3.32858861</c:v>
                </c:pt>
                <c:pt idx="2181">
                  <c:v>3.33057056</c:v>
                </c:pt>
                <c:pt idx="2182">
                  <c:v>3.33145361</c:v>
                </c:pt>
                <c:pt idx="2183">
                  <c:v>3.33293083</c:v>
                </c:pt>
                <c:pt idx="2184">
                  <c:v>3.33298444</c:v>
                </c:pt>
                <c:pt idx="2185">
                  <c:v>3.33653444</c:v>
                </c:pt>
                <c:pt idx="2186">
                  <c:v>3.33740917</c:v>
                </c:pt>
                <c:pt idx="2187">
                  <c:v>3.33839111</c:v>
                </c:pt>
                <c:pt idx="2188">
                  <c:v>3.33914722</c:v>
                </c:pt>
                <c:pt idx="2189">
                  <c:v>3.34162639</c:v>
                </c:pt>
                <c:pt idx="2190">
                  <c:v>3.34243139</c:v>
                </c:pt>
                <c:pt idx="2191">
                  <c:v>3.34251972</c:v>
                </c:pt>
                <c:pt idx="2192">
                  <c:v>3.34370028</c:v>
                </c:pt>
                <c:pt idx="2193">
                  <c:v>3.34436528</c:v>
                </c:pt>
                <c:pt idx="2194">
                  <c:v>3.34539806</c:v>
                </c:pt>
                <c:pt idx="2195">
                  <c:v>3.34974972</c:v>
                </c:pt>
                <c:pt idx="2196">
                  <c:v>3.3500175</c:v>
                </c:pt>
                <c:pt idx="2197">
                  <c:v>3.35043611</c:v>
                </c:pt>
                <c:pt idx="2198">
                  <c:v>3.35612111</c:v>
                </c:pt>
                <c:pt idx="2199">
                  <c:v>3.35650417</c:v>
                </c:pt>
                <c:pt idx="2200">
                  <c:v>3.36232056</c:v>
                </c:pt>
                <c:pt idx="2201">
                  <c:v>3.36468472</c:v>
                </c:pt>
                <c:pt idx="2202">
                  <c:v>3.36482528</c:v>
                </c:pt>
                <c:pt idx="2203">
                  <c:v>3.36816972</c:v>
                </c:pt>
                <c:pt idx="2204">
                  <c:v>3.37039833</c:v>
                </c:pt>
                <c:pt idx="2205">
                  <c:v>3.37067</c:v>
                </c:pt>
                <c:pt idx="2206">
                  <c:v>3.37255639</c:v>
                </c:pt>
                <c:pt idx="2207">
                  <c:v>3.37442056</c:v>
                </c:pt>
                <c:pt idx="2208">
                  <c:v>3.37544667</c:v>
                </c:pt>
                <c:pt idx="2209">
                  <c:v>3.37639694</c:v>
                </c:pt>
                <c:pt idx="2210">
                  <c:v>3.37648028</c:v>
                </c:pt>
                <c:pt idx="2211">
                  <c:v>3.37837722</c:v>
                </c:pt>
                <c:pt idx="2212">
                  <c:v>3.38044361</c:v>
                </c:pt>
                <c:pt idx="2213">
                  <c:v>3.38224417</c:v>
                </c:pt>
                <c:pt idx="2214">
                  <c:v>3.38239361</c:v>
                </c:pt>
                <c:pt idx="2215">
                  <c:v>3.38279361</c:v>
                </c:pt>
                <c:pt idx="2216">
                  <c:v>3.3845775</c:v>
                </c:pt>
                <c:pt idx="2217">
                  <c:v>3.38573667</c:v>
                </c:pt>
                <c:pt idx="2218">
                  <c:v>3.38665361</c:v>
                </c:pt>
                <c:pt idx="2219">
                  <c:v>3.38745694</c:v>
                </c:pt>
                <c:pt idx="2220">
                  <c:v>3.38791833</c:v>
                </c:pt>
                <c:pt idx="2221">
                  <c:v>3.38973111</c:v>
                </c:pt>
                <c:pt idx="2222">
                  <c:v>3.39005944</c:v>
                </c:pt>
                <c:pt idx="2223">
                  <c:v>3.39106111</c:v>
                </c:pt>
                <c:pt idx="2224">
                  <c:v>3.39299583</c:v>
                </c:pt>
                <c:pt idx="2225">
                  <c:v>3.39401083</c:v>
                </c:pt>
                <c:pt idx="2226">
                  <c:v>3.39548444</c:v>
                </c:pt>
                <c:pt idx="2227">
                  <c:v>3.39723444</c:v>
                </c:pt>
                <c:pt idx="2228">
                  <c:v>3.39796222</c:v>
                </c:pt>
                <c:pt idx="2229">
                  <c:v>3.39986111</c:v>
                </c:pt>
                <c:pt idx="2230">
                  <c:v>3.4005375</c:v>
                </c:pt>
                <c:pt idx="2231">
                  <c:v>3.40132917</c:v>
                </c:pt>
                <c:pt idx="2232">
                  <c:v>3.40326917</c:v>
                </c:pt>
                <c:pt idx="2233">
                  <c:v>3.40433056</c:v>
                </c:pt>
                <c:pt idx="2234">
                  <c:v>3.40457861</c:v>
                </c:pt>
                <c:pt idx="2235">
                  <c:v>3.4056325</c:v>
                </c:pt>
                <c:pt idx="2236">
                  <c:v>3.40733722</c:v>
                </c:pt>
                <c:pt idx="2237">
                  <c:v>3.40890917</c:v>
                </c:pt>
                <c:pt idx="2238">
                  <c:v>3.41070861</c:v>
                </c:pt>
                <c:pt idx="2239">
                  <c:v>3.41091056</c:v>
                </c:pt>
                <c:pt idx="2240">
                  <c:v>3.41616444</c:v>
                </c:pt>
                <c:pt idx="2241">
                  <c:v>3.41781833</c:v>
                </c:pt>
                <c:pt idx="2242">
                  <c:v>3.41805917</c:v>
                </c:pt>
                <c:pt idx="2243">
                  <c:v>3.4201575</c:v>
                </c:pt>
                <c:pt idx="2244">
                  <c:v>3.42019278</c:v>
                </c:pt>
                <c:pt idx="2245">
                  <c:v>3.42368278</c:v>
                </c:pt>
                <c:pt idx="2246">
                  <c:v>3.42737361</c:v>
                </c:pt>
                <c:pt idx="2247">
                  <c:v>3.42778361</c:v>
                </c:pt>
                <c:pt idx="2248">
                  <c:v>3.42880111</c:v>
                </c:pt>
                <c:pt idx="2249">
                  <c:v>3.42985972</c:v>
                </c:pt>
                <c:pt idx="2250">
                  <c:v>3.43263944</c:v>
                </c:pt>
                <c:pt idx="2251">
                  <c:v>3.43464472</c:v>
                </c:pt>
                <c:pt idx="2252">
                  <c:v>3.43466361</c:v>
                </c:pt>
                <c:pt idx="2253">
                  <c:v>3.43478639</c:v>
                </c:pt>
                <c:pt idx="2254">
                  <c:v>3.43793028</c:v>
                </c:pt>
                <c:pt idx="2255">
                  <c:v>3.43909917</c:v>
                </c:pt>
                <c:pt idx="2256">
                  <c:v>3.439775</c:v>
                </c:pt>
                <c:pt idx="2257">
                  <c:v>3.44002778</c:v>
                </c:pt>
                <c:pt idx="2258">
                  <c:v>3.44490139</c:v>
                </c:pt>
                <c:pt idx="2259">
                  <c:v>3.44549667</c:v>
                </c:pt>
                <c:pt idx="2260">
                  <c:v>3.44626667</c:v>
                </c:pt>
                <c:pt idx="2261">
                  <c:v>3.44721556</c:v>
                </c:pt>
                <c:pt idx="2262">
                  <c:v>3.4516825</c:v>
                </c:pt>
                <c:pt idx="2263">
                  <c:v>3.45450639</c:v>
                </c:pt>
                <c:pt idx="2264">
                  <c:v>3.45890222</c:v>
                </c:pt>
                <c:pt idx="2265">
                  <c:v>3.45943028</c:v>
                </c:pt>
                <c:pt idx="2266">
                  <c:v>3.46158528</c:v>
                </c:pt>
                <c:pt idx="2267">
                  <c:v>3.46237361</c:v>
                </c:pt>
                <c:pt idx="2268">
                  <c:v>3.46409694</c:v>
                </c:pt>
                <c:pt idx="2269">
                  <c:v>3.46724389</c:v>
                </c:pt>
                <c:pt idx="2270">
                  <c:v>3.46813139</c:v>
                </c:pt>
                <c:pt idx="2271">
                  <c:v>3.47008333</c:v>
                </c:pt>
                <c:pt idx="2272">
                  <c:v>3.47047694</c:v>
                </c:pt>
                <c:pt idx="2273">
                  <c:v>3.4717325</c:v>
                </c:pt>
                <c:pt idx="2274">
                  <c:v>3.47235472</c:v>
                </c:pt>
                <c:pt idx="2275">
                  <c:v>3.47313389</c:v>
                </c:pt>
                <c:pt idx="2276">
                  <c:v>3.47435944</c:v>
                </c:pt>
                <c:pt idx="2277">
                  <c:v>3.475995</c:v>
                </c:pt>
                <c:pt idx="2278">
                  <c:v>3.4773</c:v>
                </c:pt>
                <c:pt idx="2279">
                  <c:v>3.478175</c:v>
                </c:pt>
                <c:pt idx="2280">
                  <c:v>3.47973222</c:v>
                </c:pt>
                <c:pt idx="2281">
                  <c:v>3.48047111</c:v>
                </c:pt>
                <c:pt idx="2282">
                  <c:v>3.48062417</c:v>
                </c:pt>
                <c:pt idx="2283">
                  <c:v>3.48358111</c:v>
                </c:pt>
                <c:pt idx="2284">
                  <c:v>3.48534444</c:v>
                </c:pt>
                <c:pt idx="2285">
                  <c:v>3.48756333</c:v>
                </c:pt>
                <c:pt idx="2286">
                  <c:v>3.48780111</c:v>
                </c:pt>
                <c:pt idx="2287">
                  <c:v>3.48797278</c:v>
                </c:pt>
                <c:pt idx="2288">
                  <c:v>3.48968</c:v>
                </c:pt>
                <c:pt idx="2289">
                  <c:v>3.49281306</c:v>
                </c:pt>
                <c:pt idx="2290">
                  <c:v>3.4933925</c:v>
                </c:pt>
                <c:pt idx="2291">
                  <c:v>3.49368806</c:v>
                </c:pt>
                <c:pt idx="2292">
                  <c:v>3.49525361</c:v>
                </c:pt>
                <c:pt idx="2293">
                  <c:v>3.49948806</c:v>
                </c:pt>
                <c:pt idx="2294">
                  <c:v>3.49956083</c:v>
                </c:pt>
                <c:pt idx="2295">
                  <c:v>3.50077806</c:v>
                </c:pt>
                <c:pt idx="2296">
                  <c:v>3.50402417</c:v>
                </c:pt>
                <c:pt idx="2297">
                  <c:v>3.50453472</c:v>
                </c:pt>
                <c:pt idx="2298">
                  <c:v>3.5056625</c:v>
                </c:pt>
                <c:pt idx="2299">
                  <c:v>3.50678556</c:v>
                </c:pt>
                <c:pt idx="2300">
                  <c:v>3.50839333</c:v>
                </c:pt>
                <c:pt idx="2301">
                  <c:v>3.50931583</c:v>
                </c:pt>
                <c:pt idx="2302">
                  <c:v>3.51095139</c:v>
                </c:pt>
                <c:pt idx="2303">
                  <c:v>3.51330222</c:v>
                </c:pt>
                <c:pt idx="2304">
                  <c:v>3.51370278</c:v>
                </c:pt>
                <c:pt idx="2305">
                  <c:v>3.51580194</c:v>
                </c:pt>
                <c:pt idx="2306">
                  <c:v>3.51920417</c:v>
                </c:pt>
                <c:pt idx="2307">
                  <c:v>3.51956472</c:v>
                </c:pt>
                <c:pt idx="2308">
                  <c:v>3.52237083</c:v>
                </c:pt>
                <c:pt idx="2309">
                  <c:v>3.52625889</c:v>
                </c:pt>
                <c:pt idx="2310">
                  <c:v>3.52944333</c:v>
                </c:pt>
                <c:pt idx="2311">
                  <c:v>3.53190028</c:v>
                </c:pt>
                <c:pt idx="2312">
                  <c:v>3.53296333</c:v>
                </c:pt>
                <c:pt idx="2313">
                  <c:v>3.533065</c:v>
                </c:pt>
                <c:pt idx="2314">
                  <c:v>3.53387333</c:v>
                </c:pt>
                <c:pt idx="2315">
                  <c:v>3.53521472</c:v>
                </c:pt>
                <c:pt idx="2316">
                  <c:v>3.53803861</c:v>
                </c:pt>
                <c:pt idx="2317">
                  <c:v>3.53837528</c:v>
                </c:pt>
                <c:pt idx="2318">
                  <c:v>3.54027694</c:v>
                </c:pt>
                <c:pt idx="2319">
                  <c:v>3.54074139</c:v>
                </c:pt>
                <c:pt idx="2320">
                  <c:v>3.54284778</c:v>
                </c:pt>
                <c:pt idx="2321">
                  <c:v>3.54390333</c:v>
                </c:pt>
                <c:pt idx="2322">
                  <c:v>3.54668222</c:v>
                </c:pt>
                <c:pt idx="2323">
                  <c:v>3.54856472</c:v>
                </c:pt>
                <c:pt idx="2324">
                  <c:v>3.54945222</c:v>
                </c:pt>
                <c:pt idx="2325">
                  <c:v>3.55477</c:v>
                </c:pt>
                <c:pt idx="2326">
                  <c:v>3.55563389</c:v>
                </c:pt>
                <c:pt idx="2327">
                  <c:v>3.5588725</c:v>
                </c:pt>
                <c:pt idx="2328">
                  <c:v>3.56157</c:v>
                </c:pt>
                <c:pt idx="2329">
                  <c:v>3.56208861</c:v>
                </c:pt>
                <c:pt idx="2330">
                  <c:v>3.5629025</c:v>
                </c:pt>
                <c:pt idx="2331">
                  <c:v>3.56452944</c:v>
                </c:pt>
                <c:pt idx="2332">
                  <c:v>3.56724472</c:v>
                </c:pt>
                <c:pt idx="2333">
                  <c:v>3.56755583</c:v>
                </c:pt>
                <c:pt idx="2334">
                  <c:v>3.57090028</c:v>
                </c:pt>
                <c:pt idx="2335">
                  <c:v>3.57305222</c:v>
                </c:pt>
                <c:pt idx="2336">
                  <c:v>3.57342361</c:v>
                </c:pt>
                <c:pt idx="2337">
                  <c:v>3.58112639</c:v>
                </c:pt>
                <c:pt idx="2338">
                  <c:v>3.58524833</c:v>
                </c:pt>
                <c:pt idx="2339">
                  <c:v>3.59001556</c:v>
                </c:pt>
                <c:pt idx="2340">
                  <c:v>3.59122861</c:v>
                </c:pt>
                <c:pt idx="2341">
                  <c:v>3.59481083</c:v>
                </c:pt>
                <c:pt idx="2342">
                  <c:v>3.5969575</c:v>
                </c:pt>
                <c:pt idx="2343">
                  <c:v>3.59862806</c:v>
                </c:pt>
                <c:pt idx="2344">
                  <c:v>3.60029278</c:v>
                </c:pt>
                <c:pt idx="2345">
                  <c:v>3.60206361</c:v>
                </c:pt>
                <c:pt idx="2346">
                  <c:v>3.60426583</c:v>
                </c:pt>
                <c:pt idx="2347">
                  <c:v>3.6060825</c:v>
                </c:pt>
                <c:pt idx="2348">
                  <c:v>3.60786778</c:v>
                </c:pt>
                <c:pt idx="2349">
                  <c:v>3.60792444</c:v>
                </c:pt>
                <c:pt idx="2350">
                  <c:v>3.61196861</c:v>
                </c:pt>
                <c:pt idx="2351">
                  <c:v>3.61787278</c:v>
                </c:pt>
                <c:pt idx="2352">
                  <c:v>3.62040861</c:v>
                </c:pt>
                <c:pt idx="2353">
                  <c:v>3.62231778</c:v>
                </c:pt>
                <c:pt idx="2354">
                  <c:v>3.62818833</c:v>
                </c:pt>
                <c:pt idx="2355">
                  <c:v>3.62822806</c:v>
                </c:pt>
                <c:pt idx="2356">
                  <c:v>3.62922389</c:v>
                </c:pt>
                <c:pt idx="2357">
                  <c:v>3.63263194</c:v>
                </c:pt>
                <c:pt idx="2358">
                  <c:v>3.63799417</c:v>
                </c:pt>
                <c:pt idx="2359">
                  <c:v>3.63851722</c:v>
                </c:pt>
                <c:pt idx="2360">
                  <c:v>3.64012056</c:v>
                </c:pt>
                <c:pt idx="2361">
                  <c:v>3.64680917</c:v>
                </c:pt>
                <c:pt idx="2362">
                  <c:v>3.64891028</c:v>
                </c:pt>
                <c:pt idx="2363">
                  <c:v>3.65307639</c:v>
                </c:pt>
                <c:pt idx="2364">
                  <c:v>3.65557889</c:v>
                </c:pt>
                <c:pt idx="2365">
                  <c:v>3.65612611</c:v>
                </c:pt>
                <c:pt idx="2366">
                  <c:v>3.66800889</c:v>
                </c:pt>
                <c:pt idx="2367">
                  <c:v>3.67371667</c:v>
                </c:pt>
                <c:pt idx="2368">
                  <c:v>3.675445</c:v>
                </c:pt>
                <c:pt idx="2369">
                  <c:v>3.67607556</c:v>
                </c:pt>
                <c:pt idx="2370">
                  <c:v>3.67944333</c:v>
                </c:pt>
                <c:pt idx="2371">
                  <c:v>3.68107972</c:v>
                </c:pt>
                <c:pt idx="2372">
                  <c:v>3.68490667</c:v>
                </c:pt>
                <c:pt idx="2373">
                  <c:v>3.68854667</c:v>
                </c:pt>
                <c:pt idx="2374">
                  <c:v>3.69439667</c:v>
                </c:pt>
                <c:pt idx="2375">
                  <c:v>3.69703778</c:v>
                </c:pt>
                <c:pt idx="2376">
                  <c:v>3.70030944</c:v>
                </c:pt>
                <c:pt idx="2377">
                  <c:v>3.70398139</c:v>
                </c:pt>
                <c:pt idx="2378">
                  <c:v>3.70596222</c:v>
                </c:pt>
                <c:pt idx="2379">
                  <c:v>3.70630778</c:v>
                </c:pt>
                <c:pt idx="2380">
                  <c:v>3.70931194</c:v>
                </c:pt>
                <c:pt idx="2381">
                  <c:v>3.71357194</c:v>
                </c:pt>
                <c:pt idx="2382">
                  <c:v>3.71638306</c:v>
                </c:pt>
                <c:pt idx="2383">
                  <c:v>3.71664583</c:v>
                </c:pt>
                <c:pt idx="2384">
                  <c:v>3.71943361</c:v>
                </c:pt>
                <c:pt idx="2385">
                  <c:v>3.72345333</c:v>
                </c:pt>
                <c:pt idx="2386">
                  <c:v>3.725365</c:v>
                </c:pt>
                <c:pt idx="2387">
                  <c:v>3.72886361</c:v>
                </c:pt>
                <c:pt idx="2388">
                  <c:v>3.73269694</c:v>
                </c:pt>
                <c:pt idx="2389">
                  <c:v>3.7355175</c:v>
                </c:pt>
                <c:pt idx="2390">
                  <c:v>3.73711778</c:v>
                </c:pt>
                <c:pt idx="2391">
                  <c:v>3.73719167</c:v>
                </c:pt>
                <c:pt idx="2392">
                  <c:v>3.74056778</c:v>
                </c:pt>
                <c:pt idx="2393">
                  <c:v>3.74160417</c:v>
                </c:pt>
                <c:pt idx="2394">
                  <c:v>3.746005</c:v>
                </c:pt>
                <c:pt idx="2395">
                  <c:v>3.7460975</c:v>
                </c:pt>
                <c:pt idx="2396">
                  <c:v>3.75155083</c:v>
                </c:pt>
                <c:pt idx="2397">
                  <c:v>3.75626139</c:v>
                </c:pt>
                <c:pt idx="2398">
                  <c:v>3.75883083</c:v>
                </c:pt>
                <c:pt idx="2399">
                  <c:v>3.75930278</c:v>
                </c:pt>
                <c:pt idx="2400">
                  <c:v>3.76211917</c:v>
                </c:pt>
                <c:pt idx="2401">
                  <c:v>3.76321722</c:v>
                </c:pt>
                <c:pt idx="2402">
                  <c:v>3.76907111</c:v>
                </c:pt>
                <c:pt idx="2403">
                  <c:v>3.76988361</c:v>
                </c:pt>
                <c:pt idx="2404">
                  <c:v>3.77103417</c:v>
                </c:pt>
                <c:pt idx="2405">
                  <c:v>3.77492806</c:v>
                </c:pt>
                <c:pt idx="2406">
                  <c:v>3.77533833</c:v>
                </c:pt>
                <c:pt idx="2407">
                  <c:v>3.77546556</c:v>
                </c:pt>
                <c:pt idx="2408">
                  <c:v>3.781525</c:v>
                </c:pt>
                <c:pt idx="2409">
                  <c:v>3.78217556</c:v>
                </c:pt>
                <c:pt idx="2410">
                  <c:v>3.7826925</c:v>
                </c:pt>
                <c:pt idx="2411">
                  <c:v>3.78568639</c:v>
                </c:pt>
                <c:pt idx="2412">
                  <c:v>3.78802306</c:v>
                </c:pt>
                <c:pt idx="2413">
                  <c:v>3.78954333</c:v>
                </c:pt>
                <c:pt idx="2414">
                  <c:v>3.79100694</c:v>
                </c:pt>
                <c:pt idx="2415">
                  <c:v>3.79159444</c:v>
                </c:pt>
                <c:pt idx="2416">
                  <c:v>3.79165639</c:v>
                </c:pt>
                <c:pt idx="2417">
                  <c:v>3.79395667</c:v>
                </c:pt>
                <c:pt idx="2418">
                  <c:v>3.79470778</c:v>
                </c:pt>
                <c:pt idx="2419">
                  <c:v>3.79691389</c:v>
                </c:pt>
                <c:pt idx="2420">
                  <c:v>3.80105778</c:v>
                </c:pt>
                <c:pt idx="2421">
                  <c:v>3.80175278</c:v>
                </c:pt>
                <c:pt idx="2422">
                  <c:v>3.80273028</c:v>
                </c:pt>
                <c:pt idx="2423">
                  <c:v>3.80570083</c:v>
                </c:pt>
                <c:pt idx="2424">
                  <c:v>3.81013472</c:v>
                </c:pt>
                <c:pt idx="2425">
                  <c:v>3.8119875</c:v>
                </c:pt>
                <c:pt idx="2426">
                  <c:v>3.81296222</c:v>
                </c:pt>
                <c:pt idx="2427">
                  <c:v>3.81461861</c:v>
                </c:pt>
                <c:pt idx="2428">
                  <c:v>3.81652972</c:v>
                </c:pt>
                <c:pt idx="2429">
                  <c:v>3.81704861</c:v>
                </c:pt>
                <c:pt idx="2430">
                  <c:v>3.81740611</c:v>
                </c:pt>
                <c:pt idx="2431">
                  <c:v>3.82333639</c:v>
                </c:pt>
                <c:pt idx="2432">
                  <c:v>3.82533861</c:v>
                </c:pt>
                <c:pt idx="2433">
                  <c:v>3.82611222</c:v>
                </c:pt>
                <c:pt idx="2434">
                  <c:v>3.82932528</c:v>
                </c:pt>
                <c:pt idx="2435">
                  <c:v>3.83186722</c:v>
                </c:pt>
                <c:pt idx="2436">
                  <c:v>3.83395139</c:v>
                </c:pt>
                <c:pt idx="2437">
                  <c:v>3.83913889</c:v>
                </c:pt>
                <c:pt idx="2438">
                  <c:v>3.84092139</c:v>
                </c:pt>
                <c:pt idx="2439">
                  <c:v>3.84176917</c:v>
                </c:pt>
                <c:pt idx="2440">
                  <c:v>3.84289028</c:v>
                </c:pt>
                <c:pt idx="2441">
                  <c:v>3.84605778</c:v>
                </c:pt>
                <c:pt idx="2442">
                  <c:v>3.84724667</c:v>
                </c:pt>
                <c:pt idx="2443">
                  <c:v>3.84786556</c:v>
                </c:pt>
                <c:pt idx="2444">
                  <c:v>3.85500167</c:v>
                </c:pt>
                <c:pt idx="2445">
                  <c:v>3.85517528</c:v>
                </c:pt>
                <c:pt idx="2446">
                  <c:v>3.85818444</c:v>
                </c:pt>
                <c:pt idx="2447">
                  <c:v>3.86132611</c:v>
                </c:pt>
                <c:pt idx="2448">
                  <c:v>3.86181333</c:v>
                </c:pt>
                <c:pt idx="2449">
                  <c:v>3.8647675</c:v>
                </c:pt>
                <c:pt idx="2450">
                  <c:v>3.86528889</c:v>
                </c:pt>
                <c:pt idx="2451">
                  <c:v>3.86836361</c:v>
                </c:pt>
                <c:pt idx="2452">
                  <c:v>3.87069778</c:v>
                </c:pt>
                <c:pt idx="2453">
                  <c:v>3.87135167</c:v>
                </c:pt>
                <c:pt idx="2454">
                  <c:v>3.87387528</c:v>
                </c:pt>
                <c:pt idx="2455">
                  <c:v>3.87644778</c:v>
                </c:pt>
                <c:pt idx="2456">
                  <c:v>3.87670806</c:v>
                </c:pt>
                <c:pt idx="2457">
                  <c:v>3.87793444</c:v>
                </c:pt>
                <c:pt idx="2458">
                  <c:v>3.88821833</c:v>
                </c:pt>
                <c:pt idx="2459">
                  <c:v>3.888475</c:v>
                </c:pt>
                <c:pt idx="2460">
                  <c:v>3.89118</c:v>
                </c:pt>
                <c:pt idx="2461">
                  <c:v>3.8948375</c:v>
                </c:pt>
                <c:pt idx="2462">
                  <c:v>3.895805</c:v>
                </c:pt>
                <c:pt idx="2463">
                  <c:v>3.89847361</c:v>
                </c:pt>
                <c:pt idx="2464">
                  <c:v>3.89878056</c:v>
                </c:pt>
                <c:pt idx="2465">
                  <c:v>3.90027194</c:v>
                </c:pt>
                <c:pt idx="2466">
                  <c:v>3.90288083</c:v>
                </c:pt>
                <c:pt idx="2467">
                  <c:v>3.90565139</c:v>
                </c:pt>
                <c:pt idx="2468">
                  <c:v>3.90655361</c:v>
                </c:pt>
                <c:pt idx="2469">
                  <c:v>3.90727917</c:v>
                </c:pt>
                <c:pt idx="2470">
                  <c:v>3.90883222</c:v>
                </c:pt>
                <c:pt idx="2471">
                  <c:v>3.90910222</c:v>
                </c:pt>
                <c:pt idx="2472">
                  <c:v>3.91213639</c:v>
                </c:pt>
                <c:pt idx="2473">
                  <c:v>3.91462528</c:v>
                </c:pt>
                <c:pt idx="2474">
                  <c:v>3.91468889</c:v>
                </c:pt>
                <c:pt idx="2475">
                  <c:v>3.91871889</c:v>
                </c:pt>
                <c:pt idx="2476">
                  <c:v>3.92196778</c:v>
                </c:pt>
                <c:pt idx="2477">
                  <c:v>3.92793028</c:v>
                </c:pt>
                <c:pt idx="2478">
                  <c:v>3.93056444</c:v>
                </c:pt>
                <c:pt idx="2479">
                  <c:v>3.93077861</c:v>
                </c:pt>
                <c:pt idx="2480">
                  <c:v>3.93296833</c:v>
                </c:pt>
                <c:pt idx="2481">
                  <c:v>3.93930917</c:v>
                </c:pt>
                <c:pt idx="2482">
                  <c:v>3.93957139</c:v>
                </c:pt>
                <c:pt idx="2483">
                  <c:v>3.94078222</c:v>
                </c:pt>
                <c:pt idx="2484">
                  <c:v>3.94418306</c:v>
                </c:pt>
                <c:pt idx="2485">
                  <c:v>3.94675972</c:v>
                </c:pt>
                <c:pt idx="2486">
                  <c:v>3.94840083</c:v>
                </c:pt>
                <c:pt idx="2487">
                  <c:v>3.94905139</c:v>
                </c:pt>
                <c:pt idx="2488">
                  <c:v>3.94950333</c:v>
                </c:pt>
                <c:pt idx="2489">
                  <c:v>3.95038167</c:v>
                </c:pt>
                <c:pt idx="2490">
                  <c:v>3.9548575</c:v>
                </c:pt>
                <c:pt idx="2491">
                  <c:v>3.96155472</c:v>
                </c:pt>
                <c:pt idx="2492">
                  <c:v>3.96368528</c:v>
                </c:pt>
                <c:pt idx="2493">
                  <c:v>3.96374694</c:v>
                </c:pt>
                <c:pt idx="2494">
                  <c:v>3.96503222</c:v>
                </c:pt>
                <c:pt idx="2495">
                  <c:v>3.96524972</c:v>
                </c:pt>
                <c:pt idx="2496">
                  <c:v>3.96829111</c:v>
                </c:pt>
                <c:pt idx="2497">
                  <c:v>3.9688975</c:v>
                </c:pt>
                <c:pt idx="2498">
                  <c:v>3.97250722</c:v>
                </c:pt>
                <c:pt idx="2499">
                  <c:v>3.97411056</c:v>
                </c:pt>
                <c:pt idx="2500">
                  <c:v>3.97548139</c:v>
                </c:pt>
                <c:pt idx="2501">
                  <c:v>3.97625083</c:v>
                </c:pt>
                <c:pt idx="2502">
                  <c:v>3.97792333</c:v>
                </c:pt>
                <c:pt idx="2503">
                  <c:v>3.97997028</c:v>
                </c:pt>
                <c:pt idx="2504">
                  <c:v>3.98214806</c:v>
                </c:pt>
                <c:pt idx="2505">
                  <c:v>3.98435778</c:v>
                </c:pt>
                <c:pt idx="2506">
                  <c:v>3.98579861</c:v>
                </c:pt>
                <c:pt idx="2507">
                  <c:v>3.98827667</c:v>
                </c:pt>
                <c:pt idx="2508">
                  <c:v>3.98965194</c:v>
                </c:pt>
                <c:pt idx="2509">
                  <c:v>3.99451139</c:v>
                </c:pt>
                <c:pt idx="2510">
                  <c:v>3.99838111</c:v>
                </c:pt>
                <c:pt idx="2511">
                  <c:v>4.00179361</c:v>
                </c:pt>
                <c:pt idx="2512">
                  <c:v>4.00336528</c:v>
                </c:pt>
                <c:pt idx="2513">
                  <c:v>4.00698083</c:v>
                </c:pt>
                <c:pt idx="2514">
                  <c:v>4.01192556</c:v>
                </c:pt>
                <c:pt idx="2515">
                  <c:v>4.01329639</c:v>
                </c:pt>
                <c:pt idx="2516">
                  <c:v>4.01506472</c:v>
                </c:pt>
                <c:pt idx="2517">
                  <c:v>4.01943167</c:v>
                </c:pt>
                <c:pt idx="2518">
                  <c:v>4.01973333</c:v>
                </c:pt>
                <c:pt idx="2519">
                  <c:v>4.02303833</c:v>
                </c:pt>
                <c:pt idx="2520">
                  <c:v>4.02661917</c:v>
                </c:pt>
                <c:pt idx="2521">
                  <c:v>4.02956583</c:v>
                </c:pt>
                <c:pt idx="2522">
                  <c:v>4.03263056</c:v>
                </c:pt>
                <c:pt idx="2523">
                  <c:v>4.0341175</c:v>
                </c:pt>
                <c:pt idx="2524">
                  <c:v>4.04737333</c:v>
                </c:pt>
                <c:pt idx="2525">
                  <c:v>4.04795583</c:v>
                </c:pt>
                <c:pt idx="2526">
                  <c:v>4.0556475</c:v>
                </c:pt>
                <c:pt idx="2527">
                  <c:v>4.0562725</c:v>
                </c:pt>
                <c:pt idx="2528">
                  <c:v>4.05677111</c:v>
                </c:pt>
                <c:pt idx="2529">
                  <c:v>4.06277083</c:v>
                </c:pt>
                <c:pt idx="2530">
                  <c:v>4.06528611</c:v>
                </c:pt>
                <c:pt idx="2531">
                  <c:v>4.06555194</c:v>
                </c:pt>
                <c:pt idx="2532">
                  <c:v>4.06588861</c:v>
                </c:pt>
                <c:pt idx="2533">
                  <c:v>4.07017722</c:v>
                </c:pt>
                <c:pt idx="2534">
                  <c:v>4.07338056</c:v>
                </c:pt>
                <c:pt idx="2535">
                  <c:v>4.07550028</c:v>
                </c:pt>
                <c:pt idx="2536">
                  <c:v>4.07581944</c:v>
                </c:pt>
                <c:pt idx="2537">
                  <c:v>4.07858611</c:v>
                </c:pt>
                <c:pt idx="2538">
                  <c:v>4.08175083</c:v>
                </c:pt>
                <c:pt idx="2539">
                  <c:v>4.08183611</c:v>
                </c:pt>
                <c:pt idx="2540">
                  <c:v>4.08607278</c:v>
                </c:pt>
                <c:pt idx="2541">
                  <c:v>4.08760389</c:v>
                </c:pt>
                <c:pt idx="2542">
                  <c:v>4.09184556</c:v>
                </c:pt>
                <c:pt idx="2543">
                  <c:v>4.10823028</c:v>
                </c:pt>
                <c:pt idx="2544">
                  <c:v>4.10946917</c:v>
                </c:pt>
                <c:pt idx="2545">
                  <c:v>4.11387083</c:v>
                </c:pt>
                <c:pt idx="2546">
                  <c:v>4.11550389</c:v>
                </c:pt>
                <c:pt idx="2547">
                  <c:v>4.11688278</c:v>
                </c:pt>
                <c:pt idx="2548">
                  <c:v>4.11984</c:v>
                </c:pt>
                <c:pt idx="2549">
                  <c:v>4.11988194</c:v>
                </c:pt>
                <c:pt idx="2550">
                  <c:v>4.12126306</c:v>
                </c:pt>
                <c:pt idx="2551">
                  <c:v>4.12706222</c:v>
                </c:pt>
                <c:pt idx="2552">
                  <c:v>4.128625</c:v>
                </c:pt>
                <c:pt idx="2553">
                  <c:v>4.13280722</c:v>
                </c:pt>
                <c:pt idx="2554">
                  <c:v>4.13302028</c:v>
                </c:pt>
                <c:pt idx="2555">
                  <c:v>4.13586083</c:v>
                </c:pt>
                <c:pt idx="2556">
                  <c:v>4.13909472</c:v>
                </c:pt>
                <c:pt idx="2557">
                  <c:v>4.13956444</c:v>
                </c:pt>
                <c:pt idx="2558">
                  <c:v>4.14040556</c:v>
                </c:pt>
                <c:pt idx="2559">
                  <c:v>4.14605611</c:v>
                </c:pt>
                <c:pt idx="2560">
                  <c:v>4.14617722</c:v>
                </c:pt>
                <c:pt idx="2561">
                  <c:v>4.15066</c:v>
                </c:pt>
                <c:pt idx="2562">
                  <c:v>4.153785</c:v>
                </c:pt>
                <c:pt idx="2563">
                  <c:v>4.15617</c:v>
                </c:pt>
                <c:pt idx="2564">
                  <c:v>4.16402111</c:v>
                </c:pt>
                <c:pt idx="2565">
                  <c:v>4.1649025</c:v>
                </c:pt>
                <c:pt idx="2566">
                  <c:v>4.16930889</c:v>
                </c:pt>
                <c:pt idx="2567">
                  <c:v>4.169985</c:v>
                </c:pt>
                <c:pt idx="2568">
                  <c:v>4.171225</c:v>
                </c:pt>
                <c:pt idx="2569">
                  <c:v>4.17200861</c:v>
                </c:pt>
                <c:pt idx="2570">
                  <c:v>4.17370111</c:v>
                </c:pt>
                <c:pt idx="2571">
                  <c:v>4.18098639</c:v>
                </c:pt>
                <c:pt idx="2572">
                  <c:v>4.18137306</c:v>
                </c:pt>
                <c:pt idx="2573">
                  <c:v>4.18314444</c:v>
                </c:pt>
                <c:pt idx="2574">
                  <c:v>4.18678667</c:v>
                </c:pt>
                <c:pt idx="2575">
                  <c:v>4.18683083</c:v>
                </c:pt>
                <c:pt idx="2576">
                  <c:v>4.19266583</c:v>
                </c:pt>
                <c:pt idx="2577">
                  <c:v>4.19312583</c:v>
                </c:pt>
                <c:pt idx="2578">
                  <c:v>4.19867194</c:v>
                </c:pt>
                <c:pt idx="2579">
                  <c:v>4.19937472</c:v>
                </c:pt>
                <c:pt idx="2580">
                  <c:v>4.20567694</c:v>
                </c:pt>
                <c:pt idx="2581">
                  <c:v>4.20741667</c:v>
                </c:pt>
                <c:pt idx="2582">
                  <c:v>4.20963028</c:v>
                </c:pt>
                <c:pt idx="2583">
                  <c:v>4.21295333</c:v>
                </c:pt>
                <c:pt idx="2584">
                  <c:v>4.21409333</c:v>
                </c:pt>
                <c:pt idx="2585">
                  <c:v>4.21675639</c:v>
                </c:pt>
                <c:pt idx="2586">
                  <c:v>4.21735278</c:v>
                </c:pt>
                <c:pt idx="2587">
                  <c:v>4.22048389</c:v>
                </c:pt>
                <c:pt idx="2588">
                  <c:v>4.22067278</c:v>
                </c:pt>
                <c:pt idx="2589">
                  <c:v>4.22084389</c:v>
                </c:pt>
                <c:pt idx="2590">
                  <c:v>4.226485</c:v>
                </c:pt>
                <c:pt idx="2591">
                  <c:v>4.23478167</c:v>
                </c:pt>
                <c:pt idx="2592">
                  <c:v>4.23543667</c:v>
                </c:pt>
                <c:pt idx="2593">
                  <c:v>4.23828556</c:v>
                </c:pt>
                <c:pt idx="2594">
                  <c:v>4.23987</c:v>
                </c:pt>
                <c:pt idx="2595">
                  <c:v>4.24206222</c:v>
                </c:pt>
                <c:pt idx="2596">
                  <c:v>4.24445333</c:v>
                </c:pt>
                <c:pt idx="2597">
                  <c:v>4.24501333</c:v>
                </c:pt>
                <c:pt idx="2598">
                  <c:v>4.24585333</c:v>
                </c:pt>
                <c:pt idx="2599">
                  <c:v>4.25300972</c:v>
                </c:pt>
                <c:pt idx="2600">
                  <c:v>4.25365056</c:v>
                </c:pt>
                <c:pt idx="2601">
                  <c:v>4.26056389</c:v>
                </c:pt>
                <c:pt idx="2602">
                  <c:v>4.26063333</c:v>
                </c:pt>
                <c:pt idx="2603">
                  <c:v>4.26671806</c:v>
                </c:pt>
                <c:pt idx="2604">
                  <c:v>4.27379528</c:v>
                </c:pt>
                <c:pt idx="2605">
                  <c:v>4.27510667</c:v>
                </c:pt>
                <c:pt idx="2606">
                  <c:v>4.28424667</c:v>
                </c:pt>
                <c:pt idx="2607">
                  <c:v>4.28544583</c:v>
                </c:pt>
                <c:pt idx="2608">
                  <c:v>4.29319528</c:v>
                </c:pt>
                <c:pt idx="2609">
                  <c:v>4.29322528</c:v>
                </c:pt>
                <c:pt idx="2610">
                  <c:v>4.29432306</c:v>
                </c:pt>
                <c:pt idx="2611">
                  <c:v>4.30289917</c:v>
                </c:pt>
                <c:pt idx="2612">
                  <c:v>4.30332417</c:v>
                </c:pt>
                <c:pt idx="2613">
                  <c:v>4.30346167</c:v>
                </c:pt>
                <c:pt idx="2614">
                  <c:v>4.31054667</c:v>
                </c:pt>
                <c:pt idx="2615">
                  <c:v>4.310795</c:v>
                </c:pt>
                <c:pt idx="2616">
                  <c:v>4.31112611</c:v>
                </c:pt>
                <c:pt idx="2617">
                  <c:v>4.31489111</c:v>
                </c:pt>
                <c:pt idx="2618">
                  <c:v>4.31684806</c:v>
                </c:pt>
                <c:pt idx="2619">
                  <c:v>4.31751306</c:v>
                </c:pt>
                <c:pt idx="2620">
                  <c:v>4.31846222</c:v>
                </c:pt>
                <c:pt idx="2621">
                  <c:v>4.32512556</c:v>
                </c:pt>
                <c:pt idx="2622">
                  <c:v>4.32532083</c:v>
                </c:pt>
                <c:pt idx="2623">
                  <c:v>4.32547333</c:v>
                </c:pt>
                <c:pt idx="2624">
                  <c:v>4.33038333</c:v>
                </c:pt>
                <c:pt idx="2625">
                  <c:v>4.3333725</c:v>
                </c:pt>
                <c:pt idx="2626">
                  <c:v>4.33637417</c:v>
                </c:pt>
                <c:pt idx="2627">
                  <c:v>4.33681444</c:v>
                </c:pt>
                <c:pt idx="2628">
                  <c:v>4.34181333</c:v>
                </c:pt>
                <c:pt idx="2629">
                  <c:v>4.34821611</c:v>
                </c:pt>
                <c:pt idx="2630">
                  <c:v>4.34856667</c:v>
                </c:pt>
                <c:pt idx="2631">
                  <c:v>4.34940667</c:v>
                </c:pt>
                <c:pt idx="2632">
                  <c:v>4.35226694</c:v>
                </c:pt>
                <c:pt idx="2633">
                  <c:v>4.35461111</c:v>
                </c:pt>
                <c:pt idx="2634">
                  <c:v>4.355605</c:v>
                </c:pt>
                <c:pt idx="2635">
                  <c:v>4.36032778</c:v>
                </c:pt>
                <c:pt idx="2636">
                  <c:v>4.36415361</c:v>
                </c:pt>
                <c:pt idx="2637">
                  <c:v>4.36415472</c:v>
                </c:pt>
                <c:pt idx="2638">
                  <c:v>4.36613917</c:v>
                </c:pt>
                <c:pt idx="2639">
                  <c:v>4.37021</c:v>
                </c:pt>
                <c:pt idx="2640">
                  <c:v>4.37059361</c:v>
                </c:pt>
                <c:pt idx="2641">
                  <c:v>4.37145972</c:v>
                </c:pt>
                <c:pt idx="2642">
                  <c:v>4.37565972</c:v>
                </c:pt>
                <c:pt idx="2643">
                  <c:v>4.37845306</c:v>
                </c:pt>
                <c:pt idx="2644">
                  <c:v>4.38373806</c:v>
                </c:pt>
                <c:pt idx="2645">
                  <c:v>4.38854306</c:v>
                </c:pt>
                <c:pt idx="2646">
                  <c:v>4.38983333</c:v>
                </c:pt>
                <c:pt idx="2647">
                  <c:v>4.39363306</c:v>
                </c:pt>
                <c:pt idx="2648">
                  <c:v>4.39598778</c:v>
                </c:pt>
                <c:pt idx="2649">
                  <c:v>4.39787111</c:v>
                </c:pt>
                <c:pt idx="2650">
                  <c:v>4.40100278</c:v>
                </c:pt>
                <c:pt idx="2651">
                  <c:v>4.40471556</c:v>
                </c:pt>
                <c:pt idx="2652">
                  <c:v>4.40919139</c:v>
                </c:pt>
                <c:pt idx="2653">
                  <c:v>4.41243861</c:v>
                </c:pt>
                <c:pt idx="2654">
                  <c:v>4.41298389</c:v>
                </c:pt>
                <c:pt idx="2655">
                  <c:v>4.41659722</c:v>
                </c:pt>
                <c:pt idx="2656">
                  <c:v>4.42046667</c:v>
                </c:pt>
                <c:pt idx="2657">
                  <c:v>4.42517528</c:v>
                </c:pt>
                <c:pt idx="2658">
                  <c:v>4.42542056</c:v>
                </c:pt>
                <c:pt idx="2659">
                  <c:v>4.42569972</c:v>
                </c:pt>
                <c:pt idx="2660">
                  <c:v>4.42615333</c:v>
                </c:pt>
                <c:pt idx="2661">
                  <c:v>4.43070306</c:v>
                </c:pt>
                <c:pt idx="2662">
                  <c:v>4.43447972</c:v>
                </c:pt>
                <c:pt idx="2663">
                  <c:v>4.43496111</c:v>
                </c:pt>
                <c:pt idx="2664">
                  <c:v>4.43696028</c:v>
                </c:pt>
                <c:pt idx="2665">
                  <c:v>4.43712583</c:v>
                </c:pt>
                <c:pt idx="2666">
                  <c:v>4.44481</c:v>
                </c:pt>
                <c:pt idx="2667">
                  <c:v>4.44514778</c:v>
                </c:pt>
                <c:pt idx="2668">
                  <c:v>4.44523361</c:v>
                </c:pt>
                <c:pt idx="2669">
                  <c:v>4.44742028</c:v>
                </c:pt>
                <c:pt idx="2670">
                  <c:v>4.4486875</c:v>
                </c:pt>
                <c:pt idx="2671">
                  <c:v>4.46112944</c:v>
                </c:pt>
                <c:pt idx="2672">
                  <c:v>4.46210861</c:v>
                </c:pt>
                <c:pt idx="2673">
                  <c:v>4.46453167</c:v>
                </c:pt>
                <c:pt idx="2674">
                  <c:v>4.46657472</c:v>
                </c:pt>
                <c:pt idx="2675">
                  <c:v>4.46690139</c:v>
                </c:pt>
                <c:pt idx="2676">
                  <c:v>4.47269444</c:v>
                </c:pt>
                <c:pt idx="2677">
                  <c:v>4.4741025</c:v>
                </c:pt>
                <c:pt idx="2678">
                  <c:v>4.47765833</c:v>
                </c:pt>
                <c:pt idx="2679">
                  <c:v>4.47851722</c:v>
                </c:pt>
                <c:pt idx="2680">
                  <c:v>4.48166</c:v>
                </c:pt>
                <c:pt idx="2681">
                  <c:v>4.48619333</c:v>
                </c:pt>
                <c:pt idx="2682">
                  <c:v>4.49008528</c:v>
                </c:pt>
                <c:pt idx="2683">
                  <c:v>4.49139917</c:v>
                </c:pt>
                <c:pt idx="2684">
                  <c:v>4.49735306</c:v>
                </c:pt>
                <c:pt idx="2685">
                  <c:v>4.49793417</c:v>
                </c:pt>
                <c:pt idx="2686">
                  <c:v>4.5007825</c:v>
                </c:pt>
                <c:pt idx="2687">
                  <c:v>4.50120889</c:v>
                </c:pt>
                <c:pt idx="2688">
                  <c:v>4.51040528</c:v>
                </c:pt>
                <c:pt idx="2689">
                  <c:v>4.51046389</c:v>
                </c:pt>
                <c:pt idx="2690">
                  <c:v>4.51422667</c:v>
                </c:pt>
                <c:pt idx="2691">
                  <c:v>4.51545444</c:v>
                </c:pt>
                <c:pt idx="2692">
                  <c:v>4.518455</c:v>
                </c:pt>
                <c:pt idx="2693">
                  <c:v>4.52035694</c:v>
                </c:pt>
                <c:pt idx="2694">
                  <c:v>4.5206025</c:v>
                </c:pt>
                <c:pt idx="2695">
                  <c:v>4.52664389</c:v>
                </c:pt>
                <c:pt idx="2696">
                  <c:v>4.53071472</c:v>
                </c:pt>
                <c:pt idx="2697">
                  <c:v>4.53082806</c:v>
                </c:pt>
                <c:pt idx="2698">
                  <c:v>4.53732278</c:v>
                </c:pt>
                <c:pt idx="2699">
                  <c:v>4.54252417</c:v>
                </c:pt>
                <c:pt idx="2700">
                  <c:v>4.54259333</c:v>
                </c:pt>
                <c:pt idx="2701">
                  <c:v>4.54386667</c:v>
                </c:pt>
                <c:pt idx="2702">
                  <c:v>4.54813361</c:v>
                </c:pt>
                <c:pt idx="2703">
                  <c:v>4.54993222</c:v>
                </c:pt>
                <c:pt idx="2704">
                  <c:v>4.55141111</c:v>
                </c:pt>
                <c:pt idx="2705">
                  <c:v>4.55257972</c:v>
                </c:pt>
                <c:pt idx="2706">
                  <c:v>4.55380583</c:v>
                </c:pt>
                <c:pt idx="2707">
                  <c:v>4.5616875</c:v>
                </c:pt>
                <c:pt idx="2708">
                  <c:v>4.56642667</c:v>
                </c:pt>
                <c:pt idx="2709">
                  <c:v>4.57487528</c:v>
                </c:pt>
                <c:pt idx="2710">
                  <c:v>4.57598</c:v>
                </c:pt>
                <c:pt idx="2711">
                  <c:v>4.58119389</c:v>
                </c:pt>
                <c:pt idx="2712">
                  <c:v>4.58229778</c:v>
                </c:pt>
                <c:pt idx="2713">
                  <c:v>4.58355583</c:v>
                </c:pt>
                <c:pt idx="2714">
                  <c:v>4.58404778</c:v>
                </c:pt>
                <c:pt idx="2715">
                  <c:v>4.58803611</c:v>
                </c:pt>
                <c:pt idx="2716">
                  <c:v>4.58815944</c:v>
                </c:pt>
                <c:pt idx="2717">
                  <c:v>4.59026806</c:v>
                </c:pt>
                <c:pt idx="2718">
                  <c:v>4.59373361</c:v>
                </c:pt>
                <c:pt idx="2719">
                  <c:v>4.59415611</c:v>
                </c:pt>
                <c:pt idx="2720">
                  <c:v>4.59574528</c:v>
                </c:pt>
                <c:pt idx="2721">
                  <c:v>4.59657889</c:v>
                </c:pt>
                <c:pt idx="2722">
                  <c:v>4.60432944</c:v>
                </c:pt>
                <c:pt idx="2723">
                  <c:v>4.60597806</c:v>
                </c:pt>
                <c:pt idx="2724">
                  <c:v>4.60603444</c:v>
                </c:pt>
                <c:pt idx="2725">
                  <c:v>4.60853056</c:v>
                </c:pt>
                <c:pt idx="2726">
                  <c:v>4.60879722</c:v>
                </c:pt>
                <c:pt idx="2727">
                  <c:v>4.61391139</c:v>
                </c:pt>
                <c:pt idx="2728">
                  <c:v>4.6148325</c:v>
                </c:pt>
                <c:pt idx="2729">
                  <c:v>4.61633694</c:v>
                </c:pt>
                <c:pt idx="2730">
                  <c:v>4.62013139</c:v>
                </c:pt>
                <c:pt idx="2731">
                  <c:v>4.62022028</c:v>
                </c:pt>
                <c:pt idx="2732">
                  <c:v>4.62053139</c:v>
                </c:pt>
                <c:pt idx="2733">
                  <c:v>4.62363556</c:v>
                </c:pt>
                <c:pt idx="2734">
                  <c:v>4.63041417</c:v>
                </c:pt>
                <c:pt idx="2735">
                  <c:v>4.6334525</c:v>
                </c:pt>
                <c:pt idx="2736">
                  <c:v>4.6337075</c:v>
                </c:pt>
                <c:pt idx="2737">
                  <c:v>4.63444722</c:v>
                </c:pt>
                <c:pt idx="2738">
                  <c:v>4.63730722</c:v>
                </c:pt>
                <c:pt idx="2739">
                  <c:v>4.63848333</c:v>
                </c:pt>
                <c:pt idx="2740">
                  <c:v>4.64109417</c:v>
                </c:pt>
                <c:pt idx="2741">
                  <c:v>4.64231778</c:v>
                </c:pt>
                <c:pt idx="2742">
                  <c:v>4.64341528</c:v>
                </c:pt>
                <c:pt idx="2743">
                  <c:v>4.646025</c:v>
                </c:pt>
                <c:pt idx="2744">
                  <c:v>4.6466175</c:v>
                </c:pt>
                <c:pt idx="2745">
                  <c:v>4.64708333</c:v>
                </c:pt>
                <c:pt idx="2746">
                  <c:v>4.65499528</c:v>
                </c:pt>
                <c:pt idx="2747">
                  <c:v>4.65735611</c:v>
                </c:pt>
                <c:pt idx="2748">
                  <c:v>4.65758639</c:v>
                </c:pt>
                <c:pt idx="2749">
                  <c:v>4.660875</c:v>
                </c:pt>
                <c:pt idx="2750">
                  <c:v>4.66155528</c:v>
                </c:pt>
                <c:pt idx="2751">
                  <c:v>4.66472</c:v>
                </c:pt>
                <c:pt idx="2752">
                  <c:v>4.66771639</c:v>
                </c:pt>
                <c:pt idx="2753">
                  <c:v>4.67378972</c:v>
                </c:pt>
                <c:pt idx="2754">
                  <c:v>4.67513667</c:v>
                </c:pt>
                <c:pt idx="2755">
                  <c:v>4.67765</c:v>
                </c:pt>
                <c:pt idx="2756">
                  <c:v>4.68351056</c:v>
                </c:pt>
                <c:pt idx="2757">
                  <c:v>4.68397472</c:v>
                </c:pt>
                <c:pt idx="2758">
                  <c:v>4.68836944</c:v>
                </c:pt>
                <c:pt idx="2759">
                  <c:v>4.69189056</c:v>
                </c:pt>
                <c:pt idx="2760">
                  <c:v>4.69410583</c:v>
                </c:pt>
                <c:pt idx="2761">
                  <c:v>4.6942575</c:v>
                </c:pt>
                <c:pt idx="2762">
                  <c:v>4.70356972</c:v>
                </c:pt>
                <c:pt idx="2763">
                  <c:v>4.70862278</c:v>
                </c:pt>
                <c:pt idx="2764">
                  <c:v>4.7097925</c:v>
                </c:pt>
                <c:pt idx="2765">
                  <c:v>4.7145225</c:v>
                </c:pt>
                <c:pt idx="2766">
                  <c:v>4.71524972</c:v>
                </c:pt>
                <c:pt idx="2767">
                  <c:v>4.72018139</c:v>
                </c:pt>
                <c:pt idx="2768">
                  <c:v>4.72734167</c:v>
                </c:pt>
                <c:pt idx="2769">
                  <c:v>4.73132111</c:v>
                </c:pt>
                <c:pt idx="2770">
                  <c:v>4.73471917</c:v>
                </c:pt>
                <c:pt idx="2771">
                  <c:v>4.74087639</c:v>
                </c:pt>
                <c:pt idx="2772">
                  <c:v>4.74194611</c:v>
                </c:pt>
                <c:pt idx="2773">
                  <c:v>4.75008611</c:v>
                </c:pt>
                <c:pt idx="2774">
                  <c:v>4.75027361</c:v>
                </c:pt>
                <c:pt idx="2775">
                  <c:v>4.75740611</c:v>
                </c:pt>
                <c:pt idx="2776">
                  <c:v>4.75948333</c:v>
                </c:pt>
                <c:pt idx="2777">
                  <c:v>4.76442194</c:v>
                </c:pt>
                <c:pt idx="2778">
                  <c:v>4.76474583</c:v>
                </c:pt>
                <c:pt idx="2779">
                  <c:v>4.7648775</c:v>
                </c:pt>
                <c:pt idx="2780">
                  <c:v>4.77363917</c:v>
                </c:pt>
                <c:pt idx="2781">
                  <c:v>4.77793806</c:v>
                </c:pt>
                <c:pt idx="2782">
                  <c:v>4.77849222</c:v>
                </c:pt>
                <c:pt idx="2783">
                  <c:v>4.7838975</c:v>
                </c:pt>
                <c:pt idx="2784">
                  <c:v>4.78397972</c:v>
                </c:pt>
                <c:pt idx="2785">
                  <c:v>4.7898275</c:v>
                </c:pt>
                <c:pt idx="2786">
                  <c:v>4.79974861</c:v>
                </c:pt>
                <c:pt idx="2787">
                  <c:v>4.80301167</c:v>
                </c:pt>
                <c:pt idx="2788">
                  <c:v>4.8042725</c:v>
                </c:pt>
                <c:pt idx="2789">
                  <c:v>4.80893861</c:v>
                </c:pt>
                <c:pt idx="2790">
                  <c:v>4.80991222</c:v>
                </c:pt>
                <c:pt idx="2791">
                  <c:v>4.81081111</c:v>
                </c:pt>
                <c:pt idx="2792">
                  <c:v>4.81747083</c:v>
                </c:pt>
                <c:pt idx="2793">
                  <c:v>4.81778111</c:v>
                </c:pt>
                <c:pt idx="2794">
                  <c:v>4.81866194</c:v>
                </c:pt>
                <c:pt idx="2795">
                  <c:v>4.81868278</c:v>
                </c:pt>
                <c:pt idx="2796">
                  <c:v>4.82390944</c:v>
                </c:pt>
                <c:pt idx="2797">
                  <c:v>4.82472694</c:v>
                </c:pt>
                <c:pt idx="2798">
                  <c:v>4.82519944</c:v>
                </c:pt>
                <c:pt idx="2799">
                  <c:v>4.82706056</c:v>
                </c:pt>
                <c:pt idx="2800">
                  <c:v>4.82741361</c:v>
                </c:pt>
                <c:pt idx="2801">
                  <c:v>4.82988944</c:v>
                </c:pt>
                <c:pt idx="2802">
                  <c:v>4.83071</c:v>
                </c:pt>
                <c:pt idx="2803">
                  <c:v>4.83130167</c:v>
                </c:pt>
                <c:pt idx="2804">
                  <c:v>4.83550417</c:v>
                </c:pt>
                <c:pt idx="2805">
                  <c:v>4.83613889</c:v>
                </c:pt>
                <c:pt idx="2806">
                  <c:v>4.83991111</c:v>
                </c:pt>
                <c:pt idx="2807">
                  <c:v>4.84062667</c:v>
                </c:pt>
                <c:pt idx="2808">
                  <c:v>4.84292389</c:v>
                </c:pt>
                <c:pt idx="2809">
                  <c:v>4.84342389</c:v>
                </c:pt>
                <c:pt idx="2810">
                  <c:v>4.84588444</c:v>
                </c:pt>
                <c:pt idx="2811">
                  <c:v>4.84787389</c:v>
                </c:pt>
                <c:pt idx="2812">
                  <c:v>4.84795361</c:v>
                </c:pt>
                <c:pt idx="2813">
                  <c:v>4.84896028</c:v>
                </c:pt>
                <c:pt idx="2814">
                  <c:v>4.85075472</c:v>
                </c:pt>
                <c:pt idx="2815">
                  <c:v>4.85076167</c:v>
                </c:pt>
                <c:pt idx="2816">
                  <c:v>4.85772083</c:v>
                </c:pt>
                <c:pt idx="2817">
                  <c:v>4.85949972</c:v>
                </c:pt>
                <c:pt idx="2818">
                  <c:v>4.8610475</c:v>
                </c:pt>
                <c:pt idx="2819">
                  <c:v>4.86216861</c:v>
                </c:pt>
                <c:pt idx="2820">
                  <c:v>4.86726889</c:v>
                </c:pt>
                <c:pt idx="2821">
                  <c:v>4.86981528</c:v>
                </c:pt>
                <c:pt idx="2822">
                  <c:v>4.8699225</c:v>
                </c:pt>
                <c:pt idx="2823">
                  <c:v>4.87098222</c:v>
                </c:pt>
                <c:pt idx="2824">
                  <c:v>4.87258472</c:v>
                </c:pt>
                <c:pt idx="2825">
                  <c:v>4.87400194</c:v>
                </c:pt>
                <c:pt idx="2826">
                  <c:v>4.87463139</c:v>
                </c:pt>
                <c:pt idx="2827">
                  <c:v>4.874685</c:v>
                </c:pt>
                <c:pt idx="2828">
                  <c:v>4.87704944</c:v>
                </c:pt>
                <c:pt idx="2829">
                  <c:v>4.87830333</c:v>
                </c:pt>
                <c:pt idx="2830">
                  <c:v>4.87866028</c:v>
                </c:pt>
                <c:pt idx="2831">
                  <c:v>4.88281194</c:v>
                </c:pt>
                <c:pt idx="2832">
                  <c:v>4.88292139</c:v>
                </c:pt>
                <c:pt idx="2833">
                  <c:v>4.88420056</c:v>
                </c:pt>
                <c:pt idx="2834">
                  <c:v>4.88871694</c:v>
                </c:pt>
                <c:pt idx="2835">
                  <c:v>4.89168306</c:v>
                </c:pt>
                <c:pt idx="2836">
                  <c:v>4.89292361</c:v>
                </c:pt>
                <c:pt idx="2837">
                  <c:v>4.89316111</c:v>
                </c:pt>
                <c:pt idx="2838">
                  <c:v>4.89587694</c:v>
                </c:pt>
                <c:pt idx="2839">
                  <c:v>4.89618528</c:v>
                </c:pt>
                <c:pt idx="2840">
                  <c:v>4.89663583</c:v>
                </c:pt>
                <c:pt idx="2841">
                  <c:v>4.8976175</c:v>
                </c:pt>
                <c:pt idx="2842">
                  <c:v>4.89777778</c:v>
                </c:pt>
                <c:pt idx="2843">
                  <c:v>4.90317111</c:v>
                </c:pt>
                <c:pt idx="2844">
                  <c:v>4.90498972</c:v>
                </c:pt>
                <c:pt idx="2845">
                  <c:v>4.90787167</c:v>
                </c:pt>
                <c:pt idx="2846">
                  <c:v>4.90792444</c:v>
                </c:pt>
                <c:pt idx="2847">
                  <c:v>4.90796444</c:v>
                </c:pt>
                <c:pt idx="2848">
                  <c:v>4.90808333</c:v>
                </c:pt>
                <c:pt idx="2849">
                  <c:v>4.90843722</c:v>
                </c:pt>
                <c:pt idx="2850">
                  <c:v>4.91977278</c:v>
                </c:pt>
                <c:pt idx="2851">
                  <c:v>4.92259139</c:v>
                </c:pt>
                <c:pt idx="2852">
                  <c:v>4.92281583</c:v>
                </c:pt>
                <c:pt idx="2853">
                  <c:v>4.92303028</c:v>
                </c:pt>
                <c:pt idx="2854">
                  <c:v>4.92552833</c:v>
                </c:pt>
                <c:pt idx="2855">
                  <c:v>4.92562056</c:v>
                </c:pt>
                <c:pt idx="2856">
                  <c:v>4.92918278</c:v>
                </c:pt>
                <c:pt idx="2857">
                  <c:v>4.93140222</c:v>
                </c:pt>
                <c:pt idx="2858">
                  <c:v>4.93444917</c:v>
                </c:pt>
                <c:pt idx="2859">
                  <c:v>4.93469917</c:v>
                </c:pt>
                <c:pt idx="2860">
                  <c:v>4.94318778</c:v>
                </c:pt>
                <c:pt idx="2861">
                  <c:v>4.94757056</c:v>
                </c:pt>
                <c:pt idx="2862">
                  <c:v>4.94906889</c:v>
                </c:pt>
                <c:pt idx="2863">
                  <c:v>4.94943306</c:v>
                </c:pt>
                <c:pt idx="2864">
                  <c:v>4.95368694</c:v>
                </c:pt>
                <c:pt idx="2865">
                  <c:v>4.95496667</c:v>
                </c:pt>
                <c:pt idx="2866">
                  <c:v>4.96086861</c:v>
                </c:pt>
                <c:pt idx="2867">
                  <c:v>4.96368083</c:v>
                </c:pt>
                <c:pt idx="2868">
                  <c:v>4.96962722</c:v>
                </c:pt>
                <c:pt idx="2869">
                  <c:v>4.97114222</c:v>
                </c:pt>
                <c:pt idx="2870">
                  <c:v>4.97449722</c:v>
                </c:pt>
                <c:pt idx="2871">
                  <c:v>4.97539556</c:v>
                </c:pt>
                <c:pt idx="2872">
                  <c:v>4.97548611</c:v>
                </c:pt>
                <c:pt idx="2873">
                  <c:v>4.98425389</c:v>
                </c:pt>
                <c:pt idx="2874">
                  <c:v>4.98431333</c:v>
                </c:pt>
                <c:pt idx="2875">
                  <c:v>4.98565861</c:v>
                </c:pt>
                <c:pt idx="2876">
                  <c:v>4.98571444</c:v>
                </c:pt>
                <c:pt idx="2877">
                  <c:v>4.99307278</c:v>
                </c:pt>
                <c:pt idx="2878">
                  <c:v>4.99309806</c:v>
                </c:pt>
                <c:pt idx="2879">
                  <c:v>4.99746333</c:v>
                </c:pt>
                <c:pt idx="2880">
                  <c:v>5.00009</c:v>
                </c:pt>
                <c:pt idx="2881">
                  <c:v>5.0033675</c:v>
                </c:pt>
                <c:pt idx="2882">
                  <c:v>5.00340722</c:v>
                </c:pt>
                <c:pt idx="2883">
                  <c:v>5.00483889</c:v>
                </c:pt>
                <c:pt idx="2884">
                  <c:v>5.00738083</c:v>
                </c:pt>
                <c:pt idx="2885">
                  <c:v>5.00928306</c:v>
                </c:pt>
                <c:pt idx="2886">
                  <c:v>5.01509139</c:v>
                </c:pt>
                <c:pt idx="2887">
                  <c:v>5.01510861</c:v>
                </c:pt>
                <c:pt idx="2888">
                  <c:v>5.01806111</c:v>
                </c:pt>
                <c:pt idx="2889">
                  <c:v>5.01901611</c:v>
                </c:pt>
                <c:pt idx="2890">
                  <c:v>5.02243417</c:v>
                </c:pt>
                <c:pt idx="2891">
                  <c:v>5.02274833</c:v>
                </c:pt>
                <c:pt idx="2892">
                  <c:v>5.02537139</c:v>
                </c:pt>
                <c:pt idx="2893">
                  <c:v>5.02552917</c:v>
                </c:pt>
                <c:pt idx="2894">
                  <c:v>5.02560028</c:v>
                </c:pt>
                <c:pt idx="2895">
                  <c:v>5.02776278</c:v>
                </c:pt>
                <c:pt idx="2896">
                  <c:v>5.02998</c:v>
                </c:pt>
                <c:pt idx="2897">
                  <c:v>5.02999806</c:v>
                </c:pt>
                <c:pt idx="2898">
                  <c:v>5.03125722</c:v>
                </c:pt>
                <c:pt idx="2899">
                  <c:v>5.03657417</c:v>
                </c:pt>
                <c:pt idx="2900">
                  <c:v>5.04166833</c:v>
                </c:pt>
                <c:pt idx="2901">
                  <c:v>5.04296361</c:v>
                </c:pt>
                <c:pt idx="2902">
                  <c:v>5.04387444</c:v>
                </c:pt>
                <c:pt idx="2903">
                  <c:v>5.04477917</c:v>
                </c:pt>
                <c:pt idx="2904">
                  <c:v>5.04763694</c:v>
                </c:pt>
                <c:pt idx="2905">
                  <c:v>5.04902778</c:v>
                </c:pt>
                <c:pt idx="2906">
                  <c:v>5.05045556</c:v>
                </c:pt>
                <c:pt idx="2907">
                  <c:v>5.05065417</c:v>
                </c:pt>
                <c:pt idx="2908">
                  <c:v>5.05069722</c:v>
                </c:pt>
                <c:pt idx="2909">
                  <c:v>5.05118556</c:v>
                </c:pt>
                <c:pt idx="2910">
                  <c:v>5.054895</c:v>
                </c:pt>
                <c:pt idx="2911">
                  <c:v>5.05495917</c:v>
                </c:pt>
                <c:pt idx="2912">
                  <c:v>5.05654417</c:v>
                </c:pt>
                <c:pt idx="2913">
                  <c:v>5.05937111</c:v>
                </c:pt>
                <c:pt idx="2914">
                  <c:v>5.05950139</c:v>
                </c:pt>
                <c:pt idx="2915">
                  <c:v>5.06114694</c:v>
                </c:pt>
                <c:pt idx="2916">
                  <c:v>5.06147778</c:v>
                </c:pt>
                <c:pt idx="2917">
                  <c:v>5.06518583</c:v>
                </c:pt>
                <c:pt idx="2918">
                  <c:v>5.06526083</c:v>
                </c:pt>
                <c:pt idx="2919">
                  <c:v>5.06973111</c:v>
                </c:pt>
                <c:pt idx="2920">
                  <c:v>5.07003306</c:v>
                </c:pt>
                <c:pt idx="2921">
                  <c:v>5.07028</c:v>
                </c:pt>
                <c:pt idx="2922">
                  <c:v>5.07403722</c:v>
                </c:pt>
                <c:pt idx="2923">
                  <c:v>5.07417306</c:v>
                </c:pt>
                <c:pt idx="2924">
                  <c:v>5.07448806</c:v>
                </c:pt>
                <c:pt idx="2925">
                  <c:v>5.07700111</c:v>
                </c:pt>
                <c:pt idx="2926">
                  <c:v>5.07859583</c:v>
                </c:pt>
                <c:pt idx="2927">
                  <c:v>5.0786825</c:v>
                </c:pt>
                <c:pt idx="2928">
                  <c:v>5.08007528</c:v>
                </c:pt>
                <c:pt idx="2929">
                  <c:v>5.08181806</c:v>
                </c:pt>
                <c:pt idx="2930">
                  <c:v>5.08459889</c:v>
                </c:pt>
                <c:pt idx="2931">
                  <c:v>5.08923111</c:v>
                </c:pt>
                <c:pt idx="2932">
                  <c:v>5.08942111</c:v>
                </c:pt>
                <c:pt idx="2933">
                  <c:v>5.09334083</c:v>
                </c:pt>
                <c:pt idx="2934">
                  <c:v>5.09657028</c:v>
                </c:pt>
                <c:pt idx="2935">
                  <c:v>5.09929861</c:v>
                </c:pt>
                <c:pt idx="2936">
                  <c:v>5.1023875</c:v>
                </c:pt>
                <c:pt idx="2937">
                  <c:v>5.10250111</c:v>
                </c:pt>
                <c:pt idx="2938">
                  <c:v>5.11158167</c:v>
                </c:pt>
                <c:pt idx="2939">
                  <c:v>5.11720583</c:v>
                </c:pt>
                <c:pt idx="2940">
                  <c:v>5.11805306</c:v>
                </c:pt>
                <c:pt idx="2941">
                  <c:v>5.11855556</c:v>
                </c:pt>
                <c:pt idx="2942">
                  <c:v>5.11861389</c:v>
                </c:pt>
                <c:pt idx="2943">
                  <c:v>5.12160722</c:v>
                </c:pt>
                <c:pt idx="2944">
                  <c:v>5.1240375</c:v>
                </c:pt>
                <c:pt idx="2945">
                  <c:v>5.13171861</c:v>
                </c:pt>
                <c:pt idx="2946">
                  <c:v>5.13179833</c:v>
                </c:pt>
                <c:pt idx="2947">
                  <c:v>5.13556583</c:v>
                </c:pt>
                <c:pt idx="2948">
                  <c:v>5.13574389</c:v>
                </c:pt>
                <c:pt idx="2949">
                  <c:v>5.14150389</c:v>
                </c:pt>
                <c:pt idx="2950">
                  <c:v>5.14343944</c:v>
                </c:pt>
                <c:pt idx="2951">
                  <c:v>5.14637167</c:v>
                </c:pt>
                <c:pt idx="2952">
                  <c:v>5.14645222</c:v>
                </c:pt>
                <c:pt idx="2953">
                  <c:v>5.14938389</c:v>
                </c:pt>
                <c:pt idx="2954">
                  <c:v>5.14950167</c:v>
                </c:pt>
                <c:pt idx="2955">
                  <c:v>5.15325222</c:v>
                </c:pt>
                <c:pt idx="2956">
                  <c:v>5.15378556</c:v>
                </c:pt>
                <c:pt idx="2957">
                  <c:v>5.15580694</c:v>
                </c:pt>
                <c:pt idx="2958">
                  <c:v>5.15646083</c:v>
                </c:pt>
                <c:pt idx="2959">
                  <c:v>5.15785139</c:v>
                </c:pt>
                <c:pt idx="2960">
                  <c:v>5.15799861</c:v>
                </c:pt>
                <c:pt idx="2961">
                  <c:v>5.16166139</c:v>
                </c:pt>
                <c:pt idx="2962">
                  <c:v>5.16651917</c:v>
                </c:pt>
                <c:pt idx="2963">
                  <c:v>5.16701778</c:v>
                </c:pt>
                <c:pt idx="2964">
                  <c:v>5.16785111</c:v>
                </c:pt>
                <c:pt idx="2965">
                  <c:v>5.17436583</c:v>
                </c:pt>
                <c:pt idx="2966">
                  <c:v>5.17541028</c:v>
                </c:pt>
                <c:pt idx="2967">
                  <c:v>5.17997139</c:v>
                </c:pt>
                <c:pt idx="2968">
                  <c:v>5.18210361</c:v>
                </c:pt>
                <c:pt idx="2969">
                  <c:v>5.18246889</c:v>
                </c:pt>
                <c:pt idx="2970">
                  <c:v>5.1831</c:v>
                </c:pt>
                <c:pt idx="2971">
                  <c:v>5.1868</c:v>
                </c:pt>
                <c:pt idx="2972">
                  <c:v>5.18722194</c:v>
                </c:pt>
                <c:pt idx="2973">
                  <c:v>5.18979722</c:v>
                </c:pt>
                <c:pt idx="2974">
                  <c:v>5.18996111</c:v>
                </c:pt>
                <c:pt idx="2975">
                  <c:v>5.19190194</c:v>
                </c:pt>
                <c:pt idx="2976">
                  <c:v>5.19316472</c:v>
                </c:pt>
                <c:pt idx="2977">
                  <c:v>5.19343056</c:v>
                </c:pt>
                <c:pt idx="2978">
                  <c:v>5.19599278</c:v>
                </c:pt>
                <c:pt idx="2979">
                  <c:v>5.19600472</c:v>
                </c:pt>
                <c:pt idx="2980">
                  <c:v>5.19689361</c:v>
                </c:pt>
                <c:pt idx="2981">
                  <c:v>5.19711361</c:v>
                </c:pt>
                <c:pt idx="2982">
                  <c:v>5.20044056</c:v>
                </c:pt>
                <c:pt idx="2983">
                  <c:v>5.20137722</c:v>
                </c:pt>
                <c:pt idx="2984">
                  <c:v>5.20191028</c:v>
                </c:pt>
                <c:pt idx="2985">
                  <c:v>5.20818611</c:v>
                </c:pt>
                <c:pt idx="2986">
                  <c:v>5.21000917</c:v>
                </c:pt>
                <c:pt idx="2987">
                  <c:v>5.21218111</c:v>
                </c:pt>
                <c:pt idx="2988">
                  <c:v>5.21516417</c:v>
                </c:pt>
                <c:pt idx="2989">
                  <c:v>5.21532083</c:v>
                </c:pt>
                <c:pt idx="2990">
                  <c:v>5.21761306</c:v>
                </c:pt>
                <c:pt idx="2991">
                  <c:v>5.21825333</c:v>
                </c:pt>
                <c:pt idx="2992">
                  <c:v>5.22074417</c:v>
                </c:pt>
                <c:pt idx="2993">
                  <c:v>5.2209675</c:v>
                </c:pt>
                <c:pt idx="2994">
                  <c:v>5.221415</c:v>
                </c:pt>
                <c:pt idx="2995">
                  <c:v>5.22268278</c:v>
                </c:pt>
                <c:pt idx="2996">
                  <c:v>5.22561278</c:v>
                </c:pt>
                <c:pt idx="2997">
                  <c:v>5.22692028</c:v>
                </c:pt>
                <c:pt idx="2998">
                  <c:v>5.23372083</c:v>
                </c:pt>
                <c:pt idx="2999">
                  <c:v>5.2337925</c:v>
                </c:pt>
                <c:pt idx="3000">
                  <c:v>5.23440611</c:v>
                </c:pt>
                <c:pt idx="3001">
                  <c:v>5.23711583</c:v>
                </c:pt>
                <c:pt idx="3002">
                  <c:v>5.23980361</c:v>
                </c:pt>
                <c:pt idx="3003">
                  <c:v>5.24102917</c:v>
                </c:pt>
                <c:pt idx="3004">
                  <c:v>5.24178944</c:v>
                </c:pt>
                <c:pt idx="3005">
                  <c:v>5.24384139</c:v>
                </c:pt>
                <c:pt idx="3006">
                  <c:v>5.24591833</c:v>
                </c:pt>
                <c:pt idx="3007">
                  <c:v>5.24621944</c:v>
                </c:pt>
                <c:pt idx="3008">
                  <c:v>5.24811611</c:v>
                </c:pt>
                <c:pt idx="3009">
                  <c:v>5.24834889</c:v>
                </c:pt>
                <c:pt idx="3010">
                  <c:v>5.24920833</c:v>
                </c:pt>
                <c:pt idx="3011">
                  <c:v>5.25112278</c:v>
                </c:pt>
                <c:pt idx="3012">
                  <c:v>5.25364583</c:v>
                </c:pt>
                <c:pt idx="3013">
                  <c:v>5.25447222</c:v>
                </c:pt>
                <c:pt idx="3014">
                  <c:v>5.25450667</c:v>
                </c:pt>
                <c:pt idx="3015">
                  <c:v>5.2551675</c:v>
                </c:pt>
                <c:pt idx="3016">
                  <c:v>5.25725528</c:v>
                </c:pt>
                <c:pt idx="3017">
                  <c:v>5.25958917</c:v>
                </c:pt>
                <c:pt idx="3018">
                  <c:v>5.25984944</c:v>
                </c:pt>
                <c:pt idx="3019">
                  <c:v>5.25985833</c:v>
                </c:pt>
                <c:pt idx="3020">
                  <c:v>5.26033361</c:v>
                </c:pt>
                <c:pt idx="3021">
                  <c:v>5.26114222</c:v>
                </c:pt>
                <c:pt idx="3022">
                  <c:v>5.26229611</c:v>
                </c:pt>
                <c:pt idx="3023">
                  <c:v>5.26256972</c:v>
                </c:pt>
                <c:pt idx="3024">
                  <c:v>5.26427361</c:v>
                </c:pt>
                <c:pt idx="3025">
                  <c:v>5.26483778</c:v>
                </c:pt>
                <c:pt idx="3026">
                  <c:v>5.26627528</c:v>
                </c:pt>
                <c:pt idx="3027">
                  <c:v>5.26640611</c:v>
                </c:pt>
                <c:pt idx="3028">
                  <c:v>5.26762417</c:v>
                </c:pt>
                <c:pt idx="3029">
                  <c:v>5.26865444</c:v>
                </c:pt>
                <c:pt idx="3030">
                  <c:v>5.269785</c:v>
                </c:pt>
                <c:pt idx="3031">
                  <c:v>5.27040111</c:v>
                </c:pt>
                <c:pt idx="3032">
                  <c:v>5.27153694</c:v>
                </c:pt>
                <c:pt idx="3033">
                  <c:v>5.27164417</c:v>
                </c:pt>
                <c:pt idx="3034">
                  <c:v>5.27226139</c:v>
                </c:pt>
                <c:pt idx="3035">
                  <c:v>5.273125</c:v>
                </c:pt>
                <c:pt idx="3036">
                  <c:v>5.27449806</c:v>
                </c:pt>
                <c:pt idx="3037">
                  <c:v>5.27479583</c:v>
                </c:pt>
                <c:pt idx="3038">
                  <c:v>5.27534111</c:v>
                </c:pt>
                <c:pt idx="3039">
                  <c:v>5.27788583</c:v>
                </c:pt>
                <c:pt idx="3040">
                  <c:v>5.27795333</c:v>
                </c:pt>
                <c:pt idx="3041">
                  <c:v>5.27921944</c:v>
                </c:pt>
                <c:pt idx="3042">
                  <c:v>5.28195389</c:v>
                </c:pt>
                <c:pt idx="3043">
                  <c:v>5.28307694</c:v>
                </c:pt>
                <c:pt idx="3044">
                  <c:v>5.28395556</c:v>
                </c:pt>
                <c:pt idx="3045">
                  <c:v>5.2852125</c:v>
                </c:pt>
                <c:pt idx="3046">
                  <c:v>5.28605694</c:v>
                </c:pt>
                <c:pt idx="3047">
                  <c:v>5.28659972</c:v>
                </c:pt>
                <c:pt idx="3048">
                  <c:v>5.28930333</c:v>
                </c:pt>
                <c:pt idx="3049">
                  <c:v>5.29040556</c:v>
                </c:pt>
                <c:pt idx="3050">
                  <c:v>5.29113611</c:v>
                </c:pt>
                <c:pt idx="3051">
                  <c:v>5.2929875</c:v>
                </c:pt>
                <c:pt idx="3052">
                  <c:v>5.2948425</c:v>
                </c:pt>
                <c:pt idx="3053">
                  <c:v>5.29695639</c:v>
                </c:pt>
                <c:pt idx="3054">
                  <c:v>5.29812444</c:v>
                </c:pt>
                <c:pt idx="3055">
                  <c:v>5.29917583</c:v>
                </c:pt>
                <c:pt idx="3056">
                  <c:v>5.30055667</c:v>
                </c:pt>
                <c:pt idx="3057">
                  <c:v>5.30236861</c:v>
                </c:pt>
                <c:pt idx="3058">
                  <c:v>5.30451361</c:v>
                </c:pt>
                <c:pt idx="3059">
                  <c:v>5.3049725</c:v>
                </c:pt>
                <c:pt idx="3060">
                  <c:v>5.30692361</c:v>
                </c:pt>
                <c:pt idx="3061">
                  <c:v>5.3072025</c:v>
                </c:pt>
                <c:pt idx="3062">
                  <c:v>5.30746278</c:v>
                </c:pt>
                <c:pt idx="3063">
                  <c:v>5.31079778</c:v>
                </c:pt>
                <c:pt idx="3064">
                  <c:v>5.31163972</c:v>
                </c:pt>
                <c:pt idx="3065">
                  <c:v>5.31167306</c:v>
                </c:pt>
                <c:pt idx="3066">
                  <c:v>5.31176639</c:v>
                </c:pt>
                <c:pt idx="3067">
                  <c:v>5.31898194</c:v>
                </c:pt>
                <c:pt idx="3068">
                  <c:v>5.31952444</c:v>
                </c:pt>
                <c:pt idx="3069">
                  <c:v>5.32076444</c:v>
                </c:pt>
                <c:pt idx="3070">
                  <c:v>5.32201444</c:v>
                </c:pt>
                <c:pt idx="3071">
                  <c:v>5.32348111</c:v>
                </c:pt>
                <c:pt idx="3072">
                  <c:v>5.32680333</c:v>
                </c:pt>
                <c:pt idx="3073">
                  <c:v>5.3323725</c:v>
                </c:pt>
                <c:pt idx="3074">
                  <c:v>5.33323417</c:v>
                </c:pt>
                <c:pt idx="3075">
                  <c:v>5.3367725</c:v>
                </c:pt>
                <c:pt idx="3076">
                  <c:v>5.33831222</c:v>
                </c:pt>
                <c:pt idx="3077">
                  <c:v>5.34061833</c:v>
                </c:pt>
                <c:pt idx="3078">
                  <c:v>5.34142694</c:v>
                </c:pt>
                <c:pt idx="3079">
                  <c:v>5.34263139</c:v>
                </c:pt>
                <c:pt idx="3080">
                  <c:v>5.34433611</c:v>
                </c:pt>
                <c:pt idx="3081">
                  <c:v>5.34435583</c:v>
                </c:pt>
                <c:pt idx="3082">
                  <c:v>5.34707167</c:v>
                </c:pt>
                <c:pt idx="3083">
                  <c:v>5.34876278</c:v>
                </c:pt>
                <c:pt idx="3084">
                  <c:v>5.35042556</c:v>
                </c:pt>
                <c:pt idx="3085">
                  <c:v>5.35086472</c:v>
                </c:pt>
                <c:pt idx="3086">
                  <c:v>5.35153694</c:v>
                </c:pt>
                <c:pt idx="3087">
                  <c:v>5.35468861</c:v>
                </c:pt>
                <c:pt idx="3088">
                  <c:v>5.3592175</c:v>
                </c:pt>
                <c:pt idx="3089">
                  <c:v>5.36091528</c:v>
                </c:pt>
                <c:pt idx="3090">
                  <c:v>5.36176722</c:v>
                </c:pt>
                <c:pt idx="3091">
                  <c:v>5.36475194</c:v>
                </c:pt>
                <c:pt idx="3092">
                  <c:v>5.36489667</c:v>
                </c:pt>
                <c:pt idx="3093">
                  <c:v>5.36515833</c:v>
                </c:pt>
                <c:pt idx="3094">
                  <c:v>5.36922167</c:v>
                </c:pt>
                <c:pt idx="3095">
                  <c:v>5.36928306</c:v>
                </c:pt>
                <c:pt idx="3096">
                  <c:v>5.37121639</c:v>
                </c:pt>
                <c:pt idx="3097">
                  <c:v>5.3722525</c:v>
                </c:pt>
                <c:pt idx="3098">
                  <c:v>5.37369306</c:v>
                </c:pt>
                <c:pt idx="3099">
                  <c:v>5.37672528</c:v>
                </c:pt>
                <c:pt idx="3100">
                  <c:v>5.37873806</c:v>
                </c:pt>
                <c:pt idx="3101">
                  <c:v>5.37956917</c:v>
                </c:pt>
                <c:pt idx="3102">
                  <c:v>5.37991611</c:v>
                </c:pt>
                <c:pt idx="3103">
                  <c:v>5.38120472</c:v>
                </c:pt>
                <c:pt idx="3104">
                  <c:v>5.38238556</c:v>
                </c:pt>
                <c:pt idx="3105">
                  <c:v>5.38700806</c:v>
                </c:pt>
                <c:pt idx="3106">
                  <c:v>5.38763556</c:v>
                </c:pt>
                <c:pt idx="3107">
                  <c:v>5.38862611</c:v>
                </c:pt>
                <c:pt idx="3108">
                  <c:v>5.38875889</c:v>
                </c:pt>
                <c:pt idx="3109">
                  <c:v>5.3917875</c:v>
                </c:pt>
                <c:pt idx="3110">
                  <c:v>5.39340667</c:v>
                </c:pt>
                <c:pt idx="3111">
                  <c:v>5.39349556</c:v>
                </c:pt>
                <c:pt idx="3112">
                  <c:v>5.39452028</c:v>
                </c:pt>
                <c:pt idx="3113">
                  <c:v>5.39586417</c:v>
                </c:pt>
                <c:pt idx="3114">
                  <c:v>5.39639694</c:v>
                </c:pt>
                <c:pt idx="3115">
                  <c:v>5.40044167</c:v>
                </c:pt>
                <c:pt idx="3116">
                  <c:v>5.4025125</c:v>
                </c:pt>
                <c:pt idx="3117">
                  <c:v>5.40464389</c:v>
                </c:pt>
                <c:pt idx="3118">
                  <c:v>5.4063125</c:v>
                </c:pt>
                <c:pt idx="3119">
                  <c:v>5.40655917</c:v>
                </c:pt>
                <c:pt idx="3120">
                  <c:v>5.40825306</c:v>
                </c:pt>
                <c:pt idx="3121">
                  <c:v>5.40851944</c:v>
                </c:pt>
                <c:pt idx="3122">
                  <c:v>5.40937833</c:v>
                </c:pt>
                <c:pt idx="3123">
                  <c:v>5.41193611</c:v>
                </c:pt>
                <c:pt idx="3124">
                  <c:v>5.41246778</c:v>
                </c:pt>
                <c:pt idx="3125">
                  <c:v>5.41266972</c:v>
                </c:pt>
                <c:pt idx="3126">
                  <c:v>5.41449361</c:v>
                </c:pt>
                <c:pt idx="3127">
                  <c:v>5.41673222</c:v>
                </c:pt>
                <c:pt idx="3128">
                  <c:v>5.41789611</c:v>
                </c:pt>
                <c:pt idx="3129">
                  <c:v>5.41864194</c:v>
                </c:pt>
                <c:pt idx="3130">
                  <c:v>5.4204125</c:v>
                </c:pt>
                <c:pt idx="3131">
                  <c:v>5.42265278</c:v>
                </c:pt>
                <c:pt idx="3132">
                  <c:v>5.42341333</c:v>
                </c:pt>
                <c:pt idx="3133">
                  <c:v>5.42409417</c:v>
                </c:pt>
                <c:pt idx="3134">
                  <c:v>5.42525361</c:v>
                </c:pt>
                <c:pt idx="3135">
                  <c:v>5.42626611</c:v>
                </c:pt>
                <c:pt idx="3136">
                  <c:v>5.42712583</c:v>
                </c:pt>
                <c:pt idx="3137">
                  <c:v>5.42843722</c:v>
                </c:pt>
                <c:pt idx="3138">
                  <c:v>5.42854194</c:v>
                </c:pt>
                <c:pt idx="3139">
                  <c:v>5.42867722</c:v>
                </c:pt>
                <c:pt idx="3140">
                  <c:v>5.43605028</c:v>
                </c:pt>
                <c:pt idx="3141">
                  <c:v>5.43695583</c:v>
                </c:pt>
                <c:pt idx="3142">
                  <c:v>5.43771111</c:v>
                </c:pt>
                <c:pt idx="3143">
                  <c:v>5.441695</c:v>
                </c:pt>
                <c:pt idx="3144">
                  <c:v>5.44218722</c:v>
                </c:pt>
                <c:pt idx="3145">
                  <c:v>5.44478028</c:v>
                </c:pt>
                <c:pt idx="3146">
                  <c:v>5.44487278</c:v>
                </c:pt>
                <c:pt idx="3147">
                  <c:v>5.44577778</c:v>
                </c:pt>
                <c:pt idx="3148">
                  <c:v>5.44679278</c:v>
                </c:pt>
                <c:pt idx="3149">
                  <c:v>5.44817056</c:v>
                </c:pt>
                <c:pt idx="3150">
                  <c:v>5.44894194</c:v>
                </c:pt>
                <c:pt idx="3151">
                  <c:v>5.44933861</c:v>
                </c:pt>
                <c:pt idx="3152">
                  <c:v>5.45166083</c:v>
                </c:pt>
                <c:pt idx="3153">
                  <c:v>5.45265083</c:v>
                </c:pt>
                <c:pt idx="3154">
                  <c:v>5.45266917</c:v>
                </c:pt>
                <c:pt idx="3155">
                  <c:v>5.45354361</c:v>
                </c:pt>
                <c:pt idx="3156">
                  <c:v>5.45522444</c:v>
                </c:pt>
                <c:pt idx="3157">
                  <c:v>5.45709417</c:v>
                </c:pt>
                <c:pt idx="3158">
                  <c:v>5.45903333</c:v>
                </c:pt>
                <c:pt idx="3159">
                  <c:v>5.45971222</c:v>
                </c:pt>
                <c:pt idx="3160">
                  <c:v>5.4600125</c:v>
                </c:pt>
                <c:pt idx="3161">
                  <c:v>5.46010333</c:v>
                </c:pt>
                <c:pt idx="3162">
                  <c:v>5.46090917</c:v>
                </c:pt>
                <c:pt idx="3163">
                  <c:v>5.46363444</c:v>
                </c:pt>
                <c:pt idx="3164">
                  <c:v>5.46522167</c:v>
                </c:pt>
                <c:pt idx="3165">
                  <c:v>5.46536472</c:v>
                </c:pt>
                <c:pt idx="3166">
                  <c:v>5.46790167</c:v>
                </c:pt>
                <c:pt idx="3167">
                  <c:v>5.46894944</c:v>
                </c:pt>
                <c:pt idx="3168">
                  <c:v>5.46980778</c:v>
                </c:pt>
                <c:pt idx="3169">
                  <c:v>5.47014722</c:v>
                </c:pt>
                <c:pt idx="3170">
                  <c:v>5.47195861</c:v>
                </c:pt>
                <c:pt idx="3171">
                  <c:v>5.47232611</c:v>
                </c:pt>
                <c:pt idx="3172">
                  <c:v>5.47422722</c:v>
                </c:pt>
                <c:pt idx="3173">
                  <c:v>5.47423722</c:v>
                </c:pt>
                <c:pt idx="3174">
                  <c:v>5.47466028</c:v>
                </c:pt>
                <c:pt idx="3175">
                  <c:v>5.47647694</c:v>
                </c:pt>
                <c:pt idx="3176">
                  <c:v>5.47716806</c:v>
                </c:pt>
                <c:pt idx="3177">
                  <c:v>5.47823111</c:v>
                </c:pt>
                <c:pt idx="3178">
                  <c:v>5.47869139</c:v>
                </c:pt>
                <c:pt idx="3179">
                  <c:v>5.47964639</c:v>
                </c:pt>
                <c:pt idx="3180">
                  <c:v>5.48239444</c:v>
                </c:pt>
                <c:pt idx="3181">
                  <c:v>5.48258583</c:v>
                </c:pt>
                <c:pt idx="3182">
                  <c:v>5.48345056</c:v>
                </c:pt>
                <c:pt idx="3183">
                  <c:v>5.48449167</c:v>
                </c:pt>
                <c:pt idx="3184">
                  <c:v>5.48540222</c:v>
                </c:pt>
                <c:pt idx="3185">
                  <c:v>5.48710278</c:v>
                </c:pt>
                <c:pt idx="3186">
                  <c:v>5.48751222</c:v>
                </c:pt>
                <c:pt idx="3187">
                  <c:v>5.48839111</c:v>
                </c:pt>
                <c:pt idx="3188">
                  <c:v>5.49008556</c:v>
                </c:pt>
                <c:pt idx="3189">
                  <c:v>5.49022861</c:v>
                </c:pt>
                <c:pt idx="3190">
                  <c:v>5.49201917</c:v>
                </c:pt>
                <c:pt idx="3191">
                  <c:v>5.49226194</c:v>
                </c:pt>
                <c:pt idx="3192">
                  <c:v>5.49405583</c:v>
                </c:pt>
                <c:pt idx="3193">
                  <c:v>5.49440556</c:v>
                </c:pt>
                <c:pt idx="3194">
                  <c:v>5.49454444</c:v>
                </c:pt>
                <c:pt idx="3195">
                  <c:v>5.49881222</c:v>
                </c:pt>
                <c:pt idx="3196">
                  <c:v>5.49889361</c:v>
                </c:pt>
                <c:pt idx="3197">
                  <c:v>5.49929528</c:v>
                </c:pt>
                <c:pt idx="3198">
                  <c:v>5.50116472</c:v>
                </c:pt>
                <c:pt idx="3199">
                  <c:v>5.50257139</c:v>
                </c:pt>
                <c:pt idx="3200">
                  <c:v>5.50326778</c:v>
                </c:pt>
                <c:pt idx="3201">
                  <c:v>5.50342639</c:v>
                </c:pt>
                <c:pt idx="3202">
                  <c:v>5.50397528</c:v>
                </c:pt>
                <c:pt idx="3203">
                  <c:v>5.50496528</c:v>
                </c:pt>
                <c:pt idx="3204">
                  <c:v>5.50640778</c:v>
                </c:pt>
                <c:pt idx="3205">
                  <c:v>5.50663528</c:v>
                </c:pt>
                <c:pt idx="3206">
                  <c:v>5.50777833</c:v>
                </c:pt>
                <c:pt idx="3207">
                  <c:v>5.5093875</c:v>
                </c:pt>
                <c:pt idx="3208">
                  <c:v>5.50965861</c:v>
                </c:pt>
                <c:pt idx="3209">
                  <c:v>5.51084778</c:v>
                </c:pt>
                <c:pt idx="3210">
                  <c:v>5.51279361</c:v>
                </c:pt>
                <c:pt idx="3211">
                  <c:v>5.51372778</c:v>
                </c:pt>
                <c:pt idx="3212">
                  <c:v>5.51486139</c:v>
                </c:pt>
                <c:pt idx="3213">
                  <c:v>5.51652389</c:v>
                </c:pt>
                <c:pt idx="3214">
                  <c:v>5.51685</c:v>
                </c:pt>
                <c:pt idx="3215">
                  <c:v>5.51700111</c:v>
                </c:pt>
                <c:pt idx="3216">
                  <c:v>5.52146389</c:v>
                </c:pt>
                <c:pt idx="3217">
                  <c:v>5.52449778</c:v>
                </c:pt>
                <c:pt idx="3218">
                  <c:v>5.52450583</c:v>
                </c:pt>
                <c:pt idx="3219">
                  <c:v>5.52555417</c:v>
                </c:pt>
                <c:pt idx="3220">
                  <c:v>5.52599361</c:v>
                </c:pt>
                <c:pt idx="3221">
                  <c:v>5.52691028</c:v>
                </c:pt>
                <c:pt idx="3222">
                  <c:v>5.53182306</c:v>
                </c:pt>
                <c:pt idx="3223">
                  <c:v>5.53471889</c:v>
                </c:pt>
                <c:pt idx="3224">
                  <c:v>5.53507583</c:v>
                </c:pt>
                <c:pt idx="3225">
                  <c:v>5.53619722</c:v>
                </c:pt>
                <c:pt idx="3226">
                  <c:v>5.53772694</c:v>
                </c:pt>
                <c:pt idx="3227">
                  <c:v>5.5387025</c:v>
                </c:pt>
                <c:pt idx="3228">
                  <c:v>5.53945417</c:v>
                </c:pt>
                <c:pt idx="3229">
                  <c:v>5.54069667</c:v>
                </c:pt>
                <c:pt idx="3230">
                  <c:v>5.54214389</c:v>
                </c:pt>
                <c:pt idx="3231">
                  <c:v>5.54646556</c:v>
                </c:pt>
                <c:pt idx="3232">
                  <c:v>5.5466175</c:v>
                </c:pt>
                <c:pt idx="3233">
                  <c:v>5.54905</c:v>
                </c:pt>
                <c:pt idx="3234">
                  <c:v>5.54950833</c:v>
                </c:pt>
                <c:pt idx="3235">
                  <c:v>5.55102917</c:v>
                </c:pt>
                <c:pt idx="3236">
                  <c:v>5.55348972</c:v>
                </c:pt>
                <c:pt idx="3237">
                  <c:v>5.55411694</c:v>
                </c:pt>
                <c:pt idx="3238">
                  <c:v>5.55677639</c:v>
                </c:pt>
                <c:pt idx="3239">
                  <c:v>5.55687917</c:v>
                </c:pt>
                <c:pt idx="3240">
                  <c:v>5.55696583</c:v>
                </c:pt>
                <c:pt idx="3241">
                  <c:v>5.55942722</c:v>
                </c:pt>
                <c:pt idx="3242">
                  <c:v>5.55995861</c:v>
                </c:pt>
                <c:pt idx="3243">
                  <c:v>5.56147722</c:v>
                </c:pt>
                <c:pt idx="3244">
                  <c:v>5.56243333</c:v>
                </c:pt>
                <c:pt idx="3245">
                  <c:v>5.56281417</c:v>
                </c:pt>
                <c:pt idx="3246">
                  <c:v>5.56451139</c:v>
                </c:pt>
                <c:pt idx="3247">
                  <c:v>5.56583028</c:v>
                </c:pt>
                <c:pt idx="3248">
                  <c:v>5.56697111</c:v>
                </c:pt>
                <c:pt idx="3249">
                  <c:v>5.5670375</c:v>
                </c:pt>
                <c:pt idx="3250">
                  <c:v>5.57146694</c:v>
                </c:pt>
                <c:pt idx="3251">
                  <c:v>5.57323778</c:v>
                </c:pt>
                <c:pt idx="3252">
                  <c:v>5.57579139</c:v>
                </c:pt>
                <c:pt idx="3253">
                  <c:v>5.57909472</c:v>
                </c:pt>
                <c:pt idx="3254">
                  <c:v>5.57918139</c:v>
                </c:pt>
                <c:pt idx="3255">
                  <c:v>5.58024444</c:v>
                </c:pt>
                <c:pt idx="3256">
                  <c:v>5.58168306</c:v>
                </c:pt>
                <c:pt idx="3257">
                  <c:v>5.58449944</c:v>
                </c:pt>
                <c:pt idx="3258">
                  <c:v>5.58469806</c:v>
                </c:pt>
                <c:pt idx="3259">
                  <c:v>5.5849875</c:v>
                </c:pt>
                <c:pt idx="3260">
                  <c:v>5.58655389</c:v>
                </c:pt>
                <c:pt idx="3261">
                  <c:v>5.58907083</c:v>
                </c:pt>
                <c:pt idx="3262">
                  <c:v>5.58917333</c:v>
                </c:pt>
                <c:pt idx="3263">
                  <c:v>5.59087194</c:v>
                </c:pt>
                <c:pt idx="3264">
                  <c:v>5.59097639</c:v>
                </c:pt>
                <c:pt idx="3265">
                  <c:v>5.59400333</c:v>
                </c:pt>
                <c:pt idx="3266">
                  <c:v>5.59544917</c:v>
                </c:pt>
                <c:pt idx="3267">
                  <c:v>5.59795917</c:v>
                </c:pt>
                <c:pt idx="3268">
                  <c:v>5.59897722</c:v>
                </c:pt>
                <c:pt idx="3269">
                  <c:v>5.59968139</c:v>
                </c:pt>
                <c:pt idx="3270">
                  <c:v>5.60157222</c:v>
                </c:pt>
                <c:pt idx="3271">
                  <c:v>5.60164833</c:v>
                </c:pt>
                <c:pt idx="3272">
                  <c:v>5.60694417</c:v>
                </c:pt>
                <c:pt idx="3273">
                  <c:v>5.60805278</c:v>
                </c:pt>
                <c:pt idx="3274">
                  <c:v>5.60862417</c:v>
                </c:pt>
                <c:pt idx="3275">
                  <c:v>5.61091556</c:v>
                </c:pt>
                <c:pt idx="3276">
                  <c:v>5.61158639</c:v>
                </c:pt>
                <c:pt idx="3277">
                  <c:v>5.61203944</c:v>
                </c:pt>
                <c:pt idx="3278">
                  <c:v>5.61693639</c:v>
                </c:pt>
                <c:pt idx="3279">
                  <c:v>5.61743833</c:v>
                </c:pt>
                <c:pt idx="3280">
                  <c:v>5.61881778</c:v>
                </c:pt>
                <c:pt idx="3281">
                  <c:v>5.620525</c:v>
                </c:pt>
                <c:pt idx="3282">
                  <c:v>5.62309</c:v>
                </c:pt>
                <c:pt idx="3283">
                  <c:v>5.62341861</c:v>
                </c:pt>
                <c:pt idx="3284">
                  <c:v>5.62366889</c:v>
                </c:pt>
                <c:pt idx="3285">
                  <c:v>5.62491194</c:v>
                </c:pt>
                <c:pt idx="3286">
                  <c:v>5.62909583</c:v>
                </c:pt>
                <c:pt idx="3287">
                  <c:v>5.62932667</c:v>
                </c:pt>
                <c:pt idx="3288">
                  <c:v>5.63136</c:v>
                </c:pt>
                <c:pt idx="3289">
                  <c:v>5.63160472</c:v>
                </c:pt>
                <c:pt idx="3290">
                  <c:v>5.63232417</c:v>
                </c:pt>
                <c:pt idx="3291">
                  <c:v>5.63627361</c:v>
                </c:pt>
                <c:pt idx="3292">
                  <c:v>5.63629444</c:v>
                </c:pt>
                <c:pt idx="3293">
                  <c:v>5.63820417</c:v>
                </c:pt>
                <c:pt idx="3294">
                  <c:v>5.63827389</c:v>
                </c:pt>
                <c:pt idx="3295">
                  <c:v>5.64005528</c:v>
                </c:pt>
                <c:pt idx="3296">
                  <c:v>5.64180833</c:v>
                </c:pt>
                <c:pt idx="3297">
                  <c:v>5.64218278</c:v>
                </c:pt>
                <c:pt idx="3298">
                  <c:v>5.64310694</c:v>
                </c:pt>
                <c:pt idx="3299">
                  <c:v>5.6440925</c:v>
                </c:pt>
                <c:pt idx="3300">
                  <c:v>5.64623028</c:v>
                </c:pt>
                <c:pt idx="3301">
                  <c:v>5.64661167</c:v>
                </c:pt>
                <c:pt idx="3302">
                  <c:v>5.646675</c:v>
                </c:pt>
                <c:pt idx="3303">
                  <c:v>5.64706528</c:v>
                </c:pt>
                <c:pt idx="3304">
                  <c:v>5.64848222</c:v>
                </c:pt>
                <c:pt idx="3305">
                  <c:v>5.65021556</c:v>
                </c:pt>
                <c:pt idx="3306">
                  <c:v>5.65104333</c:v>
                </c:pt>
                <c:pt idx="3307">
                  <c:v>5.65256667</c:v>
                </c:pt>
                <c:pt idx="3308">
                  <c:v>5.65403111</c:v>
                </c:pt>
                <c:pt idx="3309">
                  <c:v>5.6555475</c:v>
                </c:pt>
                <c:pt idx="3310">
                  <c:v>5.65725806</c:v>
                </c:pt>
                <c:pt idx="3311">
                  <c:v>5.65970889</c:v>
                </c:pt>
                <c:pt idx="3312">
                  <c:v>5.660005</c:v>
                </c:pt>
                <c:pt idx="3313">
                  <c:v>5.66436111</c:v>
                </c:pt>
                <c:pt idx="3314">
                  <c:v>5.66588139</c:v>
                </c:pt>
                <c:pt idx="3315">
                  <c:v>5.66749611</c:v>
                </c:pt>
                <c:pt idx="3316">
                  <c:v>5.67021417</c:v>
                </c:pt>
                <c:pt idx="3317">
                  <c:v>5.67062194</c:v>
                </c:pt>
                <c:pt idx="3318">
                  <c:v>5.67178222</c:v>
                </c:pt>
                <c:pt idx="3319">
                  <c:v>5.67442556</c:v>
                </c:pt>
                <c:pt idx="3320">
                  <c:v>5.67472833</c:v>
                </c:pt>
                <c:pt idx="3321">
                  <c:v>5.6763425</c:v>
                </c:pt>
                <c:pt idx="3322">
                  <c:v>5.67757333</c:v>
                </c:pt>
                <c:pt idx="3323">
                  <c:v>5.67768889</c:v>
                </c:pt>
                <c:pt idx="3324">
                  <c:v>5.67803333</c:v>
                </c:pt>
                <c:pt idx="3325">
                  <c:v>5.68004361</c:v>
                </c:pt>
                <c:pt idx="3326">
                  <c:v>5.68221306</c:v>
                </c:pt>
                <c:pt idx="3327">
                  <c:v>5.68244361</c:v>
                </c:pt>
                <c:pt idx="3328">
                  <c:v>5.68351361</c:v>
                </c:pt>
                <c:pt idx="3329">
                  <c:v>5.68364528</c:v>
                </c:pt>
                <c:pt idx="3330">
                  <c:v>5.6858275</c:v>
                </c:pt>
                <c:pt idx="3331">
                  <c:v>5.68620222</c:v>
                </c:pt>
                <c:pt idx="3332">
                  <c:v>5.69037389</c:v>
                </c:pt>
                <c:pt idx="3333">
                  <c:v>5.69126</c:v>
                </c:pt>
                <c:pt idx="3334">
                  <c:v>5.69400167</c:v>
                </c:pt>
                <c:pt idx="3335">
                  <c:v>5.69424167</c:v>
                </c:pt>
                <c:pt idx="3336">
                  <c:v>5.69535639</c:v>
                </c:pt>
                <c:pt idx="3337">
                  <c:v>5.69654</c:v>
                </c:pt>
                <c:pt idx="3338">
                  <c:v>5.69794083</c:v>
                </c:pt>
                <c:pt idx="3339">
                  <c:v>5.69983639</c:v>
                </c:pt>
                <c:pt idx="3340">
                  <c:v>5.70094194</c:v>
                </c:pt>
                <c:pt idx="3341">
                  <c:v>5.70126111</c:v>
                </c:pt>
                <c:pt idx="3342">
                  <c:v>5.70286472</c:v>
                </c:pt>
                <c:pt idx="3343">
                  <c:v>5.70303861</c:v>
                </c:pt>
                <c:pt idx="3344">
                  <c:v>5.70604111</c:v>
                </c:pt>
                <c:pt idx="3345">
                  <c:v>5.70723389</c:v>
                </c:pt>
                <c:pt idx="3346">
                  <c:v>5.708225</c:v>
                </c:pt>
                <c:pt idx="3347">
                  <c:v>5.70982639</c:v>
                </c:pt>
                <c:pt idx="3348">
                  <c:v>5.7115325</c:v>
                </c:pt>
                <c:pt idx="3349">
                  <c:v>5.71176056</c:v>
                </c:pt>
                <c:pt idx="3350">
                  <c:v>5.71317639</c:v>
                </c:pt>
                <c:pt idx="3351">
                  <c:v>5.71484389</c:v>
                </c:pt>
                <c:pt idx="3352">
                  <c:v>5.71598667</c:v>
                </c:pt>
                <c:pt idx="3353">
                  <c:v>5.71830222</c:v>
                </c:pt>
                <c:pt idx="3354">
                  <c:v>5.71860917</c:v>
                </c:pt>
                <c:pt idx="3355">
                  <c:v>5.71904889</c:v>
                </c:pt>
                <c:pt idx="3356">
                  <c:v>5.72044194</c:v>
                </c:pt>
                <c:pt idx="3357">
                  <c:v>5.72365167</c:v>
                </c:pt>
                <c:pt idx="3358">
                  <c:v>5.72442472</c:v>
                </c:pt>
                <c:pt idx="3359">
                  <c:v>5.72487917</c:v>
                </c:pt>
                <c:pt idx="3360">
                  <c:v>5.72492556</c:v>
                </c:pt>
                <c:pt idx="3361">
                  <c:v>5.72559528</c:v>
                </c:pt>
                <c:pt idx="3362">
                  <c:v>5.72693778</c:v>
                </c:pt>
                <c:pt idx="3363">
                  <c:v>5.72984056</c:v>
                </c:pt>
                <c:pt idx="3364">
                  <c:v>5.730785</c:v>
                </c:pt>
                <c:pt idx="3365">
                  <c:v>5.73246694</c:v>
                </c:pt>
                <c:pt idx="3366">
                  <c:v>5.73376306</c:v>
                </c:pt>
                <c:pt idx="3367">
                  <c:v>5.73470333</c:v>
                </c:pt>
                <c:pt idx="3368">
                  <c:v>5.73531028</c:v>
                </c:pt>
                <c:pt idx="3369">
                  <c:v>5.73572167</c:v>
                </c:pt>
                <c:pt idx="3370">
                  <c:v>5.73827333</c:v>
                </c:pt>
                <c:pt idx="3371">
                  <c:v>5.73843583</c:v>
                </c:pt>
                <c:pt idx="3372">
                  <c:v>5.74012667</c:v>
                </c:pt>
                <c:pt idx="3373">
                  <c:v>5.74120056</c:v>
                </c:pt>
                <c:pt idx="3374">
                  <c:v>5.74267444</c:v>
                </c:pt>
                <c:pt idx="3375">
                  <c:v>5.74295028</c:v>
                </c:pt>
                <c:pt idx="3376">
                  <c:v>5.74501417</c:v>
                </c:pt>
                <c:pt idx="3377">
                  <c:v>5.745965</c:v>
                </c:pt>
                <c:pt idx="3378">
                  <c:v>5.74731972</c:v>
                </c:pt>
                <c:pt idx="3379">
                  <c:v>5.74853611</c:v>
                </c:pt>
                <c:pt idx="3380">
                  <c:v>5.74862556</c:v>
                </c:pt>
                <c:pt idx="3381">
                  <c:v>5.75032333</c:v>
                </c:pt>
                <c:pt idx="3382">
                  <c:v>5.75089694</c:v>
                </c:pt>
                <c:pt idx="3383">
                  <c:v>5.75311472</c:v>
                </c:pt>
                <c:pt idx="3384">
                  <c:v>5.75330806</c:v>
                </c:pt>
                <c:pt idx="3385">
                  <c:v>5.75452611</c:v>
                </c:pt>
                <c:pt idx="3386">
                  <c:v>5.75588417</c:v>
                </c:pt>
                <c:pt idx="3387">
                  <c:v>5.75591833</c:v>
                </c:pt>
                <c:pt idx="3388">
                  <c:v>5.75753222</c:v>
                </c:pt>
                <c:pt idx="3389">
                  <c:v>5.76002056</c:v>
                </c:pt>
                <c:pt idx="3390">
                  <c:v>5.76105528</c:v>
                </c:pt>
                <c:pt idx="3391">
                  <c:v>5.76213917</c:v>
                </c:pt>
                <c:pt idx="3392">
                  <c:v>5.76264611</c:v>
                </c:pt>
                <c:pt idx="3393">
                  <c:v>5.76339056</c:v>
                </c:pt>
                <c:pt idx="3394">
                  <c:v>5.769385</c:v>
                </c:pt>
                <c:pt idx="3395">
                  <c:v>5.77263444</c:v>
                </c:pt>
                <c:pt idx="3396">
                  <c:v>5.77381667</c:v>
                </c:pt>
                <c:pt idx="3397">
                  <c:v>5.77446833</c:v>
                </c:pt>
                <c:pt idx="3398">
                  <c:v>5.77505833</c:v>
                </c:pt>
                <c:pt idx="3399">
                  <c:v>5.77955306</c:v>
                </c:pt>
                <c:pt idx="3400">
                  <c:v>5.77971917</c:v>
                </c:pt>
                <c:pt idx="3401">
                  <c:v>5.78019583</c:v>
                </c:pt>
                <c:pt idx="3402">
                  <c:v>5.78456</c:v>
                </c:pt>
                <c:pt idx="3403">
                  <c:v>5.78758056</c:v>
                </c:pt>
                <c:pt idx="3404">
                  <c:v>5.78949167</c:v>
                </c:pt>
                <c:pt idx="3405">
                  <c:v>5.7899925</c:v>
                </c:pt>
                <c:pt idx="3406">
                  <c:v>5.79108389</c:v>
                </c:pt>
                <c:pt idx="3407">
                  <c:v>5.79193806</c:v>
                </c:pt>
                <c:pt idx="3408">
                  <c:v>5.79253917</c:v>
                </c:pt>
                <c:pt idx="3409">
                  <c:v>5.79755167</c:v>
                </c:pt>
                <c:pt idx="3410">
                  <c:v>5.79848167</c:v>
                </c:pt>
                <c:pt idx="3411">
                  <c:v>5.80055389</c:v>
                </c:pt>
                <c:pt idx="3412">
                  <c:v>5.80123722</c:v>
                </c:pt>
                <c:pt idx="3413">
                  <c:v>5.80220417</c:v>
                </c:pt>
                <c:pt idx="3414">
                  <c:v>5.80259722</c:v>
                </c:pt>
                <c:pt idx="3415">
                  <c:v>5.80715333</c:v>
                </c:pt>
                <c:pt idx="3416">
                  <c:v>5.80730139</c:v>
                </c:pt>
                <c:pt idx="3417">
                  <c:v>5.80795806</c:v>
                </c:pt>
                <c:pt idx="3418">
                  <c:v>5.81017194</c:v>
                </c:pt>
                <c:pt idx="3419">
                  <c:v>5.81092861</c:v>
                </c:pt>
                <c:pt idx="3420">
                  <c:v>5.81134167</c:v>
                </c:pt>
                <c:pt idx="3421">
                  <c:v>5.81173472</c:v>
                </c:pt>
                <c:pt idx="3422">
                  <c:v>5.8124675</c:v>
                </c:pt>
                <c:pt idx="3423">
                  <c:v>5.81618361</c:v>
                </c:pt>
                <c:pt idx="3424">
                  <c:v>5.81682917</c:v>
                </c:pt>
                <c:pt idx="3425">
                  <c:v>5.81986083</c:v>
                </c:pt>
                <c:pt idx="3426">
                  <c:v>5.82050778</c:v>
                </c:pt>
                <c:pt idx="3427">
                  <c:v>5.82062278</c:v>
                </c:pt>
                <c:pt idx="3428">
                  <c:v>5.82277917</c:v>
                </c:pt>
                <c:pt idx="3429">
                  <c:v>5.82345139</c:v>
                </c:pt>
                <c:pt idx="3430">
                  <c:v>5.82565556</c:v>
                </c:pt>
                <c:pt idx="3431">
                  <c:v>5.82656</c:v>
                </c:pt>
                <c:pt idx="3432">
                  <c:v>5.82721333</c:v>
                </c:pt>
                <c:pt idx="3433">
                  <c:v>5.82783556</c:v>
                </c:pt>
                <c:pt idx="3434">
                  <c:v>5.83012083</c:v>
                </c:pt>
                <c:pt idx="3435">
                  <c:v>5.83018417</c:v>
                </c:pt>
                <c:pt idx="3436">
                  <c:v>5.83020861</c:v>
                </c:pt>
                <c:pt idx="3437">
                  <c:v>5.83098389</c:v>
                </c:pt>
                <c:pt idx="3438">
                  <c:v>5.83371889</c:v>
                </c:pt>
                <c:pt idx="3439">
                  <c:v>5.83402194</c:v>
                </c:pt>
                <c:pt idx="3440">
                  <c:v>5.83613806</c:v>
                </c:pt>
                <c:pt idx="3441">
                  <c:v>5.83625583</c:v>
                </c:pt>
                <c:pt idx="3442">
                  <c:v>5.83914611</c:v>
                </c:pt>
                <c:pt idx="3443">
                  <c:v>5.84022944</c:v>
                </c:pt>
                <c:pt idx="3444">
                  <c:v>5.84131528</c:v>
                </c:pt>
                <c:pt idx="3445">
                  <c:v>5.84387389</c:v>
                </c:pt>
                <c:pt idx="3446">
                  <c:v>5.84786056</c:v>
                </c:pt>
                <c:pt idx="3447">
                  <c:v>5.84917333</c:v>
                </c:pt>
                <c:pt idx="3448">
                  <c:v>5.85017917</c:v>
                </c:pt>
                <c:pt idx="3449">
                  <c:v>5.85094861</c:v>
                </c:pt>
                <c:pt idx="3450">
                  <c:v>5.85609472</c:v>
                </c:pt>
                <c:pt idx="3451">
                  <c:v>5.85823083</c:v>
                </c:pt>
                <c:pt idx="3452">
                  <c:v>5.85838389</c:v>
                </c:pt>
                <c:pt idx="3453">
                  <c:v>5.85941917</c:v>
                </c:pt>
                <c:pt idx="3454">
                  <c:v>5.85953167</c:v>
                </c:pt>
                <c:pt idx="3455">
                  <c:v>5.86778528</c:v>
                </c:pt>
                <c:pt idx="3456">
                  <c:v>5.86862444</c:v>
                </c:pt>
                <c:pt idx="3457">
                  <c:v>5.87310028</c:v>
                </c:pt>
                <c:pt idx="3458">
                  <c:v>5.87368222</c:v>
                </c:pt>
                <c:pt idx="3459">
                  <c:v>5.87430972</c:v>
                </c:pt>
                <c:pt idx="3460">
                  <c:v>5.87556611</c:v>
                </c:pt>
                <c:pt idx="3461">
                  <c:v>5.87563056</c:v>
                </c:pt>
                <c:pt idx="3462">
                  <c:v>5.88451472</c:v>
                </c:pt>
                <c:pt idx="3463">
                  <c:v>5.88876917</c:v>
                </c:pt>
                <c:pt idx="3464">
                  <c:v>5.89021417</c:v>
                </c:pt>
                <c:pt idx="3465">
                  <c:v>5.89207778</c:v>
                </c:pt>
                <c:pt idx="3466">
                  <c:v>5.89461278</c:v>
                </c:pt>
                <c:pt idx="3467">
                  <c:v>5.89611472</c:v>
                </c:pt>
                <c:pt idx="3468">
                  <c:v>5.897915</c:v>
                </c:pt>
                <c:pt idx="3469">
                  <c:v>5.90146639</c:v>
                </c:pt>
                <c:pt idx="3470">
                  <c:v>5.90354806</c:v>
                </c:pt>
                <c:pt idx="3471">
                  <c:v>5.90490389</c:v>
                </c:pt>
                <c:pt idx="3472">
                  <c:v>5.90507056</c:v>
                </c:pt>
                <c:pt idx="3473">
                  <c:v>5.91241861</c:v>
                </c:pt>
                <c:pt idx="3474">
                  <c:v>5.91464722</c:v>
                </c:pt>
                <c:pt idx="3475">
                  <c:v>5.91562389</c:v>
                </c:pt>
                <c:pt idx="3476">
                  <c:v>5.91669778</c:v>
                </c:pt>
                <c:pt idx="3477">
                  <c:v>5.91678167</c:v>
                </c:pt>
                <c:pt idx="3478">
                  <c:v>5.92636778</c:v>
                </c:pt>
                <c:pt idx="3479">
                  <c:v>5.92687306</c:v>
                </c:pt>
                <c:pt idx="3480">
                  <c:v>5.93449139</c:v>
                </c:pt>
                <c:pt idx="3481">
                  <c:v>5.93523889</c:v>
                </c:pt>
                <c:pt idx="3482">
                  <c:v>5.94137833</c:v>
                </c:pt>
                <c:pt idx="3483">
                  <c:v>5.94297639</c:v>
                </c:pt>
                <c:pt idx="3484">
                  <c:v>5.94690639</c:v>
                </c:pt>
                <c:pt idx="3485">
                  <c:v>5.94751944</c:v>
                </c:pt>
                <c:pt idx="3486">
                  <c:v>5.95204028</c:v>
                </c:pt>
                <c:pt idx="3487">
                  <c:v>5.95717306</c:v>
                </c:pt>
                <c:pt idx="3488">
                  <c:v>5.95764972</c:v>
                </c:pt>
                <c:pt idx="3489">
                  <c:v>5.96498556</c:v>
                </c:pt>
                <c:pt idx="3490">
                  <c:v>5.96521139</c:v>
                </c:pt>
                <c:pt idx="3491">
                  <c:v>5.96744917</c:v>
                </c:pt>
                <c:pt idx="3492">
                  <c:v>5.97031667</c:v>
                </c:pt>
                <c:pt idx="3493">
                  <c:v>5.97054667</c:v>
                </c:pt>
                <c:pt idx="3494">
                  <c:v>5.97195667</c:v>
                </c:pt>
                <c:pt idx="3495">
                  <c:v>5.97231639</c:v>
                </c:pt>
                <c:pt idx="3496">
                  <c:v>5.97548806</c:v>
                </c:pt>
                <c:pt idx="3497">
                  <c:v>5.97784361</c:v>
                </c:pt>
                <c:pt idx="3498">
                  <c:v>5.9782775</c:v>
                </c:pt>
                <c:pt idx="3499">
                  <c:v>5.98117361</c:v>
                </c:pt>
                <c:pt idx="3500">
                  <c:v>5.98669528</c:v>
                </c:pt>
                <c:pt idx="3501">
                  <c:v>5.98710417</c:v>
                </c:pt>
                <c:pt idx="3502">
                  <c:v>5.9887775</c:v>
                </c:pt>
                <c:pt idx="3503">
                  <c:v>5.99066139</c:v>
                </c:pt>
                <c:pt idx="3504">
                  <c:v>5.99584778</c:v>
                </c:pt>
                <c:pt idx="3505">
                  <c:v>5.9965125</c:v>
                </c:pt>
                <c:pt idx="3506">
                  <c:v>6.00046278</c:v>
                </c:pt>
                <c:pt idx="3507">
                  <c:v>6.00140139</c:v>
                </c:pt>
                <c:pt idx="3508">
                  <c:v>6.00610972</c:v>
                </c:pt>
                <c:pt idx="3509">
                  <c:v>6.00623056</c:v>
                </c:pt>
                <c:pt idx="3510">
                  <c:v>6.01165639</c:v>
                </c:pt>
                <c:pt idx="3511">
                  <c:v>6.01469389</c:v>
                </c:pt>
                <c:pt idx="3512">
                  <c:v>6.01500389</c:v>
                </c:pt>
                <c:pt idx="3513">
                  <c:v>6.01928889</c:v>
                </c:pt>
                <c:pt idx="3514">
                  <c:v>6.02242556</c:v>
                </c:pt>
                <c:pt idx="3515">
                  <c:v>6.023515</c:v>
                </c:pt>
                <c:pt idx="3516">
                  <c:v>6.02387278</c:v>
                </c:pt>
                <c:pt idx="3517">
                  <c:v>6.02943556</c:v>
                </c:pt>
                <c:pt idx="3518">
                  <c:v>6.03006722</c:v>
                </c:pt>
                <c:pt idx="3519">
                  <c:v>6.03242833</c:v>
                </c:pt>
                <c:pt idx="3520">
                  <c:v>6.03250917</c:v>
                </c:pt>
                <c:pt idx="3521">
                  <c:v>6.03274056</c:v>
                </c:pt>
                <c:pt idx="3522">
                  <c:v>6.03837139</c:v>
                </c:pt>
                <c:pt idx="3523">
                  <c:v>6.0397575</c:v>
                </c:pt>
                <c:pt idx="3524">
                  <c:v>6.04038972</c:v>
                </c:pt>
                <c:pt idx="3525">
                  <c:v>6.041425</c:v>
                </c:pt>
                <c:pt idx="3526">
                  <c:v>6.04666333</c:v>
                </c:pt>
                <c:pt idx="3527">
                  <c:v>6.0473975</c:v>
                </c:pt>
                <c:pt idx="3528">
                  <c:v>6.05063444</c:v>
                </c:pt>
                <c:pt idx="3529">
                  <c:v>6.05147583</c:v>
                </c:pt>
                <c:pt idx="3530">
                  <c:v>6.05232611</c:v>
                </c:pt>
                <c:pt idx="3531">
                  <c:v>6.05366722</c:v>
                </c:pt>
                <c:pt idx="3532">
                  <c:v>6.05447167</c:v>
                </c:pt>
                <c:pt idx="3533">
                  <c:v>6.05865972</c:v>
                </c:pt>
                <c:pt idx="3534">
                  <c:v>6.05901667</c:v>
                </c:pt>
                <c:pt idx="3535">
                  <c:v>6.05909</c:v>
                </c:pt>
                <c:pt idx="3536">
                  <c:v>6.06689583</c:v>
                </c:pt>
                <c:pt idx="3537">
                  <c:v>6.06768667</c:v>
                </c:pt>
                <c:pt idx="3538">
                  <c:v>6.07640222</c:v>
                </c:pt>
                <c:pt idx="3539">
                  <c:v>6.07811028</c:v>
                </c:pt>
                <c:pt idx="3540">
                  <c:v>6.07820222</c:v>
                </c:pt>
                <c:pt idx="3541">
                  <c:v>6.08245361</c:v>
                </c:pt>
                <c:pt idx="3542">
                  <c:v>6.08252611</c:v>
                </c:pt>
                <c:pt idx="3543">
                  <c:v>6.08259944</c:v>
                </c:pt>
                <c:pt idx="3544">
                  <c:v>6.08840972</c:v>
                </c:pt>
                <c:pt idx="3545">
                  <c:v>6.09142333</c:v>
                </c:pt>
                <c:pt idx="3546">
                  <c:v>6.09413194</c:v>
                </c:pt>
                <c:pt idx="3547">
                  <c:v>6.09718472</c:v>
                </c:pt>
                <c:pt idx="3548">
                  <c:v>6.09879194</c:v>
                </c:pt>
                <c:pt idx="3549">
                  <c:v>6.1000425</c:v>
                </c:pt>
                <c:pt idx="3550">
                  <c:v>6.1001225</c:v>
                </c:pt>
                <c:pt idx="3551">
                  <c:v>6.10472639</c:v>
                </c:pt>
                <c:pt idx="3552">
                  <c:v>6.10677389</c:v>
                </c:pt>
                <c:pt idx="3553">
                  <c:v>6.10739556</c:v>
                </c:pt>
                <c:pt idx="3554">
                  <c:v>6.10895667</c:v>
                </c:pt>
                <c:pt idx="3555">
                  <c:v>6.11206056</c:v>
                </c:pt>
                <c:pt idx="3556">
                  <c:v>6.11389861</c:v>
                </c:pt>
                <c:pt idx="3557">
                  <c:v>6.11460111</c:v>
                </c:pt>
                <c:pt idx="3558">
                  <c:v>6.11487417</c:v>
                </c:pt>
                <c:pt idx="3559">
                  <c:v>6.11897444</c:v>
                </c:pt>
                <c:pt idx="3560">
                  <c:v>6.11914861</c:v>
                </c:pt>
                <c:pt idx="3561">
                  <c:v>6.12465</c:v>
                </c:pt>
                <c:pt idx="3562">
                  <c:v>6.12645972</c:v>
                </c:pt>
                <c:pt idx="3563">
                  <c:v>6.127585</c:v>
                </c:pt>
                <c:pt idx="3564">
                  <c:v>6.12779722</c:v>
                </c:pt>
                <c:pt idx="3565">
                  <c:v>6.12801694</c:v>
                </c:pt>
                <c:pt idx="3566">
                  <c:v>6.136745</c:v>
                </c:pt>
                <c:pt idx="3567">
                  <c:v>6.13806889</c:v>
                </c:pt>
                <c:pt idx="3568">
                  <c:v>6.14260361</c:v>
                </c:pt>
                <c:pt idx="3569">
                  <c:v>6.14329361</c:v>
                </c:pt>
                <c:pt idx="3570">
                  <c:v>6.14495611</c:v>
                </c:pt>
                <c:pt idx="3571">
                  <c:v>6.14551361</c:v>
                </c:pt>
                <c:pt idx="3572">
                  <c:v>6.14564833</c:v>
                </c:pt>
                <c:pt idx="3573">
                  <c:v>6.14567417</c:v>
                </c:pt>
                <c:pt idx="3574">
                  <c:v>6.15235722</c:v>
                </c:pt>
                <c:pt idx="3575">
                  <c:v>6.15277361</c:v>
                </c:pt>
                <c:pt idx="3576">
                  <c:v>6.15632861</c:v>
                </c:pt>
                <c:pt idx="3577">
                  <c:v>6.15659139</c:v>
                </c:pt>
                <c:pt idx="3578">
                  <c:v>6.15816722</c:v>
                </c:pt>
                <c:pt idx="3579">
                  <c:v>6.15881</c:v>
                </c:pt>
                <c:pt idx="3580">
                  <c:v>6.15892444</c:v>
                </c:pt>
                <c:pt idx="3581">
                  <c:v>6.15975972</c:v>
                </c:pt>
                <c:pt idx="3582">
                  <c:v>6.16104333</c:v>
                </c:pt>
                <c:pt idx="3583">
                  <c:v>6.16175167</c:v>
                </c:pt>
                <c:pt idx="3584">
                  <c:v>6.16276</c:v>
                </c:pt>
                <c:pt idx="3585">
                  <c:v>6.16384583</c:v>
                </c:pt>
                <c:pt idx="3586">
                  <c:v>6.1644775</c:v>
                </c:pt>
                <c:pt idx="3587">
                  <c:v>6.16619389</c:v>
                </c:pt>
                <c:pt idx="3588">
                  <c:v>6.1689275</c:v>
                </c:pt>
                <c:pt idx="3589">
                  <c:v>6.16979083</c:v>
                </c:pt>
                <c:pt idx="3590">
                  <c:v>6.17009</c:v>
                </c:pt>
                <c:pt idx="3591">
                  <c:v>6.17193639</c:v>
                </c:pt>
                <c:pt idx="3592">
                  <c:v>6.17202222</c:v>
                </c:pt>
                <c:pt idx="3593">
                  <c:v>6.17216472</c:v>
                </c:pt>
                <c:pt idx="3594">
                  <c:v>6.17695556</c:v>
                </c:pt>
                <c:pt idx="3595">
                  <c:v>6.17805611</c:v>
                </c:pt>
                <c:pt idx="3596">
                  <c:v>6.17858056</c:v>
                </c:pt>
                <c:pt idx="3597">
                  <c:v>6.17886139</c:v>
                </c:pt>
                <c:pt idx="3598">
                  <c:v>6.18201139</c:v>
                </c:pt>
                <c:pt idx="3599">
                  <c:v>6.18236611</c:v>
                </c:pt>
                <c:pt idx="3600">
                  <c:v>6.18364111</c:v>
                </c:pt>
                <c:pt idx="3601">
                  <c:v>6.18471556</c:v>
                </c:pt>
                <c:pt idx="3602">
                  <c:v>6.18498639</c:v>
                </c:pt>
                <c:pt idx="3603">
                  <c:v>6.18589333</c:v>
                </c:pt>
                <c:pt idx="3604">
                  <c:v>6.19325333</c:v>
                </c:pt>
                <c:pt idx="3605">
                  <c:v>6.194845</c:v>
                </c:pt>
                <c:pt idx="3606">
                  <c:v>6.195</c:v>
                </c:pt>
                <c:pt idx="3607">
                  <c:v>6.19559111</c:v>
                </c:pt>
                <c:pt idx="3608">
                  <c:v>6.19612222</c:v>
                </c:pt>
                <c:pt idx="3609">
                  <c:v>6.19680083</c:v>
                </c:pt>
                <c:pt idx="3610">
                  <c:v>6.20103972</c:v>
                </c:pt>
                <c:pt idx="3611">
                  <c:v>6.20165278</c:v>
                </c:pt>
                <c:pt idx="3612">
                  <c:v>6.2026525</c:v>
                </c:pt>
                <c:pt idx="3613">
                  <c:v>6.20340889</c:v>
                </c:pt>
                <c:pt idx="3614">
                  <c:v>6.20365972</c:v>
                </c:pt>
                <c:pt idx="3615">
                  <c:v>6.20584111</c:v>
                </c:pt>
                <c:pt idx="3616">
                  <c:v>6.20613139</c:v>
                </c:pt>
                <c:pt idx="3617">
                  <c:v>6.20637583</c:v>
                </c:pt>
                <c:pt idx="3618">
                  <c:v>6.20709278</c:v>
                </c:pt>
                <c:pt idx="3619">
                  <c:v>6.20810806</c:v>
                </c:pt>
                <c:pt idx="3620">
                  <c:v>6.21260417</c:v>
                </c:pt>
                <c:pt idx="3621">
                  <c:v>6.21271806</c:v>
                </c:pt>
                <c:pt idx="3622">
                  <c:v>6.21292278</c:v>
                </c:pt>
                <c:pt idx="3623">
                  <c:v>6.21514306</c:v>
                </c:pt>
                <c:pt idx="3624">
                  <c:v>6.21545056</c:v>
                </c:pt>
                <c:pt idx="3625">
                  <c:v>6.21592222</c:v>
                </c:pt>
                <c:pt idx="3626">
                  <c:v>6.21779417</c:v>
                </c:pt>
                <c:pt idx="3627">
                  <c:v>6.21787056</c:v>
                </c:pt>
                <c:pt idx="3628">
                  <c:v>6.21886639</c:v>
                </c:pt>
                <c:pt idx="3629">
                  <c:v>6.21935806</c:v>
                </c:pt>
                <c:pt idx="3630">
                  <c:v>6.21956083</c:v>
                </c:pt>
                <c:pt idx="3631">
                  <c:v>6.21987972</c:v>
                </c:pt>
                <c:pt idx="3632">
                  <c:v>6.22047194</c:v>
                </c:pt>
                <c:pt idx="3633">
                  <c:v>6.22340722</c:v>
                </c:pt>
                <c:pt idx="3634">
                  <c:v>6.22478528</c:v>
                </c:pt>
                <c:pt idx="3635">
                  <c:v>6.22547</c:v>
                </c:pt>
                <c:pt idx="3636">
                  <c:v>6.22720333</c:v>
                </c:pt>
                <c:pt idx="3637">
                  <c:v>6.22923056</c:v>
                </c:pt>
                <c:pt idx="3638">
                  <c:v>6.22961833</c:v>
                </c:pt>
                <c:pt idx="3639">
                  <c:v>6.22971222</c:v>
                </c:pt>
                <c:pt idx="3640">
                  <c:v>6.23187528</c:v>
                </c:pt>
                <c:pt idx="3641">
                  <c:v>6.23202139</c:v>
                </c:pt>
                <c:pt idx="3642">
                  <c:v>6.23203944</c:v>
                </c:pt>
                <c:pt idx="3643">
                  <c:v>6.23683944</c:v>
                </c:pt>
                <c:pt idx="3644">
                  <c:v>6.23846667</c:v>
                </c:pt>
                <c:pt idx="3645">
                  <c:v>6.23881417</c:v>
                </c:pt>
                <c:pt idx="3646">
                  <c:v>6.23957556</c:v>
                </c:pt>
                <c:pt idx="3647">
                  <c:v>6.23992889</c:v>
                </c:pt>
                <c:pt idx="3648">
                  <c:v>6.24130306</c:v>
                </c:pt>
                <c:pt idx="3649">
                  <c:v>6.24154972</c:v>
                </c:pt>
                <c:pt idx="3650">
                  <c:v>6.24817778</c:v>
                </c:pt>
                <c:pt idx="3651">
                  <c:v>6.24901472</c:v>
                </c:pt>
                <c:pt idx="3652">
                  <c:v>6.24986972</c:v>
                </c:pt>
                <c:pt idx="3653">
                  <c:v>6.25119667</c:v>
                </c:pt>
                <c:pt idx="3654">
                  <c:v>6.25158694</c:v>
                </c:pt>
                <c:pt idx="3655">
                  <c:v>6.25244139</c:v>
                </c:pt>
                <c:pt idx="3656">
                  <c:v>6.25346806</c:v>
                </c:pt>
                <c:pt idx="3657">
                  <c:v>6.25451583</c:v>
                </c:pt>
                <c:pt idx="3658">
                  <c:v>6.25522417</c:v>
                </c:pt>
                <c:pt idx="3659">
                  <c:v>6.25566556</c:v>
                </c:pt>
                <c:pt idx="3660">
                  <c:v>6.25732167</c:v>
                </c:pt>
                <c:pt idx="3661">
                  <c:v>6.2589025</c:v>
                </c:pt>
                <c:pt idx="3662">
                  <c:v>6.25934028</c:v>
                </c:pt>
                <c:pt idx="3663">
                  <c:v>6.25984056</c:v>
                </c:pt>
                <c:pt idx="3664">
                  <c:v>6.26098833</c:v>
                </c:pt>
                <c:pt idx="3665">
                  <c:v>6.26154833</c:v>
                </c:pt>
                <c:pt idx="3666">
                  <c:v>6.26183583</c:v>
                </c:pt>
                <c:pt idx="3667">
                  <c:v>6.26226806</c:v>
                </c:pt>
                <c:pt idx="3668">
                  <c:v>6.26293444</c:v>
                </c:pt>
                <c:pt idx="3669">
                  <c:v>6.26377278</c:v>
                </c:pt>
                <c:pt idx="3670">
                  <c:v>6.26601472</c:v>
                </c:pt>
                <c:pt idx="3671">
                  <c:v>6.26604667</c:v>
                </c:pt>
                <c:pt idx="3672">
                  <c:v>6.26623139</c:v>
                </c:pt>
                <c:pt idx="3673">
                  <c:v>6.26714306</c:v>
                </c:pt>
                <c:pt idx="3674">
                  <c:v>6.2677825</c:v>
                </c:pt>
                <c:pt idx="3675">
                  <c:v>6.26819694</c:v>
                </c:pt>
                <c:pt idx="3676">
                  <c:v>6.27010972</c:v>
                </c:pt>
                <c:pt idx="3677">
                  <c:v>6.27067528</c:v>
                </c:pt>
                <c:pt idx="3678">
                  <c:v>6.27146667</c:v>
                </c:pt>
                <c:pt idx="3679">
                  <c:v>6.27189722</c:v>
                </c:pt>
                <c:pt idx="3680">
                  <c:v>6.27209917</c:v>
                </c:pt>
                <c:pt idx="3681">
                  <c:v>6.27216833</c:v>
                </c:pt>
                <c:pt idx="3682">
                  <c:v>6.27545417</c:v>
                </c:pt>
                <c:pt idx="3683">
                  <c:v>6.27756694</c:v>
                </c:pt>
                <c:pt idx="3684">
                  <c:v>6.27841194</c:v>
                </c:pt>
                <c:pt idx="3685">
                  <c:v>6.27941639</c:v>
                </c:pt>
                <c:pt idx="3686">
                  <c:v>6.28193944</c:v>
                </c:pt>
                <c:pt idx="3687">
                  <c:v>6.28215639</c:v>
                </c:pt>
                <c:pt idx="3688">
                  <c:v>6.28239583</c:v>
                </c:pt>
                <c:pt idx="3689">
                  <c:v>6.28315611</c:v>
                </c:pt>
                <c:pt idx="3690">
                  <c:v>6.28428111</c:v>
                </c:pt>
                <c:pt idx="3691">
                  <c:v>6.28530667</c:v>
                </c:pt>
                <c:pt idx="3692">
                  <c:v>6.28661611</c:v>
                </c:pt>
                <c:pt idx="3693">
                  <c:v>6.28676917</c:v>
                </c:pt>
                <c:pt idx="3694">
                  <c:v>6.28765833</c:v>
                </c:pt>
                <c:pt idx="3695">
                  <c:v>6.28820333</c:v>
                </c:pt>
                <c:pt idx="3696">
                  <c:v>6.28922667</c:v>
                </c:pt>
                <c:pt idx="3697">
                  <c:v>6.29170778</c:v>
                </c:pt>
                <c:pt idx="3698">
                  <c:v>6.29263222</c:v>
                </c:pt>
                <c:pt idx="3699">
                  <c:v>6.29284306</c:v>
                </c:pt>
                <c:pt idx="3700">
                  <c:v>6.29401528</c:v>
                </c:pt>
                <c:pt idx="3701">
                  <c:v>6.29450861</c:v>
                </c:pt>
                <c:pt idx="3702">
                  <c:v>6.2954625</c:v>
                </c:pt>
                <c:pt idx="3703">
                  <c:v>6.29561472</c:v>
                </c:pt>
                <c:pt idx="3704">
                  <c:v>6.2975275</c:v>
                </c:pt>
                <c:pt idx="3705">
                  <c:v>6.29799861</c:v>
                </c:pt>
                <c:pt idx="3706">
                  <c:v>6.29805417</c:v>
                </c:pt>
                <c:pt idx="3707">
                  <c:v>6.29911222</c:v>
                </c:pt>
                <c:pt idx="3708">
                  <c:v>6.30051389</c:v>
                </c:pt>
                <c:pt idx="3709">
                  <c:v>6.30077472</c:v>
                </c:pt>
                <c:pt idx="3710">
                  <c:v>6.30246861</c:v>
                </c:pt>
                <c:pt idx="3711">
                  <c:v>6.30279944</c:v>
                </c:pt>
                <c:pt idx="3712">
                  <c:v>6.30357444</c:v>
                </c:pt>
                <c:pt idx="3713">
                  <c:v>6.30393083</c:v>
                </c:pt>
                <c:pt idx="3714">
                  <c:v>6.30495611</c:v>
                </c:pt>
                <c:pt idx="3715">
                  <c:v>6.30571694</c:v>
                </c:pt>
                <c:pt idx="3716">
                  <c:v>6.30695972</c:v>
                </c:pt>
                <c:pt idx="3717">
                  <c:v>6.30766417</c:v>
                </c:pt>
                <c:pt idx="3718">
                  <c:v>6.3087925</c:v>
                </c:pt>
                <c:pt idx="3719">
                  <c:v>6.30879889</c:v>
                </c:pt>
                <c:pt idx="3720">
                  <c:v>6.30983778</c:v>
                </c:pt>
                <c:pt idx="3721">
                  <c:v>6.31082806</c:v>
                </c:pt>
                <c:pt idx="3722">
                  <c:v>6.31128361</c:v>
                </c:pt>
                <c:pt idx="3723">
                  <c:v>6.31135083</c:v>
                </c:pt>
                <c:pt idx="3724">
                  <c:v>6.31310444</c:v>
                </c:pt>
                <c:pt idx="3725">
                  <c:v>6.313135</c:v>
                </c:pt>
                <c:pt idx="3726">
                  <c:v>6.31467389</c:v>
                </c:pt>
                <c:pt idx="3727">
                  <c:v>6.31495111</c:v>
                </c:pt>
                <c:pt idx="3728">
                  <c:v>6.31526806</c:v>
                </c:pt>
                <c:pt idx="3729">
                  <c:v>6.32048722</c:v>
                </c:pt>
                <c:pt idx="3730">
                  <c:v>6.32127972</c:v>
                </c:pt>
                <c:pt idx="3731">
                  <c:v>6.32181583</c:v>
                </c:pt>
                <c:pt idx="3732">
                  <c:v>6.32204472</c:v>
                </c:pt>
                <c:pt idx="3733">
                  <c:v>6.32259667</c:v>
                </c:pt>
                <c:pt idx="3734">
                  <c:v>6.32280083</c:v>
                </c:pt>
                <c:pt idx="3735">
                  <c:v>6.32472917</c:v>
                </c:pt>
                <c:pt idx="3736">
                  <c:v>6.32562</c:v>
                </c:pt>
                <c:pt idx="3737">
                  <c:v>6.32626306</c:v>
                </c:pt>
                <c:pt idx="3738">
                  <c:v>6.32637056</c:v>
                </c:pt>
                <c:pt idx="3739">
                  <c:v>6.32648556</c:v>
                </c:pt>
                <c:pt idx="3740">
                  <c:v>6.32848528</c:v>
                </c:pt>
                <c:pt idx="3741">
                  <c:v>6.32886472</c:v>
                </c:pt>
                <c:pt idx="3742">
                  <c:v>6.32898028</c:v>
                </c:pt>
                <c:pt idx="3743">
                  <c:v>6.33071278</c:v>
                </c:pt>
                <c:pt idx="3744">
                  <c:v>6.3314825</c:v>
                </c:pt>
                <c:pt idx="3745">
                  <c:v>6.33240833</c:v>
                </c:pt>
                <c:pt idx="3746">
                  <c:v>6.333295</c:v>
                </c:pt>
                <c:pt idx="3747">
                  <c:v>6.33413639</c:v>
                </c:pt>
                <c:pt idx="3748">
                  <c:v>6.3345475</c:v>
                </c:pt>
                <c:pt idx="3749">
                  <c:v>6.33518056</c:v>
                </c:pt>
                <c:pt idx="3750">
                  <c:v>6.33547444</c:v>
                </c:pt>
                <c:pt idx="3751">
                  <c:v>6.33801222</c:v>
                </c:pt>
                <c:pt idx="3752">
                  <c:v>6.33830306</c:v>
                </c:pt>
                <c:pt idx="3753">
                  <c:v>6.33883056</c:v>
                </c:pt>
                <c:pt idx="3754">
                  <c:v>6.34072139</c:v>
                </c:pt>
                <c:pt idx="3755">
                  <c:v>6.34079</c:v>
                </c:pt>
                <c:pt idx="3756">
                  <c:v>6.340815</c:v>
                </c:pt>
                <c:pt idx="3757">
                  <c:v>6.34270722</c:v>
                </c:pt>
                <c:pt idx="3758">
                  <c:v>6.34323278</c:v>
                </c:pt>
                <c:pt idx="3759">
                  <c:v>6.34336944</c:v>
                </c:pt>
                <c:pt idx="3760">
                  <c:v>6.34422222</c:v>
                </c:pt>
                <c:pt idx="3761">
                  <c:v>6.34487056</c:v>
                </c:pt>
                <c:pt idx="3762">
                  <c:v>6.34542333</c:v>
                </c:pt>
                <c:pt idx="3763">
                  <c:v>6.34998111</c:v>
                </c:pt>
                <c:pt idx="3764">
                  <c:v>6.35001111</c:v>
                </c:pt>
                <c:pt idx="3765">
                  <c:v>6.351565</c:v>
                </c:pt>
                <c:pt idx="3766">
                  <c:v>6.35206361</c:v>
                </c:pt>
                <c:pt idx="3767">
                  <c:v>6.35397806</c:v>
                </c:pt>
                <c:pt idx="3768">
                  <c:v>6.35453639</c:v>
                </c:pt>
                <c:pt idx="3769">
                  <c:v>6.35507278</c:v>
                </c:pt>
                <c:pt idx="3770">
                  <c:v>6.35663694</c:v>
                </c:pt>
                <c:pt idx="3771">
                  <c:v>6.35842417</c:v>
                </c:pt>
                <c:pt idx="3772">
                  <c:v>6.35897</c:v>
                </c:pt>
                <c:pt idx="3773">
                  <c:v>6.35954889</c:v>
                </c:pt>
                <c:pt idx="3774">
                  <c:v>6.36034167</c:v>
                </c:pt>
                <c:pt idx="3775">
                  <c:v>6.36135639</c:v>
                </c:pt>
                <c:pt idx="3776">
                  <c:v>6.36173111</c:v>
                </c:pt>
                <c:pt idx="3777">
                  <c:v>6.36251722</c:v>
                </c:pt>
                <c:pt idx="3778">
                  <c:v>6.36270139</c:v>
                </c:pt>
                <c:pt idx="3779">
                  <c:v>6.36480306</c:v>
                </c:pt>
                <c:pt idx="3780">
                  <c:v>6.36526139</c:v>
                </c:pt>
                <c:pt idx="3781">
                  <c:v>6.36628389</c:v>
                </c:pt>
                <c:pt idx="3782">
                  <c:v>6.36638528</c:v>
                </c:pt>
                <c:pt idx="3783">
                  <c:v>6.36737056</c:v>
                </c:pt>
                <c:pt idx="3784">
                  <c:v>6.36836222</c:v>
                </c:pt>
                <c:pt idx="3785">
                  <c:v>6.36865278</c:v>
                </c:pt>
                <c:pt idx="3786">
                  <c:v>6.36924889</c:v>
                </c:pt>
                <c:pt idx="3787">
                  <c:v>6.37069972</c:v>
                </c:pt>
                <c:pt idx="3788">
                  <c:v>6.37075972</c:v>
                </c:pt>
                <c:pt idx="3789">
                  <c:v>6.37483639</c:v>
                </c:pt>
                <c:pt idx="3790">
                  <c:v>6.37514917</c:v>
                </c:pt>
                <c:pt idx="3791">
                  <c:v>6.37663417</c:v>
                </c:pt>
                <c:pt idx="3792">
                  <c:v>6.3766925</c:v>
                </c:pt>
                <c:pt idx="3793">
                  <c:v>6.37744861</c:v>
                </c:pt>
                <c:pt idx="3794">
                  <c:v>6.37748222</c:v>
                </c:pt>
                <c:pt idx="3795">
                  <c:v>6.38038</c:v>
                </c:pt>
                <c:pt idx="3796">
                  <c:v>6.38112333</c:v>
                </c:pt>
                <c:pt idx="3797">
                  <c:v>6.38134472</c:v>
                </c:pt>
                <c:pt idx="3798">
                  <c:v>6.38144889</c:v>
                </c:pt>
                <c:pt idx="3799">
                  <c:v>6.382495</c:v>
                </c:pt>
                <c:pt idx="3800">
                  <c:v>6.38336972</c:v>
                </c:pt>
                <c:pt idx="3801">
                  <c:v>6.38390722</c:v>
                </c:pt>
                <c:pt idx="3802">
                  <c:v>6.38541111</c:v>
                </c:pt>
                <c:pt idx="3803">
                  <c:v>6.38548556</c:v>
                </c:pt>
                <c:pt idx="3804">
                  <c:v>6.38638889</c:v>
                </c:pt>
                <c:pt idx="3805">
                  <c:v>6.38732444</c:v>
                </c:pt>
                <c:pt idx="3806">
                  <c:v>6.38784389</c:v>
                </c:pt>
                <c:pt idx="3807">
                  <c:v>6.38834139</c:v>
                </c:pt>
                <c:pt idx="3808">
                  <c:v>6.38941139</c:v>
                </c:pt>
                <c:pt idx="3809">
                  <c:v>6.38980389</c:v>
                </c:pt>
                <c:pt idx="3810">
                  <c:v>6.38995222</c:v>
                </c:pt>
                <c:pt idx="3811">
                  <c:v>6.39174639</c:v>
                </c:pt>
                <c:pt idx="3812">
                  <c:v>6.39235</c:v>
                </c:pt>
                <c:pt idx="3813">
                  <c:v>6.3928725</c:v>
                </c:pt>
                <c:pt idx="3814">
                  <c:v>6.39309083</c:v>
                </c:pt>
                <c:pt idx="3815">
                  <c:v>6.39376472</c:v>
                </c:pt>
                <c:pt idx="3816">
                  <c:v>6.39426056</c:v>
                </c:pt>
                <c:pt idx="3817">
                  <c:v>6.39824139</c:v>
                </c:pt>
                <c:pt idx="3818">
                  <c:v>6.39881028</c:v>
                </c:pt>
                <c:pt idx="3819">
                  <c:v>6.399065</c:v>
                </c:pt>
                <c:pt idx="3820">
                  <c:v>6.39971972</c:v>
                </c:pt>
                <c:pt idx="3821">
                  <c:v>6.40116083</c:v>
                </c:pt>
                <c:pt idx="3822">
                  <c:v>6.40139194</c:v>
                </c:pt>
                <c:pt idx="3823">
                  <c:v>6.40151139</c:v>
                </c:pt>
                <c:pt idx="3824">
                  <c:v>6.4015375</c:v>
                </c:pt>
                <c:pt idx="3825">
                  <c:v>6.40172833</c:v>
                </c:pt>
                <c:pt idx="3826">
                  <c:v>6.40351528</c:v>
                </c:pt>
                <c:pt idx="3827">
                  <c:v>6.40467472</c:v>
                </c:pt>
                <c:pt idx="3828">
                  <c:v>6.404705</c:v>
                </c:pt>
                <c:pt idx="3829">
                  <c:v>6.40598056</c:v>
                </c:pt>
                <c:pt idx="3830">
                  <c:v>6.40612083</c:v>
                </c:pt>
                <c:pt idx="3831">
                  <c:v>6.40653722</c:v>
                </c:pt>
                <c:pt idx="3832">
                  <c:v>6.40787861</c:v>
                </c:pt>
                <c:pt idx="3833">
                  <c:v>6.409105</c:v>
                </c:pt>
                <c:pt idx="3834">
                  <c:v>6.40915722</c:v>
                </c:pt>
                <c:pt idx="3835">
                  <c:v>6.40919</c:v>
                </c:pt>
                <c:pt idx="3836">
                  <c:v>6.41097278</c:v>
                </c:pt>
                <c:pt idx="3837">
                  <c:v>6.41163806</c:v>
                </c:pt>
                <c:pt idx="3838">
                  <c:v>6.411855</c:v>
                </c:pt>
                <c:pt idx="3839">
                  <c:v>6.41287583</c:v>
                </c:pt>
                <c:pt idx="3840">
                  <c:v>6.4136</c:v>
                </c:pt>
                <c:pt idx="3841">
                  <c:v>6.41514639</c:v>
                </c:pt>
                <c:pt idx="3842">
                  <c:v>6.41579083</c:v>
                </c:pt>
                <c:pt idx="3843">
                  <c:v>6.41653472</c:v>
                </c:pt>
                <c:pt idx="3844">
                  <c:v>6.41686861</c:v>
                </c:pt>
                <c:pt idx="3845">
                  <c:v>6.41764278</c:v>
                </c:pt>
                <c:pt idx="3846">
                  <c:v>6.41771861</c:v>
                </c:pt>
                <c:pt idx="3847">
                  <c:v>6.42312111</c:v>
                </c:pt>
                <c:pt idx="3848">
                  <c:v>6.4237875</c:v>
                </c:pt>
                <c:pt idx="3849">
                  <c:v>6.42388167</c:v>
                </c:pt>
                <c:pt idx="3850">
                  <c:v>6.42495889</c:v>
                </c:pt>
                <c:pt idx="3851">
                  <c:v>6.425175</c:v>
                </c:pt>
                <c:pt idx="3852">
                  <c:v>6.42664</c:v>
                </c:pt>
                <c:pt idx="3853">
                  <c:v>6.42702889</c:v>
                </c:pt>
                <c:pt idx="3854">
                  <c:v>6.42789694</c:v>
                </c:pt>
                <c:pt idx="3855">
                  <c:v>6.42832944</c:v>
                </c:pt>
                <c:pt idx="3856">
                  <c:v>6.42960722</c:v>
                </c:pt>
                <c:pt idx="3857">
                  <c:v>6.43104889</c:v>
                </c:pt>
                <c:pt idx="3858">
                  <c:v>6.4311225</c:v>
                </c:pt>
                <c:pt idx="3859">
                  <c:v>6.43276028</c:v>
                </c:pt>
                <c:pt idx="3860">
                  <c:v>6.43290583</c:v>
                </c:pt>
                <c:pt idx="3861">
                  <c:v>6.43377861</c:v>
                </c:pt>
                <c:pt idx="3862">
                  <c:v>6.43484167</c:v>
                </c:pt>
                <c:pt idx="3863">
                  <c:v>6.43484833</c:v>
                </c:pt>
                <c:pt idx="3864">
                  <c:v>6.43512583</c:v>
                </c:pt>
                <c:pt idx="3865">
                  <c:v>6.43736278</c:v>
                </c:pt>
                <c:pt idx="3866">
                  <c:v>6.43788167</c:v>
                </c:pt>
                <c:pt idx="3867">
                  <c:v>6.43865778</c:v>
                </c:pt>
                <c:pt idx="3868">
                  <c:v>6.43906806</c:v>
                </c:pt>
                <c:pt idx="3869">
                  <c:v>6.43956917</c:v>
                </c:pt>
                <c:pt idx="3870">
                  <c:v>6.44110444</c:v>
                </c:pt>
                <c:pt idx="3871">
                  <c:v>6.44179361</c:v>
                </c:pt>
                <c:pt idx="3872">
                  <c:v>6.44181833</c:v>
                </c:pt>
                <c:pt idx="3873">
                  <c:v>6.44219694</c:v>
                </c:pt>
                <c:pt idx="3874">
                  <c:v>6.4428225</c:v>
                </c:pt>
                <c:pt idx="3875">
                  <c:v>6.44805361</c:v>
                </c:pt>
                <c:pt idx="3876">
                  <c:v>6.44869</c:v>
                </c:pt>
                <c:pt idx="3877">
                  <c:v>6.44883167</c:v>
                </c:pt>
                <c:pt idx="3878">
                  <c:v>6.45055333</c:v>
                </c:pt>
                <c:pt idx="3879">
                  <c:v>6.45131472</c:v>
                </c:pt>
                <c:pt idx="3880">
                  <c:v>6.45161889</c:v>
                </c:pt>
                <c:pt idx="3881">
                  <c:v>6.45209167</c:v>
                </c:pt>
                <c:pt idx="3882">
                  <c:v>6.452475</c:v>
                </c:pt>
                <c:pt idx="3883">
                  <c:v>6.45376722</c:v>
                </c:pt>
                <c:pt idx="3884">
                  <c:v>6.45470583</c:v>
                </c:pt>
                <c:pt idx="3885">
                  <c:v>6.45574583</c:v>
                </c:pt>
                <c:pt idx="3886">
                  <c:v>6.45610306</c:v>
                </c:pt>
                <c:pt idx="3887">
                  <c:v>6.45647806</c:v>
                </c:pt>
                <c:pt idx="3888">
                  <c:v>6.45771333</c:v>
                </c:pt>
                <c:pt idx="3889">
                  <c:v>6.45825222</c:v>
                </c:pt>
                <c:pt idx="3890">
                  <c:v>6.45873167</c:v>
                </c:pt>
                <c:pt idx="3891">
                  <c:v>6.45981861</c:v>
                </c:pt>
                <c:pt idx="3892">
                  <c:v>6.46016611</c:v>
                </c:pt>
                <c:pt idx="3893">
                  <c:v>6.46050722</c:v>
                </c:pt>
                <c:pt idx="3894">
                  <c:v>6.4608975</c:v>
                </c:pt>
                <c:pt idx="3895">
                  <c:v>6.46126361</c:v>
                </c:pt>
                <c:pt idx="3896">
                  <c:v>6.46336917</c:v>
                </c:pt>
                <c:pt idx="3897">
                  <c:v>6.46358167</c:v>
                </c:pt>
                <c:pt idx="3898">
                  <c:v>6.46419306</c:v>
                </c:pt>
                <c:pt idx="3899">
                  <c:v>6.46461306</c:v>
                </c:pt>
                <c:pt idx="3900">
                  <c:v>6.46566944</c:v>
                </c:pt>
                <c:pt idx="3901">
                  <c:v>6.46679639</c:v>
                </c:pt>
                <c:pt idx="3902">
                  <c:v>6.46714611</c:v>
                </c:pt>
                <c:pt idx="3903">
                  <c:v>6.46716417</c:v>
                </c:pt>
                <c:pt idx="3904">
                  <c:v>6.4676275</c:v>
                </c:pt>
                <c:pt idx="3905">
                  <c:v>6.46799667</c:v>
                </c:pt>
                <c:pt idx="3906">
                  <c:v>6.46953972</c:v>
                </c:pt>
                <c:pt idx="3907">
                  <c:v>6.47149583</c:v>
                </c:pt>
                <c:pt idx="3908">
                  <c:v>6.47251083</c:v>
                </c:pt>
                <c:pt idx="3909">
                  <c:v>6.47264806</c:v>
                </c:pt>
                <c:pt idx="3910">
                  <c:v>6.47348861</c:v>
                </c:pt>
                <c:pt idx="3911">
                  <c:v>6.47379722</c:v>
                </c:pt>
                <c:pt idx="3912">
                  <c:v>6.47406028</c:v>
                </c:pt>
                <c:pt idx="3913">
                  <c:v>6.47451028</c:v>
                </c:pt>
                <c:pt idx="3914">
                  <c:v>6.47549361</c:v>
                </c:pt>
                <c:pt idx="3915">
                  <c:v>6.47556889</c:v>
                </c:pt>
                <c:pt idx="3916">
                  <c:v>6.47658639</c:v>
                </c:pt>
                <c:pt idx="3917">
                  <c:v>6.47672333</c:v>
                </c:pt>
                <c:pt idx="3918">
                  <c:v>6.47805722</c:v>
                </c:pt>
                <c:pt idx="3919">
                  <c:v>6.47817389</c:v>
                </c:pt>
                <c:pt idx="3920">
                  <c:v>6.47967944</c:v>
                </c:pt>
                <c:pt idx="3921">
                  <c:v>6.47996028</c:v>
                </c:pt>
                <c:pt idx="3922">
                  <c:v>6.48148167</c:v>
                </c:pt>
                <c:pt idx="3923">
                  <c:v>6.48179111</c:v>
                </c:pt>
                <c:pt idx="3924">
                  <c:v>6.48329056</c:v>
                </c:pt>
                <c:pt idx="3925">
                  <c:v>6.48412889</c:v>
                </c:pt>
                <c:pt idx="3926">
                  <c:v>6.48712417</c:v>
                </c:pt>
                <c:pt idx="3927">
                  <c:v>6.48783528</c:v>
                </c:pt>
                <c:pt idx="3928">
                  <c:v>6.49072889</c:v>
                </c:pt>
                <c:pt idx="3929">
                  <c:v>6.49515222</c:v>
                </c:pt>
                <c:pt idx="3930">
                  <c:v>6.49892361</c:v>
                </c:pt>
                <c:pt idx="3931">
                  <c:v>6.49959556</c:v>
                </c:pt>
                <c:pt idx="3932">
                  <c:v>6.50189556</c:v>
                </c:pt>
                <c:pt idx="3933">
                  <c:v>6.50347861</c:v>
                </c:pt>
                <c:pt idx="3934">
                  <c:v>6.50405694</c:v>
                </c:pt>
                <c:pt idx="3935">
                  <c:v>6.50708167</c:v>
                </c:pt>
                <c:pt idx="3936">
                  <c:v>6.50934444</c:v>
                </c:pt>
                <c:pt idx="3937">
                  <c:v>6.51381306</c:v>
                </c:pt>
                <c:pt idx="3938">
                  <c:v>6.514665</c:v>
                </c:pt>
                <c:pt idx="3939">
                  <c:v>6.51678278</c:v>
                </c:pt>
                <c:pt idx="3940">
                  <c:v>6.51738361</c:v>
                </c:pt>
                <c:pt idx="3941">
                  <c:v>6.51949722</c:v>
                </c:pt>
                <c:pt idx="3942">
                  <c:v>6.52413417</c:v>
                </c:pt>
                <c:pt idx="3943">
                  <c:v>6.52677472</c:v>
                </c:pt>
                <c:pt idx="3944">
                  <c:v>6.52912278</c:v>
                </c:pt>
                <c:pt idx="3945">
                  <c:v>6.53501472</c:v>
                </c:pt>
                <c:pt idx="3946">
                  <c:v>6.53801389</c:v>
                </c:pt>
                <c:pt idx="3947">
                  <c:v>6.54129028</c:v>
                </c:pt>
                <c:pt idx="3948">
                  <c:v>6.54246778</c:v>
                </c:pt>
                <c:pt idx="3949">
                  <c:v>6.54544306</c:v>
                </c:pt>
                <c:pt idx="3950">
                  <c:v>6.54748833</c:v>
                </c:pt>
                <c:pt idx="3951">
                  <c:v>6.54992306</c:v>
                </c:pt>
                <c:pt idx="3952">
                  <c:v>6.55048306</c:v>
                </c:pt>
                <c:pt idx="3953">
                  <c:v>6.55347361</c:v>
                </c:pt>
                <c:pt idx="3954">
                  <c:v>6.55436611</c:v>
                </c:pt>
                <c:pt idx="3955">
                  <c:v>6.55735</c:v>
                </c:pt>
                <c:pt idx="3956">
                  <c:v>6.55789667</c:v>
                </c:pt>
                <c:pt idx="3957">
                  <c:v>6.56089417</c:v>
                </c:pt>
                <c:pt idx="3958">
                  <c:v>6.56179667</c:v>
                </c:pt>
                <c:pt idx="3959">
                  <c:v>6.56387056</c:v>
                </c:pt>
                <c:pt idx="3960">
                  <c:v>6.56625083</c:v>
                </c:pt>
                <c:pt idx="3961">
                  <c:v>6.56686972</c:v>
                </c:pt>
                <c:pt idx="3962">
                  <c:v>6.56844306</c:v>
                </c:pt>
                <c:pt idx="3963">
                  <c:v>6.57070194</c:v>
                </c:pt>
                <c:pt idx="3964">
                  <c:v>6.57131278</c:v>
                </c:pt>
                <c:pt idx="3965">
                  <c:v>6.57254361</c:v>
                </c:pt>
                <c:pt idx="3966">
                  <c:v>6.57430056</c:v>
                </c:pt>
                <c:pt idx="3967">
                  <c:v>6.57502472</c:v>
                </c:pt>
                <c:pt idx="3968">
                  <c:v>6.57561694</c:v>
                </c:pt>
                <c:pt idx="3969">
                  <c:v>6.57719528</c:v>
                </c:pt>
                <c:pt idx="3970">
                  <c:v>6.57757333</c:v>
                </c:pt>
                <c:pt idx="3971">
                  <c:v>6.58069222</c:v>
                </c:pt>
                <c:pt idx="3972">
                  <c:v>6.58310722</c:v>
                </c:pt>
                <c:pt idx="3973">
                  <c:v>6.58421528</c:v>
                </c:pt>
                <c:pt idx="3974">
                  <c:v>6.58802639</c:v>
                </c:pt>
                <c:pt idx="3975">
                  <c:v>6.59260778</c:v>
                </c:pt>
                <c:pt idx="3976">
                  <c:v>6.59996139</c:v>
                </c:pt>
                <c:pt idx="3977">
                  <c:v>6.60130528</c:v>
                </c:pt>
                <c:pt idx="3978">
                  <c:v>6.60635056</c:v>
                </c:pt>
                <c:pt idx="3979">
                  <c:v>6.60891528</c:v>
                </c:pt>
                <c:pt idx="3980">
                  <c:v>6.61156889</c:v>
                </c:pt>
                <c:pt idx="3981">
                  <c:v>6.61734556</c:v>
                </c:pt>
                <c:pt idx="3982">
                  <c:v>6.62078917</c:v>
                </c:pt>
                <c:pt idx="3983">
                  <c:v>6.62523139</c:v>
                </c:pt>
                <c:pt idx="3984">
                  <c:v>6.62825111</c:v>
                </c:pt>
                <c:pt idx="3985">
                  <c:v>6.63122139</c:v>
                </c:pt>
                <c:pt idx="3986">
                  <c:v>6.63566917</c:v>
                </c:pt>
                <c:pt idx="3987">
                  <c:v>6.6386575</c:v>
                </c:pt>
                <c:pt idx="3988">
                  <c:v>6.64310472</c:v>
                </c:pt>
                <c:pt idx="3989">
                  <c:v>6.64753056</c:v>
                </c:pt>
                <c:pt idx="3990">
                  <c:v>6.65051806</c:v>
                </c:pt>
                <c:pt idx="3991">
                  <c:v>6.65496722</c:v>
                </c:pt>
                <c:pt idx="3992">
                  <c:v>6.659395</c:v>
                </c:pt>
                <c:pt idx="3993">
                  <c:v>6.66979444</c:v>
                </c:pt>
                <c:pt idx="3994">
                  <c:v>6.6742325</c:v>
                </c:pt>
                <c:pt idx="3995">
                  <c:v>6.67724167</c:v>
                </c:pt>
                <c:pt idx="3996">
                  <c:v>6.68161667</c:v>
                </c:pt>
                <c:pt idx="3997">
                  <c:v>6.68458306</c:v>
                </c:pt>
                <c:pt idx="3998">
                  <c:v>6.68759</c:v>
                </c:pt>
                <c:pt idx="3999">
                  <c:v>6.6920875</c:v>
                </c:pt>
                <c:pt idx="4000">
                  <c:v>6.70243056</c:v>
                </c:pt>
                <c:pt idx="4001">
                  <c:v>6.70691333</c:v>
                </c:pt>
                <c:pt idx="4002">
                  <c:v>6.70994444</c:v>
                </c:pt>
                <c:pt idx="4003">
                  <c:v>6.71582306</c:v>
                </c:pt>
                <c:pt idx="4004">
                  <c:v>6.72025611</c:v>
                </c:pt>
                <c:pt idx="4005">
                  <c:v>6.72327</c:v>
                </c:pt>
                <c:pt idx="4006">
                  <c:v>6.72773472</c:v>
                </c:pt>
                <c:pt idx="4007">
                  <c:v>6.73071222</c:v>
                </c:pt>
                <c:pt idx="4008">
                  <c:v>6.73514611</c:v>
                </c:pt>
                <c:pt idx="4009">
                  <c:v>6.73967194</c:v>
                </c:pt>
                <c:pt idx="4010">
                  <c:v>6.74403028</c:v>
                </c:pt>
                <c:pt idx="4011">
                  <c:v>6.75471361</c:v>
                </c:pt>
                <c:pt idx="4012">
                  <c:v>6.76505639</c:v>
                </c:pt>
                <c:pt idx="4013">
                  <c:v>6.765915</c:v>
                </c:pt>
                <c:pt idx="4014">
                  <c:v>6.77392917</c:v>
                </c:pt>
                <c:pt idx="4015">
                  <c:v>6.77697583</c:v>
                </c:pt>
                <c:pt idx="4016">
                  <c:v>6.78138944</c:v>
                </c:pt>
                <c:pt idx="4017">
                  <c:v>6.79761278</c:v>
                </c:pt>
                <c:pt idx="4018">
                  <c:v>6.80804222</c:v>
                </c:pt>
                <c:pt idx="4019">
                  <c:v>6.81389056</c:v>
                </c:pt>
                <c:pt idx="4020">
                  <c:v>6.81841417</c:v>
                </c:pt>
                <c:pt idx="4021">
                  <c:v>6.82284333</c:v>
                </c:pt>
                <c:pt idx="4022">
                  <c:v>6.825805</c:v>
                </c:pt>
                <c:pt idx="4023">
                  <c:v>6.83759111</c:v>
                </c:pt>
                <c:pt idx="4024">
                  <c:v>6.84208917</c:v>
                </c:pt>
                <c:pt idx="4025">
                  <c:v>6.84653722</c:v>
                </c:pt>
                <c:pt idx="4026">
                  <c:v>6.85105194</c:v>
                </c:pt>
                <c:pt idx="4027">
                  <c:v>6.85545139</c:v>
                </c:pt>
                <c:pt idx="4028">
                  <c:v>6.85989139</c:v>
                </c:pt>
                <c:pt idx="4029">
                  <c:v>6.86292833</c:v>
                </c:pt>
                <c:pt idx="4030">
                  <c:v>6.86883278</c:v>
                </c:pt>
                <c:pt idx="4031">
                  <c:v>6.87477417</c:v>
                </c:pt>
                <c:pt idx="4032">
                  <c:v>6.88061833</c:v>
                </c:pt>
                <c:pt idx="4033">
                  <c:v>6.88507306</c:v>
                </c:pt>
                <c:pt idx="4034">
                  <c:v>6.88978972</c:v>
                </c:pt>
                <c:pt idx="4035">
                  <c:v>6.89584333</c:v>
                </c:pt>
                <c:pt idx="4036">
                  <c:v>6.90168583</c:v>
                </c:pt>
                <c:pt idx="4037">
                  <c:v>6.90759139</c:v>
                </c:pt>
                <c:pt idx="4038">
                  <c:v>6.91211694</c:v>
                </c:pt>
                <c:pt idx="4039">
                  <c:v>6.91647694</c:v>
                </c:pt>
                <c:pt idx="4040">
                  <c:v>6.920925</c:v>
                </c:pt>
                <c:pt idx="4041">
                  <c:v>6.93275472</c:v>
                </c:pt>
                <c:pt idx="4042">
                  <c:v>6.93714806</c:v>
                </c:pt>
                <c:pt idx="4043">
                  <c:v>6.94750611</c:v>
                </c:pt>
                <c:pt idx="4044">
                  <c:v>6.95345417</c:v>
                </c:pt>
                <c:pt idx="4045">
                  <c:v>6.96836556</c:v>
                </c:pt>
                <c:pt idx="4046">
                  <c:v>6.97257889</c:v>
                </c:pt>
                <c:pt idx="4047">
                  <c:v>6.97992583</c:v>
                </c:pt>
                <c:pt idx="4048">
                  <c:v>6.98289583</c:v>
                </c:pt>
                <c:pt idx="4049">
                  <c:v>6.98588056</c:v>
                </c:pt>
                <c:pt idx="4050">
                  <c:v>6.98742222</c:v>
                </c:pt>
                <c:pt idx="4051">
                  <c:v>6.99040639</c:v>
                </c:pt>
                <c:pt idx="4052">
                  <c:v>6.99339611</c:v>
                </c:pt>
                <c:pt idx="4053">
                  <c:v>6.99783722</c:v>
                </c:pt>
                <c:pt idx="4054">
                  <c:v>7.00233028</c:v>
                </c:pt>
                <c:pt idx="4055">
                  <c:v>7.00530472</c:v>
                </c:pt>
                <c:pt idx="4056">
                  <c:v>7.00829583</c:v>
                </c:pt>
                <c:pt idx="4057">
                  <c:v>7.01126722</c:v>
                </c:pt>
                <c:pt idx="4058">
                  <c:v>7.01570139</c:v>
                </c:pt>
                <c:pt idx="4059">
                  <c:v>7.01730972</c:v>
                </c:pt>
                <c:pt idx="4060">
                  <c:v>7.01911333</c:v>
                </c:pt>
                <c:pt idx="4061">
                  <c:v>7.0282375</c:v>
                </c:pt>
                <c:pt idx="4062">
                  <c:v>7.03203972</c:v>
                </c:pt>
                <c:pt idx="4063">
                  <c:v>7.03791611</c:v>
                </c:pt>
                <c:pt idx="4064">
                  <c:v>7.03908639</c:v>
                </c:pt>
                <c:pt idx="4065">
                  <c:v>7.04236556</c:v>
                </c:pt>
                <c:pt idx="4066">
                  <c:v>7.04359778</c:v>
                </c:pt>
                <c:pt idx="4067">
                  <c:v>7.04804722</c:v>
                </c:pt>
                <c:pt idx="4068">
                  <c:v>7.04972167</c:v>
                </c:pt>
                <c:pt idx="4069">
                  <c:v>7.05129139</c:v>
                </c:pt>
                <c:pt idx="4070">
                  <c:v>7.05287167</c:v>
                </c:pt>
                <c:pt idx="4071">
                  <c:v>7.05444806</c:v>
                </c:pt>
                <c:pt idx="4072">
                  <c:v>7.05743833</c:v>
                </c:pt>
                <c:pt idx="4073">
                  <c:v>7.06045833</c:v>
                </c:pt>
                <c:pt idx="4074">
                  <c:v>7.06488222</c:v>
                </c:pt>
                <c:pt idx="4075">
                  <c:v>7.06938583</c:v>
                </c:pt>
                <c:pt idx="4076">
                  <c:v>7.07523417</c:v>
                </c:pt>
                <c:pt idx="4077">
                  <c:v>7.07968944</c:v>
                </c:pt>
                <c:pt idx="4078">
                  <c:v>7.08560861</c:v>
                </c:pt>
                <c:pt idx="4079">
                  <c:v>7.09150222</c:v>
                </c:pt>
                <c:pt idx="4080">
                  <c:v>7.09739444</c:v>
                </c:pt>
                <c:pt idx="4081">
                  <c:v>7.10184639</c:v>
                </c:pt>
                <c:pt idx="4082">
                  <c:v>7.10776361</c:v>
                </c:pt>
                <c:pt idx="4083">
                  <c:v>7.11363667</c:v>
                </c:pt>
                <c:pt idx="4084">
                  <c:v>7.1195975</c:v>
                </c:pt>
                <c:pt idx="4085">
                  <c:v>7.12404944</c:v>
                </c:pt>
                <c:pt idx="4086">
                  <c:v>7.12733472</c:v>
                </c:pt>
                <c:pt idx="4087">
                  <c:v>7.13540806</c:v>
                </c:pt>
                <c:pt idx="4088">
                  <c:v>7.13798222</c:v>
                </c:pt>
                <c:pt idx="4089">
                  <c:v>7.14159194</c:v>
                </c:pt>
                <c:pt idx="4090">
                  <c:v>7.14356833</c:v>
                </c:pt>
                <c:pt idx="4091">
                  <c:v>7.14606694</c:v>
                </c:pt>
                <c:pt idx="4092">
                  <c:v>7.14763</c:v>
                </c:pt>
                <c:pt idx="4093">
                  <c:v>7.15203667</c:v>
                </c:pt>
                <c:pt idx="4094">
                  <c:v>7.15657139</c:v>
                </c:pt>
                <c:pt idx="4095">
                  <c:v>7.1609275</c:v>
                </c:pt>
                <c:pt idx="4096">
                  <c:v>7.16711583</c:v>
                </c:pt>
                <c:pt idx="4097">
                  <c:v>7.17753056</c:v>
                </c:pt>
                <c:pt idx="4098">
                  <c:v>7.18186444</c:v>
                </c:pt>
                <c:pt idx="4099">
                  <c:v>7.18630083</c:v>
                </c:pt>
                <c:pt idx="4100">
                  <c:v>7.19968972</c:v>
                </c:pt>
                <c:pt idx="4101">
                  <c:v>7.20408556</c:v>
                </c:pt>
                <c:pt idx="4102">
                  <c:v>7.20853278</c:v>
                </c:pt>
                <c:pt idx="4103">
                  <c:v>7.21299778</c:v>
                </c:pt>
                <c:pt idx="4104">
                  <c:v>7.23224639</c:v>
                </c:pt>
                <c:pt idx="4105">
                  <c:v>7.23669528</c:v>
                </c:pt>
                <c:pt idx="4106">
                  <c:v>7.24259139</c:v>
                </c:pt>
                <c:pt idx="4107">
                  <c:v>7.24854472</c:v>
                </c:pt>
                <c:pt idx="4108">
                  <c:v>7.25294306</c:v>
                </c:pt>
                <c:pt idx="4109">
                  <c:v>7.25884889</c:v>
                </c:pt>
                <c:pt idx="4110">
                  <c:v>7.26335917</c:v>
                </c:pt>
                <c:pt idx="4111">
                  <c:v>7.28393528</c:v>
                </c:pt>
                <c:pt idx="4112">
                  <c:v>7.28695556</c:v>
                </c:pt>
                <c:pt idx="4113">
                  <c:v>7.28993917</c:v>
                </c:pt>
                <c:pt idx="4114">
                  <c:v>7.29435833</c:v>
                </c:pt>
                <c:pt idx="4115">
                  <c:v>7.29879889</c:v>
                </c:pt>
                <c:pt idx="4116">
                  <c:v>7.30205639</c:v>
                </c:pt>
                <c:pt idx="4117">
                  <c:v>7.30506528</c:v>
                </c:pt>
                <c:pt idx="4118">
                  <c:v>7.30958222</c:v>
                </c:pt>
                <c:pt idx="4119">
                  <c:v>7.33609944</c:v>
                </c:pt>
                <c:pt idx="4120">
                  <c:v>7.34797278</c:v>
                </c:pt>
                <c:pt idx="4121">
                  <c:v>7.35387833</c:v>
                </c:pt>
                <c:pt idx="4122">
                  <c:v>7.35976917</c:v>
                </c:pt>
                <c:pt idx="4123">
                  <c:v>7.3657025</c:v>
                </c:pt>
                <c:pt idx="4124">
                  <c:v>7.37164056</c:v>
                </c:pt>
                <c:pt idx="4125">
                  <c:v>7.39228194</c:v>
                </c:pt>
                <c:pt idx="4126">
                  <c:v>7.39678139</c:v>
                </c:pt>
                <c:pt idx="4127">
                  <c:v>7.41002944</c:v>
                </c:pt>
                <c:pt idx="4128">
                  <c:v>7.41448917</c:v>
                </c:pt>
                <c:pt idx="4129">
                  <c:v>7.42777111</c:v>
                </c:pt>
                <c:pt idx="4130">
                  <c:v>7.43370417</c:v>
                </c:pt>
                <c:pt idx="4131">
                  <c:v>7.43993056</c:v>
                </c:pt>
                <c:pt idx="4132">
                  <c:v>7.44572861</c:v>
                </c:pt>
                <c:pt idx="4133">
                  <c:v>7.45164222</c:v>
                </c:pt>
                <c:pt idx="4134">
                  <c:v>7.46348444</c:v>
                </c:pt>
                <c:pt idx="4135">
                  <c:v>7.46790583</c:v>
                </c:pt>
                <c:pt idx="4136">
                  <c:v>7.47242583</c:v>
                </c:pt>
                <c:pt idx="4137">
                  <c:v>7.49304722</c:v>
                </c:pt>
                <c:pt idx="4138">
                  <c:v>7.49894528</c:v>
                </c:pt>
                <c:pt idx="4139">
                  <c:v>7.50342861</c:v>
                </c:pt>
                <c:pt idx="4140">
                  <c:v>7.51519389</c:v>
                </c:pt>
                <c:pt idx="4141">
                  <c:v>7.53133028</c:v>
                </c:pt>
                <c:pt idx="4142">
                  <c:v>7.53431361</c:v>
                </c:pt>
                <c:pt idx="4143">
                  <c:v>7.53879278</c:v>
                </c:pt>
                <c:pt idx="4144">
                  <c:v>7.5550375</c:v>
                </c:pt>
                <c:pt idx="4145">
                  <c:v>7.57441889</c:v>
                </c:pt>
                <c:pt idx="4146">
                  <c:v>7.59647222</c:v>
                </c:pt>
                <c:pt idx="4147">
                  <c:v>7.60240444</c:v>
                </c:pt>
                <c:pt idx="4148">
                  <c:v>7.60975722</c:v>
                </c:pt>
                <c:pt idx="4149">
                  <c:v>7.61572889</c:v>
                </c:pt>
                <c:pt idx="4150">
                  <c:v>7.62017167</c:v>
                </c:pt>
                <c:pt idx="4151">
                  <c:v>7.62463444</c:v>
                </c:pt>
                <c:pt idx="4152">
                  <c:v>7.63053361</c:v>
                </c:pt>
                <c:pt idx="4153">
                  <c:v>7.63503167</c:v>
                </c:pt>
                <c:pt idx="4154">
                  <c:v>7.63753972</c:v>
                </c:pt>
                <c:pt idx="4155">
                  <c:v>7.63839333</c:v>
                </c:pt>
                <c:pt idx="4156">
                  <c:v>7.63946417</c:v>
                </c:pt>
                <c:pt idx="4157">
                  <c:v>7.641125</c:v>
                </c:pt>
                <c:pt idx="4158">
                  <c:v>7.64115</c:v>
                </c:pt>
                <c:pt idx="4159">
                  <c:v>7.64380389</c:v>
                </c:pt>
                <c:pt idx="4160">
                  <c:v>7.64392278</c:v>
                </c:pt>
                <c:pt idx="4161">
                  <c:v>7.64624417</c:v>
                </c:pt>
                <c:pt idx="4162">
                  <c:v>7.6467725</c:v>
                </c:pt>
                <c:pt idx="4163">
                  <c:v>7.65400889</c:v>
                </c:pt>
                <c:pt idx="4164">
                  <c:v>7.65590306</c:v>
                </c:pt>
                <c:pt idx="4165">
                  <c:v>7.66029389</c:v>
                </c:pt>
                <c:pt idx="4166">
                  <c:v>7.66033611</c:v>
                </c:pt>
                <c:pt idx="4167">
                  <c:v>7.66033833</c:v>
                </c:pt>
                <c:pt idx="4168">
                  <c:v>7.66034</c:v>
                </c:pt>
                <c:pt idx="4169">
                  <c:v>7.66035083</c:v>
                </c:pt>
                <c:pt idx="4170">
                  <c:v>7.66373917</c:v>
                </c:pt>
                <c:pt idx="4171">
                  <c:v>7.66391278</c:v>
                </c:pt>
                <c:pt idx="4172">
                  <c:v>7.66449833</c:v>
                </c:pt>
                <c:pt idx="4173">
                  <c:v>7.6646375</c:v>
                </c:pt>
                <c:pt idx="4174">
                  <c:v>7.66471083</c:v>
                </c:pt>
                <c:pt idx="4175">
                  <c:v>7.66808028</c:v>
                </c:pt>
                <c:pt idx="4176">
                  <c:v>7.6686375</c:v>
                </c:pt>
                <c:pt idx="4177">
                  <c:v>7.67003778</c:v>
                </c:pt>
                <c:pt idx="4178">
                  <c:v>7.67050583</c:v>
                </c:pt>
                <c:pt idx="4179">
                  <c:v>7.67259444</c:v>
                </c:pt>
                <c:pt idx="4180">
                  <c:v>7.67324361</c:v>
                </c:pt>
                <c:pt idx="4181">
                  <c:v>7.67340444</c:v>
                </c:pt>
                <c:pt idx="4182">
                  <c:v>7.67395083</c:v>
                </c:pt>
                <c:pt idx="4183">
                  <c:v>7.67511444</c:v>
                </c:pt>
                <c:pt idx="4184">
                  <c:v>7.67628389</c:v>
                </c:pt>
                <c:pt idx="4185">
                  <c:v>7.67705361</c:v>
                </c:pt>
                <c:pt idx="4186">
                  <c:v>7.67780639</c:v>
                </c:pt>
                <c:pt idx="4187">
                  <c:v>7.67983167</c:v>
                </c:pt>
                <c:pt idx="4188">
                  <c:v>7.6806725</c:v>
                </c:pt>
                <c:pt idx="4189">
                  <c:v>7.68343778</c:v>
                </c:pt>
                <c:pt idx="4190">
                  <c:v>7.68359028</c:v>
                </c:pt>
                <c:pt idx="4191">
                  <c:v>7.68367944</c:v>
                </c:pt>
                <c:pt idx="4192">
                  <c:v>7.68475167</c:v>
                </c:pt>
                <c:pt idx="4193">
                  <c:v>7.68579083</c:v>
                </c:pt>
                <c:pt idx="4194">
                  <c:v>7.68657667</c:v>
                </c:pt>
                <c:pt idx="4195">
                  <c:v>7.68741722</c:v>
                </c:pt>
                <c:pt idx="4196">
                  <c:v>7.68811833</c:v>
                </c:pt>
                <c:pt idx="4197">
                  <c:v>7.68884556</c:v>
                </c:pt>
                <c:pt idx="4198">
                  <c:v>7.68958167</c:v>
                </c:pt>
                <c:pt idx="4199">
                  <c:v>7.69027278</c:v>
                </c:pt>
                <c:pt idx="4200">
                  <c:v>7.69031556</c:v>
                </c:pt>
                <c:pt idx="4201">
                  <c:v>7.69049667</c:v>
                </c:pt>
                <c:pt idx="4202">
                  <c:v>7.69284694</c:v>
                </c:pt>
                <c:pt idx="4203">
                  <c:v>7.69350389</c:v>
                </c:pt>
                <c:pt idx="4204">
                  <c:v>7.69399222</c:v>
                </c:pt>
                <c:pt idx="4205">
                  <c:v>7.69401472</c:v>
                </c:pt>
                <c:pt idx="4206">
                  <c:v>7.69580056</c:v>
                </c:pt>
                <c:pt idx="4207">
                  <c:v>7.69650194</c:v>
                </c:pt>
                <c:pt idx="4208">
                  <c:v>7.69650556</c:v>
                </c:pt>
                <c:pt idx="4209">
                  <c:v>7.69782056</c:v>
                </c:pt>
                <c:pt idx="4210">
                  <c:v>7.69837222</c:v>
                </c:pt>
                <c:pt idx="4211">
                  <c:v>7.69958306</c:v>
                </c:pt>
                <c:pt idx="4212">
                  <c:v>7.70021417</c:v>
                </c:pt>
                <c:pt idx="4213">
                  <c:v>7.70224417</c:v>
                </c:pt>
                <c:pt idx="4214">
                  <c:v>7.70237056</c:v>
                </c:pt>
                <c:pt idx="4215">
                  <c:v>7.70380472</c:v>
                </c:pt>
                <c:pt idx="4216">
                  <c:v>7.70422944</c:v>
                </c:pt>
                <c:pt idx="4217">
                  <c:v>7.70513583</c:v>
                </c:pt>
                <c:pt idx="4218">
                  <c:v>7.70555222</c:v>
                </c:pt>
                <c:pt idx="4219">
                  <c:v>7.70611722</c:v>
                </c:pt>
                <c:pt idx="4220">
                  <c:v>7.70657917</c:v>
                </c:pt>
                <c:pt idx="4221">
                  <c:v>7.70680806</c:v>
                </c:pt>
                <c:pt idx="4222">
                  <c:v>7.70729778</c:v>
                </c:pt>
                <c:pt idx="4223">
                  <c:v>7.70804861</c:v>
                </c:pt>
                <c:pt idx="4224">
                  <c:v>7.70886889</c:v>
                </c:pt>
                <c:pt idx="4225">
                  <c:v>7.70936333</c:v>
                </c:pt>
                <c:pt idx="4226">
                  <c:v>7.70944556</c:v>
                </c:pt>
                <c:pt idx="4227">
                  <c:v>7.71093056</c:v>
                </c:pt>
                <c:pt idx="4228">
                  <c:v>7.71107472</c:v>
                </c:pt>
                <c:pt idx="4229">
                  <c:v>7.7128325</c:v>
                </c:pt>
                <c:pt idx="4230">
                  <c:v>7.71386028</c:v>
                </c:pt>
                <c:pt idx="4231">
                  <c:v>7.71414278</c:v>
                </c:pt>
                <c:pt idx="4232">
                  <c:v>7.71494</c:v>
                </c:pt>
                <c:pt idx="4233">
                  <c:v>7.71760556</c:v>
                </c:pt>
                <c:pt idx="4234">
                  <c:v>7.71818583</c:v>
                </c:pt>
                <c:pt idx="4235">
                  <c:v>7.71823861</c:v>
                </c:pt>
                <c:pt idx="4236">
                  <c:v>7.71858361</c:v>
                </c:pt>
                <c:pt idx="4237">
                  <c:v>7.71985972</c:v>
                </c:pt>
                <c:pt idx="4238">
                  <c:v>7.7205825</c:v>
                </c:pt>
                <c:pt idx="4239">
                  <c:v>7.72067167</c:v>
                </c:pt>
                <c:pt idx="4240">
                  <c:v>7.72158</c:v>
                </c:pt>
                <c:pt idx="4241">
                  <c:v>7.72206944</c:v>
                </c:pt>
                <c:pt idx="4242">
                  <c:v>7.72247</c:v>
                </c:pt>
                <c:pt idx="4243">
                  <c:v>7.72280861</c:v>
                </c:pt>
                <c:pt idx="4244">
                  <c:v>7.72417694</c:v>
                </c:pt>
                <c:pt idx="4245">
                  <c:v>7.72543306</c:v>
                </c:pt>
                <c:pt idx="4246">
                  <c:v>7.72603278</c:v>
                </c:pt>
                <c:pt idx="4247">
                  <c:v>7.727065</c:v>
                </c:pt>
                <c:pt idx="4248">
                  <c:v>7.7362725</c:v>
                </c:pt>
                <c:pt idx="4249">
                  <c:v>7.73635444</c:v>
                </c:pt>
                <c:pt idx="4250">
                  <c:v>7.73637083</c:v>
                </c:pt>
                <c:pt idx="4251">
                  <c:v>7.73656833</c:v>
                </c:pt>
                <c:pt idx="4252">
                  <c:v>7.73704</c:v>
                </c:pt>
                <c:pt idx="4253">
                  <c:v>7.73869167</c:v>
                </c:pt>
                <c:pt idx="4254">
                  <c:v>7.73911111</c:v>
                </c:pt>
                <c:pt idx="4255">
                  <c:v>7.73943639</c:v>
                </c:pt>
                <c:pt idx="4256">
                  <c:v>7.73996028</c:v>
                </c:pt>
                <c:pt idx="4257">
                  <c:v>7.74165917</c:v>
                </c:pt>
                <c:pt idx="4258">
                  <c:v>7.74213889</c:v>
                </c:pt>
                <c:pt idx="4259">
                  <c:v>7.74294778</c:v>
                </c:pt>
                <c:pt idx="4260">
                  <c:v>7.74387528</c:v>
                </c:pt>
                <c:pt idx="4261">
                  <c:v>7.74421444</c:v>
                </c:pt>
                <c:pt idx="4262">
                  <c:v>7.74445694</c:v>
                </c:pt>
                <c:pt idx="4263">
                  <c:v>7.74446083</c:v>
                </c:pt>
                <c:pt idx="4264">
                  <c:v>7.74532417</c:v>
                </c:pt>
                <c:pt idx="4265">
                  <c:v>7.74608917</c:v>
                </c:pt>
                <c:pt idx="4266">
                  <c:v>7.74666167</c:v>
                </c:pt>
                <c:pt idx="4267">
                  <c:v>7.75958028</c:v>
                </c:pt>
                <c:pt idx="4268">
                  <c:v>7.75994528</c:v>
                </c:pt>
                <c:pt idx="4269">
                  <c:v>7.76016917</c:v>
                </c:pt>
                <c:pt idx="4270">
                  <c:v>7.76042111</c:v>
                </c:pt>
                <c:pt idx="4271">
                  <c:v>7.76045972</c:v>
                </c:pt>
                <c:pt idx="4272">
                  <c:v>7.76160361</c:v>
                </c:pt>
                <c:pt idx="4273">
                  <c:v>7.76191917</c:v>
                </c:pt>
                <c:pt idx="4274">
                  <c:v>7.76239472</c:v>
                </c:pt>
                <c:pt idx="4275">
                  <c:v>7.76268333</c:v>
                </c:pt>
                <c:pt idx="4276">
                  <c:v>7.76318667</c:v>
                </c:pt>
                <c:pt idx="4277">
                  <c:v>7.76412944</c:v>
                </c:pt>
                <c:pt idx="4278">
                  <c:v>7.76494306</c:v>
                </c:pt>
                <c:pt idx="4279">
                  <c:v>7.76504806</c:v>
                </c:pt>
                <c:pt idx="4280">
                  <c:v>7.76601167</c:v>
                </c:pt>
                <c:pt idx="4281">
                  <c:v>7.76603833</c:v>
                </c:pt>
                <c:pt idx="4282">
                  <c:v>7.76670778</c:v>
                </c:pt>
                <c:pt idx="4283">
                  <c:v>7.76730139</c:v>
                </c:pt>
                <c:pt idx="4284">
                  <c:v>7.76745056</c:v>
                </c:pt>
                <c:pt idx="4285">
                  <c:v>7.76808528</c:v>
                </c:pt>
                <c:pt idx="4286">
                  <c:v>7.76905028</c:v>
                </c:pt>
                <c:pt idx="4287">
                  <c:v>7.77019972</c:v>
                </c:pt>
                <c:pt idx="4288">
                  <c:v>7.77140389</c:v>
                </c:pt>
                <c:pt idx="4289">
                  <c:v>7.77216056</c:v>
                </c:pt>
                <c:pt idx="4290">
                  <c:v>7.77305194</c:v>
                </c:pt>
                <c:pt idx="4291">
                  <c:v>7.77436194</c:v>
                </c:pt>
                <c:pt idx="4292">
                  <c:v>7.77696861</c:v>
                </c:pt>
                <c:pt idx="4293">
                  <c:v>7.77825472</c:v>
                </c:pt>
                <c:pt idx="4294">
                  <c:v>7.778635</c:v>
                </c:pt>
                <c:pt idx="4295">
                  <c:v>7.77878472</c:v>
                </c:pt>
                <c:pt idx="4296">
                  <c:v>7.77881</c:v>
                </c:pt>
                <c:pt idx="4297">
                  <c:v>7.78072306</c:v>
                </c:pt>
                <c:pt idx="4298">
                  <c:v>7.78121361</c:v>
                </c:pt>
                <c:pt idx="4299">
                  <c:v>7.78291417</c:v>
                </c:pt>
                <c:pt idx="4300">
                  <c:v>7.78341639</c:v>
                </c:pt>
                <c:pt idx="4301">
                  <c:v>7.78488028</c:v>
                </c:pt>
                <c:pt idx="4302">
                  <c:v>7.78581833</c:v>
                </c:pt>
                <c:pt idx="4303">
                  <c:v>7.78590639</c:v>
                </c:pt>
                <c:pt idx="4304">
                  <c:v>7.78652778</c:v>
                </c:pt>
                <c:pt idx="4305">
                  <c:v>7.78694056</c:v>
                </c:pt>
                <c:pt idx="4306">
                  <c:v>7.78771389</c:v>
                </c:pt>
                <c:pt idx="4307">
                  <c:v>7.78793639</c:v>
                </c:pt>
                <c:pt idx="4308">
                  <c:v>7.78892444</c:v>
                </c:pt>
                <c:pt idx="4309">
                  <c:v>7.78954778</c:v>
                </c:pt>
                <c:pt idx="4310">
                  <c:v>7.78966694</c:v>
                </c:pt>
                <c:pt idx="4311">
                  <c:v>7.79074583</c:v>
                </c:pt>
                <c:pt idx="4312">
                  <c:v>7.79111417</c:v>
                </c:pt>
                <c:pt idx="4313">
                  <c:v>7.79301472</c:v>
                </c:pt>
                <c:pt idx="4314">
                  <c:v>7.79396806</c:v>
                </c:pt>
                <c:pt idx="4315">
                  <c:v>7.8014175</c:v>
                </c:pt>
                <c:pt idx="4316">
                  <c:v>7.80173167</c:v>
                </c:pt>
                <c:pt idx="4317">
                  <c:v>7.80173583</c:v>
                </c:pt>
                <c:pt idx="4318">
                  <c:v>7.80233139</c:v>
                </c:pt>
                <c:pt idx="4319">
                  <c:v>7.80321917</c:v>
                </c:pt>
                <c:pt idx="4320">
                  <c:v>7.8040525</c:v>
                </c:pt>
                <c:pt idx="4321">
                  <c:v>7.80426889</c:v>
                </c:pt>
                <c:pt idx="4322">
                  <c:v>7.80598889</c:v>
                </c:pt>
                <c:pt idx="4323">
                  <c:v>7.80670861</c:v>
                </c:pt>
                <c:pt idx="4324">
                  <c:v>7.80714278</c:v>
                </c:pt>
                <c:pt idx="4325">
                  <c:v>7.80816944</c:v>
                </c:pt>
                <c:pt idx="4326">
                  <c:v>7.80897778</c:v>
                </c:pt>
                <c:pt idx="4327">
                  <c:v>7.80943778</c:v>
                </c:pt>
                <c:pt idx="4328">
                  <c:v>7.81033333</c:v>
                </c:pt>
                <c:pt idx="4329">
                  <c:v>7.81052889</c:v>
                </c:pt>
                <c:pt idx="4330">
                  <c:v>7.81131722</c:v>
                </c:pt>
                <c:pt idx="4331">
                  <c:v>7.81298972</c:v>
                </c:pt>
                <c:pt idx="4332">
                  <c:v>7.81366389</c:v>
                </c:pt>
                <c:pt idx="4333">
                  <c:v>7.81440833</c:v>
                </c:pt>
                <c:pt idx="4334">
                  <c:v>7.81495833</c:v>
                </c:pt>
                <c:pt idx="4335">
                  <c:v>7.81558444</c:v>
                </c:pt>
                <c:pt idx="4336">
                  <c:v>7.81700583</c:v>
                </c:pt>
                <c:pt idx="4337">
                  <c:v>7.81732278</c:v>
                </c:pt>
                <c:pt idx="4338">
                  <c:v>7.81831944</c:v>
                </c:pt>
                <c:pt idx="4339">
                  <c:v>7.81880833</c:v>
                </c:pt>
                <c:pt idx="4340">
                  <c:v>7.82004944</c:v>
                </c:pt>
                <c:pt idx="4341">
                  <c:v>7.82070167</c:v>
                </c:pt>
                <c:pt idx="4342">
                  <c:v>7.82084028</c:v>
                </c:pt>
                <c:pt idx="4343">
                  <c:v>7.82167611</c:v>
                </c:pt>
                <c:pt idx="4344">
                  <c:v>7.82229222</c:v>
                </c:pt>
                <c:pt idx="4345">
                  <c:v>7.82322917</c:v>
                </c:pt>
                <c:pt idx="4346">
                  <c:v>7.82554556</c:v>
                </c:pt>
                <c:pt idx="4347">
                  <c:v>7.82751361</c:v>
                </c:pt>
                <c:pt idx="4348">
                  <c:v>7.82810806</c:v>
                </c:pt>
                <c:pt idx="4349">
                  <c:v>7.82835972</c:v>
                </c:pt>
                <c:pt idx="4350">
                  <c:v>7.82911611</c:v>
                </c:pt>
                <c:pt idx="4351">
                  <c:v>7.82921528</c:v>
                </c:pt>
                <c:pt idx="4352">
                  <c:v>7.82983444</c:v>
                </c:pt>
                <c:pt idx="4353">
                  <c:v>7.8315525</c:v>
                </c:pt>
                <c:pt idx="4354">
                  <c:v>7.83219361</c:v>
                </c:pt>
                <c:pt idx="4355">
                  <c:v>7.8352</c:v>
                </c:pt>
                <c:pt idx="4356">
                  <c:v>7.83611806</c:v>
                </c:pt>
                <c:pt idx="4357">
                  <c:v>7.83628722</c:v>
                </c:pt>
                <c:pt idx="4358">
                  <c:v>7.83665528</c:v>
                </c:pt>
                <c:pt idx="4359">
                  <c:v>7.83770444</c:v>
                </c:pt>
                <c:pt idx="4360">
                  <c:v>7.83952528</c:v>
                </c:pt>
                <c:pt idx="4361">
                  <c:v>7.83971944</c:v>
                </c:pt>
                <c:pt idx="4362">
                  <c:v>7.84116417</c:v>
                </c:pt>
                <c:pt idx="4363">
                  <c:v>7.84181361</c:v>
                </c:pt>
                <c:pt idx="4364">
                  <c:v>7.84296861</c:v>
                </c:pt>
                <c:pt idx="4365">
                  <c:v>7.84309694</c:v>
                </c:pt>
                <c:pt idx="4366">
                  <c:v>7.84393056</c:v>
                </c:pt>
                <c:pt idx="4367">
                  <c:v>7.84650639</c:v>
                </c:pt>
                <c:pt idx="4368">
                  <c:v>7.84898833</c:v>
                </c:pt>
                <c:pt idx="4369">
                  <c:v>7.85002417</c:v>
                </c:pt>
                <c:pt idx="4370">
                  <c:v>7.85089528</c:v>
                </c:pt>
                <c:pt idx="4371">
                  <c:v>7.85207444</c:v>
                </c:pt>
                <c:pt idx="4372">
                  <c:v>7.85217194</c:v>
                </c:pt>
                <c:pt idx="4373">
                  <c:v>7.85228833</c:v>
                </c:pt>
                <c:pt idx="4374">
                  <c:v>7.85243361</c:v>
                </c:pt>
                <c:pt idx="4375">
                  <c:v>7.85251861</c:v>
                </c:pt>
                <c:pt idx="4376">
                  <c:v>7.85421944</c:v>
                </c:pt>
                <c:pt idx="4377">
                  <c:v>7.85489667</c:v>
                </c:pt>
                <c:pt idx="4378">
                  <c:v>7.85573944</c:v>
                </c:pt>
                <c:pt idx="4379">
                  <c:v>7.85695806</c:v>
                </c:pt>
                <c:pt idx="4380">
                  <c:v>7.85806972</c:v>
                </c:pt>
                <c:pt idx="4381">
                  <c:v>7.85869417</c:v>
                </c:pt>
                <c:pt idx="4382">
                  <c:v>7.85980944</c:v>
                </c:pt>
                <c:pt idx="4383">
                  <c:v>7.85994139</c:v>
                </c:pt>
                <c:pt idx="4384">
                  <c:v>7.86204583</c:v>
                </c:pt>
                <c:pt idx="4385">
                  <c:v>7.86216694</c:v>
                </c:pt>
                <c:pt idx="4386">
                  <c:v>7.8627225</c:v>
                </c:pt>
                <c:pt idx="4387">
                  <c:v>7.86463139</c:v>
                </c:pt>
                <c:pt idx="4388">
                  <c:v>7.86708722</c:v>
                </c:pt>
                <c:pt idx="4389">
                  <c:v>7.86729472</c:v>
                </c:pt>
                <c:pt idx="4390">
                  <c:v>7.86877944</c:v>
                </c:pt>
                <c:pt idx="4391">
                  <c:v>7.87021778</c:v>
                </c:pt>
                <c:pt idx="4392">
                  <c:v>7.87207222</c:v>
                </c:pt>
                <c:pt idx="4393">
                  <c:v>7.87222944</c:v>
                </c:pt>
                <c:pt idx="4394">
                  <c:v>7.87420167</c:v>
                </c:pt>
                <c:pt idx="4395">
                  <c:v>7.87452889</c:v>
                </c:pt>
                <c:pt idx="4396">
                  <c:v>7.87456111</c:v>
                </c:pt>
                <c:pt idx="4397">
                  <c:v>7.87613306</c:v>
                </c:pt>
                <c:pt idx="4398">
                  <c:v>7.87755667</c:v>
                </c:pt>
                <c:pt idx="4399">
                  <c:v>7.87767972</c:v>
                </c:pt>
                <c:pt idx="4400">
                  <c:v>7.87777694</c:v>
                </c:pt>
                <c:pt idx="4401">
                  <c:v>7.8795225</c:v>
                </c:pt>
                <c:pt idx="4402">
                  <c:v>7.88115056</c:v>
                </c:pt>
                <c:pt idx="4403">
                  <c:v>7.88134444</c:v>
                </c:pt>
                <c:pt idx="4404">
                  <c:v>7.88367194</c:v>
                </c:pt>
                <c:pt idx="4405">
                  <c:v>7.88429083</c:v>
                </c:pt>
                <c:pt idx="4406">
                  <c:v>7.88451417</c:v>
                </c:pt>
                <c:pt idx="4407">
                  <c:v>7.88705639</c:v>
                </c:pt>
                <c:pt idx="4408">
                  <c:v>7.88815056</c:v>
                </c:pt>
                <c:pt idx="4409">
                  <c:v>7.88901417</c:v>
                </c:pt>
                <c:pt idx="4410">
                  <c:v>7.88922028</c:v>
                </c:pt>
                <c:pt idx="4411">
                  <c:v>7.88975472</c:v>
                </c:pt>
                <c:pt idx="4412">
                  <c:v>7.89085639</c:v>
                </c:pt>
                <c:pt idx="4413">
                  <c:v>7.89191194</c:v>
                </c:pt>
                <c:pt idx="4414">
                  <c:v>7.89435833</c:v>
                </c:pt>
                <c:pt idx="4415">
                  <c:v>7.89457</c:v>
                </c:pt>
                <c:pt idx="4416">
                  <c:v>7.89717111</c:v>
                </c:pt>
                <c:pt idx="4417">
                  <c:v>7.89767306</c:v>
                </c:pt>
                <c:pt idx="4418">
                  <c:v>7.89925306</c:v>
                </c:pt>
                <c:pt idx="4419">
                  <c:v>7.90213833</c:v>
                </c:pt>
                <c:pt idx="4420">
                  <c:v>7.90282583</c:v>
                </c:pt>
                <c:pt idx="4421">
                  <c:v>7.90352139</c:v>
                </c:pt>
                <c:pt idx="4422">
                  <c:v>7.90376611</c:v>
                </c:pt>
                <c:pt idx="4423">
                  <c:v>7.90499694</c:v>
                </c:pt>
                <c:pt idx="4424">
                  <c:v>7.90684972</c:v>
                </c:pt>
                <c:pt idx="4425">
                  <c:v>7.90687556</c:v>
                </c:pt>
                <c:pt idx="4426">
                  <c:v>7.90725111</c:v>
                </c:pt>
                <c:pt idx="4427">
                  <c:v>7.9090975</c:v>
                </c:pt>
                <c:pt idx="4428">
                  <c:v>7.90911889</c:v>
                </c:pt>
                <c:pt idx="4429">
                  <c:v>7.90921972</c:v>
                </c:pt>
                <c:pt idx="4430">
                  <c:v>7.910985</c:v>
                </c:pt>
                <c:pt idx="4431">
                  <c:v>7.91114389</c:v>
                </c:pt>
                <c:pt idx="4432">
                  <c:v>7.91173611</c:v>
                </c:pt>
                <c:pt idx="4433">
                  <c:v>7.91311111</c:v>
                </c:pt>
                <c:pt idx="4434">
                  <c:v>7.91371861</c:v>
                </c:pt>
                <c:pt idx="4435">
                  <c:v>7.91496917</c:v>
                </c:pt>
                <c:pt idx="4436">
                  <c:v>7.91600472</c:v>
                </c:pt>
                <c:pt idx="4437">
                  <c:v>7.91616806</c:v>
                </c:pt>
                <c:pt idx="4438">
                  <c:v>7.916515</c:v>
                </c:pt>
                <c:pt idx="4439">
                  <c:v>7.91818861</c:v>
                </c:pt>
                <c:pt idx="4440">
                  <c:v>7.91824139</c:v>
                </c:pt>
                <c:pt idx="4441">
                  <c:v>7.91831167</c:v>
                </c:pt>
                <c:pt idx="4442">
                  <c:v>7.9184275</c:v>
                </c:pt>
                <c:pt idx="4443">
                  <c:v>7.92170944</c:v>
                </c:pt>
                <c:pt idx="4444">
                  <c:v>7.92195306</c:v>
                </c:pt>
                <c:pt idx="4445">
                  <c:v>7.92414389</c:v>
                </c:pt>
                <c:pt idx="4446">
                  <c:v>7.92745306</c:v>
                </c:pt>
                <c:pt idx="4447">
                  <c:v>7.92779583</c:v>
                </c:pt>
                <c:pt idx="4448">
                  <c:v>7.92835583</c:v>
                </c:pt>
                <c:pt idx="4449">
                  <c:v>7.92923611</c:v>
                </c:pt>
                <c:pt idx="4450">
                  <c:v>7.9296925</c:v>
                </c:pt>
                <c:pt idx="4451">
                  <c:v>7.93077778</c:v>
                </c:pt>
                <c:pt idx="4452">
                  <c:v>7.93181556</c:v>
                </c:pt>
                <c:pt idx="4453">
                  <c:v>7.9318375</c:v>
                </c:pt>
                <c:pt idx="4454">
                  <c:v>7.93193056</c:v>
                </c:pt>
                <c:pt idx="4455">
                  <c:v>7.93343361</c:v>
                </c:pt>
                <c:pt idx="4456">
                  <c:v>7.93480806</c:v>
                </c:pt>
                <c:pt idx="4457">
                  <c:v>7.9374925</c:v>
                </c:pt>
                <c:pt idx="4458">
                  <c:v>7.93854306</c:v>
                </c:pt>
                <c:pt idx="4459">
                  <c:v>7.93962194</c:v>
                </c:pt>
                <c:pt idx="4460">
                  <c:v>7.93966472</c:v>
                </c:pt>
                <c:pt idx="4461">
                  <c:v>7.93968</c:v>
                </c:pt>
                <c:pt idx="4462">
                  <c:v>7.94117222</c:v>
                </c:pt>
                <c:pt idx="4463">
                  <c:v>7.94209278</c:v>
                </c:pt>
                <c:pt idx="4464">
                  <c:v>7.94390917</c:v>
                </c:pt>
                <c:pt idx="4465">
                  <c:v>7.94419889</c:v>
                </c:pt>
                <c:pt idx="4466">
                  <c:v>7.94528167</c:v>
                </c:pt>
                <c:pt idx="4467">
                  <c:v>7.94604306</c:v>
                </c:pt>
                <c:pt idx="4468">
                  <c:v>7.94683667</c:v>
                </c:pt>
                <c:pt idx="4469">
                  <c:v>7.9469325</c:v>
                </c:pt>
                <c:pt idx="4470">
                  <c:v>7.94844778</c:v>
                </c:pt>
                <c:pt idx="4471">
                  <c:v>7.94854472</c:v>
                </c:pt>
                <c:pt idx="4472">
                  <c:v>7.94949917</c:v>
                </c:pt>
                <c:pt idx="4473">
                  <c:v>7.94985917</c:v>
                </c:pt>
                <c:pt idx="4474">
                  <c:v>7.95147556</c:v>
                </c:pt>
                <c:pt idx="4475">
                  <c:v>7.95341444</c:v>
                </c:pt>
                <c:pt idx="4476">
                  <c:v>7.95354833</c:v>
                </c:pt>
                <c:pt idx="4477">
                  <c:v>7.95860667</c:v>
                </c:pt>
                <c:pt idx="4478">
                  <c:v>7.95982</c:v>
                </c:pt>
                <c:pt idx="4479">
                  <c:v>7.96023139</c:v>
                </c:pt>
                <c:pt idx="4480">
                  <c:v>7.96059472</c:v>
                </c:pt>
                <c:pt idx="4481">
                  <c:v>7.9616525</c:v>
                </c:pt>
                <c:pt idx="4482">
                  <c:v>7.96264639</c:v>
                </c:pt>
                <c:pt idx="4483">
                  <c:v>7.96392056</c:v>
                </c:pt>
                <c:pt idx="4484">
                  <c:v>7.96454056</c:v>
                </c:pt>
                <c:pt idx="4485">
                  <c:v>7.96736083</c:v>
                </c:pt>
                <c:pt idx="4486">
                  <c:v>7.96752778</c:v>
                </c:pt>
                <c:pt idx="4487">
                  <c:v>7.96922444</c:v>
                </c:pt>
                <c:pt idx="4488">
                  <c:v>7.96933667</c:v>
                </c:pt>
                <c:pt idx="4489">
                  <c:v>7.97002083</c:v>
                </c:pt>
                <c:pt idx="4490">
                  <c:v>7.9707025</c:v>
                </c:pt>
                <c:pt idx="4491">
                  <c:v>7.97072222</c:v>
                </c:pt>
                <c:pt idx="4492">
                  <c:v>7.97294056</c:v>
                </c:pt>
                <c:pt idx="4493">
                  <c:v>7.97330111</c:v>
                </c:pt>
                <c:pt idx="4494">
                  <c:v>7.97482639</c:v>
                </c:pt>
                <c:pt idx="4495">
                  <c:v>7.97595361</c:v>
                </c:pt>
                <c:pt idx="4496">
                  <c:v>7.98257639</c:v>
                </c:pt>
                <c:pt idx="4497">
                  <c:v>7.98319528</c:v>
                </c:pt>
                <c:pt idx="4498">
                  <c:v>7.98329389</c:v>
                </c:pt>
                <c:pt idx="4499">
                  <c:v>7.98440694</c:v>
                </c:pt>
                <c:pt idx="4500">
                  <c:v>7.98643639</c:v>
                </c:pt>
                <c:pt idx="4501">
                  <c:v>7.98643889</c:v>
                </c:pt>
                <c:pt idx="4502">
                  <c:v>7.98738556</c:v>
                </c:pt>
                <c:pt idx="4503">
                  <c:v>7.9877725</c:v>
                </c:pt>
                <c:pt idx="4504">
                  <c:v>7.98938667</c:v>
                </c:pt>
                <c:pt idx="4505">
                  <c:v>7.98940889</c:v>
                </c:pt>
                <c:pt idx="4506">
                  <c:v>7.98943972</c:v>
                </c:pt>
                <c:pt idx="4507">
                  <c:v>7.99026444</c:v>
                </c:pt>
                <c:pt idx="4508">
                  <c:v>7.99076611</c:v>
                </c:pt>
                <c:pt idx="4509">
                  <c:v>7.9916225</c:v>
                </c:pt>
                <c:pt idx="4510">
                  <c:v>7.99242444</c:v>
                </c:pt>
                <c:pt idx="4511">
                  <c:v>7.99399722</c:v>
                </c:pt>
                <c:pt idx="4512">
                  <c:v>7.99574556</c:v>
                </c:pt>
                <c:pt idx="4513">
                  <c:v>7.99686833</c:v>
                </c:pt>
                <c:pt idx="4514">
                  <c:v>8.00144333</c:v>
                </c:pt>
                <c:pt idx="4515">
                  <c:v>8.00168556</c:v>
                </c:pt>
                <c:pt idx="4516">
                  <c:v>8.00186139</c:v>
                </c:pt>
                <c:pt idx="4517">
                  <c:v>8.00226083</c:v>
                </c:pt>
                <c:pt idx="4518">
                  <c:v>8.00376944</c:v>
                </c:pt>
                <c:pt idx="4519">
                  <c:v>8.00482167</c:v>
                </c:pt>
                <c:pt idx="4520">
                  <c:v>8.00566</c:v>
                </c:pt>
                <c:pt idx="4521">
                  <c:v>8.0056875</c:v>
                </c:pt>
                <c:pt idx="4522">
                  <c:v>8.00589333</c:v>
                </c:pt>
                <c:pt idx="4523">
                  <c:v>8.00741917</c:v>
                </c:pt>
                <c:pt idx="4524">
                  <c:v>8.00781556</c:v>
                </c:pt>
                <c:pt idx="4525">
                  <c:v>8.00810667</c:v>
                </c:pt>
                <c:pt idx="4526">
                  <c:v>8.0094</c:v>
                </c:pt>
                <c:pt idx="4527">
                  <c:v>8.01021472</c:v>
                </c:pt>
                <c:pt idx="4528">
                  <c:v>8.01101778</c:v>
                </c:pt>
                <c:pt idx="4529">
                  <c:v>8.01128611</c:v>
                </c:pt>
                <c:pt idx="4530">
                  <c:v>8.01162139</c:v>
                </c:pt>
                <c:pt idx="4531">
                  <c:v>8.01287944</c:v>
                </c:pt>
                <c:pt idx="4532">
                  <c:v>8.01396361</c:v>
                </c:pt>
                <c:pt idx="4533">
                  <c:v>8.01447889</c:v>
                </c:pt>
                <c:pt idx="4534">
                  <c:v>8.01593861</c:v>
                </c:pt>
                <c:pt idx="4535">
                  <c:v>8.01713944</c:v>
                </c:pt>
                <c:pt idx="4536">
                  <c:v>8.01727667</c:v>
                </c:pt>
                <c:pt idx="4537">
                  <c:v>8.01862417</c:v>
                </c:pt>
                <c:pt idx="4538">
                  <c:v>8.01943417</c:v>
                </c:pt>
                <c:pt idx="4539">
                  <c:v>8.01978</c:v>
                </c:pt>
                <c:pt idx="4540">
                  <c:v>8.02005</c:v>
                </c:pt>
                <c:pt idx="4541">
                  <c:v>8.02097694</c:v>
                </c:pt>
                <c:pt idx="4542">
                  <c:v>8.02104222</c:v>
                </c:pt>
                <c:pt idx="4543">
                  <c:v>8.02186167</c:v>
                </c:pt>
                <c:pt idx="4544">
                  <c:v>8.02400778</c:v>
                </c:pt>
                <c:pt idx="4545">
                  <c:v>8.02572306</c:v>
                </c:pt>
                <c:pt idx="4546">
                  <c:v>8.02655778</c:v>
                </c:pt>
                <c:pt idx="4547">
                  <c:v>8.02752833</c:v>
                </c:pt>
                <c:pt idx="4548">
                  <c:v>8.02962944</c:v>
                </c:pt>
                <c:pt idx="4549">
                  <c:v>8.03013361</c:v>
                </c:pt>
                <c:pt idx="4550">
                  <c:v>8.03113583</c:v>
                </c:pt>
                <c:pt idx="4551">
                  <c:v>8.03209583</c:v>
                </c:pt>
                <c:pt idx="4552">
                  <c:v>8.03276139</c:v>
                </c:pt>
                <c:pt idx="4553">
                  <c:v>8.0332375</c:v>
                </c:pt>
                <c:pt idx="4554">
                  <c:v>8.03478528</c:v>
                </c:pt>
                <c:pt idx="4555">
                  <c:v>8.03575278</c:v>
                </c:pt>
                <c:pt idx="4556">
                  <c:v>8.03614389</c:v>
                </c:pt>
                <c:pt idx="4557">
                  <c:v>8.03616139</c:v>
                </c:pt>
                <c:pt idx="4558">
                  <c:v>8.03752417</c:v>
                </c:pt>
                <c:pt idx="4559">
                  <c:v>8.03837472</c:v>
                </c:pt>
                <c:pt idx="4560">
                  <c:v>8.03981472</c:v>
                </c:pt>
                <c:pt idx="4561">
                  <c:v>8.04306167</c:v>
                </c:pt>
                <c:pt idx="4562">
                  <c:v>8.04419028</c:v>
                </c:pt>
                <c:pt idx="4563">
                  <c:v>8.04456778</c:v>
                </c:pt>
                <c:pt idx="4564">
                  <c:v>8.04457917</c:v>
                </c:pt>
                <c:pt idx="4565">
                  <c:v>8.04569333</c:v>
                </c:pt>
                <c:pt idx="4566">
                  <c:v>8.04643722</c:v>
                </c:pt>
                <c:pt idx="4567">
                  <c:v>8.04761778</c:v>
                </c:pt>
                <c:pt idx="4568">
                  <c:v>8.04770722</c:v>
                </c:pt>
                <c:pt idx="4569">
                  <c:v>8.04878222</c:v>
                </c:pt>
                <c:pt idx="4570">
                  <c:v>8.05038</c:v>
                </c:pt>
                <c:pt idx="4571">
                  <c:v>8.05336472</c:v>
                </c:pt>
                <c:pt idx="4572">
                  <c:v>8.05451278</c:v>
                </c:pt>
                <c:pt idx="4573">
                  <c:v>8.05460333</c:v>
                </c:pt>
                <c:pt idx="4574">
                  <c:v>8.05635722</c:v>
                </c:pt>
                <c:pt idx="4575">
                  <c:v>8.05658861</c:v>
                </c:pt>
                <c:pt idx="4576">
                  <c:v>8.05735528</c:v>
                </c:pt>
                <c:pt idx="4577">
                  <c:v>8.05793833</c:v>
                </c:pt>
                <c:pt idx="4578">
                  <c:v>8.05806111</c:v>
                </c:pt>
                <c:pt idx="4579">
                  <c:v>8.05915917</c:v>
                </c:pt>
                <c:pt idx="4580">
                  <c:v>8.06451278</c:v>
                </c:pt>
                <c:pt idx="4581">
                  <c:v>8.06467472</c:v>
                </c:pt>
                <c:pt idx="4582">
                  <c:v>8.06656528</c:v>
                </c:pt>
                <c:pt idx="4583">
                  <c:v>8.06769583</c:v>
                </c:pt>
                <c:pt idx="4584">
                  <c:v>8.06881222</c:v>
                </c:pt>
                <c:pt idx="4585">
                  <c:v>8.06966833</c:v>
                </c:pt>
                <c:pt idx="4586">
                  <c:v>8.07040694</c:v>
                </c:pt>
                <c:pt idx="4587">
                  <c:v>8.07264361</c:v>
                </c:pt>
                <c:pt idx="4588">
                  <c:v>8.07383</c:v>
                </c:pt>
                <c:pt idx="4589">
                  <c:v>8.07475944</c:v>
                </c:pt>
                <c:pt idx="4590">
                  <c:v>8.07674833</c:v>
                </c:pt>
                <c:pt idx="4591">
                  <c:v>8.07832778</c:v>
                </c:pt>
                <c:pt idx="4592">
                  <c:v>8.0797425</c:v>
                </c:pt>
                <c:pt idx="4593">
                  <c:v>8.07998167</c:v>
                </c:pt>
                <c:pt idx="4594">
                  <c:v>8.08272611</c:v>
                </c:pt>
                <c:pt idx="4595">
                  <c:v>8.08434167</c:v>
                </c:pt>
                <c:pt idx="4596">
                  <c:v>8.084485</c:v>
                </c:pt>
                <c:pt idx="4597">
                  <c:v>8.08603556</c:v>
                </c:pt>
                <c:pt idx="4598">
                  <c:v>8.09109611</c:v>
                </c:pt>
                <c:pt idx="4599">
                  <c:v>8.09122111</c:v>
                </c:pt>
                <c:pt idx="4600">
                  <c:v>8.09291556</c:v>
                </c:pt>
                <c:pt idx="4601">
                  <c:v>8.09315639</c:v>
                </c:pt>
                <c:pt idx="4602">
                  <c:v>8.09441389</c:v>
                </c:pt>
                <c:pt idx="4603">
                  <c:v>8.09588667</c:v>
                </c:pt>
                <c:pt idx="4604">
                  <c:v>8.09735306</c:v>
                </c:pt>
                <c:pt idx="4605">
                  <c:v>8.10046944</c:v>
                </c:pt>
                <c:pt idx="4606">
                  <c:v>8.10047472</c:v>
                </c:pt>
                <c:pt idx="4607">
                  <c:v>8.10333778</c:v>
                </c:pt>
                <c:pt idx="4608">
                  <c:v>8.10340611</c:v>
                </c:pt>
                <c:pt idx="4609">
                  <c:v>8.10413417</c:v>
                </c:pt>
                <c:pt idx="4610">
                  <c:v>8.10528278</c:v>
                </c:pt>
                <c:pt idx="4611">
                  <c:v>8.10643611</c:v>
                </c:pt>
                <c:pt idx="4612">
                  <c:v>8.10810556</c:v>
                </c:pt>
                <c:pt idx="4613">
                  <c:v>8.10886556</c:v>
                </c:pt>
                <c:pt idx="4614">
                  <c:v>8.10949694</c:v>
                </c:pt>
                <c:pt idx="4615">
                  <c:v>8.11208</c:v>
                </c:pt>
                <c:pt idx="4616">
                  <c:v>8.11318944</c:v>
                </c:pt>
                <c:pt idx="4617">
                  <c:v>8.1138675</c:v>
                </c:pt>
                <c:pt idx="4618">
                  <c:v>8.11517333</c:v>
                </c:pt>
                <c:pt idx="4619">
                  <c:v>8.1167275</c:v>
                </c:pt>
                <c:pt idx="4620">
                  <c:v>8.11745111</c:v>
                </c:pt>
                <c:pt idx="4621">
                  <c:v>8.12847083</c:v>
                </c:pt>
                <c:pt idx="4622">
                  <c:v>8.12989944</c:v>
                </c:pt>
                <c:pt idx="4623">
                  <c:v>8.13091889</c:v>
                </c:pt>
                <c:pt idx="4624">
                  <c:v>8.13590806</c:v>
                </c:pt>
                <c:pt idx="4625">
                  <c:v>8.14009667</c:v>
                </c:pt>
                <c:pt idx="4626">
                  <c:v>8.39237806</c:v>
                </c:pt>
                <c:pt idx="4627">
                  <c:v>8.39537944</c:v>
                </c:pt>
                <c:pt idx="4628">
                  <c:v>8.39683111</c:v>
                </c:pt>
                <c:pt idx="4629">
                  <c:v>8.3977075</c:v>
                </c:pt>
                <c:pt idx="4630">
                  <c:v>8.39869306</c:v>
                </c:pt>
                <c:pt idx="4631">
                  <c:v>8.40496722</c:v>
                </c:pt>
                <c:pt idx="4632">
                  <c:v>8.40840333</c:v>
                </c:pt>
                <c:pt idx="4633">
                  <c:v>8.40932861</c:v>
                </c:pt>
                <c:pt idx="4634">
                  <c:v>8.41367667</c:v>
                </c:pt>
                <c:pt idx="4635">
                  <c:v>8.41573333</c:v>
                </c:pt>
                <c:pt idx="4636">
                  <c:v>8.42013583</c:v>
                </c:pt>
                <c:pt idx="4637">
                  <c:v>8.42142722</c:v>
                </c:pt>
                <c:pt idx="4638">
                  <c:v>8.42450361</c:v>
                </c:pt>
                <c:pt idx="4639">
                  <c:v>8.42640611</c:v>
                </c:pt>
                <c:pt idx="4640">
                  <c:v>8.42729444</c:v>
                </c:pt>
                <c:pt idx="4641">
                  <c:v>8.42942</c:v>
                </c:pt>
                <c:pt idx="4642">
                  <c:v>8.43321556</c:v>
                </c:pt>
                <c:pt idx="4643">
                  <c:v>8.43477556</c:v>
                </c:pt>
                <c:pt idx="4644">
                  <c:v>8.43777917</c:v>
                </c:pt>
                <c:pt idx="4645">
                  <c:v>8.43934861</c:v>
                </c:pt>
                <c:pt idx="4646">
                  <c:v>8.44235889</c:v>
                </c:pt>
                <c:pt idx="4647">
                  <c:v>8.4439075</c:v>
                </c:pt>
                <c:pt idx="4648">
                  <c:v>8.44504972</c:v>
                </c:pt>
                <c:pt idx="4649">
                  <c:v>8.44693111</c:v>
                </c:pt>
                <c:pt idx="4650">
                  <c:v>8.44980333</c:v>
                </c:pt>
                <c:pt idx="4651">
                  <c:v>8.45134694</c:v>
                </c:pt>
                <c:pt idx="4652">
                  <c:v>8.45288333</c:v>
                </c:pt>
                <c:pt idx="4653">
                  <c:v>8.45444722</c:v>
                </c:pt>
                <c:pt idx="4654">
                  <c:v>8.45745139</c:v>
                </c:pt>
                <c:pt idx="4655">
                  <c:v>8.45832861</c:v>
                </c:pt>
                <c:pt idx="4656">
                  <c:v>8.46617833</c:v>
                </c:pt>
                <c:pt idx="4657">
                  <c:v>8.46918611</c:v>
                </c:pt>
                <c:pt idx="4658">
                  <c:v>8.47054917</c:v>
                </c:pt>
                <c:pt idx="4659">
                  <c:v>8.47217361</c:v>
                </c:pt>
                <c:pt idx="4660">
                  <c:v>8.47361083</c:v>
                </c:pt>
                <c:pt idx="4661">
                  <c:v>8.48378917</c:v>
                </c:pt>
                <c:pt idx="4662">
                  <c:v>8.48526</c:v>
                </c:pt>
                <c:pt idx="4663">
                  <c:v>8.48675583</c:v>
                </c:pt>
                <c:pt idx="4664">
                  <c:v>8.48967222</c:v>
                </c:pt>
                <c:pt idx="4665">
                  <c:v>8.49139528</c:v>
                </c:pt>
                <c:pt idx="4666">
                  <c:v>8.49211611</c:v>
                </c:pt>
                <c:pt idx="4667">
                  <c:v>8.49553917</c:v>
                </c:pt>
                <c:pt idx="4668">
                  <c:v>8.49709167</c:v>
                </c:pt>
                <c:pt idx="4669">
                  <c:v>8.49833806</c:v>
                </c:pt>
                <c:pt idx="4670">
                  <c:v>8.49988083</c:v>
                </c:pt>
                <c:pt idx="4671">
                  <c:v>8.50356972</c:v>
                </c:pt>
                <c:pt idx="4672">
                  <c:v>8.50445806</c:v>
                </c:pt>
                <c:pt idx="4673">
                  <c:v>8.50616361</c:v>
                </c:pt>
                <c:pt idx="4674">
                  <c:v>8.51432194</c:v>
                </c:pt>
                <c:pt idx="4675">
                  <c:v>8.51748694</c:v>
                </c:pt>
                <c:pt idx="4676">
                  <c:v>8.51905444</c:v>
                </c:pt>
                <c:pt idx="4677">
                  <c:v>8.52082806</c:v>
                </c:pt>
                <c:pt idx="4678">
                  <c:v>8.52203028</c:v>
                </c:pt>
                <c:pt idx="4679">
                  <c:v>8.52257639</c:v>
                </c:pt>
                <c:pt idx="4680">
                  <c:v>8.52473222</c:v>
                </c:pt>
                <c:pt idx="4681">
                  <c:v>8.526485</c:v>
                </c:pt>
                <c:pt idx="4682">
                  <c:v>8.5266575</c:v>
                </c:pt>
                <c:pt idx="4683">
                  <c:v>8.52759194</c:v>
                </c:pt>
                <c:pt idx="4684">
                  <c:v>8.52892278</c:v>
                </c:pt>
                <c:pt idx="4685">
                  <c:v>8.53022139</c:v>
                </c:pt>
                <c:pt idx="4686">
                  <c:v>8.53461556</c:v>
                </c:pt>
                <c:pt idx="4687">
                  <c:v>8.53501806</c:v>
                </c:pt>
                <c:pt idx="4688">
                  <c:v>8.53800472</c:v>
                </c:pt>
                <c:pt idx="4689">
                  <c:v>8.53808944</c:v>
                </c:pt>
                <c:pt idx="4690">
                  <c:v>8.53893806</c:v>
                </c:pt>
                <c:pt idx="4691">
                  <c:v>8.53983</c:v>
                </c:pt>
                <c:pt idx="4692">
                  <c:v>8.54045167</c:v>
                </c:pt>
                <c:pt idx="4693">
                  <c:v>8.54060889</c:v>
                </c:pt>
                <c:pt idx="4694">
                  <c:v>8.54538222</c:v>
                </c:pt>
                <c:pt idx="4695">
                  <c:v>8.54555</c:v>
                </c:pt>
                <c:pt idx="4696">
                  <c:v>8.54837139</c:v>
                </c:pt>
                <c:pt idx="4697">
                  <c:v>8.54946722</c:v>
                </c:pt>
                <c:pt idx="4698">
                  <c:v>8.55108889</c:v>
                </c:pt>
                <c:pt idx="4699">
                  <c:v>8.55263667</c:v>
                </c:pt>
                <c:pt idx="4700">
                  <c:v>8.55395361</c:v>
                </c:pt>
                <c:pt idx="4701">
                  <c:v>8.55433028</c:v>
                </c:pt>
                <c:pt idx="4702">
                  <c:v>8.55569</c:v>
                </c:pt>
                <c:pt idx="4703">
                  <c:v>8.55642056</c:v>
                </c:pt>
                <c:pt idx="4704">
                  <c:v>8.55774833</c:v>
                </c:pt>
                <c:pt idx="4705">
                  <c:v>8.55828556</c:v>
                </c:pt>
                <c:pt idx="4706">
                  <c:v>8.55952583</c:v>
                </c:pt>
                <c:pt idx="4707">
                  <c:v>8.5600325</c:v>
                </c:pt>
                <c:pt idx="4708">
                  <c:v>8.56091167</c:v>
                </c:pt>
                <c:pt idx="4709">
                  <c:v>8.5620025</c:v>
                </c:pt>
                <c:pt idx="4710">
                  <c:v>8.56297444</c:v>
                </c:pt>
                <c:pt idx="4711">
                  <c:v>8.56309917</c:v>
                </c:pt>
                <c:pt idx="4712">
                  <c:v>8.5674975</c:v>
                </c:pt>
                <c:pt idx="4713">
                  <c:v>8.56857361</c:v>
                </c:pt>
                <c:pt idx="4714">
                  <c:v>8.56866611</c:v>
                </c:pt>
                <c:pt idx="4715">
                  <c:v>8.57019472</c:v>
                </c:pt>
                <c:pt idx="4716">
                  <c:v>8.57109861</c:v>
                </c:pt>
                <c:pt idx="4717">
                  <c:v>8.57157778</c:v>
                </c:pt>
                <c:pt idx="4718">
                  <c:v>8.57245722</c:v>
                </c:pt>
                <c:pt idx="4719">
                  <c:v>8.5732025</c:v>
                </c:pt>
                <c:pt idx="4720">
                  <c:v>8.57452056</c:v>
                </c:pt>
                <c:pt idx="4721">
                  <c:v>8.57575361</c:v>
                </c:pt>
                <c:pt idx="4722">
                  <c:v>8.57586639</c:v>
                </c:pt>
                <c:pt idx="4723">
                  <c:v>8.57737111</c:v>
                </c:pt>
                <c:pt idx="4724">
                  <c:v>8.57985417</c:v>
                </c:pt>
                <c:pt idx="4725">
                  <c:v>8.58087167</c:v>
                </c:pt>
                <c:pt idx="4726">
                  <c:v>8.58151917</c:v>
                </c:pt>
                <c:pt idx="4727">
                  <c:v>8.582865</c:v>
                </c:pt>
                <c:pt idx="4728">
                  <c:v>8.58416444</c:v>
                </c:pt>
                <c:pt idx="4729">
                  <c:v>8.58462806</c:v>
                </c:pt>
                <c:pt idx="4730">
                  <c:v>8.58627861</c:v>
                </c:pt>
                <c:pt idx="4731">
                  <c:v>8.587815</c:v>
                </c:pt>
                <c:pt idx="4732">
                  <c:v>8.58915</c:v>
                </c:pt>
                <c:pt idx="4733">
                  <c:v>8.59118194</c:v>
                </c:pt>
                <c:pt idx="4734">
                  <c:v>8.59148083</c:v>
                </c:pt>
                <c:pt idx="4735">
                  <c:v>8.59254167</c:v>
                </c:pt>
                <c:pt idx="4736">
                  <c:v>8.59522389</c:v>
                </c:pt>
                <c:pt idx="4737">
                  <c:v>8.59589972</c:v>
                </c:pt>
                <c:pt idx="4738">
                  <c:v>8.59817528</c:v>
                </c:pt>
                <c:pt idx="4739">
                  <c:v>8.60298056</c:v>
                </c:pt>
                <c:pt idx="4740">
                  <c:v>8.60394528</c:v>
                </c:pt>
                <c:pt idx="4741">
                  <c:v>8.60451944</c:v>
                </c:pt>
                <c:pt idx="4742">
                  <c:v>8.60545111</c:v>
                </c:pt>
                <c:pt idx="4743">
                  <c:v>8.60768194</c:v>
                </c:pt>
                <c:pt idx="4744">
                  <c:v>8.61047333</c:v>
                </c:pt>
                <c:pt idx="4745">
                  <c:v>8.61169444</c:v>
                </c:pt>
                <c:pt idx="4746">
                  <c:v>8.61242194</c:v>
                </c:pt>
                <c:pt idx="4747">
                  <c:v>8.61400083</c:v>
                </c:pt>
                <c:pt idx="4748">
                  <c:v>8.61495583</c:v>
                </c:pt>
                <c:pt idx="4749">
                  <c:v>8.61560361</c:v>
                </c:pt>
                <c:pt idx="4750">
                  <c:v>8.61572333</c:v>
                </c:pt>
                <c:pt idx="4751">
                  <c:v>8.61731778</c:v>
                </c:pt>
                <c:pt idx="4752">
                  <c:v>8.61759861</c:v>
                </c:pt>
                <c:pt idx="4753">
                  <c:v>8.61861389</c:v>
                </c:pt>
                <c:pt idx="4754">
                  <c:v>8.61921694</c:v>
                </c:pt>
                <c:pt idx="4755">
                  <c:v>8.61949472</c:v>
                </c:pt>
                <c:pt idx="4756">
                  <c:v>8.62058722</c:v>
                </c:pt>
                <c:pt idx="4757">
                  <c:v>8.62158806</c:v>
                </c:pt>
                <c:pt idx="4758">
                  <c:v>8.62316917</c:v>
                </c:pt>
                <c:pt idx="4759">
                  <c:v>8.6240325</c:v>
                </c:pt>
                <c:pt idx="4760">
                  <c:v>8.62502389</c:v>
                </c:pt>
                <c:pt idx="4761">
                  <c:v>8.62542611</c:v>
                </c:pt>
                <c:pt idx="4762">
                  <c:v>8.62615722</c:v>
                </c:pt>
                <c:pt idx="4763">
                  <c:v>8.62619556</c:v>
                </c:pt>
                <c:pt idx="4764">
                  <c:v>8.62738194</c:v>
                </c:pt>
                <c:pt idx="4765">
                  <c:v>8.62795056</c:v>
                </c:pt>
                <c:pt idx="4766">
                  <c:v>8.62802444</c:v>
                </c:pt>
                <c:pt idx="4767">
                  <c:v>8.62876889</c:v>
                </c:pt>
                <c:pt idx="4768">
                  <c:v>8.62962528</c:v>
                </c:pt>
                <c:pt idx="4769">
                  <c:v>8.62967917</c:v>
                </c:pt>
                <c:pt idx="4770">
                  <c:v>8.63152583</c:v>
                </c:pt>
                <c:pt idx="4771">
                  <c:v>8.63321722</c:v>
                </c:pt>
                <c:pt idx="4772">
                  <c:v>8.6377425</c:v>
                </c:pt>
                <c:pt idx="4773">
                  <c:v>8.63775111</c:v>
                </c:pt>
                <c:pt idx="4774">
                  <c:v>8.637885</c:v>
                </c:pt>
                <c:pt idx="4775">
                  <c:v>8.63821306</c:v>
                </c:pt>
                <c:pt idx="4776">
                  <c:v>8.63922444</c:v>
                </c:pt>
                <c:pt idx="4777">
                  <c:v>8.63957611</c:v>
                </c:pt>
                <c:pt idx="4778">
                  <c:v>8.64096972</c:v>
                </c:pt>
                <c:pt idx="4779">
                  <c:v>8.64221139</c:v>
                </c:pt>
                <c:pt idx="4780">
                  <c:v>8.6422875</c:v>
                </c:pt>
                <c:pt idx="4781">
                  <c:v>8.64254806</c:v>
                </c:pt>
                <c:pt idx="4782">
                  <c:v>8.64288361</c:v>
                </c:pt>
                <c:pt idx="4783">
                  <c:v>8.64450278</c:v>
                </c:pt>
                <c:pt idx="4784">
                  <c:v>8.64491278</c:v>
                </c:pt>
                <c:pt idx="4785">
                  <c:v>8.64528</c:v>
                </c:pt>
                <c:pt idx="4786">
                  <c:v>8.64698056</c:v>
                </c:pt>
                <c:pt idx="4787">
                  <c:v>8.6482675</c:v>
                </c:pt>
                <c:pt idx="4788">
                  <c:v>8.64963194</c:v>
                </c:pt>
                <c:pt idx="4789">
                  <c:v>8.6499475</c:v>
                </c:pt>
                <c:pt idx="4790">
                  <c:v>8.65105417</c:v>
                </c:pt>
                <c:pt idx="4791">
                  <c:v>8.65109111</c:v>
                </c:pt>
                <c:pt idx="4792">
                  <c:v>8.65200806</c:v>
                </c:pt>
                <c:pt idx="4793">
                  <c:v>8.65241417</c:v>
                </c:pt>
                <c:pt idx="4794">
                  <c:v>8.65383944</c:v>
                </c:pt>
                <c:pt idx="4795">
                  <c:v>8.65555472</c:v>
                </c:pt>
                <c:pt idx="4796">
                  <c:v>8.65684889</c:v>
                </c:pt>
                <c:pt idx="4797">
                  <c:v>8.65697806</c:v>
                </c:pt>
                <c:pt idx="4798">
                  <c:v>8.65728944</c:v>
                </c:pt>
                <c:pt idx="4799">
                  <c:v>8.65793444</c:v>
                </c:pt>
                <c:pt idx="4800">
                  <c:v>8.65941722</c:v>
                </c:pt>
                <c:pt idx="4801">
                  <c:v>8.66047111</c:v>
                </c:pt>
                <c:pt idx="4802">
                  <c:v>8.66233167</c:v>
                </c:pt>
                <c:pt idx="4803">
                  <c:v>8.66324</c:v>
                </c:pt>
                <c:pt idx="4804">
                  <c:v>8.66368778</c:v>
                </c:pt>
                <c:pt idx="4805">
                  <c:v>8.66567806</c:v>
                </c:pt>
                <c:pt idx="4806">
                  <c:v>8.66723111</c:v>
                </c:pt>
                <c:pt idx="4807">
                  <c:v>8.66847111</c:v>
                </c:pt>
                <c:pt idx="4808">
                  <c:v>8.66928667</c:v>
                </c:pt>
                <c:pt idx="4809">
                  <c:v>8.66959806</c:v>
                </c:pt>
                <c:pt idx="4810">
                  <c:v>8.67210139</c:v>
                </c:pt>
                <c:pt idx="4811">
                  <c:v>8.67366083</c:v>
                </c:pt>
                <c:pt idx="4812">
                  <c:v>8.67510222</c:v>
                </c:pt>
                <c:pt idx="4813">
                  <c:v>8.67599778</c:v>
                </c:pt>
                <c:pt idx="4814">
                  <c:v>8.67715861</c:v>
                </c:pt>
                <c:pt idx="4815">
                  <c:v>8.67730528</c:v>
                </c:pt>
                <c:pt idx="4816">
                  <c:v>8.67757611</c:v>
                </c:pt>
                <c:pt idx="4817">
                  <c:v>8.67873472</c:v>
                </c:pt>
                <c:pt idx="4818">
                  <c:v>8.67985972</c:v>
                </c:pt>
                <c:pt idx="4819">
                  <c:v>8.68048861</c:v>
                </c:pt>
                <c:pt idx="4820">
                  <c:v>8.68105278</c:v>
                </c:pt>
                <c:pt idx="4821">
                  <c:v>8.68324833</c:v>
                </c:pt>
                <c:pt idx="4822">
                  <c:v>8.68564944</c:v>
                </c:pt>
                <c:pt idx="4823">
                  <c:v>8.68791667</c:v>
                </c:pt>
                <c:pt idx="4824">
                  <c:v>8.68794639</c:v>
                </c:pt>
                <c:pt idx="4825">
                  <c:v>8.68795056</c:v>
                </c:pt>
                <c:pt idx="4826">
                  <c:v>8.68797583</c:v>
                </c:pt>
                <c:pt idx="4827">
                  <c:v>8.68798389</c:v>
                </c:pt>
                <c:pt idx="4828">
                  <c:v>8.68950417</c:v>
                </c:pt>
                <c:pt idx="4829">
                  <c:v>8.68959722</c:v>
                </c:pt>
                <c:pt idx="4830">
                  <c:v>8.68966806</c:v>
                </c:pt>
                <c:pt idx="4831">
                  <c:v>8.69209472</c:v>
                </c:pt>
                <c:pt idx="4832">
                  <c:v>8.69325472</c:v>
                </c:pt>
                <c:pt idx="4833">
                  <c:v>8.69338611</c:v>
                </c:pt>
                <c:pt idx="4834">
                  <c:v>8.69352972</c:v>
                </c:pt>
                <c:pt idx="4835">
                  <c:v>8.69596389</c:v>
                </c:pt>
                <c:pt idx="4836">
                  <c:v>8.69669028</c:v>
                </c:pt>
                <c:pt idx="4837">
                  <c:v>8.69810222</c:v>
                </c:pt>
                <c:pt idx="4838">
                  <c:v>8.69951667</c:v>
                </c:pt>
                <c:pt idx="4839">
                  <c:v>8.69998167</c:v>
                </c:pt>
                <c:pt idx="4840">
                  <c:v>8.70139611</c:v>
                </c:pt>
                <c:pt idx="4841">
                  <c:v>8.701455</c:v>
                </c:pt>
                <c:pt idx="4842">
                  <c:v>8.70310139</c:v>
                </c:pt>
                <c:pt idx="4843">
                  <c:v>8.70403417</c:v>
                </c:pt>
                <c:pt idx="4844">
                  <c:v>8.70482861</c:v>
                </c:pt>
                <c:pt idx="4845">
                  <c:v>8.70540611</c:v>
                </c:pt>
                <c:pt idx="4846">
                  <c:v>8.70689</c:v>
                </c:pt>
                <c:pt idx="4847">
                  <c:v>8.70741111</c:v>
                </c:pt>
                <c:pt idx="4848">
                  <c:v>8.70816611</c:v>
                </c:pt>
                <c:pt idx="4849">
                  <c:v>8.70924361</c:v>
                </c:pt>
                <c:pt idx="4850">
                  <c:v>8.70938028</c:v>
                </c:pt>
                <c:pt idx="4851">
                  <c:v>8.70971028</c:v>
                </c:pt>
                <c:pt idx="4852">
                  <c:v>8.71058139</c:v>
                </c:pt>
                <c:pt idx="4853">
                  <c:v>8.71284722</c:v>
                </c:pt>
                <c:pt idx="4854">
                  <c:v>8.71341556</c:v>
                </c:pt>
                <c:pt idx="4855">
                  <c:v>8.71365222</c:v>
                </c:pt>
                <c:pt idx="4856">
                  <c:v>8.71559194</c:v>
                </c:pt>
                <c:pt idx="4857">
                  <c:v>8.71630028</c:v>
                </c:pt>
                <c:pt idx="4858">
                  <c:v>8.71692333</c:v>
                </c:pt>
                <c:pt idx="4859">
                  <c:v>8.717035</c:v>
                </c:pt>
                <c:pt idx="4860">
                  <c:v>8.71761889</c:v>
                </c:pt>
                <c:pt idx="4861">
                  <c:v>8.71880778</c:v>
                </c:pt>
                <c:pt idx="4862">
                  <c:v>8.71949806</c:v>
                </c:pt>
                <c:pt idx="4863">
                  <c:v>8.72052333</c:v>
                </c:pt>
                <c:pt idx="4864">
                  <c:v>8.72139139</c:v>
                </c:pt>
                <c:pt idx="4865">
                  <c:v>8.72267972</c:v>
                </c:pt>
                <c:pt idx="4866">
                  <c:v>8.72365028</c:v>
                </c:pt>
                <c:pt idx="4867">
                  <c:v>8.72567083</c:v>
                </c:pt>
                <c:pt idx="4868">
                  <c:v>8.72581833</c:v>
                </c:pt>
                <c:pt idx="4869">
                  <c:v>8.72587056</c:v>
                </c:pt>
                <c:pt idx="4870">
                  <c:v>8.72730361</c:v>
                </c:pt>
                <c:pt idx="4871">
                  <c:v>8.72748444</c:v>
                </c:pt>
                <c:pt idx="4872">
                  <c:v>8.72915806</c:v>
                </c:pt>
                <c:pt idx="4873">
                  <c:v>8.73079639</c:v>
                </c:pt>
                <c:pt idx="4874">
                  <c:v>8.73080389</c:v>
                </c:pt>
                <c:pt idx="4875">
                  <c:v>8.73143389</c:v>
                </c:pt>
                <c:pt idx="4876">
                  <c:v>8.73219556</c:v>
                </c:pt>
                <c:pt idx="4877">
                  <c:v>8.73402861</c:v>
                </c:pt>
                <c:pt idx="4878">
                  <c:v>8.73440861</c:v>
                </c:pt>
                <c:pt idx="4879">
                  <c:v>8.73590417</c:v>
                </c:pt>
                <c:pt idx="4880">
                  <c:v>8.73602167</c:v>
                </c:pt>
                <c:pt idx="4881">
                  <c:v>8.73708472</c:v>
                </c:pt>
                <c:pt idx="4882">
                  <c:v>8.7374075</c:v>
                </c:pt>
                <c:pt idx="4883">
                  <c:v>8.73838639</c:v>
                </c:pt>
                <c:pt idx="4884">
                  <c:v>8.73844917</c:v>
                </c:pt>
                <c:pt idx="4885">
                  <c:v>8.73848083</c:v>
                </c:pt>
                <c:pt idx="4886">
                  <c:v>8.74034444</c:v>
                </c:pt>
                <c:pt idx="4887">
                  <c:v>8.740445</c:v>
                </c:pt>
                <c:pt idx="4888">
                  <c:v>8.74165639</c:v>
                </c:pt>
                <c:pt idx="4889">
                  <c:v>8.74188722</c:v>
                </c:pt>
                <c:pt idx="4890">
                  <c:v>8.74310333</c:v>
                </c:pt>
                <c:pt idx="4891">
                  <c:v>8.74385278</c:v>
                </c:pt>
                <c:pt idx="4892">
                  <c:v>8.74396889</c:v>
                </c:pt>
                <c:pt idx="4893">
                  <c:v>8.74526</c:v>
                </c:pt>
                <c:pt idx="4894">
                  <c:v>8.74623972</c:v>
                </c:pt>
                <c:pt idx="4895">
                  <c:v>8.74689333</c:v>
                </c:pt>
                <c:pt idx="4896">
                  <c:v>8.7478725</c:v>
                </c:pt>
                <c:pt idx="4897">
                  <c:v>8.74888556</c:v>
                </c:pt>
                <c:pt idx="4898">
                  <c:v>8.74904556</c:v>
                </c:pt>
                <c:pt idx="4899">
                  <c:v>8.75036611</c:v>
                </c:pt>
                <c:pt idx="4900">
                  <c:v>8.75154778</c:v>
                </c:pt>
                <c:pt idx="4901">
                  <c:v>8.75224917</c:v>
                </c:pt>
                <c:pt idx="4902">
                  <c:v>8.75226444</c:v>
                </c:pt>
                <c:pt idx="4903">
                  <c:v>8.75258028</c:v>
                </c:pt>
                <c:pt idx="4904">
                  <c:v>8.75444833</c:v>
                </c:pt>
                <c:pt idx="4905">
                  <c:v>8.75587472</c:v>
                </c:pt>
                <c:pt idx="4906">
                  <c:v>8.75608056</c:v>
                </c:pt>
                <c:pt idx="4907">
                  <c:v>8.75617917</c:v>
                </c:pt>
                <c:pt idx="4908">
                  <c:v>8.75643972</c:v>
                </c:pt>
                <c:pt idx="4909">
                  <c:v>8.75726833</c:v>
                </c:pt>
                <c:pt idx="4910">
                  <c:v>8.75837917</c:v>
                </c:pt>
                <c:pt idx="4911">
                  <c:v>8.75912333</c:v>
                </c:pt>
                <c:pt idx="4912">
                  <c:v>8.75923778</c:v>
                </c:pt>
                <c:pt idx="4913">
                  <c:v>8.75970722</c:v>
                </c:pt>
                <c:pt idx="4914">
                  <c:v>8.76152389</c:v>
                </c:pt>
                <c:pt idx="4915">
                  <c:v>8.76174694</c:v>
                </c:pt>
                <c:pt idx="4916">
                  <c:v>8.76183778</c:v>
                </c:pt>
                <c:pt idx="4917">
                  <c:v>8.76234417</c:v>
                </c:pt>
                <c:pt idx="4918">
                  <c:v>8.76394556</c:v>
                </c:pt>
                <c:pt idx="4919">
                  <c:v>8.76460583</c:v>
                </c:pt>
                <c:pt idx="4920">
                  <c:v>8.76482972</c:v>
                </c:pt>
                <c:pt idx="4921">
                  <c:v>8.76546917</c:v>
                </c:pt>
                <c:pt idx="4922">
                  <c:v>8.76780528</c:v>
                </c:pt>
                <c:pt idx="4923">
                  <c:v>8.76781556</c:v>
                </c:pt>
                <c:pt idx="4924">
                  <c:v>8.76788278</c:v>
                </c:pt>
                <c:pt idx="4925">
                  <c:v>8.76949</c:v>
                </c:pt>
                <c:pt idx="4926">
                  <c:v>8.77011778</c:v>
                </c:pt>
                <c:pt idx="4927">
                  <c:v>8.77101722</c:v>
                </c:pt>
                <c:pt idx="4928">
                  <c:v>8.77107444</c:v>
                </c:pt>
                <c:pt idx="4929">
                  <c:v>8.77332889</c:v>
                </c:pt>
                <c:pt idx="4930">
                  <c:v>8.77333444</c:v>
                </c:pt>
                <c:pt idx="4931">
                  <c:v>8.77377389</c:v>
                </c:pt>
                <c:pt idx="4932">
                  <c:v>8.77424694</c:v>
                </c:pt>
                <c:pt idx="4933">
                  <c:v>8.77460722</c:v>
                </c:pt>
                <c:pt idx="4934">
                  <c:v>8.77583611</c:v>
                </c:pt>
                <c:pt idx="4935">
                  <c:v>8.77663417</c:v>
                </c:pt>
                <c:pt idx="4936">
                  <c:v>8.77837778</c:v>
                </c:pt>
                <c:pt idx="4937">
                  <c:v>8.77943194</c:v>
                </c:pt>
                <c:pt idx="4938">
                  <c:v>8.77979917</c:v>
                </c:pt>
                <c:pt idx="4939">
                  <c:v>8.78012417</c:v>
                </c:pt>
                <c:pt idx="4940">
                  <c:v>8.78113528</c:v>
                </c:pt>
                <c:pt idx="4941">
                  <c:v>8.78158</c:v>
                </c:pt>
                <c:pt idx="4942">
                  <c:v>8.7820825</c:v>
                </c:pt>
                <c:pt idx="4943">
                  <c:v>8.78274056</c:v>
                </c:pt>
                <c:pt idx="4944">
                  <c:v>8.78305889</c:v>
                </c:pt>
                <c:pt idx="4945">
                  <c:v>8.78410806</c:v>
                </c:pt>
                <c:pt idx="4946">
                  <c:v>8.78429972</c:v>
                </c:pt>
                <c:pt idx="4947">
                  <c:v>8.78544028</c:v>
                </c:pt>
                <c:pt idx="4948">
                  <c:v>8.78685111</c:v>
                </c:pt>
                <c:pt idx="4949">
                  <c:v>8.7874275</c:v>
                </c:pt>
                <c:pt idx="4950">
                  <c:v>8.78830306</c:v>
                </c:pt>
                <c:pt idx="4951">
                  <c:v>8.78840806</c:v>
                </c:pt>
                <c:pt idx="4952">
                  <c:v>8.78917722</c:v>
                </c:pt>
                <c:pt idx="4953">
                  <c:v>8.78970333</c:v>
                </c:pt>
                <c:pt idx="4954">
                  <c:v>8.790345</c:v>
                </c:pt>
                <c:pt idx="4955">
                  <c:v>8.79195</c:v>
                </c:pt>
                <c:pt idx="4956">
                  <c:v>8.79276083</c:v>
                </c:pt>
                <c:pt idx="4957">
                  <c:v>8.79294611</c:v>
                </c:pt>
                <c:pt idx="4958">
                  <c:v>8.79297</c:v>
                </c:pt>
                <c:pt idx="4959">
                  <c:v>8.79485583</c:v>
                </c:pt>
                <c:pt idx="4960">
                  <c:v>8.79538</c:v>
                </c:pt>
                <c:pt idx="4961">
                  <c:v>8.79547667</c:v>
                </c:pt>
                <c:pt idx="4962">
                  <c:v>8.79701778</c:v>
                </c:pt>
                <c:pt idx="4963">
                  <c:v>8.7977125</c:v>
                </c:pt>
                <c:pt idx="4964">
                  <c:v>8.79780583</c:v>
                </c:pt>
                <c:pt idx="4965">
                  <c:v>8.79840972</c:v>
                </c:pt>
                <c:pt idx="4966">
                  <c:v>8.799665</c:v>
                </c:pt>
                <c:pt idx="4967">
                  <c:v>8.79988972</c:v>
                </c:pt>
                <c:pt idx="4968">
                  <c:v>8.80114639</c:v>
                </c:pt>
                <c:pt idx="4969">
                  <c:v>8.80151833</c:v>
                </c:pt>
                <c:pt idx="4970">
                  <c:v>8.80246528</c:v>
                </c:pt>
                <c:pt idx="4971">
                  <c:v>8.804335</c:v>
                </c:pt>
                <c:pt idx="4972">
                  <c:v>8.80438111</c:v>
                </c:pt>
                <c:pt idx="4973">
                  <c:v>8.80552444</c:v>
                </c:pt>
                <c:pt idx="4974">
                  <c:v>8.80557</c:v>
                </c:pt>
                <c:pt idx="4975">
                  <c:v>8.80645222</c:v>
                </c:pt>
                <c:pt idx="4976">
                  <c:v>8.80802333</c:v>
                </c:pt>
                <c:pt idx="4977">
                  <c:v>8.80865806</c:v>
                </c:pt>
                <c:pt idx="4978">
                  <c:v>8.80943222</c:v>
                </c:pt>
                <c:pt idx="4979">
                  <c:v>8.81008</c:v>
                </c:pt>
                <c:pt idx="4980">
                  <c:v>8.8108425</c:v>
                </c:pt>
                <c:pt idx="4981">
                  <c:v>8.81295778</c:v>
                </c:pt>
                <c:pt idx="4982">
                  <c:v>8.81378778</c:v>
                </c:pt>
                <c:pt idx="4983">
                  <c:v>8.81456194</c:v>
                </c:pt>
                <c:pt idx="4984">
                  <c:v>8.81503056</c:v>
                </c:pt>
                <c:pt idx="4985">
                  <c:v>8.81575944</c:v>
                </c:pt>
                <c:pt idx="4986">
                  <c:v>8.81700194</c:v>
                </c:pt>
                <c:pt idx="4987">
                  <c:v>8.81702528</c:v>
                </c:pt>
                <c:pt idx="4988">
                  <c:v>8.81716444</c:v>
                </c:pt>
                <c:pt idx="4989">
                  <c:v>8.82029972</c:v>
                </c:pt>
                <c:pt idx="4990">
                  <c:v>8.82135528</c:v>
                </c:pt>
                <c:pt idx="4991">
                  <c:v>8.82152972</c:v>
                </c:pt>
                <c:pt idx="4992">
                  <c:v>8.82164528</c:v>
                </c:pt>
                <c:pt idx="4993">
                  <c:v>8.82261306</c:v>
                </c:pt>
                <c:pt idx="4994">
                  <c:v>8.82429611</c:v>
                </c:pt>
                <c:pt idx="4995">
                  <c:v>8.82454611</c:v>
                </c:pt>
                <c:pt idx="4996">
                  <c:v>8.82566972</c:v>
                </c:pt>
                <c:pt idx="4997">
                  <c:v>8.82606028</c:v>
                </c:pt>
                <c:pt idx="4998">
                  <c:v>8.82633778</c:v>
                </c:pt>
                <c:pt idx="4999">
                  <c:v>8.82754333</c:v>
                </c:pt>
                <c:pt idx="5000">
                  <c:v>8.82769528</c:v>
                </c:pt>
                <c:pt idx="5001">
                  <c:v>8.82893222</c:v>
                </c:pt>
                <c:pt idx="5002">
                  <c:v>8.83056111</c:v>
                </c:pt>
                <c:pt idx="5003">
                  <c:v>8.83091444</c:v>
                </c:pt>
                <c:pt idx="5004">
                  <c:v>8.83335111</c:v>
                </c:pt>
                <c:pt idx="5005">
                  <c:v>8.8333825</c:v>
                </c:pt>
                <c:pt idx="5006">
                  <c:v>8.83482472</c:v>
                </c:pt>
                <c:pt idx="5007">
                  <c:v>8.83490889</c:v>
                </c:pt>
                <c:pt idx="5008">
                  <c:v>8.83615444</c:v>
                </c:pt>
                <c:pt idx="5009">
                  <c:v>8.83618528</c:v>
                </c:pt>
                <c:pt idx="5010">
                  <c:v>8.83645972</c:v>
                </c:pt>
                <c:pt idx="5011">
                  <c:v>8.837825</c:v>
                </c:pt>
                <c:pt idx="5012">
                  <c:v>8.83793139</c:v>
                </c:pt>
                <c:pt idx="5013">
                  <c:v>8.83929889</c:v>
                </c:pt>
                <c:pt idx="5014">
                  <c:v>8.84038694</c:v>
                </c:pt>
                <c:pt idx="5015">
                  <c:v>8.84044333</c:v>
                </c:pt>
                <c:pt idx="5016">
                  <c:v>8.84177556</c:v>
                </c:pt>
                <c:pt idx="5017">
                  <c:v>8.84280528</c:v>
                </c:pt>
                <c:pt idx="5018">
                  <c:v>8.84397333</c:v>
                </c:pt>
                <c:pt idx="5019">
                  <c:v>8.84500389</c:v>
                </c:pt>
                <c:pt idx="5020">
                  <c:v>8.84502833</c:v>
                </c:pt>
                <c:pt idx="5021">
                  <c:v>8.84627389</c:v>
                </c:pt>
                <c:pt idx="5022">
                  <c:v>8.84633667</c:v>
                </c:pt>
                <c:pt idx="5023">
                  <c:v>8.84753833</c:v>
                </c:pt>
                <c:pt idx="5024">
                  <c:v>8.84918528</c:v>
                </c:pt>
                <c:pt idx="5025">
                  <c:v>8.8492875</c:v>
                </c:pt>
                <c:pt idx="5026">
                  <c:v>8.85003333</c:v>
                </c:pt>
                <c:pt idx="5027">
                  <c:v>8.85085972</c:v>
                </c:pt>
                <c:pt idx="5028">
                  <c:v>8.85105861</c:v>
                </c:pt>
                <c:pt idx="5029">
                  <c:v>8.85131667</c:v>
                </c:pt>
                <c:pt idx="5030">
                  <c:v>8.85219917</c:v>
                </c:pt>
                <c:pt idx="5031">
                  <c:v>8.85330694</c:v>
                </c:pt>
                <c:pt idx="5032">
                  <c:v>8.85414444</c:v>
                </c:pt>
                <c:pt idx="5033">
                  <c:v>8.85525472</c:v>
                </c:pt>
                <c:pt idx="5034">
                  <c:v>8.85652083</c:v>
                </c:pt>
                <c:pt idx="5035">
                  <c:v>8.85808778</c:v>
                </c:pt>
                <c:pt idx="5036">
                  <c:v>8.85949583</c:v>
                </c:pt>
                <c:pt idx="5037">
                  <c:v>8.85958639</c:v>
                </c:pt>
                <c:pt idx="5038">
                  <c:v>8.86086667</c:v>
                </c:pt>
                <c:pt idx="5039">
                  <c:v>8.86162611</c:v>
                </c:pt>
                <c:pt idx="5040">
                  <c:v>8.86288167</c:v>
                </c:pt>
                <c:pt idx="5041">
                  <c:v>8.86379389</c:v>
                </c:pt>
                <c:pt idx="5042">
                  <c:v>8.86385139</c:v>
                </c:pt>
                <c:pt idx="5043">
                  <c:v>8.86599361</c:v>
                </c:pt>
                <c:pt idx="5044">
                  <c:v>8.86708333</c:v>
                </c:pt>
                <c:pt idx="5045">
                  <c:v>8.86708694</c:v>
                </c:pt>
                <c:pt idx="5046">
                  <c:v>8.86891528</c:v>
                </c:pt>
                <c:pt idx="5047">
                  <c:v>8.86956389</c:v>
                </c:pt>
                <c:pt idx="5048">
                  <c:v>8.87110083</c:v>
                </c:pt>
                <c:pt idx="5049">
                  <c:v>8.87161</c:v>
                </c:pt>
                <c:pt idx="5050">
                  <c:v>8.87304806</c:v>
                </c:pt>
                <c:pt idx="5051">
                  <c:v>8.87538861</c:v>
                </c:pt>
                <c:pt idx="5052">
                  <c:v>8.87547833</c:v>
                </c:pt>
                <c:pt idx="5053">
                  <c:v>8.876955</c:v>
                </c:pt>
                <c:pt idx="5054">
                  <c:v>8.87837833</c:v>
                </c:pt>
                <c:pt idx="5055">
                  <c:v>8.87885806</c:v>
                </c:pt>
                <c:pt idx="5056">
                  <c:v>8.87967472</c:v>
                </c:pt>
                <c:pt idx="5057">
                  <c:v>8.87972194</c:v>
                </c:pt>
                <c:pt idx="5058">
                  <c:v>8.88087778</c:v>
                </c:pt>
                <c:pt idx="5059">
                  <c:v>8.88129167</c:v>
                </c:pt>
                <c:pt idx="5060">
                  <c:v>8.88189972</c:v>
                </c:pt>
                <c:pt idx="5061">
                  <c:v>8.88199861</c:v>
                </c:pt>
                <c:pt idx="5062">
                  <c:v>8.88415306</c:v>
                </c:pt>
                <c:pt idx="5063">
                  <c:v>8.88451028</c:v>
                </c:pt>
                <c:pt idx="5064">
                  <c:v>8.88452417</c:v>
                </c:pt>
                <c:pt idx="5065">
                  <c:v>8.88596972</c:v>
                </c:pt>
                <c:pt idx="5066">
                  <c:v>8.88755111</c:v>
                </c:pt>
                <c:pt idx="5067">
                  <c:v>8.88855806</c:v>
                </c:pt>
                <c:pt idx="5068">
                  <c:v>8.88993722</c:v>
                </c:pt>
                <c:pt idx="5069">
                  <c:v>8.89130833</c:v>
                </c:pt>
                <c:pt idx="5070">
                  <c:v>8.89148111</c:v>
                </c:pt>
                <c:pt idx="5071">
                  <c:v>8.89277111</c:v>
                </c:pt>
                <c:pt idx="5072">
                  <c:v>8.89279333</c:v>
                </c:pt>
                <c:pt idx="5073">
                  <c:v>8.89286667</c:v>
                </c:pt>
                <c:pt idx="5074">
                  <c:v>8.89359</c:v>
                </c:pt>
                <c:pt idx="5075">
                  <c:v>8.89364139</c:v>
                </c:pt>
                <c:pt idx="5076">
                  <c:v>8.89561667</c:v>
                </c:pt>
                <c:pt idx="5077">
                  <c:v>8.89588556</c:v>
                </c:pt>
                <c:pt idx="5078">
                  <c:v>8.89710611</c:v>
                </c:pt>
                <c:pt idx="5079">
                  <c:v>8.89729278</c:v>
                </c:pt>
                <c:pt idx="5080">
                  <c:v>8.89733444</c:v>
                </c:pt>
                <c:pt idx="5081">
                  <c:v>8.89913222</c:v>
                </c:pt>
                <c:pt idx="5082">
                  <c:v>8.89914306</c:v>
                </c:pt>
                <c:pt idx="5083">
                  <c:v>8.90169083</c:v>
                </c:pt>
                <c:pt idx="5084">
                  <c:v>8.90228611</c:v>
                </c:pt>
                <c:pt idx="5085">
                  <c:v>8.90294972</c:v>
                </c:pt>
                <c:pt idx="5086">
                  <c:v>8.90363056</c:v>
                </c:pt>
                <c:pt idx="5087">
                  <c:v>8.90501056</c:v>
                </c:pt>
                <c:pt idx="5088">
                  <c:v>8.90675417</c:v>
                </c:pt>
                <c:pt idx="5089">
                  <c:v>8.90751306</c:v>
                </c:pt>
                <c:pt idx="5090">
                  <c:v>8.90761194</c:v>
                </c:pt>
                <c:pt idx="5091">
                  <c:v>8.90899444</c:v>
                </c:pt>
                <c:pt idx="5092">
                  <c:v>8.90928861</c:v>
                </c:pt>
                <c:pt idx="5093">
                  <c:v>8.91024417</c:v>
                </c:pt>
                <c:pt idx="5094">
                  <c:v>8.91077111</c:v>
                </c:pt>
                <c:pt idx="5095">
                  <c:v>8.9121675</c:v>
                </c:pt>
                <c:pt idx="5096">
                  <c:v>8.9121875</c:v>
                </c:pt>
                <c:pt idx="5097">
                  <c:v>8.91323139</c:v>
                </c:pt>
                <c:pt idx="5098">
                  <c:v>8.91356389</c:v>
                </c:pt>
                <c:pt idx="5099">
                  <c:v>8.91531972</c:v>
                </c:pt>
                <c:pt idx="5100">
                  <c:v>8.91595056</c:v>
                </c:pt>
                <c:pt idx="5101">
                  <c:v>8.91600361</c:v>
                </c:pt>
                <c:pt idx="5102">
                  <c:v>8.91749528</c:v>
                </c:pt>
                <c:pt idx="5103">
                  <c:v>8.91756806</c:v>
                </c:pt>
                <c:pt idx="5104">
                  <c:v>8.91772694</c:v>
                </c:pt>
                <c:pt idx="5105">
                  <c:v>8.92021722</c:v>
                </c:pt>
                <c:pt idx="5106">
                  <c:v>8.92047333</c:v>
                </c:pt>
                <c:pt idx="5107">
                  <c:v>8.92058306</c:v>
                </c:pt>
                <c:pt idx="5108">
                  <c:v>8.92062389</c:v>
                </c:pt>
                <c:pt idx="5109">
                  <c:v>8.92180639</c:v>
                </c:pt>
                <c:pt idx="5110">
                  <c:v>8.92340778</c:v>
                </c:pt>
                <c:pt idx="5111">
                  <c:v>8.92372222</c:v>
                </c:pt>
                <c:pt idx="5112">
                  <c:v>8.92461083</c:v>
                </c:pt>
                <c:pt idx="5113">
                  <c:v>8.92613111</c:v>
                </c:pt>
                <c:pt idx="5114">
                  <c:v>8.92655528</c:v>
                </c:pt>
                <c:pt idx="5115">
                  <c:v>8.9268375</c:v>
                </c:pt>
                <c:pt idx="5116">
                  <c:v>8.92832639</c:v>
                </c:pt>
                <c:pt idx="5117">
                  <c:v>8.92961389</c:v>
                </c:pt>
                <c:pt idx="5118">
                  <c:v>8.93036778</c:v>
                </c:pt>
                <c:pt idx="5119">
                  <c:v>8.93051389</c:v>
                </c:pt>
                <c:pt idx="5120">
                  <c:v>8.9308275</c:v>
                </c:pt>
                <c:pt idx="5121">
                  <c:v>8.93150194</c:v>
                </c:pt>
                <c:pt idx="5122">
                  <c:v>8.93205333</c:v>
                </c:pt>
                <c:pt idx="5123">
                  <c:v>8.93253167</c:v>
                </c:pt>
                <c:pt idx="5124">
                  <c:v>8.93370361</c:v>
                </c:pt>
                <c:pt idx="5125">
                  <c:v>8.93386444</c:v>
                </c:pt>
                <c:pt idx="5126">
                  <c:v>8.93498389</c:v>
                </c:pt>
                <c:pt idx="5127">
                  <c:v>8.93605056</c:v>
                </c:pt>
                <c:pt idx="5128">
                  <c:v>8.93727861</c:v>
                </c:pt>
                <c:pt idx="5129">
                  <c:v>8.93758278</c:v>
                </c:pt>
                <c:pt idx="5130">
                  <c:v>8.93923</c:v>
                </c:pt>
                <c:pt idx="5131">
                  <c:v>8.93981361</c:v>
                </c:pt>
                <c:pt idx="5132">
                  <c:v>8.94073056</c:v>
                </c:pt>
                <c:pt idx="5133">
                  <c:v>8.94135806</c:v>
                </c:pt>
                <c:pt idx="5134">
                  <c:v>8.94141111</c:v>
                </c:pt>
                <c:pt idx="5135">
                  <c:v>8.94315972</c:v>
                </c:pt>
                <c:pt idx="5136">
                  <c:v>8.94390222</c:v>
                </c:pt>
                <c:pt idx="5137">
                  <c:v>8.94502694</c:v>
                </c:pt>
                <c:pt idx="5138">
                  <c:v>8.94584167</c:v>
                </c:pt>
                <c:pt idx="5139">
                  <c:v>8.94714917</c:v>
                </c:pt>
                <c:pt idx="5140">
                  <c:v>8.94798056</c:v>
                </c:pt>
                <c:pt idx="5141">
                  <c:v>8.94884944</c:v>
                </c:pt>
                <c:pt idx="5142">
                  <c:v>8.94931222</c:v>
                </c:pt>
                <c:pt idx="5143">
                  <c:v>8.95084722</c:v>
                </c:pt>
                <c:pt idx="5144">
                  <c:v>8.951605</c:v>
                </c:pt>
                <c:pt idx="5145">
                  <c:v>8.95230417</c:v>
                </c:pt>
                <c:pt idx="5146">
                  <c:v>8.95234639</c:v>
                </c:pt>
                <c:pt idx="5147">
                  <c:v>8.9526475</c:v>
                </c:pt>
                <c:pt idx="5148">
                  <c:v>8.95428722</c:v>
                </c:pt>
                <c:pt idx="5149">
                  <c:v>8.95642472</c:v>
                </c:pt>
                <c:pt idx="5150">
                  <c:v>8.95649528</c:v>
                </c:pt>
                <c:pt idx="5151">
                  <c:v>8.95675167</c:v>
                </c:pt>
                <c:pt idx="5152">
                  <c:v>8.95877056</c:v>
                </c:pt>
                <c:pt idx="5153">
                  <c:v>8.95977889</c:v>
                </c:pt>
                <c:pt idx="5154">
                  <c:v>8.96009083</c:v>
                </c:pt>
                <c:pt idx="5155">
                  <c:v>8.96115833</c:v>
                </c:pt>
                <c:pt idx="5156">
                  <c:v>8.96429806</c:v>
                </c:pt>
                <c:pt idx="5157">
                  <c:v>8.96539833</c:v>
                </c:pt>
                <c:pt idx="5158">
                  <c:v>8.96549778</c:v>
                </c:pt>
                <c:pt idx="5159">
                  <c:v>8.9665025</c:v>
                </c:pt>
                <c:pt idx="5160">
                  <c:v>8.96680639</c:v>
                </c:pt>
                <c:pt idx="5161">
                  <c:v>8.96780139</c:v>
                </c:pt>
                <c:pt idx="5162">
                  <c:v>8.96788889</c:v>
                </c:pt>
                <c:pt idx="5163">
                  <c:v>8.96958222</c:v>
                </c:pt>
                <c:pt idx="5164">
                  <c:v>8.97047</c:v>
                </c:pt>
                <c:pt idx="5165">
                  <c:v>8.97077417</c:v>
                </c:pt>
                <c:pt idx="5166">
                  <c:v>8.97080806</c:v>
                </c:pt>
                <c:pt idx="5167">
                  <c:v>8.97237972</c:v>
                </c:pt>
                <c:pt idx="5168">
                  <c:v>8.97350972</c:v>
                </c:pt>
                <c:pt idx="5169">
                  <c:v>8.97409028</c:v>
                </c:pt>
                <c:pt idx="5170">
                  <c:v>8.97639056</c:v>
                </c:pt>
                <c:pt idx="5171">
                  <c:v>8.97743194</c:v>
                </c:pt>
                <c:pt idx="5172">
                  <c:v>8.97846583</c:v>
                </c:pt>
                <c:pt idx="5173">
                  <c:v>8.97909444</c:v>
                </c:pt>
                <c:pt idx="5174">
                  <c:v>8.97986611</c:v>
                </c:pt>
                <c:pt idx="5175">
                  <c:v>8.98038833</c:v>
                </c:pt>
                <c:pt idx="5176">
                  <c:v>8.98182472</c:v>
                </c:pt>
                <c:pt idx="5177">
                  <c:v>8.982875</c:v>
                </c:pt>
                <c:pt idx="5178">
                  <c:v>8.98476861</c:v>
                </c:pt>
                <c:pt idx="5179">
                  <c:v>8.98479778</c:v>
                </c:pt>
                <c:pt idx="5180">
                  <c:v>8.98576833</c:v>
                </c:pt>
                <c:pt idx="5181">
                  <c:v>8.98705333</c:v>
                </c:pt>
                <c:pt idx="5182">
                  <c:v>8.98717139</c:v>
                </c:pt>
                <c:pt idx="5183">
                  <c:v>8.98906583</c:v>
                </c:pt>
                <c:pt idx="5184">
                  <c:v>8.98997194</c:v>
                </c:pt>
                <c:pt idx="5185">
                  <c:v>8.99016389</c:v>
                </c:pt>
                <c:pt idx="5186">
                  <c:v>8.991505</c:v>
                </c:pt>
                <c:pt idx="5187">
                  <c:v>8.99222222</c:v>
                </c:pt>
                <c:pt idx="5188">
                  <c:v>8.99228444</c:v>
                </c:pt>
                <c:pt idx="5189">
                  <c:v>8.99295917</c:v>
                </c:pt>
                <c:pt idx="5190">
                  <c:v>8.99401028</c:v>
                </c:pt>
                <c:pt idx="5191">
                  <c:v>8.99497472</c:v>
                </c:pt>
                <c:pt idx="5192">
                  <c:v>8.996415</c:v>
                </c:pt>
                <c:pt idx="5193">
                  <c:v>8.99707722</c:v>
                </c:pt>
                <c:pt idx="5194">
                  <c:v>8.99740417</c:v>
                </c:pt>
                <c:pt idx="5195">
                  <c:v>8.99781111</c:v>
                </c:pt>
                <c:pt idx="5196">
                  <c:v>8.99793944</c:v>
                </c:pt>
                <c:pt idx="5197">
                  <c:v>8.99861417</c:v>
                </c:pt>
                <c:pt idx="5198">
                  <c:v>8.99978639</c:v>
                </c:pt>
                <c:pt idx="5199">
                  <c:v>9.00094056</c:v>
                </c:pt>
                <c:pt idx="5200">
                  <c:v>9.00109361</c:v>
                </c:pt>
                <c:pt idx="5201">
                  <c:v>9.00365639</c:v>
                </c:pt>
                <c:pt idx="5202">
                  <c:v>9.00459944</c:v>
                </c:pt>
                <c:pt idx="5203">
                  <c:v>9.00602611</c:v>
                </c:pt>
                <c:pt idx="5204">
                  <c:v>9.00678361</c:v>
                </c:pt>
                <c:pt idx="5205">
                  <c:v>9.00797278</c:v>
                </c:pt>
                <c:pt idx="5206">
                  <c:v>9.00806111</c:v>
                </c:pt>
                <c:pt idx="5207">
                  <c:v>9.00927222</c:v>
                </c:pt>
                <c:pt idx="5208">
                  <c:v>9.01010917</c:v>
                </c:pt>
                <c:pt idx="5209">
                  <c:v>9.01013056</c:v>
                </c:pt>
                <c:pt idx="5210">
                  <c:v>9.01144528</c:v>
                </c:pt>
                <c:pt idx="5211">
                  <c:v>9.01149306</c:v>
                </c:pt>
                <c:pt idx="5212">
                  <c:v>9.01336694</c:v>
                </c:pt>
                <c:pt idx="5213">
                  <c:v>9.01410556</c:v>
                </c:pt>
                <c:pt idx="5214">
                  <c:v>9.01475861</c:v>
                </c:pt>
                <c:pt idx="5215">
                  <c:v>9.01623556</c:v>
                </c:pt>
                <c:pt idx="5216">
                  <c:v>9.0162875</c:v>
                </c:pt>
                <c:pt idx="5217">
                  <c:v>9.01801278</c:v>
                </c:pt>
                <c:pt idx="5218">
                  <c:v>9.01824389</c:v>
                </c:pt>
                <c:pt idx="5219">
                  <c:v>9.01947028</c:v>
                </c:pt>
                <c:pt idx="5220">
                  <c:v>9.01949667</c:v>
                </c:pt>
                <c:pt idx="5221">
                  <c:v>9.02053667</c:v>
                </c:pt>
                <c:pt idx="5222">
                  <c:v>9.02125583</c:v>
                </c:pt>
                <c:pt idx="5223">
                  <c:v>9.02179944</c:v>
                </c:pt>
                <c:pt idx="5224">
                  <c:v>9.02194361</c:v>
                </c:pt>
                <c:pt idx="5225">
                  <c:v>9.02355333</c:v>
                </c:pt>
                <c:pt idx="5226">
                  <c:v>9.02495917</c:v>
                </c:pt>
                <c:pt idx="5227">
                  <c:v>9.02497611</c:v>
                </c:pt>
                <c:pt idx="5228">
                  <c:v>9.02505139</c:v>
                </c:pt>
                <c:pt idx="5229">
                  <c:v>9.02555139</c:v>
                </c:pt>
                <c:pt idx="5230">
                  <c:v>9.02661278</c:v>
                </c:pt>
                <c:pt idx="5231">
                  <c:v>9.0277775</c:v>
                </c:pt>
                <c:pt idx="5232">
                  <c:v>9.02860556</c:v>
                </c:pt>
                <c:pt idx="5233">
                  <c:v>9.02934694</c:v>
                </c:pt>
                <c:pt idx="5234">
                  <c:v>9.03070472</c:v>
                </c:pt>
                <c:pt idx="5235">
                  <c:v>9.03117472</c:v>
                </c:pt>
                <c:pt idx="5236">
                  <c:v>9.03252389</c:v>
                </c:pt>
                <c:pt idx="5237">
                  <c:v>9.03260444</c:v>
                </c:pt>
                <c:pt idx="5238">
                  <c:v>9.03443111</c:v>
                </c:pt>
                <c:pt idx="5239">
                  <c:v>9.034605</c:v>
                </c:pt>
                <c:pt idx="5240">
                  <c:v>9.03634111</c:v>
                </c:pt>
                <c:pt idx="5241">
                  <c:v>9.03657833</c:v>
                </c:pt>
                <c:pt idx="5242">
                  <c:v>9.03708056</c:v>
                </c:pt>
                <c:pt idx="5243">
                  <c:v>9.03828278</c:v>
                </c:pt>
                <c:pt idx="5244">
                  <c:v>9.03832806</c:v>
                </c:pt>
                <c:pt idx="5245">
                  <c:v>9.04008083</c:v>
                </c:pt>
                <c:pt idx="5246">
                  <c:v>9.04091278</c:v>
                </c:pt>
                <c:pt idx="5247">
                  <c:v>9.0409625</c:v>
                </c:pt>
                <c:pt idx="5248">
                  <c:v>9.04199611</c:v>
                </c:pt>
                <c:pt idx="5249">
                  <c:v>9.04294611</c:v>
                </c:pt>
                <c:pt idx="5250">
                  <c:v>9.04295806</c:v>
                </c:pt>
                <c:pt idx="5251">
                  <c:v>9.04417639</c:v>
                </c:pt>
                <c:pt idx="5252">
                  <c:v>9.04577639</c:v>
                </c:pt>
                <c:pt idx="5253">
                  <c:v>9.04585</c:v>
                </c:pt>
                <c:pt idx="5254">
                  <c:v>9.045875</c:v>
                </c:pt>
                <c:pt idx="5255">
                  <c:v>9.04587694</c:v>
                </c:pt>
                <c:pt idx="5256">
                  <c:v>9.04919056</c:v>
                </c:pt>
                <c:pt idx="5257">
                  <c:v>9.04996611</c:v>
                </c:pt>
                <c:pt idx="5258">
                  <c:v>9.05105944</c:v>
                </c:pt>
                <c:pt idx="5259">
                  <c:v>9.05264639</c:v>
                </c:pt>
                <c:pt idx="5260">
                  <c:v>9.05358028</c:v>
                </c:pt>
                <c:pt idx="5261">
                  <c:v>9.05401389</c:v>
                </c:pt>
                <c:pt idx="5262">
                  <c:v>9.05540694</c:v>
                </c:pt>
                <c:pt idx="5263">
                  <c:v>9.05546167</c:v>
                </c:pt>
                <c:pt idx="5264">
                  <c:v>9.05573694</c:v>
                </c:pt>
                <c:pt idx="5265">
                  <c:v>9.05717722</c:v>
                </c:pt>
                <c:pt idx="5266">
                  <c:v>9.05880722</c:v>
                </c:pt>
                <c:pt idx="5267">
                  <c:v>9.05883333</c:v>
                </c:pt>
                <c:pt idx="5268">
                  <c:v>9.06036917</c:v>
                </c:pt>
                <c:pt idx="5269">
                  <c:v>9.06107889</c:v>
                </c:pt>
                <c:pt idx="5270">
                  <c:v>9.06155889</c:v>
                </c:pt>
                <c:pt idx="5271">
                  <c:v>9.0629075</c:v>
                </c:pt>
                <c:pt idx="5272">
                  <c:v>9.06308556</c:v>
                </c:pt>
                <c:pt idx="5273">
                  <c:v>9.06471917</c:v>
                </c:pt>
                <c:pt idx="5274">
                  <c:v>9.06486583</c:v>
                </c:pt>
                <c:pt idx="5275">
                  <c:v>9.06610778</c:v>
                </c:pt>
                <c:pt idx="5276">
                  <c:v>9.0672575</c:v>
                </c:pt>
                <c:pt idx="5277">
                  <c:v>9.06876</c:v>
                </c:pt>
                <c:pt idx="5278">
                  <c:v>9.06991389</c:v>
                </c:pt>
                <c:pt idx="5279">
                  <c:v>9.06998083</c:v>
                </c:pt>
                <c:pt idx="5280">
                  <c:v>9.071375</c:v>
                </c:pt>
                <c:pt idx="5281">
                  <c:v>9.07141722</c:v>
                </c:pt>
                <c:pt idx="5282">
                  <c:v>9.07297417</c:v>
                </c:pt>
                <c:pt idx="5283">
                  <c:v>9.07461139</c:v>
                </c:pt>
                <c:pt idx="5284">
                  <c:v>9.07465472</c:v>
                </c:pt>
                <c:pt idx="5285">
                  <c:v>9.07485722</c:v>
                </c:pt>
                <c:pt idx="5286">
                  <c:v>9.07649361</c:v>
                </c:pt>
                <c:pt idx="5287">
                  <c:v>9.077355</c:v>
                </c:pt>
                <c:pt idx="5288">
                  <c:v>9.07875667</c:v>
                </c:pt>
                <c:pt idx="5289">
                  <c:v>9.07924417</c:v>
                </c:pt>
                <c:pt idx="5290">
                  <c:v>9.07924639</c:v>
                </c:pt>
                <c:pt idx="5291">
                  <c:v>9.08145472</c:v>
                </c:pt>
                <c:pt idx="5292">
                  <c:v>9.08251917</c:v>
                </c:pt>
                <c:pt idx="5293">
                  <c:v>9.08335472</c:v>
                </c:pt>
                <c:pt idx="5294">
                  <c:v>9.0843975</c:v>
                </c:pt>
                <c:pt idx="5295">
                  <c:v>9.08598806</c:v>
                </c:pt>
                <c:pt idx="5296">
                  <c:v>9.08626639</c:v>
                </c:pt>
                <c:pt idx="5297">
                  <c:v>9.08729528</c:v>
                </c:pt>
                <c:pt idx="5298">
                  <c:v>9.08821111</c:v>
                </c:pt>
                <c:pt idx="5299">
                  <c:v>9.08886194</c:v>
                </c:pt>
                <c:pt idx="5300">
                  <c:v>9.08997611</c:v>
                </c:pt>
                <c:pt idx="5301">
                  <c:v>9.09042778</c:v>
                </c:pt>
                <c:pt idx="5302">
                  <c:v>9.09216167</c:v>
                </c:pt>
                <c:pt idx="5303">
                  <c:v>9.09217111</c:v>
                </c:pt>
                <c:pt idx="5304">
                  <c:v>9.09225167</c:v>
                </c:pt>
                <c:pt idx="5305">
                  <c:v>9.09396056</c:v>
                </c:pt>
                <c:pt idx="5306">
                  <c:v>9.09473222</c:v>
                </c:pt>
                <c:pt idx="5307">
                  <c:v>9.09554917</c:v>
                </c:pt>
                <c:pt idx="5308">
                  <c:v>9.09624167</c:v>
                </c:pt>
                <c:pt idx="5309">
                  <c:v>9.09677333</c:v>
                </c:pt>
                <c:pt idx="5310">
                  <c:v>9.09847722</c:v>
                </c:pt>
                <c:pt idx="5311">
                  <c:v>9.09853056</c:v>
                </c:pt>
                <c:pt idx="5312">
                  <c:v>9.09854611</c:v>
                </c:pt>
                <c:pt idx="5313">
                  <c:v>9.09875111</c:v>
                </c:pt>
                <c:pt idx="5314">
                  <c:v>9.10051167</c:v>
                </c:pt>
                <c:pt idx="5315">
                  <c:v>9.10076361</c:v>
                </c:pt>
                <c:pt idx="5316">
                  <c:v>9.10205167</c:v>
                </c:pt>
                <c:pt idx="5317">
                  <c:v>9.10303</c:v>
                </c:pt>
                <c:pt idx="5318">
                  <c:v>9.10308194</c:v>
                </c:pt>
                <c:pt idx="5319">
                  <c:v>9.10312556</c:v>
                </c:pt>
                <c:pt idx="5320">
                  <c:v>9.10355222</c:v>
                </c:pt>
                <c:pt idx="5321">
                  <c:v>9.10477583</c:v>
                </c:pt>
                <c:pt idx="5322">
                  <c:v>9.10559278</c:v>
                </c:pt>
                <c:pt idx="5323">
                  <c:v>9.10640528</c:v>
                </c:pt>
                <c:pt idx="5324">
                  <c:v>9.10742139</c:v>
                </c:pt>
                <c:pt idx="5325">
                  <c:v>9.10759611</c:v>
                </c:pt>
                <c:pt idx="5326">
                  <c:v>9.10873</c:v>
                </c:pt>
                <c:pt idx="5327">
                  <c:v>9.10930778</c:v>
                </c:pt>
                <c:pt idx="5328">
                  <c:v>9.1105575</c:v>
                </c:pt>
                <c:pt idx="5329">
                  <c:v>9.11084056</c:v>
                </c:pt>
                <c:pt idx="5330">
                  <c:v>9.11203222</c:v>
                </c:pt>
                <c:pt idx="5331">
                  <c:v>9.11207306</c:v>
                </c:pt>
                <c:pt idx="5332">
                  <c:v>9.11258306</c:v>
                </c:pt>
                <c:pt idx="5333">
                  <c:v>9.11397083</c:v>
                </c:pt>
                <c:pt idx="5334">
                  <c:v>9.11399639</c:v>
                </c:pt>
                <c:pt idx="5335">
                  <c:v>9.115415</c:v>
                </c:pt>
                <c:pt idx="5336">
                  <c:v>9.11616611</c:v>
                </c:pt>
                <c:pt idx="5337">
                  <c:v>9.11621944</c:v>
                </c:pt>
                <c:pt idx="5338">
                  <c:v>9.11794</c:v>
                </c:pt>
                <c:pt idx="5339">
                  <c:v>9.1180675</c:v>
                </c:pt>
                <c:pt idx="5340">
                  <c:v>9.1196225</c:v>
                </c:pt>
                <c:pt idx="5341">
                  <c:v>9.12071444</c:v>
                </c:pt>
                <c:pt idx="5342">
                  <c:v>9.12154389</c:v>
                </c:pt>
                <c:pt idx="5343">
                  <c:v>9.12207472</c:v>
                </c:pt>
                <c:pt idx="5344">
                  <c:v>9.12262889</c:v>
                </c:pt>
                <c:pt idx="5345">
                  <c:v>9.12341028</c:v>
                </c:pt>
                <c:pt idx="5346">
                  <c:v>9.12397139</c:v>
                </c:pt>
                <c:pt idx="5347">
                  <c:v>9.12439417</c:v>
                </c:pt>
                <c:pt idx="5348">
                  <c:v>9.12449722</c:v>
                </c:pt>
                <c:pt idx="5349">
                  <c:v>9.12583556</c:v>
                </c:pt>
                <c:pt idx="5350">
                  <c:v>9.12687167</c:v>
                </c:pt>
                <c:pt idx="5351">
                  <c:v>9.12754889</c:v>
                </c:pt>
                <c:pt idx="5352">
                  <c:v>9.1285225</c:v>
                </c:pt>
                <c:pt idx="5353">
                  <c:v>9.12930333</c:v>
                </c:pt>
                <c:pt idx="5354">
                  <c:v>9.12950194</c:v>
                </c:pt>
                <c:pt idx="5355">
                  <c:v>9.13388694</c:v>
                </c:pt>
                <c:pt idx="5356">
                  <c:v>9.13411278</c:v>
                </c:pt>
                <c:pt idx="5357">
                  <c:v>9.13503056</c:v>
                </c:pt>
                <c:pt idx="5358">
                  <c:v>9.13516917</c:v>
                </c:pt>
                <c:pt idx="5359">
                  <c:v>9.13678944</c:v>
                </c:pt>
                <c:pt idx="5360">
                  <c:v>9.13703417</c:v>
                </c:pt>
                <c:pt idx="5361">
                  <c:v>9.13797639</c:v>
                </c:pt>
                <c:pt idx="5362">
                  <c:v>9.13942056</c:v>
                </c:pt>
                <c:pt idx="5363">
                  <c:v>9.13949639</c:v>
                </c:pt>
                <c:pt idx="5364">
                  <c:v>9.14090361</c:v>
                </c:pt>
                <c:pt idx="5365">
                  <c:v>9.141105</c:v>
                </c:pt>
                <c:pt idx="5366">
                  <c:v>9.14136806</c:v>
                </c:pt>
                <c:pt idx="5367">
                  <c:v>9.14226889</c:v>
                </c:pt>
                <c:pt idx="5368">
                  <c:v>9.14369861</c:v>
                </c:pt>
                <c:pt idx="5369">
                  <c:v>9.14468917</c:v>
                </c:pt>
                <c:pt idx="5370">
                  <c:v>9.14635417</c:v>
                </c:pt>
                <c:pt idx="5371">
                  <c:v>9.14697278</c:v>
                </c:pt>
                <c:pt idx="5372">
                  <c:v>9.14700611</c:v>
                </c:pt>
                <c:pt idx="5373">
                  <c:v>9.14938972</c:v>
                </c:pt>
                <c:pt idx="5374">
                  <c:v>9.14942972</c:v>
                </c:pt>
                <c:pt idx="5375">
                  <c:v>9.15091306</c:v>
                </c:pt>
                <c:pt idx="5376">
                  <c:v>9.15107389</c:v>
                </c:pt>
                <c:pt idx="5377">
                  <c:v>9.15150667</c:v>
                </c:pt>
                <c:pt idx="5378">
                  <c:v>9.1515625</c:v>
                </c:pt>
                <c:pt idx="5379">
                  <c:v>9.15196167</c:v>
                </c:pt>
                <c:pt idx="5380">
                  <c:v>9.15323194</c:v>
                </c:pt>
                <c:pt idx="5381">
                  <c:v>9.15423972</c:v>
                </c:pt>
                <c:pt idx="5382">
                  <c:v>9.15506556</c:v>
                </c:pt>
                <c:pt idx="5383">
                  <c:v>9.15639583</c:v>
                </c:pt>
                <c:pt idx="5384">
                  <c:v>9.15824389</c:v>
                </c:pt>
                <c:pt idx="5385">
                  <c:v>9.15867944</c:v>
                </c:pt>
                <c:pt idx="5386">
                  <c:v>9.15977139</c:v>
                </c:pt>
                <c:pt idx="5387">
                  <c:v>9.16083056</c:v>
                </c:pt>
                <c:pt idx="5388">
                  <c:v>9.16085167</c:v>
                </c:pt>
                <c:pt idx="5389">
                  <c:v>9.1616825</c:v>
                </c:pt>
                <c:pt idx="5390">
                  <c:v>9.16341917</c:v>
                </c:pt>
                <c:pt idx="5391">
                  <c:v>9.16488972</c:v>
                </c:pt>
                <c:pt idx="5392">
                  <c:v>9.16493972</c:v>
                </c:pt>
                <c:pt idx="5393">
                  <c:v>9.16647972</c:v>
                </c:pt>
                <c:pt idx="5394">
                  <c:v>9.16720417</c:v>
                </c:pt>
                <c:pt idx="5395">
                  <c:v>9.16754972</c:v>
                </c:pt>
                <c:pt idx="5396">
                  <c:v>9.16863417</c:v>
                </c:pt>
                <c:pt idx="5397">
                  <c:v>9.1687775</c:v>
                </c:pt>
                <c:pt idx="5398">
                  <c:v>9.16891194</c:v>
                </c:pt>
                <c:pt idx="5399">
                  <c:v>9.17031861</c:v>
                </c:pt>
                <c:pt idx="5400">
                  <c:v>9.17041861</c:v>
                </c:pt>
                <c:pt idx="5401">
                  <c:v>9.17147167</c:v>
                </c:pt>
                <c:pt idx="5402">
                  <c:v>9.17148889</c:v>
                </c:pt>
                <c:pt idx="5403">
                  <c:v>9.17342917</c:v>
                </c:pt>
                <c:pt idx="5404">
                  <c:v>9.17461306</c:v>
                </c:pt>
                <c:pt idx="5405">
                  <c:v>9.17533306</c:v>
                </c:pt>
                <c:pt idx="5406">
                  <c:v>9.17569833</c:v>
                </c:pt>
                <c:pt idx="5407">
                  <c:v>9.17609861</c:v>
                </c:pt>
                <c:pt idx="5408">
                  <c:v>9.17764833</c:v>
                </c:pt>
                <c:pt idx="5409">
                  <c:v>9.17806278</c:v>
                </c:pt>
                <c:pt idx="5410">
                  <c:v>9.17892639</c:v>
                </c:pt>
                <c:pt idx="5411">
                  <c:v>9.18000667</c:v>
                </c:pt>
                <c:pt idx="5412">
                  <c:v>9.18007833</c:v>
                </c:pt>
                <c:pt idx="5413">
                  <c:v>9.18105972</c:v>
                </c:pt>
                <c:pt idx="5414">
                  <c:v>9.18230333</c:v>
                </c:pt>
                <c:pt idx="5415">
                  <c:v>9.18302972</c:v>
                </c:pt>
                <c:pt idx="5416">
                  <c:v>9.18322639</c:v>
                </c:pt>
                <c:pt idx="5417">
                  <c:v>9.18551056</c:v>
                </c:pt>
                <c:pt idx="5418">
                  <c:v>9.18632083</c:v>
                </c:pt>
                <c:pt idx="5419">
                  <c:v>9.18632583</c:v>
                </c:pt>
                <c:pt idx="5420">
                  <c:v>9.18721611</c:v>
                </c:pt>
                <c:pt idx="5421">
                  <c:v>9.18873639</c:v>
                </c:pt>
                <c:pt idx="5422">
                  <c:v>9.18913444</c:v>
                </c:pt>
                <c:pt idx="5423">
                  <c:v>9.19055917</c:v>
                </c:pt>
                <c:pt idx="5424">
                  <c:v>9.19057833</c:v>
                </c:pt>
                <c:pt idx="5425">
                  <c:v>9.19179028</c:v>
                </c:pt>
                <c:pt idx="5426">
                  <c:v>9.192265</c:v>
                </c:pt>
                <c:pt idx="5427">
                  <c:v>9.19292278</c:v>
                </c:pt>
                <c:pt idx="5428">
                  <c:v>9.19350444</c:v>
                </c:pt>
                <c:pt idx="5429">
                  <c:v>9.19359167</c:v>
                </c:pt>
                <c:pt idx="5430">
                  <c:v>9.19644917</c:v>
                </c:pt>
                <c:pt idx="5431">
                  <c:v>9.19855194</c:v>
                </c:pt>
                <c:pt idx="5432">
                  <c:v>9.19860694</c:v>
                </c:pt>
                <c:pt idx="5433">
                  <c:v>9.19982417</c:v>
                </c:pt>
                <c:pt idx="5434">
                  <c:v>9.19996417</c:v>
                </c:pt>
                <c:pt idx="5435">
                  <c:v>9.20229167</c:v>
                </c:pt>
                <c:pt idx="5436">
                  <c:v>9.20246056</c:v>
                </c:pt>
                <c:pt idx="5437">
                  <c:v>9.20288306</c:v>
                </c:pt>
                <c:pt idx="5438">
                  <c:v>9.20427556</c:v>
                </c:pt>
                <c:pt idx="5439">
                  <c:v>9.20435417</c:v>
                </c:pt>
                <c:pt idx="5440">
                  <c:v>9.20566278</c:v>
                </c:pt>
                <c:pt idx="5441">
                  <c:v>9.20589</c:v>
                </c:pt>
                <c:pt idx="5442">
                  <c:v>9.20876889</c:v>
                </c:pt>
                <c:pt idx="5443">
                  <c:v>9.20953583</c:v>
                </c:pt>
                <c:pt idx="5444">
                  <c:v>9.20964</c:v>
                </c:pt>
                <c:pt idx="5445">
                  <c:v>9.2106975</c:v>
                </c:pt>
                <c:pt idx="5446">
                  <c:v>9.21087</c:v>
                </c:pt>
                <c:pt idx="5447">
                  <c:v>9.21208528</c:v>
                </c:pt>
                <c:pt idx="5448">
                  <c:v>9.213105</c:v>
                </c:pt>
                <c:pt idx="5449">
                  <c:v>9.21375944</c:v>
                </c:pt>
                <c:pt idx="5450">
                  <c:v>9.21387833</c:v>
                </c:pt>
                <c:pt idx="5451">
                  <c:v>9.21565194</c:v>
                </c:pt>
                <c:pt idx="5452">
                  <c:v>9.21682944</c:v>
                </c:pt>
                <c:pt idx="5453">
                  <c:v>9.21705861</c:v>
                </c:pt>
                <c:pt idx="5454">
                  <c:v>9.21827611</c:v>
                </c:pt>
                <c:pt idx="5455">
                  <c:v>9.21903667</c:v>
                </c:pt>
                <c:pt idx="5456">
                  <c:v>9.22068139</c:v>
                </c:pt>
                <c:pt idx="5457">
                  <c:v>9.22296806</c:v>
                </c:pt>
                <c:pt idx="5458">
                  <c:v>9.22314111</c:v>
                </c:pt>
                <c:pt idx="5459">
                  <c:v>9.22406</c:v>
                </c:pt>
                <c:pt idx="5460">
                  <c:v>9.22465</c:v>
                </c:pt>
                <c:pt idx="5461">
                  <c:v>9.22579222</c:v>
                </c:pt>
                <c:pt idx="5462">
                  <c:v>9.228075</c:v>
                </c:pt>
                <c:pt idx="5463">
                  <c:v>9.22846639</c:v>
                </c:pt>
                <c:pt idx="5464">
                  <c:v>9.22929694</c:v>
                </c:pt>
                <c:pt idx="5465">
                  <c:v>9.22974722</c:v>
                </c:pt>
                <c:pt idx="5466">
                  <c:v>9.23048083</c:v>
                </c:pt>
                <c:pt idx="5467">
                  <c:v>9.23178056</c:v>
                </c:pt>
                <c:pt idx="5468">
                  <c:v>9.23235806</c:v>
                </c:pt>
                <c:pt idx="5469">
                  <c:v>9.23372167</c:v>
                </c:pt>
                <c:pt idx="5470">
                  <c:v>9.23373556</c:v>
                </c:pt>
                <c:pt idx="5471">
                  <c:v>9.23455222</c:v>
                </c:pt>
                <c:pt idx="5472">
                  <c:v>9.2346375</c:v>
                </c:pt>
                <c:pt idx="5473">
                  <c:v>9.23708389</c:v>
                </c:pt>
                <c:pt idx="5474">
                  <c:v>9.23786167</c:v>
                </c:pt>
                <c:pt idx="5475">
                  <c:v>9.23863417</c:v>
                </c:pt>
                <c:pt idx="5476">
                  <c:v>9.23912806</c:v>
                </c:pt>
                <c:pt idx="5477">
                  <c:v>9.23921917</c:v>
                </c:pt>
                <c:pt idx="5478">
                  <c:v>9.24054694</c:v>
                </c:pt>
                <c:pt idx="5479">
                  <c:v>9.24078278</c:v>
                </c:pt>
                <c:pt idx="5480">
                  <c:v>9.24204806</c:v>
                </c:pt>
                <c:pt idx="5481">
                  <c:v>9.24315306</c:v>
                </c:pt>
                <c:pt idx="5482">
                  <c:v>9.24392917</c:v>
                </c:pt>
                <c:pt idx="5483">
                  <c:v>9.24499944</c:v>
                </c:pt>
                <c:pt idx="5484">
                  <c:v>9.24522028</c:v>
                </c:pt>
                <c:pt idx="5485">
                  <c:v>9.24755972</c:v>
                </c:pt>
                <c:pt idx="5486">
                  <c:v>9.25062167</c:v>
                </c:pt>
                <c:pt idx="5487">
                  <c:v>9.25159611</c:v>
                </c:pt>
                <c:pt idx="5488">
                  <c:v>9.25163389</c:v>
                </c:pt>
                <c:pt idx="5489">
                  <c:v>9.25235694</c:v>
                </c:pt>
                <c:pt idx="5490">
                  <c:v>9.25383917</c:v>
                </c:pt>
                <c:pt idx="5491">
                  <c:v>9.25400833</c:v>
                </c:pt>
                <c:pt idx="5492">
                  <c:v>9.25514444</c:v>
                </c:pt>
                <c:pt idx="5493">
                  <c:v>9.2552875</c:v>
                </c:pt>
                <c:pt idx="5494">
                  <c:v>9.25544528</c:v>
                </c:pt>
                <c:pt idx="5495">
                  <c:v>9.2583875</c:v>
                </c:pt>
                <c:pt idx="5496">
                  <c:v>9.25854333</c:v>
                </c:pt>
                <c:pt idx="5497">
                  <c:v>9.25957222</c:v>
                </c:pt>
                <c:pt idx="5498">
                  <c:v>9.260135</c:v>
                </c:pt>
                <c:pt idx="5499">
                  <c:v>9.26157722</c:v>
                </c:pt>
                <c:pt idx="5500">
                  <c:v>9.26238583</c:v>
                </c:pt>
                <c:pt idx="5501">
                  <c:v>9.26247</c:v>
                </c:pt>
                <c:pt idx="5502">
                  <c:v>9.26363028</c:v>
                </c:pt>
                <c:pt idx="5503">
                  <c:v>9.26386194</c:v>
                </c:pt>
                <c:pt idx="5504">
                  <c:v>9.26531194</c:v>
                </c:pt>
                <c:pt idx="5505">
                  <c:v>9.26627417</c:v>
                </c:pt>
                <c:pt idx="5506">
                  <c:v>9.26639111</c:v>
                </c:pt>
                <c:pt idx="5507">
                  <c:v>9.26765111</c:v>
                </c:pt>
                <c:pt idx="5508">
                  <c:v>9.26880444</c:v>
                </c:pt>
                <c:pt idx="5509">
                  <c:v>9.26947083</c:v>
                </c:pt>
                <c:pt idx="5510">
                  <c:v>9.2696175</c:v>
                </c:pt>
                <c:pt idx="5511">
                  <c:v>9.27177833</c:v>
                </c:pt>
                <c:pt idx="5512">
                  <c:v>9.27288667</c:v>
                </c:pt>
                <c:pt idx="5513">
                  <c:v>9.27307639</c:v>
                </c:pt>
                <c:pt idx="5514">
                  <c:v>9.27346306</c:v>
                </c:pt>
                <c:pt idx="5515">
                  <c:v>9.27435417</c:v>
                </c:pt>
                <c:pt idx="5516">
                  <c:v>9.2747575</c:v>
                </c:pt>
                <c:pt idx="5517">
                  <c:v>9.27545056</c:v>
                </c:pt>
                <c:pt idx="5518">
                  <c:v>9.27644528</c:v>
                </c:pt>
                <c:pt idx="5519">
                  <c:v>9.27750389</c:v>
                </c:pt>
                <c:pt idx="5520">
                  <c:v>9.27758611</c:v>
                </c:pt>
                <c:pt idx="5521">
                  <c:v>9.27891944</c:v>
                </c:pt>
                <c:pt idx="5522">
                  <c:v>9.27892861</c:v>
                </c:pt>
                <c:pt idx="5523">
                  <c:v>9.28164</c:v>
                </c:pt>
                <c:pt idx="5524">
                  <c:v>9.28165944</c:v>
                </c:pt>
                <c:pt idx="5525">
                  <c:v>9.28349333</c:v>
                </c:pt>
                <c:pt idx="5526">
                  <c:v>9.28358583</c:v>
                </c:pt>
                <c:pt idx="5527">
                  <c:v>9.28637389</c:v>
                </c:pt>
                <c:pt idx="5528">
                  <c:v>9.28694</c:v>
                </c:pt>
                <c:pt idx="5529">
                  <c:v>9.288095</c:v>
                </c:pt>
                <c:pt idx="5530">
                  <c:v>9.28831056</c:v>
                </c:pt>
                <c:pt idx="5531">
                  <c:v>9.28919</c:v>
                </c:pt>
                <c:pt idx="5532">
                  <c:v>9.29047583</c:v>
                </c:pt>
                <c:pt idx="5533">
                  <c:v>9.29063472</c:v>
                </c:pt>
                <c:pt idx="5534">
                  <c:v>9.2911525</c:v>
                </c:pt>
                <c:pt idx="5535">
                  <c:v>9.29271944</c:v>
                </c:pt>
                <c:pt idx="5536">
                  <c:v>9.29280972</c:v>
                </c:pt>
                <c:pt idx="5537">
                  <c:v>9.29557417</c:v>
                </c:pt>
                <c:pt idx="5538">
                  <c:v>9.29626056</c:v>
                </c:pt>
                <c:pt idx="5539">
                  <c:v>9.29767139</c:v>
                </c:pt>
                <c:pt idx="5540">
                  <c:v>9.29874917</c:v>
                </c:pt>
                <c:pt idx="5541">
                  <c:v>9.29882778</c:v>
                </c:pt>
                <c:pt idx="5542">
                  <c:v>9.29937361</c:v>
                </c:pt>
                <c:pt idx="5543">
                  <c:v>9.29950472</c:v>
                </c:pt>
                <c:pt idx="5544">
                  <c:v>9.3000025</c:v>
                </c:pt>
                <c:pt idx="5545">
                  <c:v>9.30119917</c:v>
                </c:pt>
                <c:pt idx="5546">
                  <c:v>9.3023</c:v>
                </c:pt>
                <c:pt idx="5547">
                  <c:v>9.302365</c:v>
                </c:pt>
                <c:pt idx="5548">
                  <c:v>9.30242194</c:v>
                </c:pt>
                <c:pt idx="5549">
                  <c:v>9.30467194</c:v>
                </c:pt>
                <c:pt idx="5550">
                  <c:v>9.30535861</c:v>
                </c:pt>
                <c:pt idx="5551">
                  <c:v>9.30553583</c:v>
                </c:pt>
                <c:pt idx="5552">
                  <c:v>9.3078375</c:v>
                </c:pt>
                <c:pt idx="5553">
                  <c:v>9.30789417</c:v>
                </c:pt>
                <c:pt idx="5554">
                  <c:v>9.30874361</c:v>
                </c:pt>
                <c:pt idx="5555">
                  <c:v>9.30978389</c:v>
                </c:pt>
                <c:pt idx="5556">
                  <c:v>9.31143083</c:v>
                </c:pt>
                <c:pt idx="5557">
                  <c:v>9.31203278</c:v>
                </c:pt>
                <c:pt idx="5558">
                  <c:v>9.31352444</c:v>
                </c:pt>
                <c:pt idx="5559">
                  <c:v>9.31429222</c:v>
                </c:pt>
                <c:pt idx="5560">
                  <c:v>9.31434722</c:v>
                </c:pt>
                <c:pt idx="5561">
                  <c:v>9.31537528</c:v>
                </c:pt>
                <c:pt idx="5562">
                  <c:v>9.31642722</c:v>
                </c:pt>
                <c:pt idx="5563">
                  <c:v>9.31688694</c:v>
                </c:pt>
                <c:pt idx="5564">
                  <c:v>9.31838111</c:v>
                </c:pt>
                <c:pt idx="5565">
                  <c:v>9.31881417</c:v>
                </c:pt>
                <c:pt idx="5566">
                  <c:v>9.31955306</c:v>
                </c:pt>
                <c:pt idx="5567">
                  <c:v>9.32102972</c:v>
                </c:pt>
                <c:pt idx="5568">
                  <c:v>9.32212</c:v>
                </c:pt>
                <c:pt idx="5569">
                  <c:v>9.3225775</c:v>
                </c:pt>
                <c:pt idx="5570">
                  <c:v>9.32451</c:v>
                </c:pt>
                <c:pt idx="5571">
                  <c:v>9.3249175</c:v>
                </c:pt>
                <c:pt idx="5572">
                  <c:v>9.32600306</c:v>
                </c:pt>
                <c:pt idx="5573">
                  <c:v>9.32650028</c:v>
                </c:pt>
                <c:pt idx="5574">
                  <c:v>9.32657194</c:v>
                </c:pt>
                <c:pt idx="5575">
                  <c:v>9.32829556</c:v>
                </c:pt>
                <c:pt idx="5576">
                  <c:v>9.32831667</c:v>
                </c:pt>
                <c:pt idx="5577">
                  <c:v>9.32833028</c:v>
                </c:pt>
                <c:pt idx="5578">
                  <c:v>9.32899278</c:v>
                </c:pt>
                <c:pt idx="5579">
                  <c:v>9.33020528</c:v>
                </c:pt>
                <c:pt idx="5580">
                  <c:v>9.330805</c:v>
                </c:pt>
                <c:pt idx="5581">
                  <c:v>9.33086861</c:v>
                </c:pt>
                <c:pt idx="5582">
                  <c:v>9.33302861</c:v>
                </c:pt>
                <c:pt idx="5583">
                  <c:v>9.33312444</c:v>
                </c:pt>
                <c:pt idx="5584">
                  <c:v>9.3342675</c:v>
                </c:pt>
                <c:pt idx="5585">
                  <c:v>9.33499167</c:v>
                </c:pt>
                <c:pt idx="5586">
                  <c:v>9.33569083</c:v>
                </c:pt>
                <c:pt idx="5587">
                  <c:v>9.33586583</c:v>
                </c:pt>
                <c:pt idx="5588">
                  <c:v>9.337105</c:v>
                </c:pt>
                <c:pt idx="5589">
                  <c:v>9.33813028</c:v>
                </c:pt>
                <c:pt idx="5590">
                  <c:v>9.33887861</c:v>
                </c:pt>
                <c:pt idx="5591">
                  <c:v>9.33973028</c:v>
                </c:pt>
                <c:pt idx="5592">
                  <c:v>9.33986833</c:v>
                </c:pt>
                <c:pt idx="5593">
                  <c:v>9.34166222</c:v>
                </c:pt>
                <c:pt idx="5594">
                  <c:v>9.34280472</c:v>
                </c:pt>
                <c:pt idx="5595">
                  <c:v>9.34346667</c:v>
                </c:pt>
                <c:pt idx="5596">
                  <c:v>9.34430806</c:v>
                </c:pt>
                <c:pt idx="5597">
                  <c:v>9.34451389</c:v>
                </c:pt>
                <c:pt idx="5598">
                  <c:v>9.34477583</c:v>
                </c:pt>
                <c:pt idx="5599">
                  <c:v>9.34628333</c:v>
                </c:pt>
                <c:pt idx="5600">
                  <c:v>9.34633917</c:v>
                </c:pt>
                <c:pt idx="5601">
                  <c:v>9.34722111</c:v>
                </c:pt>
                <c:pt idx="5602">
                  <c:v>9.34826139</c:v>
                </c:pt>
                <c:pt idx="5603">
                  <c:v>9.34877806</c:v>
                </c:pt>
                <c:pt idx="5604">
                  <c:v>9.34999194</c:v>
                </c:pt>
                <c:pt idx="5605">
                  <c:v>9.3511525</c:v>
                </c:pt>
                <c:pt idx="5606">
                  <c:v>9.35177806</c:v>
                </c:pt>
                <c:pt idx="5607">
                  <c:v>9.35252778</c:v>
                </c:pt>
                <c:pt idx="5608">
                  <c:v>9.35274472</c:v>
                </c:pt>
                <c:pt idx="5609">
                  <c:v>9.35571167</c:v>
                </c:pt>
                <c:pt idx="5610">
                  <c:v>9.3564475</c:v>
                </c:pt>
                <c:pt idx="5611">
                  <c:v>9.35646833</c:v>
                </c:pt>
                <c:pt idx="5612">
                  <c:v>9.35745639</c:v>
                </c:pt>
                <c:pt idx="5613">
                  <c:v>9.35827583</c:v>
                </c:pt>
                <c:pt idx="5614">
                  <c:v>9.35852722</c:v>
                </c:pt>
                <c:pt idx="5615">
                  <c:v>9.36022917</c:v>
                </c:pt>
                <c:pt idx="5616">
                  <c:v>9.36061333</c:v>
                </c:pt>
                <c:pt idx="5617">
                  <c:v>9.36082806</c:v>
                </c:pt>
                <c:pt idx="5618">
                  <c:v>9.36194111</c:v>
                </c:pt>
                <c:pt idx="5619">
                  <c:v>9.3631825</c:v>
                </c:pt>
                <c:pt idx="5620">
                  <c:v>9.36392083</c:v>
                </c:pt>
                <c:pt idx="5621">
                  <c:v>9.3647825</c:v>
                </c:pt>
                <c:pt idx="5622">
                  <c:v>9.36640806</c:v>
                </c:pt>
                <c:pt idx="5623">
                  <c:v>9.36658833</c:v>
                </c:pt>
                <c:pt idx="5624">
                  <c:v>9.368195</c:v>
                </c:pt>
                <c:pt idx="5625">
                  <c:v>9.36912889</c:v>
                </c:pt>
                <c:pt idx="5626">
                  <c:v>9.36940194</c:v>
                </c:pt>
                <c:pt idx="5627">
                  <c:v>9.36990889</c:v>
                </c:pt>
                <c:pt idx="5628">
                  <c:v>9.37095944</c:v>
                </c:pt>
                <c:pt idx="5629">
                  <c:v>9.3714125</c:v>
                </c:pt>
                <c:pt idx="5630">
                  <c:v>9.37141833</c:v>
                </c:pt>
                <c:pt idx="5631">
                  <c:v>9.37146778</c:v>
                </c:pt>
                <c:pt idx="5632">
                  <c:v>9.37354833</c:v>
                </c:pt>
                <c:pt idx="5633">
                  <c:v>9.37461861</c:v>
                </c:pt>
                <c:pt idx="5634">
                  <c:v>9.37634944</c:v>
                </c:pt>
                <c:pt idx="5635">
                  <c:v>9.37646667</c:v>
                </c:pt>
                <c:pt idx="5636">
                  <c:v>9.3769675</c:v>
                </c:pt>
                <c:pt idx="5637">
                  <c:v>9.37888639</c:v>
                </c:pt>
                <c:pt idx="5638">
                  <c:v>9.37933</c:v>
                </c:pt>
                <c:pt idx="5639">
                  <c:v>9.38048944</c:v>
                </c:pt>
                <c:pt idx="5640">
                  <c:v>9.38124833</c:v>
                </c:pt>
                <c:pt idx="5641">
                  <c:v>9.38181222</c:v>
                </c:pt>
                <c:pt idx="5642">
                  <c:v>9.38439139</c:v>
                </c:pt>
                <c:pt idx="5643">
                  <c:v>9.3847475</c:v>
                </c:pt>
                <c:pt idx="5644">
                  <c:v>9.38543889</c:v>
                </c:pt>
                <c:pt idx="5645">
                  <c:v>9.38668583</c:v>
                </c:pt>
                <c:pt idx="5646">
                  <c:v>9.38679333</c:v>
                </c:pt>
                <c:pt idx="5647">
                  <c:v>9.387835</c:v>
                </c:pt>
                <c:pt idx="5648">
                  <c:v>9.38858556</c:v>
                </c:pt>
                <c:pt idx="5649">
                  <c:v>9.38860028</c:v>
                </c:pt>
                <c:pt idx="5650">
                  <c:v>9.3886625</c:v>
                </c:pt>
                <c:pt idx="5651">
                  <c:v>9.39055056</c:v>
                </c:pt>
                <c:pt idx="5652">
                  <c:v>9.39307778</c:v>
                </c:pt>
                <c:pt idx="5653">
                  <c:v>9.39319583</c:v>
                </c:pt>
                <c:pt idx="5654">
                  <c:v>9.3951925</c:v>
                </c:pt>
                <c:pt idx="5655">
                  <c:v>9.39534861</c:v>
                </c:pt>
                <c:pt idx="5656">
                  <c:v>9.39757417</c:v>
                </c:pt>
                <c:pt idx="5657">
                  <c:v>9.39871861</c:v>
                </c:pt>
                <c:pt idx="5658">
                  <c:v>9.39928611</c:v>
                </c:pt>
                <c:pt idx="5659">
                  <c:v>9.40074778</c:v>
                </c:pt>
                <c:pt idx="5660">
                  <c:v>9.40082389</c:v>
                </c:pt>
                <c:pt idx="5661">
                  <c:v>9.40085111</c:v>
                </c:pt>
                <c:pt idx="5662">
                  <c:v>9.40260972</c:v>
                </c:pt>
                <c:pt idx="5663">
                  <c:v>9.40268944</c:v>
                </c:pt>
                <c:pt idx="5664">
                  <c:v>9.40275028</c:v>
                </c:pt>
                <c:pt idx="5665">
                  <c:v>9.40347194</c:v>
                </c:pt>
                <c:pt idx="5666">
                  <c:v>9.40393861</c:v>
                </c:pt>
                <c:pt idx="5667">
                  <c:v>9.40474</c:v>
                </c:pt>
                <c:pt idx="5668">
                  <c:v>9.4064375</c:v>
                </c:pt>
                <c:pt idx="5669">
                  <c:v>9.40656111</c:v>
                </c:pt>
                <c:pt idx="5670">
                  <c:v>9.4081875</c:v>
                </c:pt>
                <c:pt idx="5671">
                  <c:v>9.40993694</c:v>
                </c:pt>
                <c:pt idx="5672">
                  <c:v>9.41065583</c:v>
                </c:pt>
                <c:pt idx="5673">
                  <c:v>9.41162222</c:v>
                </c:pt>
                <c:pt idx="5674">
                  <c:v>9.41193</c:v>
                </c:pt>
                <c:pt idx="5675">
                  <c:v>9.41320167</c:v>
                </c:pt>
                <c:pt idx="5676">
                  <c:v>9.41403583</c:v>
                </c:pt>
                <c:pt idx="5677">
                  <c:v>9.41408556</c:v>
                </c:pt>
                <c:pt idx="5678">
                  <c:v>9.41521417</c:v>
                </c:pt>
                <c:pt idx="5679">
                  <c:v>9.41608944</c:v>
                </c:pt>
                <c:pt idx="5680">
                  <c:v>9.41685944</c:v>
                </c:pt>
                <c:pt idx="5681">
                  <c:v>9.41842361</c:v>
                </c:pt>
                <c:pt idx="5682">
                  <c:v>9.41973389</c:v>
                </c:pt>
                <c:pt idx="5683">
                  <c:v>9.42150528</c:v>
                </c:pt>
                <c:pt idx="5684">
                  <c:v>9.42160861</c:v>
                </c:pt>
                <c:pt idx="5685">
                  <c:v>9.42291667</c:v>
                </c:pt>
                <c:pt idx="5686">
                  <c:v>9.42316361</c:v>
                </c:pt>
                <c:pt idx="5687">
                  <c:v>9.42440306</c:v>
                </c:pt>
                <c:pt idx="5688">
                  <c:v>9.42523222</c:v>
                </c:pt>
                <c:pt idx="5689">
                  <c:v>9.42531028</c:v>
                </c:pt>
                <c:pt idx="5690">
                  <c:v>9.42797528</c:v>
                </c:pt>
                <c:pt idx="5691">
                  <c:v>9.42854583</c:v>
                </c:pt>
                <c:pt idx="5692">
                  <c:v>9.43058556</c:v>
                </c:pt>
                <c:pt idx="5693">
                  <c:v>9.43062306</c:v>
                </c:pt>
                <c:pt idx="5694">
                  <c:v>9.43225111</c:v>
                </c:pt>
                <c:pt idx="5695">
                  <c:v>9.4326325</c:v>
                </c:pt>
                <c:pt idx="5696">
                  <c:v>9.43379833</c:v>
                </c:pt>
                <c:pt idx="5697">
                  <c:v>9.43507389</c:v>
                </c:pt>
                <c:pt idx="5698">
                  <c:v>9.43559722</c:v>
                </c:pt>
                <c:pt idx="5699">
                  <c:v>9.43652972</c:v>
                </c:pt>
                <c:pt idx="5700">
                  <c:v>9.43670472</c:v>
                </c:pt>
                <c:pt idx="5701">
                  <c:v>9.43682278</c:v>
                </c:pt>
                <c:pt idx="5702">
                  <c:v>9.43976611</c:v>
                </c:pt>
                <c:pt idx="5703">
                  <c:v>9.44132972</c:v>
                </c:pt>
                <c:pt idx="5704">
                  <c:v>9.44172194</c:v>
                </c:pt>
                <c:pt idx="5705">
                  <c:v>9.44228417</c:v>
                </c:pt>
                <c:pt idx="5706">
                  <c:v>9.44327167</c:v>
                </c:pt>
                <c:pt idx="5707">
                  <c:v>9.44401917</c:v>
                </c:pt>
                <c:pt idx="5708">
                  <c:v>9.44404972</c:v>
                </c:pt>
                <c:pt idx="5709">
                  <c:v>9.444065</c:v>
                </c:pt>
                <c:pt idx="5710">
                  <c:v>9.44606778</c:v>
                </c:pt>
                <c:pt idx="5711">
                  <c:v>9.4478725</c:v>
                </c:pt>
                <c:pt idx="5712">
                  <c:v>9.44922944</c:v>
                </c:pt>
                <c:pt idx="5713">
                  <c:v>9.45021639</c:v>
                </c:pt>
                <c:pt idx="5714">
                  <c:v>9.4513225</c:v>
                </c:pt>
                <c:pt idx="5715">
                  <c:v>9.45168028</c:v>
                </c:pt>
                <c:pt idx="5716">
                  <c:v>9.45363639</c:v>
                </c:pt>
                <c:pt idx="5717">
                  <c:v>9.45379833</c:v>
                </c:pt>
                <c:pt idx="5718">
                  <c:v>9.45588278</c:v>
                </c:pt>
                <c:pt idx="5719">
                  <c:v>9.45623222</c:v>
                </c:pt>
                <c:pt idx="5720">
                  <c:v>9.45664389</c:v>
                </c:pt>
                <c:pt idx="5721">
                  <c:v>9.45824944</c:v>
                </c:pt>
                <c:pt idx="5722">
                  <c:v>9.45856778</c:v>
                </c:pt>
                <c:pt idx="5723">
                  <c:v>9.45968417</c:v>
                </c:pt>
                <c:pt idx="5724">
                  <c:v>9.4597125</c:v>
                </c:pt>
                <c:pt idx="5725">
                  <c:v>9.46042694</c:v>
                </c:pt>
                <c:pt idx="5726">
                  <c:v>9.46153722</c:v>
                </c:pt>
                <c:pt idx="5727">
                  <c:v>9.46284972</c:v>
                </c:pt>
                <c:pt idx="5728">
                  <c:v>9.46296111</c:v>
                </c:pt>
                <c:pt idx="5729">
                  <c:v>9.46353944</c:v>
                </c:pt>
                <c:pt idx="5730">
                  <c:v>9.46362528</c:v>
                </c:pt>
                <c:pt idx="5731">
                  <c:v>9.46459972</c:v>
                </c:pt>
                <c:pt idx="5732">
                  <c:v>9.46540444</c:v>
                </c:pt>
                <c:pt idx="5733">
                  <c:v>9.467365</c:v>
                </c:pt>
                <c:pt idx="5734">
                  <c:v>9.46808333</c:v>
                </c:pt>
                <c:pt idx="5735">
                  <c:v>9.47074306</c:v>
                </c:pt>
                <c:pt idx="5736">
                  <c:v>9.47131917</c:v>
                </c:pt>
                <c:pt idx="5737">
                  <c:v>9.47164556</c:v>
                </c:pt>
                <c:pt idx="5738">
                  <c:v>9.47281333</c:v>
                </c:pt>
                <c:pt idx="5739">
                  <c:v>9.4728325</c:v>
                </c:pt>
                <c:pt idx="5740">
                  <c:v>9.47294639</c:v>
                </c:pt>
                <c:pt idx="5741">
                  <c:v>9.47373472</c:v>
                </c:pt>
                <c:pt idx="5742">
                  <c:v>9.47575417</c:v>
                </c:pt>
                <c:pt idx="5743">
                  <c:v>9.47583833</c:v>
                </c:pt>
                <c:pt idx="5744">
                  <c:v>9.475905</c:v>
                </c:pt>
                <c:pt idx="5745">
                  <c:v>9.47811972</c:v>
                </c:pt>
                <c:pt idx="5746">
                  <c:v>9.47913417</c:v>
                </c:pt>
                <c:pt idx="5747">
                  <c:v>9.48241361</c:v>
                </c:pt>
                <c:pt idx="5748">
                  <c:v>9.48249333</c:v>
                </c:pt>
                <c:pt idx="5749">
                  <c:v>9.48384583</c:v>
                </c:pt>
                <c:pt idx="5750">
                  <c:v>9.48391917</c:v>
                </c:pt>
                <c:pt idx="5751">
                  <c:v>9.48395972</c:v>
                </c:pt>
                <c:pt idx="5752">
                  <c:v>9.48615639</c:v>
                </c:pt>
                <c:pt idx="5753">
                  <c:v>9.4864725</c:v>
                </c:pt>
                <c:pt idx="5754">
                  <c:v>9.48766861</c:v>
                </c:pt>
                <c:pt idx="5755">
                  <c:v>9.48814722</c:v>
                </c:pt>
                <c:pt idx="5756">
                  <c:v>9.48978806</c:v>
                </c:pt>
                <c:pt idx="5757">
                  <c:v>9.49038389</c:v>
                </c:pt>
                <c:pt idx="5758">
                  <c:v>9.49112528</c:v>
                </c:pt>
                <c:pt idx="5759">
                  <c:v>9.49283278</c:v>
                </c:pt>
                <c:pt idx="5760">
                  <c:v>9.49499833</c:v>
                </c:pt>
                <c:pt idx="5761">
                  <c:v>9.49699167</c:v>
                </c:pt>
                <c:pt idx="5762">
                  <c:v>9.49837417</c:v>
                </c:pt>
                <c:pt idx="5763">
                  <c:v>9.50008778</c:v>
                </c:pt>
                <c:pt idx="5764">
                  <c:v>9.50122361</c:v>
                </c:pt>
                <c:pt idx="5765">
                  <c:v>9.50131611</c:v>
                </c:pt>
                <c:pt idx="5766">
                  <c:v>9.5021025</c:v>
                </c:pt>
                <c:pt idx="5767">
                  <c:v>9.50274833</c:v>
                </c:pt>
                <c:pt idx="5768">
                  <c:v>9.50348528</c:v>
                </c:pt>
                <c:pt idx="5769">
                  <c:v>9.5048025</c:v>
                </c:pt>
                <c:pt idx="5770">
                  <c:v>9.50597639</c:v>
                </c:pt>
                <c:pt idx="5771">
                  <c:v>9.50674528</c:v>
                </c:pt>
                <c:pt idx="5772">
                  <c:v>9.50771278</c:v>
                </c:pt>
                <c:pt idx="5773">
                  <c:v>9.50775139</c:v>
                </c:pt>
                <c:pt idx="5774">
                  <c:v>9.51007889</c:v>
                </c:pt>
                <c:pt idx="5775">
                  <c:v>9.51074389</c:v>
                </c:pt>
                <c:pt idx="5776">
                  <c:v>9.51153167</c:v>
                </c:pt>
                <c:pt idx="5777">
                  <c:v>9.51253639</c:v>
                </c:pt>
                <c:pt idx="5778">
                  <c:v>9.51309583</c:v>
                </c:pt>
                <c:pt idx="5779">
                  <c:v>9.51372167</c:v>
                </c:pt>
                <c:pt idx="5780">
                  <c:v>9.515335</c:v>
                </c:pt>
                <c:pt idx="5781">
                  <c:v>9.51539333</c:v>
                </c:pt>
                <c:pt idx="5782">
                  <c:v>9.51792389</c:v>
                </c:pt>
                <c:pt idx="5783">
                  <c:v>9.51864278</c:v>
                </c:pt>
                <c:pt idx="5784">
                  <c:v>9.51905556</c:v>
                </c:pt>
                <c:pt idx="5785">
                  <c:v>9.5202625</c:v>
                </c:pt>
                <c:pt idx="5786">
                  <c:v>9.52116778</c:v>
                </c:pt>
                <c:pt idx="5787">
                  <c:v>9.52269472</c:v>
                </c:pt>
                <c:pt idx="5788">
                  <c:v>9.5227925</c:v>
                </c:pt>
                <c:pt idx="5789">
                  <c:v>9.52607278</c:v>
                </c:pt>
                <c:pt idx="5790">
                  <c:v>9.5267975</c:v>
                </c:pt>
                <c:pt idx="5791">
                  <c:v>9.52709194</c:v>
                </c:pt>
                <c:pt idx="5792">
                  <c:v>9.52759472</c:v>
                </c:pt>
                <c:pt idx="5793">
                  <c:v>9.52880528</c:v>
                </c:pt>
                <c:pt idx="5794">
                  <c:v>9.52967278</c:v>
                </c:pt>
                <c:pt idx="5795">
                  <c:v>9.53089611</c:v>
                </c:pt>
                <c:pt idx="5796">
                  <c:v>9.53116194</c:v>
                </c:pt>
                <c:pt idx="5797">
                  <c:v>9.53335833</c:v>
                </c:pt>
                <c:pt idx="5798">
                  <c:v>9.53354361</c:v>
                </c:pt>
                <c:pt idx="5799">
                  <c:v>9.5348125</c:v>
                </c:pt>
                <c:pt idx="5800">
                  <c:v>9.53500361</c:v>
                </c:pt>
                <c:pt idx="5801">
                  <c:v>9.53676333</c:v>
                </c:pt>
                <c:pt idx="5802">
                  <c:v>9.53942389</c:v>
                </c:pt>
                <c:pt idx="5803">
                  <c:v>9.5401825</c:v>
                </c:pt>
                <c:pt idx="5804">
                  <c:v>9.54033472</c:v>
                </c:pt>
                <c:pt idx="5805">
                  <c:v>9.54112056</c:v>
                </c:pt>
                <c:pt idx="5806">
                  <c:v>9.54208806</c:v>
                </c:pt>
                <c:pt idx="5807">
                  <c:v>9.5427775</c:v>
                </c:pt>
                <c:pt idx="5808">
                  <c:v>9.54320889</c:v>
                </c:pt>
                <c:pt idx="5809">
                  <c:v>9.54432028</c:v>
                </c:pt>
                <c:pt idx="5810">
                  <c:v>9.54506278</c:v>
                </c:pt>
                <c:pt idx="5811">
                  <c:v>9.54585389</c:v>
                </c:pt>
                <c:pt idx="5812">
                  <c:v>9.546725</c:v>
                </c:pt>
                <c:pt idx="5813">
                  <c:v>9.547985</c:v>
                </c:pt>
                <c:pt idx="5814">
                  <c:v>9.54891194</c:v>
                </c:pt>
                <c:pt idx="5815">
                  <c:v>9.55013278</c:v>
                </c:pt>
                <c:pt idx="5816">
                  <c:v>9.552985</c:v>
                </c:pt>
                <c:pt idx="5817">
                  <c:v>9.55323361</c:v>
                </c:pt>
                <c:pt idx="5818">
                  <c:v>9.55419083</c:v>
                </c:pt>
                <c:pt idx="5819">
                  <c:v>9.55490639</c:v>
                </c:pt>
                <c:pt idx="5820">
                  <c:v>9.55603944</c:v>
                </c:pt>
                <c:pt idx="5821">
                  <c:v>9.55749583</c:v>
                </c:pt>
                <c:pt idx="5822">
                  <c:v>9.55802306</c:v>
                </c:pt>
                <c:pt idx="5823">
                  <c:v>9.55827056</c:v>
                </c:pt>
                <c:pt idx="5824">
                  <c:v>9.55897361</c:v>
                </c:pt>
                <c:pt idx="5825">
                  <c:v>9.55937667</c:v>
                </c:pt>
                <c:pt idx="5826">
                  <c:v>9.5604</c:v>
                </c:pt>
                <c:pt idx="5827">
                  <c:v>9.5606125</c:v>
                </c:pt>
                <c:pt idx="5828">
                  <c:v>9.56159583</c:v>
                </c:pt>
                <c:pt idx="5829">
                  <c:v>9.56177222</c:v>
                </c:pt>
                <c:pt idx="5830">
                  <c:v>9.56185222</c:v>
                </c:pt>
                <c:pt idx="5831">
                  <c:v>9.56374806</c:v>
                </c:pt>
                <c:pt idx="5832">
                  <c:v>9.56397583</c:v>
                </c:pt>
                <c:pt idx="5833">
                  <c:v>9.56426722</c:v>
                </c:pt>
                <c:pt idx="5834">
                  <c:v>9.566005</c:v>
                </c:pt>
                <c:pt idx="5835">
                  <c:v>9.56688611</c:v>
                </c:pt>
                <c:pt idx="5836">
                  <c:v>9.56915861</c:v>
                </c:pt>
                <c:pt idx="5837">
                  <c:v>9.56993139</c:v>
                </c:pt>
                <c:pt idx="5838">
                  <c:v>9.57103361</c:v>
                </c:pt>
                <c:pt idx="5839">
                  <c:v>9.571115</c:v>
                </c:pt>
                <c:pt idx="5840">
                  <c:v>9.57352806</c:v>
                </c:pt>
                <c:pt idx="5841">
                  <c:v>9.5738825</c:v>
                </c:pt>
                <c:pt idx="5842">
                  <c:v>9.57469139</c:v>
                </c:pt>
                <c:pt idx="5843">
                  <c:v>9.57555528</c:v>
                </c:pt>
                <c:pt idx="5844">
                  <c:v>9.57723306</c:v>
                </c:pt>
                <c:pt idx="5845">
                  <c:v>9.57743611</c:v>
                </c:pt>
                <c:pt idx="5846">
                  <c:v>9.57941722</c:v>
                </c:pt>
                <c:pt idx="5847">
                  <c:v>9.58124528</c:v>
                </c:pt>
                <c:pt idx="5848">
                  <c:v>9.58264444</c:v>
                </c:pt>
                <c:pt idx="5849">
                  <c:v>9.58328944</c:v>
                </c:pt>
                <c:pt idx="5850">
                  <c:v>9.58438667</c:v>
                </c:pt>
                <c:pt idx="5851">
                  <c:v>9.58492639</c:v>
                </c:pt>
                <c:pt idx="5852">
                  <c:v>9.58510222</c:v>
                </c:pt>
                <c:pt idx="5853">
                  <c:v>9.58663917</c:v>
                </c:pt>
                <c:pt idx="5854">
                  <c:v>9.58669694</c:v>
                </c:pt>
                <c:pt idx="5855">
                  <c:v>9.58685444</c:v>
                </c:pt>
                <c:pt idx="5856">
                  <c:v>9.5890775</c:v>
                </c:pt>
                <c:pt idx="5857">
                  <c:v>9.58928528</c:v>
                </c:pt>
                <c:pt idx="5858">
                  <c:v>9.59098028</c:v>
                </c:pt>
                <c:pt idx="5859">
                  <c:v>9.59314389</c:v>
                </c:pt>
                <c:pt idx="5860">
                  <c:v>9.59461056</c:v>
                </c:pt>
                <c:pt idx="5861">
                  <c:v>9.59535167</c:v>
                </c:pt>
                <c:pt idx="5862">
                  <c:v>9.59549639</c:v>
                </c:pt>
                <c:pt idx="5863">
                  <c:v>9.59722889</c:v>
                </c:pt>
                <c:pt idx="5864">
                  <c:v>9.59816611</c:v>
                </c:pt>
                <c:pt idx="5865">
                  <c:v>9.59909833</c:v>
                </c:pt>
                <c:pt idx="5866">
                  <c:v>9.59910167</c:v>
                </c:pt>
                <c:pt idx="5867">
                  <c:v>9.5991825</c:v>
                </c:pt>
                <c:pt idx="5868">
                  <c:v>9.60188556</c:v>
                </c:pt>
                <c:pt idx="5869">
                  <c:v>9.60240472</c:v>
                </c:pt>
                <c:pt idx="5870">
                  <c:v>9.60334194</c:v>
                </c:pt>
                <c:pt idx="5871">
                  <c:v>9.60469</c:v>
                </c:pt>
                <c:pt idx="5872">
                  <c:v>9.60580028</c:v>
                </c:pt>
                <c:pt idx="5873">
                  <c:v>9.60647444</c:v>
                </c:pt>
                <c:pt idx="5874">
                  <c:v>9.6069675</c:v>
                </c:pt>
                <c:pt idx="5875">
                  <c:v>9.60794389</c:v>
                </c:pt>
                <c:pt idx="5876">
                  <c:v>9.6087975</c:v>
                </c:pt>
                <c:pt idx="5877">
                  <c:v>9.6088025</c:v>
                </c:pt>
                <c:pt idx="5878">
                  <c:v>9.61181028</c:v>
                </c:pt>
                <c:pt idx="5879">
                  <c:v>9.61182972</c:v>
                </c:pt>
                <c:pt idx="5880">
                  <c:v>9.61414083</c:v>
                </c:pt>
                <c:pt idx="5881">
                  <c:v>9.61535139</c:v>
                </c:pt>
                <c:pt idx="5882">
                  <c:v>9.61671</c:v>
                </c:pt>
                <c:pt idx="5883">
                  <c:v>9.61732528</c:v>
                </c:pt>
                <c:pt idx="5884">
                  <c:v>9.61834333</c:v>
                </c:pt>
                <c:pt idx="5885">
                  <c:v>9.61857444</c:v>
                </c:pt>
                <c:pt idx="5886">
                  <c:v>9.61891694</c:v>
                </c:pt>
                <c:pt idx="5887">
                  <c:v>9.62031917</c:v>
                </c:pt>
                <c:pt idx="5888">
                  <c:v>9.62038444</c:v>
                </c:pt>
                <c:pt idx="5889">
                  <c:v>9.62097972</c:v>
                </c:pt>
                <c:pt idx="5890">
                  <c:v>9.62204917</c:v>
                </c:pt>
                <c:pt idx="5891">
                  <c:v>9.62319111</c:v>
                </c:pt>
                <c:pt idx="5892">
                  <c:v>9.62408667</c:v>
                </c:pt>
                <c:pt idx="5893">
                  <c:v>9.62477778</c:v>
                </c:pt>
                <c:pt idx="5894">
                  <c:v>9.62836611</c:v>
                </c:pt>
                <c:pt idx="5895">
                  <c:v>9.6300175</c:v>
                </c:pt>
                <c:pt idx="5896">
                  <c:v>9.63007917</c:v>
                </c:pt>
                <c:pt idx="5897">
                  <c:v>9.63021444</c:v>
                </c:pt>
                <c:pt idx="5898">
                  <c:v>9.63054028</c:v>
                </c:pt>
                <c:pt idx="5899">
                  <c:v>9.63199167</c:v>
                </c:pt>
                <c:pt idx="5900">
                  <c:v>9.63202667</c:v>
                </c:pt>
                <c:pt idx="5901">
                  <c:v>9.63309306</c:v>
                </c:pt>
                <c:pt idx="5902">
                  <c:v>9.63392</c:v>
                </c:pt>
                <c:pt idx="5903">
                  <c:v>9.63503972</c:v>
                </c:pt>
                <c:pt idx="5904">
                  <c:v>9.63616611</c:v>
                </c:pt>
                <c:pt idx="5905">
                  <c:v>9.63672944</c:v>
                </c:pt>
                <c:pt idx="5906">
                  <c:v>9.63838194</c:v>
                </c:pt>
                <c:pt idx="5907">
                  <c:v>9.63953278</c:v>
                </c:pt>
                <c:pt idx="5908">
                  <c:v>9.64000806</c:v>
                </c:pt>
                <c:pt idx="5909">
                  <c:v>9.64027889</c:v>
                </c:pt>
                <c:pt idx="5910">
                  <c:v>9.64075583</c:v>
                </c:pt>
                <c:pt idx="5911">
                  <c:v>9.64183833</c:v>
                </c:pt>
                <c:pt idx="5912">
                  <c:v>9.64188361</c:v>
                </c:pt>
                <c:pt idx="5913">
                  <c:v>9.64279056</c:v>
                </c:pt>
                <c:pt idx="5914">
                  <c:v>9.64445111</c:v>
                </c:pt>
                <c:pt idx="5915">
                  <c:v>9.64445806</c:v>
                </c:pt>
                <c:pt idx="5916">
                  <c:v>9.64451167</c:v>
                </c:pt>
                <c:pt idx="5917">
                  <c:v>9.64559</c:v>
                </c:pt>
                <c:pt idx="5918">
                  <c:v>9.646965</c:v>
                </c:pt>
                <c:pt idx="5919">
                  <c:v>9.64732222</c:v>
                </c:pt>
                <c:pt idx="5920">
                  <c:v>9.64803639</c:v>
                </c:pt>
                <c:pt idx="5921">
                  <c:v>9.64982083</c:v>
                </c:pt>
                <c:pt idx="5922">
                  <c:v>9.65191944</c:v>
                </c:pt>
                <c:pt idx="5923">
                  <c:v>9.652035</c:v>
                </c:pt>
                <c:pt idx="5924">
                  <c:v>9.65289944</c:v>
                </c:pt>
                <c:pt idx="5925">
                  <c:v>9.6536875</c:v>
                </c:pt>
                <c:pt idx="5926">
                  <c:v>9.65458861</c:v>
                </c:pt>
                <c:pt idx="5927">
                  <c:v>9.65569972</c:v>
                </c:pt>
                <c:pt idx="5928">
                  <c:v>9.65697139</c:v>
                </c:pt>
                <c:pt idx="5929">
                  <c:v>9.65699389</c:v>
                </c:pt>
                <c:pt idx="5930">
                  <c:v>9.657535</c:v>
                </c:pt>
                <c:pt idx="5931">
                  <c:v>9.65831139</c:v>
                </c:pt>
                <c:pt idx="5932">
                  <c:v>9.65975222</c:v>
                </c:pt>
                <c:pt idx="5933">
                  <c:v>9.6620075</c:v>
                </c:pt>
                <c:pt idx="5934">
                  <c:v>9.66356306</c:v>
                </c:pt>
                <c:pt idx="5935">
                  <c:v>9.66364583</c:v>
                </c:pt>
                <c:pt idx="5936">
                  <c:v>9.664555</c:v>
                </c:pt>
                <c:pt idx="5937">
                  <c:v>9.66536694</c:v>
                </c:pt>
                <c:pt idx="5938">
                  <c:v>9.665455</c:v>
                </c:pt>
                <c:pt idx="5939">
                  <c:v>9.66646111</c:v>
                </c:pt>
                <c:pt idx="5940">
                  <c:v>9.66747222</c:v>
                </c:pt>
                <c:pt idx="5941">
                  <c:v>9.66863389</c:v>
                </c:pt>
                <c:pt idx="5942">
                  <c:v>9.66888167</c:v>
                </c:pt>
                <c:pt idx="5943">
                  <c:v>9.66960417</c:v>
                </c:pt>
                <c:pt idx="5944">
                  <c:v>9.66974417</c:v>
                </c:pt>
                <c:pt idx="5945">
                  <c:v>9.67324472</c:v>
                </c:pt>
                <c:pt idx="5946">
                  <c:v>9.67347139</c:v>
                </c:pt>
                <c:pt idx="5947">
                  <c:v>9.67499139</c:v>
                </c:pt>
                <c:pt idx="5948">
                  <c:v>9.67526639</c:v>
                </c:pt>
                <c:pt idx="5949">
                  <c:v>9.67619722</c:v>
                </c:pt>
                <c:pt idx="5950">
                  <c:v>9.67663389</c:v>
                </c:pt>
                <c:pt idx="5951">
                  <c:v>9.67704444</c:v>
                </c:pt>
                <c:pt idx="5952">
                  <c:v>9.6772675</c:v>
                </c:pt>
                <c:pt idx="5953">
                  <c:v>9.67863722</c:v>
                </c:pt>
                <c:pt idx="5954">
                  <c:v>9.67866306</c:v>
                </c:pt>
                <c:pt idx="5955">
                  <c:v>9.68033306</c:v>
                </c:pt>
                <c:pt idx="5956">
                  <c:v>9.68043583</c:v>
                </c:pt>
                <c:pt idx="5957">
                  <c:v>9.68095167</c:v>
                </c:pt>
                <c:pt idx="5958">
                  <c:v>9.68264889</c:v>
                </c:pt>
                <c:pt idx="5959">
                  <c:v>9.68357139</c:v>
                </c:pt>
                <c:pt idx="5960">
                  <c:v>9.68562722</c:v>
                </c:pt>
                <c:pt idx="5961">
                  <c:v>9.68690694</c:v>
                </c:pt>
                <c:pt idx="5962">
                  <c:v>9.68842417</c:v>
                </c:pt>
                <c:pt idx="5963">
                  <c:v>9.69041083</c:v>
                </c:pt>
                <c:pt idx="5964">
                  <c:v>9.69081444</c:v>
                </c:pt>
                <c:pt idx="5965">
                  <c:v>9.69228972</c:v>
                </c:pt>
                <c:pt idx="5966">
                  <c:v>9.69231528</c:v>
                </c:pt>
                <c:pt idx="5967">
                  <c:v>9.69438028</c:v>
                </c:pt>
                <c:pt idx="5968">
                  <c:v>9.6950075</c:v>
                </c:pt>
                <c:pt idx="5969">
                  <c:v>9.69788083</c:v>
                </c:pt>
                <c:pt idx="5970">
                  <c:v>9.70101778</c:v>
                </c:pt>
                <c:pt idx="5971">
                  <c:v>9.70106778</c:v>
                </c:pt>
                <c:pt idx="5972">
                  <c:v>9.70125972</c:v>
                </c:pt>
                <c:pt idx="5973">
                  <c:v>9.70168167</c:v>
                </c:pt>
                <c:pt idx="5974">
                  <c:v>9.70254472</c:v>
                </c:pt>
                <c:pt idx="5975">
                  <c:v>9.70319917</c:v>
                </c:pt>
                <c:pt idx="5976">
                  <c:v>9.70407417</c:v>
                </c:pt>
                <c:pt idx="5977">
                  <c:v>9.70523806</c:v>
                </c:pt>
                <c:pt idx="5978">
                  <c:v>9.70617917</c:v>
                </c:pt>
                <c:pt idx="5979">
                  <c:v>9.70752944</c:v>
                </c:pt>
                <c:pt idx="5980">
                  <c:v>9.70789472</c:v>
                </c:pt>
                <c:pt idx="5981">
                  <c:v>9.70908806</c:v>
                </c:pt>
                <c:pt idx="5982">
                  <c:v>9.709445</c:v>
                </c:pt>
                <c:pt idx="5983">
                  <c:v>9.71207056</c:v>
                </c:pt>
                <c:pt idx="5984">
                  <c:v>9.71217778</c:v>
                </c:pt>
                <c:pt idx="5985">
                  <c:v>9.71236222</c:v>
                </c:pt>
                <c:pt idx="5986">
                  <c:v>9.71299583</c:v>
                </c:pt>
                <c:pt idx="5987">
                  <c:v>9.71406806</c:v>
                </c:pt>
                <c:pt idx="5988">
                  <c:v>9.71438056</c:v>
                </c:pt>
                <c:pt idx="5989">
                  <c:v>9.71518611</c:v>
                </c:pt>
                <c:pt idx="5990">
                  <c:v>9.71663639</c:v>
                </c:pt>
                <c:pt idx="5991">
                  <c:v>9.71671528</c:v>
                </c:pt>
                <c:pt idx="5992">
                  <c:v>9.71888472</c:v>
                </c:pt>
                <c:pt idx="5993">
                  <c:v>9.71982917</c:v>
                </c:pt>
                <c:pt idx="5994">
                  <c:v>9.72087806</c:v>
                </c:pt>
                <c:pt idx="5995">
                  <c:v>9.72150667</c:v>
                </c:pt>
                <c:pt idx="5996">
                  <c:v>9.72340917</c:v>
                </c:pt>
                <c:pt idx="5997">
                  <c:v>9.72438861</c:v>
                </c:pt>
                <c:pt idx="5998">
                  <c:v>9.72495028</c:v>
                </c:pt>
                <c:pt idx="5999">
                  <c:v>9.7251075</c:v>
                </c:pt>
                <c:pt idx="6000">
                  <c:v>9.72513083</c:v>
                </c:pt>
                <c:pt idx="6001">
                  <c:v>9.72729472</c:v>
                </c:pt>
                <c:pt idx="6002">
                  <c:v>9.72807333</c:v>
                </c:pt>
                <c:pt idx="6003">
                  <c:v>9.72942861</c:v>
                </c:pt>
                <c:pt idx="6004">
                  <c:v>9.72950167</c:v>
                </c:pt>
                <c:pt idx="6005">
                  <c:v>9.72958667</c:v>
                </c:pt>
                <c:pt idx="6006">
                  <c:v>9.7309125</c:v>
                </c:pt>
                <c:pt idx="6007">
                  <c:v>9.73208389</c:v>
                </c:pt>
                <c:pt idx="6008">
                  <c:v>9.73226083</c:v>
                </c:pt>
                <c:pt idx="6009">
                  <c:v>9.73275083</c:v>
                </c:pt>
                <c:pt idx="6010">
                  <c:v>9.73404194</c:v>
                </c:pt>
                <c:pt idx="6011">
                  <c:v>9.73472556</c:v>
                </c:pt>
                <c:pt idx="6012">
                  <c:v>9.73547611</c:v>
                </c:pt>
                <c:pt idx="6013">
                  <c:v>9.73617861</c:v>
                </c:pt>
                <c:pt idx="6014">
                  <c:v>9.74006528</c:v>
                </c:pt>
                <c:pt idx="6015">
                  <c:v>9.74032611</c:v>
                </c:pt>
                <c:pt idx="6016">
                  <c:v>9.74061139</c:v>
                </c:pt>
                <c:pt idx="6017">
                  <c:v>9.74209028</c:v>
                </c:pt>
                <c:pt idx="6018">
                  <c:v>9.74223333</c:v>
                </c:pt>
                <c:pt idx="6019">
                  <c:v>9.74277667</c:v>
                </c:pt>
                <c:pt idx="6020">
                  <c:v>9.74425889</c:v>
                </c:pt>
                <c:pt idx="6021">
                  <c:v>9.74534722</c:v>
                </c:pt>
                <c:pt idx="6022">
                  <c:v>9.74617861</c:v>
                </c:pt>
                <c:pt idx="6023">
                  <c:v>9.74766583</c:v>
                </c:pt>
                <c:pt idx="6024">
                  <c:v>9.74873861</c:v>
                </c:pt>
                <c:pt idx="6025">
                  <c:v>9.75055611</c:v>
                </c:pt>
                <c:pt idx="6026">
                  <c:v>9.75664056</c:v>
                </c:pt>
                <c:pt idx="6027">
                  <c:v>9.75664639</c:v>
                </c:pt>
                <c:pt idx="6028">
                  <c:v>9.756695</c:v>
                </c:pt>
                <c:pt idx="6029">
                  <c:v>9.75669611</c:v>
                </c:pt>
                <c:pt idx="6030">
                  <c:v>9.75670139</c:v>
                </c:pt>
                <c:pt idx="6031">
                  <c:v>9.7584075</c:v>
                </c:pt>
                <c:pt idx="6032">
                  <c:v>9.75927028</c:v>
                </c:pt>
                <c:pt idx="6033">
                  <c:v>9.75930472</c:v>
                </c:pt>
                <c:pt idx="6034">
                  <c:v>9.75933056</c:v>
                </c:pt>
                <c:pt idx="6035">
                  <c:v>9.75941861</c:v>
                </c:pt>
                <c:pt idx="6036">
                  <c:v>9.76250528</c:v>
                </c:pt>
                <c:pt idx="6037">
                  <c:v>9.76282194</c:v>
                </c:pt>
                <c:pt idx="6038">
                  <c:v>9.76379083</c:v>
                </c:pt>
                <c:pt idx="6039">
                  <c:v>9.76381389</c:v>
                </c:pt>
                <c:pt idx="6040">
                  <c:v>9.76636778</c:v>
                </c:pt>
                <c:pt idx="6041">
                  <c:v>9.76738139</c:v>
                </c:pt>
                <c:pt idx="6042">
                  <c:v>9.76760806</c:v>
                </c:pt>
                <c:pt idx="6043">
                  <c:v>9.76857083</c:v>
                </c:pt>
                <c:pt idx="6044">
                  <c:v>9.77004194</c:v>
                </c:pt>
                <c:pt idx="6045">
                  <c:v>9.77009194</c:v>
                </c:pt>
                <c:pt idx="6046">
                  <c:v>9.77204417</c:v>
                </c:pt>
                <c:pt idx="6047">
                  <c:v>9.77298306</c:v>
                </c:pt>
                <c:pt idx="6048">
                  <c:v>9.77538833</c:v>
                </c:pt>
                <c:pt idx="6049">
                  <c:v>9.775475</c:v>
                </c:pt>
                <c:pt idx="6050">
                  <c:v>9.77690417</c:v>
                </c:pt>
                <c:pt idx="6051">
                  <c:v>9.77774194</c:v>
                </c:pt>
                <c:pt idx="6052">
                  <c:v>9.7779725</c:v>
                </c:pt>
                <c:pt idx="6053">
                  <c:v>9.77953083</c:v>
                </c:pt>
                <c:pt idx="6054">
                  <c:v>9.78109</c:v>
                </c:pt>
                <c:pt idx="6055">
                  <c:v>9.78277861</c:v>
                </c:pt>
                <c:pt idx="6056">
                  <c:v>9.78353444</c:v>
                </c:pt>
                <c:pt idx="6057">
                  <c:v>9.78362056</c:v>
                </c:pt>
                <c:pt idx="6058">
                  <c:v>9.78419667</c:v>
                </c:pt>
                <c:pt idx="6059">
                  <c:v>9.78533639</c:v>
                </c:pt>
                <c:pt idx="6060">
                  <c:v>9.7878575</c:v>
                </c:pt>
                <c:pt idx="6061">
                  <c:v>9.78957722</c:v>
                </c:pt>
                <c:pt idx="6062">
                  <c:v>9.789995</c:v>
                </c:pt>
                <c:pt idx="6063">
                  <c:v>9.79389389</c:v>
                </c:pt>
                <c:pt idx="6064">
                  <c:v>9.79410056</c:v>
                </c:pt>
                <c:pt idx="6065">
                  <c:v>9.79430111</c:v>
                </c:pt>
                <c:pt idx="6066">
                  <c:v>9.79733028</c:v>
                </c:pt>
                <c:pt idx="6067">
                  <c:v>9.79747722</c:v>
                </c:pt>
                <c:pt idx="6068">
                  <c:v>9.79843056</c:v>
                </c:pt>
                <c:pt idx="6069">
                  <c:v>9.79990361</c:v>
                </c:pt>
                <c:pt idx="6070">
                  <c:v>9.80125611</c:v>
                </c:pt>
                <c:pt idx="6071">
                  <c:v>9.80129556</c:v>
                </c:pt>
                <c:pt idx="6072">
                  <c:v>9.80254389</c:v>
                </c:pt>
                <c:pt idx="6073">
                  <c:v>9.80260917</c:v>
                </c:pt>
                <c:pt idx="6074">
                  <c:v>9.80463861</c:v>
                </c:pt>
                <c:pt idx="6075">
                  <c:v>9.8055775</c:v>
                </c:pt>
                <c:pt idx="6076">
                  <c:v>9.80572611</c:v>
                </c:pt>
                <c:pt idx="6077">
                  <c:v>9.80591861</c:v>
                </c:pt>
                <c:pt idx="6078">
                  <c:v>9.80721667</c:v>
                </c:pt>
                <c:pt idx="6079">
                  <c:v>9.80817194</c:v>
                </c:pt>
                <c:pt idx="6080">
                  <c:v>9.80832778</c:v>
                </c:pt>
                <c:pt idx="6081">
                  <c:v>9.80945444</c:v>
                </c:pt>
                <c:pt idx="6082">
                  <c:v>9.80956694</c:v>
                </c:pt>
                <c:pt idx="6083">
                  <c:v>9.8095875</c:v>
                </c:pt>
                <c:pt idx="6084">
                  <c:v>9.81213861</c:v>
                </c:pt>
                <c:pt idx="6085">
                  <c:v>9.81288889</c:v>
                </c:pt>
                <c:pt idx="6086">
                  <c:v>9.81422194</c:v>
                </c:pt>
                <c:pt idx="6087">
                  <c:v>9.81579889</c:v>
                </c:pt>
                <c:pt idx="6088">
                  <c:v>9.81586139</c:v>
                </c:pt>
                <c:pt idx="6089">
                  <c:v>9.81633667</c:v>
                </c:pt>
                <c:pt idx="6090">
                  <c:v>9.81635361</c:v>
                </c:pt>
                <c:pt idx="6091">
                  <c:v>9.81828306</c:v>
                </c:pt>
                <c:pt idx="6092">
                  <c:v>9.81931222</c:v>
                </c:pt>
                <c:pt idx="6093">
                  <c:v>9.82033806</c:v>
                </c:pt>
                <c:pt idx="6094">
                  <c:v>9.82060944</c:v>
                </c:pt>
                <c:pt idx="6095">
                  <c:v>9.820645</c:v>
                </c:pt>
                <c:pt idx="6096">
                  <c:v>9.82180694</c:v>
                </c:pt>
                <c:pt idx="6097">
                  <c:v>9.82189583</c:v>
                </c:pt>
                <c:pt idx="6098">
                  <c:v>9.82309139</c:v>
                </c:pt>
                <c:pt idx="6099">
                  <c:v>9.82451278</c:v>
                </c:pt>
                <c:pt idx="6100">
                  <c:v>9.82461361</c:v>
                </c:pt>
                <c:pt idx="6101">
                  <c:v>9.82490556</c:v>
                </c:pt>
                <c:pt idx="6102">
                  <c:v>9.82680056</c:v>
                </c:pt>
                <c:pt idx="6103">
                  <c:v>9.82759583</c:v>
                </c:pt>
                <c:pt idx="6104">
                  <c:v>9.82887611</c:v>
                </c:pt>
                <c:pt idx="6105">
                  <c:v>9.83166806</c:v>
                </c:pt>
                <c:pt idx="6106">
                  <c:v>9.83184361</c:v>
                </c:pt>
                <c:pt idx="6107">
                  <c:v>9.83186722</c:v>
                </c:pt>
                <c:pt idx="6108">
                  <c:v>9.83311083</c:v>
                </c:pt>
                <c:pt idx="6109">
                  <c:v>9.83352917</c:v>
                </c:pt>
                <c:pt idx="6110">
                  <c:v>9.83450778</c:v>
                </c:pt>
                <c:pt idx="6111">
                  <c:v>9.8347825</c:v>
                </c:pt>
                <c:pt idx="6112">
                  <c:v>9.83539417</c:v>
                </c:pt>
                <c:pt idx="6113">
                  <c:v>9.83539861</c:v>
                </c:pt>
                <c:pt idx="6114">
                  <c:v>9.8355425</c:v>
                </c:pt>
                <c:pt idx="6115">
                  <c:v>9.83941333</c:v>
                </c:pt>
                <c:pt idx="6116">
                  <c:v>9.83958806</c:v>
                </c:pt>
                <c:pt idx="6117">
                  <c:v>9.83967806</c:v>
                </c:pt>
                <c:pt idx="6118">
                  <c:v>9.8411525</c:v>
                </c:pt>
                <c:pt idx="6119">
                  <c:v>9.84124389</c:v>
                </c:pt>
                <c:pt idx="6120">
                  <c:v>9.84256139</c:v>
                </c:pt>
                <c:pt idx="6121">
                  <c:v>9.84373667</c:v>
                </c:pt>
                <c:pt idx="6122">
                  <c:v>9.84474111</c:v>
                </c:pt>
                <c:pt idx="6123">
                  <c:v>9.84594278</c:v>
                </c:pt>
                <c:pt idx="6124">
                  <c:v>9.84596833</c:v>
                </c:pt>
                <c:pt idx="6125">
                  <c:v>9.8473375</c:v>
                </c:pt>
                <c:pt idx="6126">
                  <c:v>9.84973417</c:v>
                </c:pt>
                <c:pt idx="6127">
                  <c:v>9.850525</c:v>
                </c:pt>
                <c:pt idx="6128">
                  <c:v>9.85212333</c:v>
                </c:pt>
                <c:pt idx="6129">
                  <c:v>9.85383583</c:v>
                </c:pt>
                <c:pt idx="6130">
                  <c:v>9.85581083</c:v>
                </c:pt>
                <c:pt idx="6131">
                  <c:v>9.85626556</c:v>
                </c:pt>
                <c:pt idx="6132">
                  <c:v>9.85720028</c:v>
                </c:pt>
                <c:pt idx="6133">
                  <c:v>9.85858972</c:v>
                </c:pt>
                <c:pt idx="6134">
                  <c:v>9.8593525</c:v>
                </c:pt>
                <c:pt idx="6135">
                  <c:v>9.86102139</c:v>
                </c:pt>
                <c:pt idx="6136">
                  <c:v>9.86108944</c:v>
                </c:pt>
                <c:pt idx="6137">
                  <c:v>9.86226639</c:v>
                </c:pt>
                <c:pt idx="6138">
                  <c:v>9.86248833</c:v>
                </c:pt>
                <c:pt idx="6139">
                  <c:v>9.86407639</c:v>
                </c:pt>
                <c:pt idx="6140">
                  <c:v>9.86422167</c:v>
                </c:pt>
                <c:pt idx="6141">
                  <c:v>9.86522167</c:v>
                </c:pt>
                <c:pt idx="6142">
                  <c:v>9.86657028</c:v>
                </c:pt>
                <c:pt idx="6143">
                  <c:v>9.86720556</c:v>
                </c:pt>
                <c:pt idx="6144">
                  <c:v>9.86735722</c:v>
                </c:pt>
                <c:pt idx="6145">
                  <c:v>9.86838556</c:v>
                </c:pt>
                <c:pt idx="6146">
                  <c:v>9.86961417</c:v>
                </c:pt>
                <c:pt idx="6147">
                  <c:v>9.87060611</c:v>
                </c:pt>
                <c:pt idx="6148">
                  <c:v>9.87186167</c:v>
                </c:pt>
                <c:pt idx="6149">
                  <c:v>9.8722</c:v>
                </c:pt>
                <c:pt idx="6150">
                  <c:v>9.87310889</c:v>
                </c:pt>
                <c:pt idx="6151">
                  <c:v>9.8736875</c:v>
                </c:pt>
                <c:pt idx="6152">
                  <c:v>9.87444111</c:v>
                </c:pt>
                <c:pt idx="6153">
                  <c:v>9.87533472</c:v>
                </c:pt>
                <c:pt idx="6154">
                  <c:v>9.87581861</c:v>
                </c:pt>
                <c:pt idx="6155">
                  <c:v>9.87600694</c:v>
                </c:pt>
                <c:pt idx="6156">
                  <c:v>9.87755694</c:v>
                </c:pt>
                <c:pt idx="6157">
                  <c:v>9.87774139</c:v>
                </c:pt>
                <c:pt idx="6158">
                  <c:v>9.87838056</c:v>
                </c:pt>
                <c:pt idx="6159">
                  <c:v>9.87984278</c:v>
                </c:pt>
                <c:pt idx="6160">
                  <c:v>9.88074222</c:v>
                </c:pt>
                <c:pt idx="6161">
                  <c:v>9.88127167</c:v>
                </c:pt>
                <c:pt idx="6162">
                  <c:v>9.88178694</c:v>
                </c:pt>
                <c:pt idx="6163">
                  <c:v>9.88180333</c:v>
                </c:pt>
                <c:pt idx="6164">
                  <c:v>9.88307861</c:v>
                </c:pt>
                <c:pt idx="6165">
                  <c:v>9.88383139</c:v>
                </c:pt>
                <c:pt idx="6166">
                  <c:v>9.88386389</c:v>
                </c:pt>
                <c:pt idx="6167">
                  <c:v>9.88400556</c:v>
                </c:pt>
                <c:pt idx="6168">
                  <c:v>9.88635028</c:v>
                </c:pt>
                <c:pt idx="6169">
                  <c:v>9.886785</c:v>
                </c:pt>
                <c:pt idx="6170">
                  <c:v>9.88738972</c:v>
                </c:pt>
                <c:pt idx="6171">
                  <c:v>9.88802278</c:v>
                </c:pt>
                <c:pt idx="6172">
                  <c:v>9.88862611</c:v>
                </c:pt>
                <c:pt idx="6173">
                  <c:v>9.88887722</c:v>
                </c:pt>
                <c:pt idx="6174">
                  <c:v>9.88961833</c:v>
                </c:pt>
                <c:pt idx="6175">
                  <c:v>9.89130833</c:v>
                </c:pt>
                <c:pt idx="6176">
                  <c:v>9.89144806</c:v>
                </c:pt>
                <c:pt idx="6177">
                  <c:v>9.89443667</c:v>
                </c:pt>
                <c:pt idx="6178">
                  <c:v>9.89497389</c:v>
                </c:pt>
                <c:pt idx="6179">
                  <c:v>9.89627139</c:v>
                </c:pt>
                <c:pt idx="6180">
                  <c:v>9.89695389</c:v>
                </c:pt>
                <c:pt idx="6181">
                  <c:v>9.89813278</c:v>
                </c:pt>
                <c:pt idx="6182">
                  <c:v>9.898655</c:v>
                </c:pt>
                <c:pt idx="6183">
                  <c:v>9.89889472</c:v>
                </c:pt>
                <c:pt idx="6184">
                  <c:v>9.89997667</c:v>
                </c:pt>
                <c:pt idx="6185">
                  <c:v>9.90093083</c:v>
                </c:pt>
                <c:pt idx="6186">
                  <c:v>9.90113528</c:v>
                </c:pt>
                <c:pt idx="6187">
                  <c:v>9.90262167</c:v>
                </c:pt>
                <c:pt idx="6188">
                  <c:v>9.90301778</c:v>
                </c:pt>
                <c:pt idx="6189">
                  <c:v>9.90360972</c:v>
                </c:pt>
                <c:pt idx="6190">
                  <c:v>9.90575167</c:v>
                </c:pt>
                <c:pt idx="6191">
                  <c:v>9.90686</c:v>
                </c:pt>
                <c:pt idx="6192">
                  <c:v>9.90727278</c:v>
                </c:pt>
                <c:pt idx="6193">
                  <c:v>9.90837861</c:v>
                </c:pt>
                <c:pt idx="6194">
                  <c:v>9.90847917</c:v>
                </c:pt>
                <c:pt idx="6195">
                  <c:v>9.90849806</c:v>
                </c:pt>
                <c:pt idx="6196">
                  <c:v>9.91020278</c:v>
                </c:pt>
                <c:pt idx="6197">
                  <c:v>9.91282944</c:v>
                </c:pt>
                <c:pt idx="6198">
                  <c:v>9.91430611</c:v>
                </c:pt>
                <c:pt idx="6199">
                  <c:v>9.91454139</c:v>
                </c:pt>
                <c:pt idx="6200">
                  <c:v>9.91567694</c:v>
                </c:pt>
                <c:pt idx="6201">
                  <c:v>9.91698444</c:v>
                </c:pt>
                <c:pt idx="6202">
                  <c:v>9.91746639</c:v>
                </c:pt>
                <c:pt idx="6203">
                  <c:v>9.918285</c:v>
                </c:pt>
                <c:pt idx="6204">
                  <c:v>9.919525</c:v>
                </c:pt>
                <c:pt idx="6205">
                  <c:v>9.92092444</c:v>
                </c:pt>
                <c:pt idx="6206">
                  <c:v>9.9217625</c:v>
                </c:pt>
                <c:pt idx="6207">
                  <c:v>9.92179111</c:v>
                </c:pt>
                <c:pt idx="6208">
                  <c:v>9.92422722</c:v>
                </c:pt>
                <c:pt idx="6209">
                  <c:v>9.9243</c:v>
                </c:pt>
                <c:pt idx="6210">
                  <c:v>9.92479111</c:v>
                </c:pt>
                <c:pt idx="6211">
                  <c:v>9.92633056</c:v>
                </c:pt>
                <c:pt idx="6212">
                  <c:v>9.92635639</c:v>
                </c:pt>
                <c:pt idx="6213">
                  <c:v>9.92641361</c:v>
                </c:pt>
                <c:pt idx="6214">
                  <c:v>9.92934889</c:v>
                </c:pt>
                <c:pt idx="6215">
                  <c:v>9.93015361</c:v>
                </c:pt>
                <c:pt idx="6216">
                  <c:v>9.93106639</c:v>
                </c:pt>
                <c:pt idx="6217">
                  <c:v>9.93204083</c:v>
                </c:pt>
                <c:pt idx="6218">
                  <c:v>9.93214583</c:v>
                </c:pt>
                <c:pt idx="6219">
                  <c:v>9.93395556</c:v>
                </c:pt>
                <c:pt idx="6220">
                  <c:v>9.93462167</c:v>
                </c:pt>
                <c:pt idx="6221">
                  <c:v>9.93471333</c:v>
                </c:pt>
                <c:pt idx="6222">
                  <c:v>9.93743833</c:v>
                </c:pt>
                <c:pt idx="6223">
                  <c:v>9.93754056</c:v>
                </c:pt>
                <c:pt idx="6224">
                  <c:v>9.93863333</c:v>
                </c:pt>
                <c:pt idx="6225">
                  <c:v>9.94363111</c:v>
                </c:pt>
                <c:pt idx="6226">
                  <c:v>9.94568611</c:v>
                </c:pt>
                <c:pt idx="6227">
                  <c:v>9.94601861</c:v>
                </c:pt>
                <c:pt idx="6228">
                  <c:v>9.94754361</c:v>
                </c:pt>
                <c:pt idx="6229">
                  <c:v>9.94783194</c:v>
                </c:pt>
                <c:pt idx="6230">
                  <c:v>9.94976972</c:v>
                </c:pt>
                <c:pt idx="6231">
                  <c:v>9.95103806</c:v>
                </c:pt>
                <c:pt idx="6232">
                  <c:v>9.95117722</c:v>
                </c:pt>
                <c:pt idx="6233">
                  <c:v>9.95397167</c:v>
                </c:pt>
                <c:pt idx="6234">
                  <c:v>9.95429694</c:v>
                </c:pt>
                <c:pt idx="6235">
                  <c:v>9.95475</c:v>
                </c:pt>
                <c:pt idx="6236">
                  <c:v>9.95556667</c:v>
                </c:pt>
                <c:pt idx="6237">
                  <c:v>9.95641333</c:v>
                </c:pt>
                <c:pt idx="6238">
                  <c:v>9.95646556</c:v>
                </c:pt>
                <c:pt idx="6239">
                  <c:v>9.95661444</c:v>
                </c:pt>
                <c:pt idx="6240">
                  <c:v>9.95833833</c:v>
                </c:pt>
                <c:pt idx="6241">
                  <c:v>9.95996944</c:v>
                </c:pt>
                <c:pt idx="6242">
                  <c:v>9.96004417</c:v>
                </c:pt>
                <c:pt idx="6243">
                  <c:v>9.9619475</c:v>
                </c:pt>
                <c:pt idx="6244">
                  <c:v>9.96303611</c:v>
                </c:pt>
                <c:pt idx="6245">
                  <c:v>9.96321444</c:v>
                </c:pt>
                <c:pt idx="6246">
                  <c:v>9.96325194</c:v>
                </c:pt>
                <c:pt idx="6247">
                  <c:v>9.96482917</c:v>
                </c:pt>
                <c:pt idx="6248">
                  <c:v>9.96849278</c:v>
                </c:pt>
                <c:pt idx="6249">
                  <c:v>9.9685425</c:v>
                </c:pt>
                <c:pt idx="6250">
                  <c:v>9.9708</c:v>
                </c:pt>
                <c:pt idx="6251">
                  <c:v>9.97112611</c:v>
                </c:pt>
                <c:pt idx="6252">
                  <c:v>9.97245194</c:v>
                </c:pt>
                <c:pt idx="6253">
                  <c:v>9.97260972</c:v>
                </c:pt>
                <c:pt idx="6254">
                  <c:v>9.97265944</c:v>
                </c:pt>
                <c:pt idx="6255">
                  <c:v>9.97443917</c:v>
                </c:pt>
                <c:pt idx="6256">
                  <c:v>9.97571917</c:v>
                </c:pt>
                <c:pt idx="6257">
                  <c:v>9.97644694</c:v>
                </c:pt>
                <c:pt idx="6258">
                  <c:v>9.97820056</c:v>
                </c:pt>
                <c:pt idx="6259">
                  <c:v>9.97931889</c:v>
                </c:pt>
                <c:pt idx="6260">
                  <c:v>9.98029778</c:v>
                </c:pt>
                <c:pt idx="6261">
                  <c:v>9.9803</c:v>
                </c:pt>
                <c:pt idx="6262">
                  <c:v>9.98191167</c:v>
                </c:pt>
                <c:pt idx="6263">
                  <c:v>9.98320917</c:v>
                </c:pt>
                <c:pt idx="6264">
                  <c:v>9.98333556</c:v>
                </c:pt>
                <c:pt idx="6265">
                  <c:v>9.98564667</c:v>
                </c:pt>
                <c:pt idx="6266">
                  <c:v>9.98586194</c:v>
                </c:pt>
                <c:pt idx="6267">
                  <c:v>9.98751944</c:v>
                </c:pt>
                <c:pt idx="6268">
                  <c:v>9.98780472</c:v>
                </c:pt>
                <c:pt idx="6269">
                  <c:v>9.98789917</c:v>
                </c:pt>
                <c:pt idx="6270">
                  <c:v>9.99125222</c:v>
                </c:pt>
                <c:pt idx="6271">
                  <c:v>9.99197194</c:v>
                </c:pt>
                <c:pt idx="6272">
                  <c:v>9.99198306</c:v>
                </c:pt>
                <c:pt idx="6273">
                  <c:v>9.99338083</c:v>
                </c:pt>
                <c:pt idx="6274">
                  <c:v>9.99530583</c:v>
                </c:pt>
                <c:pt idx="6275">
                  <c:v>9.99539944</c:v>
                </c:pt>
                <c:pt idx="6276">
                  <c:v>9.99640222</c:v>
                </c:pt>
                <c:pt idx="6277">
                  <c:v>9.99815722</c:v>
                </c:pt>
                <c:pt idx="6278">
                  <c:v>9.9991975</c:v>
                </c:pt>
                <c:pt idx="6279">
                  <c:v>9.99930944</c:v>
                </c:pt>
                <c:pt idx="6280">
                  <c:v>10.000175</c:v>
                </c:pt>
                <c:pt idx="6281">
                  <c:v>10.00086917</c:v>
                </c:pt>
                <c:pt idx="6282">
                  <c:v>10.00169389</c:v>
                </c:pt>
                <c:pt idx="6283">
                  <c:v>10.00359556</c:v>
                </c:pt>
                <c:pt idx="6284">
                  <c:v>10.00378111</c:v>
                </c:pt>
                <c:pt idx="6285">
                  <c:v>10.00384028</c:v>
                </c:pt>
                <c:pt idx="6286">
                  <c:v>10.00574361</c:v>
                </c:pt>
                <c:pt idx="6287">
                  <c:v>10.00617056</c:v>
                </c:pt>
                <c:pt idx="6288">
                  <c:v>10.00763639</c:v>
                </c:pt>
                <c:pt idx="6289">
                  <c:v>10.00832028</c:v>
                </c:pt>
                <c:pt idx="6290">
                  <c:v>10.00892694</c:v>
                </c:pt>
                <c:pt idx="6291">
                  <c:v>10.00917889</c:v>
                </c:pt>
                <c:pt idx="6292">
                  <c:v>10.0104375</c:v>
                </c:pt>
                <c:pt idx="6293">
                  <c:v>10.01052222</c:v>
                </c:pt>
                <c:pt idx="6294">
                  <c:v>10.01271778</c:v>
                </c:pt>
                <c:pt idx="6295">
                  <c:v>10.01344806</c:v>
                </c:pt>
                <c:pt idx="6296">
                  <c:v>10.01487694</c:v>
                </c:pt>
                <c:pt idx="6297">
                  <c:v>10.01528222</c:v>
                </c:pt>
                <c:pt idx="6298">
                  <c:v>10.01549444</c:v>
                </c:pt>
                <c:pt idx="6299">
                  <c:v>10.01716278</c:v>
                </c:pt>
                <c:pt idx="6300">
                  <c:v>10.01736889</c:v>
                </c:pt>
                <c:pt idx="6301">
                  <c:v>10.01907222</c:v>
                </c:pt>
                <c:pt idx="6302">
                  <c:v>10.01925389</c:v>
                </c:pt>
                <c:pt idx="6303">
                  <c:v>10.02026361</c:v>
                </c:pt>
                <c:pt idx="6304">
                  <c:v>10.02137778</c:v>
                </c:pt>
                <c:pt idx="6305">
                  <c:v>10.02312194</c:v>
                </c:pt>
                <c:pt idx="6306">
                  <c:v>10.02328333</c:v>
                </c:pt>
                <c:pt idx="6307">
                  <c:v>10.02340333</c:v>
                </c:pt>
                <c:pt idx="6308">
                  <c:v>10.0257875</c:v>
                </c:pt>
                <c:pt idx="6309">
                  <c:v>10.02632722</c:v>
                </c:pt>
                <c:pt idx="6310">
                  <c:v>10.02716861</c:v>
                </c:pt>
                <c:pt idx="6311">
                  <c:v>10.02950389</c:v>
                </c:pt>
                <c:pt idx="6312">
                  <c:v>10.02984306</c:v>
                </c:pt>
                <c:pt idx="6313">
                  <c:v>10.03208194</c:v>
                </c:pt>
                <c:pt idx="6314">
                  <c:v>10.03218889</c:v>
                </c:pt>
                <c:pt idx="6315">
                  <c:v>10.03417944</c:v>
                </c:pt>
                <c:pt idx="6316">
                  <c:v>10.03473167</c:v>
                </c:pt>
                <c:pt idx="6317">
                  <c:v>10.03603583</c:v>
                </c:pt>
                <c:pt idx="6318">
                  <c:v>10.03808694</c:v>
                </c:pt>
                <c:pt idx="6319">
                  <c:v>10.03887556</c:v>
                </c:pt>
                <c:pt idx="6320">
                  <c:v>10.03889639</c:v>
                </c:pt>
                <c:pt idx="6321">
                  <c:v>10.04054222</c:v>
                </c:pt>
                <c:pt idx="6322">
                  <c:v>10.04116167</c:v>
                </c:pt>
                <c:pt idx="6323">
                  <c:v>10.04118861</c:v>
                </c:pt>
                <c:pt idx="6324">
                  <c:v>10.04301806</c:v>
                </c:pt>
                <c:pt idx="6325">
                  <c:v>10.04301833</c:v>
                </c:pt>
                <c:pt idx="6326">
                  <c:v>10.04474722</c:v>
                </c:pt>
                <c:pt idx="6327">
                  <c:v>10.04476167</c:v>
                </c:pt>
                <c:pt idx="6328">
                  <c:v>10.04491917</c:v>
                </c:pt>
                <c:pt idx="6329">
                  <c:v>10.045605</c:v>
                </c:pt>
                <c:pt idx="6330">
                  <c:v>10.04806528</c:v>
                </c:pt>
                <c:pt idx="6331">
                  <c:v>10.04828167</c:v>
                </c:pt>
                <c:pt idx="6332">
                  <c:v>10.04930917</c:v>
                </c:pt>
                <c:pt idx="6333">
                  <c:v>10.04947278</c:v>
                </c:pt>
                <c:pt idx="6334">
                  <c:v>10.051565</c:v>
                </c:pt>
                <c:pt idx="6335">
                  <c:v>10.05248694</c:v>
                </c:pt>
                <c:pt idx="6336">
                  <c:v>10.0525325</c:v>
                </c:pt>
                <c:pt idx="6337">
                  <c:v>10.05382556</c:v>
                </c:pt>
                <c:pt idx="6338">
                  <c:v>10.05514028</c:v>
                </c:pt>
                <c:pt idx="6339">
                  <c:v>10.05520278</c:v>
                </c:pt>
                <c:pt idx="6340">
                  <c:v>10.05621944</c:v>
                </c:pt>
                <c:pt idx="6341">
                  <c:v>10.05629472</c:v>
                </c:pt>
                <c:pt idx="6342">
                  <c:v>10.05805556</c:v>
                </c:pt>
                <c:pt idx="6343">
                  <c:v>10.05872639</c:v>
                </c:pt>
                <c:pt idx="6344">
                  <c:v>10.05938194</c:v>
                </c:pt>
                <c:pt idx="6345">
                  <c:v>10.06145806</c:v>
                </c:pt>
                <c:pt idx="6346">
                  <c:v>10.0622975</c:v>
                </c:pt>
                <c:pt idx="6347">
                  <c:v>10.06305444</c:v>
                </c:pt>
                <c:pt idx="6348">
                  <c:v>10.06356583</c:v>
                </c:pt>
                <c:pt idx="6349">
                  <c:v>10.06377833</c:v>
                </c:pt>
                <c:pt idx="6350">
                  <c:v>10.06478806</c:v>
                </c:pt>
                <c:pt idx="6351">
                  <c:v>10.06583694</c:v>
                </c:pt>
                <c:pt idx="6352">
                  <c:v>10.06700167</c:v>
                </c:pt>
                <c:pt idx="6353">
                  <c:v>10.06730556</c:v>
                </c:pt>
                <c:pt idx="6354">
                  <c:v>10.06776972</c:v>
                </c:pt>
                <c:pt idx="6355">
                  <c:v>10.0689475</c:v>
                </c:pt>
                <c:pt idx="6356">
                  <c:v>10.06957083</c:v>
                </c:pt>
                <c:pt idx="6357">
                  <c:v>10.07017694</c:v>
                </c:pt>
                <c:pt idx="6358">
                  <c:v>10.0715875</c:v>
                </c:pt>
                <c:pt idx="6359">
                  <c:v>10.07175278</c:v>
                </c:pt>
                <c:pt idx="6360">
                  <c:v>10.07270944</c:v>
                </c:pt>
                <c:pt idx="6361">
                  <c:v>10.07436333</c:v>
                </c:pt>
                <c:pt idx="6362">
                  <c:v>10.07561417</c:v>
                </c:pt>
                <c:pt idx="6363">
                  <c:v>10.07576806</c:v>
                </c:pt>
                <c:pt idx="6364">
                  <c:v>10.07757167</c:v>
                </c:pt>
                <c:pt idx="6365">
                  <c:v>10.07894639</c:v>
                </c:pt>
                <c:pt idx="6366">
                  <c:v>10.07896083</c:v>
                </c:pt>
                <c:pt idx="6367">
                  <c:v>10.08037889</c:v>
                </c:pt>
                <c:pt idx="6368">
                  <c:v>10.08105889</c:v>
                </c:pt>
                <c:pt idx="6369">
                  <c:v>10.0822175</c:v>
                </c:pt>
                <c:pt idx="6370">
                  <c:v>10.08242028</c:v>
                </c:pt>
                <c:pt idx="6371">
                  <c:v>10.08360722</c:v>
                </c:pt>
                <c:pt idx="6372">
                  <c:v>10.08549667</c:v>
                </c:pt>
                <c:pt idx="6373">
                  <c:v>10.08632306</c:v>
                </c:pt>
                <c:pt idx="6374">
                  <c:v>10.08707056</c:v>
                </c:pt>
                <c:pt idx="6375">
                  <c:v>10.08777833</c:v>
                </c:pt>
                <c:pt idx="6376">
                  <c:v>10.08869333</c:v>
                </c:pt>
                <c:pt idx="6377">
                  <c:v>10.09041</c:v>
                </c:pt>
                <c:pt idx="6378">
                  <c:v>10.09050167</c:v>
                </c:pt>
                <c:pt idx="6379">
                  <c:v>10.09241417</c:v>
                </c:pt>
                <c:pt idx="6380">
                  <c:v>10.09249556</c:v>
                </c:pt>
                <c:pt idx="6381">
                  <c:v>10.09257472</c:v>
                </c:pt>
                <c:pt idx="6382">
                  <c:v>10.0949275</c:v>
                </c:pt>
                <c:pt idx="6383">
                  <c:v>10.09515222</c:v>
                </c:pt>
                <c:pt idx="6384">
                  <c:v>10.09643194</c:v>
                </c:pt>
                <c:pt idx="6385">
                  <c:v>10.09684111</c:v>
                </c:pt>
                <c:pt idx="6386">
                  <c:v>10.09787389</c:v>
                </c:pt>
                <c:pt idx="6387">
                  <c:v>10.09787444</c:v>
                </c:pt>
                <c:pt idx="6388">
                  <c:v>10.09914028</c:v>
                </c:pt>
                <c:pt idx="6389">
                  <c:v>10.10011083</c:v>
                </c:pt>
                <c:pt idx="6390">
                  <c:v>10.1006325</c:v>
                </c:pt>
                <c:pt idx="6391">
                  <c:v>10.1015525</c:v>
                </c:pt>
                <c:pt idx="6392">
                  <c:v>10.1023925</c:v>
                </c:pt>
                <c:pt idx="6393">
                  <c:v>10.10324</c:v>
                </c:pt>
                <c:pt idx="6394">
                  <c:v>10.10456778</c:v>
                </c:pt>
                <c:pt idx="6395">
                  <c:v>10.10494417</c:v>
                </c:pt>
                <c:pt idx="6396">
                  <c:v>10.10586694</c:v>
                </c:pt>
                <c:pt idx="6397">
                  <c:v>10.10664806</c:v>
                </c:pt>
                <c:pt idx="6398">
                  <c:v>10.10758222</c:v>
                </c:pt>
                <c:pt idx="6399">
                  <c:v>10.10983972</c:v>
                </c:pt>
                <c:pt idx="6400">
                  <c:v>10.10998472</c:v>
                </c:pt>
                <c:pt idx="6401">
                  <c:v>10.1111625</c:v>
                </c:pt>
                <c:pt idx="6402">
                  <c:v>10.11226389</c:v>
                </c:pt>
                <c:pt idx="6403">
                  <c:v>10.1127375</c:v>
                </c:pt>
                <c:pt idx="6404">
                  <c:v>10.11411417</c:v>
                </c:pt>
                <c:pt idx="6405">
                  <c:v>10.11422611</c:v>
                </c:pt>
                <c:pt idx="6406">
                  <c:v>10.11429</c:v>
                </c:pt>
                <c:pt idx="6407">
                  <c:v>10.115945</c:v>
                </c:pt>
                <c:pt idx="6408">
                  <c:v>10.11604444</c:v>
                </c:pt>
                <c:pt idx="6409">
                  <c:v>10.1171375</c:v>
                </c:pt>
                <c:pt idx="6410">
                  <c:v>10.117185</c:v>
                </c:pt>
                <c:pt idx="6411">
                  <c:v>10.11893861</c:v>
                </c:pt>
                <c:pt idx="6412">
                  <c:v>10.11904778</c:v>
                </c:pt>
                <c:pt idx="6413">
                  <c:v>10.12065944</c:v>
                </c:pt>
                <c:pt idx="6414">
                  <c:v>10.12077694</c:v>
                </c:pt>
                <c:pt idx="6415">
                  <c:v>10.12160556</c:v>
                </c:pt>
                <c:pt idx="6416">
                  <c:v>10.12232889</c:v>
                </c:pt>
                <c:pt idx="6417">
                  <c:v>10.1229075</c:v>
                </c:pt>
                <c:pt idx="6418">
                  <c:v>10.12329944</c:v>
                </c:pt>
                <c:pt idx="6419">
                  <c:v>10.12434222</c:v>
                </c:pt>
                <c:pt idx="6420">
                  <c:v>10.12549361</c:v>
                </c:pt>
                <c:pt idx="6421">
                  <c:v>10.12615417</c:v>
                </c:pt>
                <c:pt idx="6422">
                  <c:v>10.1264125</c:v>
                </c:pt>
                <c:pt idx="6423">
                  <c:v>10.12727333</c:v>
                </c:pt>
                <c:pt idx="6424">
                  <c:v>10.1274875</c:v>
                </c:pt>
                <c:pt idx="6425">
                  <c:v>10.12825222</c:v>
                </c:pt>
                <c:pt idx="6426">
                  <c:v>10.12932</c:v>
                </c:pt>
                <c:pt idx="6427">
                  <c:v>10.13047917</c:v>
                </c:pt>
                <c:pt idx="6428">
                  <c:v>10.13074917</c:v>
                </c:pt>
                <c:pt idx="6429">
                  <c:v>10.13264528</c:v>
                </c:pt>
                <c:pt idx="6430">
                  <c:v>10.13310111</c:v>
                </c:pt>
                <c:pt idx="6431">
                  <c:v>10.13401722</c:v>
                </c:pt>
                <c:pt idx="6432">
                  <c:v>10.13568694</c:v>
                </c:pt>
                <c:pt idx="6433">
                  <c:v>10.13580583</c:v>
                </c:pt>
                <c:pt idx="6434">
                  <c:v>10.13611</c:v>
                </c:pt>
                <c:pt idx="6435">
                  <c:v>10.13722194</c:v>
                </c:pt>
                <c:pt idx="6436">
                  <c:v>10.13848</c:v>
                </c:pt>
                <c:pt idx="6437">
                  <c:v>10.14083917</c:v>
                </c:pt>
                <c:pt idx="6438">
                  <c:v>10.14087583</c:v>
                </c:pt>
                <c:pt idx="6439">
                  <c:v>10.14288528</c:v>
                </c:pt>
                <c:pt idx="6440">
                  <c:v>10.14304694</c:v>
                </c:pt>
                <c:pt idx="6441">
                  <c:v>10.14402472</c:v>
                </c:pt>
                <c:pt idx="6442">
                  <c:v>10.1447075</c:v>
                </c:pt>
                <c:pt idx="6443">
                  <c:v>10.14667722</c:v>
                </c:pt>
                <c:pt idx="6444">
                  <c:v>10.14682444</c:v>
                </c:pt>
                <c:pt idx="6445">
                  <c:v>10.14835194</c:v>
                </c:pt>
                <c:pt idx="6446">
                  <c:v>10.14922306</c:v>
                </c:pt>
                <c:pt idx="6447">
                  <c:v>10.14967472</c:v>
                </c:pt>
                <c:pt idx="6448">
                  <c:v>10.15046389</c:v>
                </c:pt>
                <c:pt idx="6449">
                  <c:v>10.15170917</c:v>
                </c:pt>
                <c:pt idx="6450">
                  <c:v>10.15252</c:v>
                </c:pt>
                <c:pt idx="6451">
                  <c:v>10.15355556</c:v>
                </c:pt>
                <c:pt idx="6452">
                  <c:v>10.15362583</c:v>
                </c:pt>
                <c:pt idx="6453">
                  <c:v>10.15437861</c:v>
                </c:pt>
                <c:pt idx="6454">
                  <c:v>10.15488056</c:v>
                </c:pt>
                <c:pt idx="6455">
                  <c:v>10.15549056</c:v>
                </c:pt>
                <c:pt idx="6456">
                  <c:v>10.15678667</c:v>
                </c:pt>
                <c:pt idx="6457">
                  <c:v>10.15693528</c:v>
                </c:pt>
                <c:pt idx="6458">
                  <c:v>10.15766944</c:v>
                </c:pt>
                <c:pt idx="6459">
                  <c:v>10.15936444</c:v>
                </c:pt>
                <c:pt idx="6460">
                  <c:v>10.15940556</c:v>
                </c:pt>
                <c:pt idx="6461">
                  <c:v>10.16054917</c:v>
                </c:pt>
                <c:pt idx="6462">
                  <c:v>10.16178806</c:v>
                </c:pt>
                <c:pt idx="6463">
                  <c:v>10.16188361</c:v>
                </c:pt>
                <c:pt idx="6464">
                  <c:v>10.16286667</c:v>
                </c:pt>
                <c:pt idx="6465">
                  <c:v>10.16297389</c:v>
                </c:pt>
                <c:pt idx="6466">
                  <c:v>10.16457833</c:v>
                </c:pt>
                <c:pt idx="6467">
                  <c:v>10.1651525</c:v>
                </c:pt>
                <c:pt idx="6468">
                  <c:v>10.1652475</c:v>
                </c:pt>
                <c:pt idx="6469">
                  <c:v>10.16559028</c:v>
                </c:pt>
                <c:pt idx="6470">
                  <c:v>10.16787472</c:v>
                </c:pt>
                <c:pt idx="6471">
                  <c:v>10.16792306</c:v>
                </c:pt>
                <c:pt idx="6472">
                  <c:v>10.16811278</c:v>
                </c:pt>
                <c:pt idx="6473">
                  <c:v>10.16819917</c:v>
                </c:pt>
                <c:pt idx="6474">
                  <c:v>10.17066833</c:v>
                </c:pt>
                <c:pt idx="6475">
                  <c:v>10.17096889</c:v>
                </c:pt>
                <c:pt idx="6476">
                  <c:v>10.17161306</c:v>
                </c:pt>
                <c:pt idx="6477">
                  <c:v>10.17246583</c:v>
                </c:pt>
                <c:pt idx="6478">
                  <c:v>10.17310944</c:v>
                </c:pt>
                <c:pt idx="6479">
                  <c:v>10.17341472</c:v>
                </c:pt>
                <c:pt idx="6480">
                  <c:v>10.17464556</c:v>
                </c:pt>
                <c:pt idx="6481">
                  <c:v>10.17590111</c:v>
                </c:pt>
                <c:pt idx="6482">
                  <c:v>10.17594194</c:v>
                </c:pt>
                <c:pt idx="6483">
                  <c:v>10.17761194</c:v>
                </c:pt>
                <c:pt idx="6484">
                  <c:v>10.17779611</c:v>
                </c:pt>
                <c:pt idx="6485">
                  <c:v>10.17924389</c:v>
                </c:pt>
                <c:pt idx="6486">
                  <c:v>10.18213528</c:v>
                </c:pt>
                <c:pt idx="6487">
                  <c:v>10.18259</c:v>
                </c:pt>
                <c:pt idx="6488">
                  <c:v>10.18401694</c:v>
                </c:pt>
                <c:pt idx="6489">
                  <c:v>10.18503833</c:v>
                </c:pt>
                <c:pt idx="6490">
                  <c:v>10.18683722</c:v>
                </c:pt>
                <c:pt idx="6491">
                  <c:v>10.18845111</c:v>
                </c:pt>
                <c:pt idx="6492">
                  <c:v>10.18855389</c:v>
                </c:pt>
                <c:pt idx="6493">
                  <c:v>10.19021528</c:v>
                </c:pt>
                <c:pt idx="6494">
                  <c:v>10.19026694</c:v>
                </c:pt>
                <c:pt idx="6495">
                  <c:v>10.19269556</c:v>
                </c:pt>
                <c:pt idx="6496">
                  <c:v>10.19332806</c:v>
                </c:pt>
                <c:pt idx="6497">
                  <c:v>10.19473806</c:v>
                </c:pt>
                <c:pt idx="6498">
                  <c:v>10.19558972</c:v>
                </c:pt>
                <c:pt idx="6499">
                  <c:v>10.19648778</c:v>
                </c:pt>
                <c:pt idx="6500">
                  <c:v>10.19658917</c:v>
                </c:pt>
                <c:pt idx="6501">
                  <c:v>10.19667944</c:v>
                </c:pt>
                <c:pt idx="6502">
                  <c:v>10.19814</c:v>
                </c:pt>
                <c:pt idx="6503">
                  <c:v>10.20156111</c:v>
                </c:pt>
                <c:pt idx="6504">
                  <c:v>10.59146333</c:v>
                </c:pt>
                <c:pt idx="6505">
                  <c:v>10.59147306</c:v>
                </c:pt>
                <c:pt idx="6506">
                  <c:v>10.59149306</c:v>
                </c:pt>
                <c:pt idx="6507">
                  <c:v>10.59149528</c:v>
                </c:pt>
                <c:pt idx="6508">
                  <c:v>10.59151556</c:v>
                </c:pt>
                <c:pt idx="6509">
                  <c:v>10.59281111</c:v>
                </c:pt>
                <c:pt idx="6510">
                  <c:v>10.59297917</c:v>
                </c:pt>
                <c:pt idx="6511">
                  <c:v>10.59430306</c:v>
                </c:pt>
                <c:pt idx="6512">
                  <c:v>10.59446583</c:v>
                </c:pt>
                <c:pt idx="6513">
                  <c:v>10.59626806</c:v>
                </c:pt>
                <c:pt idx="6514">
                  <c:v>10.59701944</c:v>
                </c:pt>
                <c:pt idx="6515">
                  <c:v>10.59708389</c:v>
                </c:pt>
                <c:pt idx="6516">
                  <c:v>10.59714083</c:v>
                </c:pt>
                <c:pt idx="6517">
                  <c:v>10.59719083</c:v>
                </c:pt>
                <c:pt idx="6518">
                  <c:v>10.59925167</c:v>
                </c:pt>
                <c:pt idx="6519">
                  <c:v>10.6009775</c:v>
                </c:pt>
                <c:pt idx="6520">
                  <c:v>10.60107139</c:v>
                </c:pt>
                <c:pt idx="6521">
                  <c:v>10.60292444</c:v>
                </c:pt>
                <c:pt idx="6522">
                  <c:v>10.60301667</c:v>
                </c:pt>
                <c:pt idx="6523">
                  <c:v>10.60309944</c:v>
                </c:pt>
                <c:pt idx="6524">
                  <c:v>10.60397056</c:v>
                </c:pt>
                <c:pt idx="6525">
                  <c:v>10.60468444</c:v>
                </c:pt>
                <c:pt idx="6526">
                  <c:v>10.60560361</c:v>
                </c:pt>
                <c:pt idx="6527">
                  <c:v>10.60581444</c:v>
                </c:pt>
                <c:pt idx="6528">
                  <c:v>10.60669972</c:v>
                </c:pt>
                <c:pt idx="6529">
                  <c:v>10.60818472</c:v>
                </c:pt>
                <c:pt idx="6530">
                  <c:v>10.60992944</c:v>
                </c:pt>
                <c:pt idx="6531">
                  <c:v>10.61045417</c:v>
                </c:pt>
                <c:pt idx="6532">
                  <c:v>10.61128528</c:v>
                </c:pt>
                <c:pt idx="6533">
                  <c:v>10.61148417</c:v>
                </c:pt>
                <c:pt idx="6534">
                  <c:v>10.6116825</c:v>
                </c:pt>
                <c:pt idx="6535">
                  <c:v>10.61175361</c:v>
                </c:pt>
                <c:pt idx="6536">
                  <c:v>10.61432389</c:v>
                </c:pt>
                <c:pt idx="6537">
                  <c:v>10.61438278</c:v>
                </c:pt>
                <c:pt idx="6538">
                  <c:v>10.61510417</c:v>
                </c:pt>
                <c:pt idx="6539">
                  <c:v>10.6154725</c:v>
                </c:pt>
                <c:pt idx="6540">
                  <c:v>10.6163625</c:v>
                </c:pt>
                <c:pt idx="6541">
                  <c:v>10.61658583</c:v>
                </c:pt>
                <c:pt idx="6542">
                  <c:v>10.61664917</c:v>
                </c:pt>
                <c:pt idx="6543">
                  <c:v>10.61788056</c:v>
                </c:pt>
                <c:pt idx="6544">
                  <c:v>10.61808861</c:v>
                </c:pt>
                <c:pt idx="6545">
                  <c:v>10.61951556</c:v>
                </c:pt>
                <c:pt idx="6546">
                  <c:v>10.61978917</c:v>
                </c:pt>
                <c:pt idx="6547">
                  <c:v>10.62327056</c:v>
                </c:pt>
                <c:pt idx="6548">
                  <c:v>10.62552639</c:v>
                </c:pt>
                <c:pt idx="6549">
                  <c:v>10.62609056</c:v>
                </c:pt>
                <c:pt idx="6550">
                  <c:v>10.62726667</c:v>
                </c:pt>
                <c:pt idx="6551">
                  <c:v>10.62918167</c:v>
                </c:pt>
                <c:pt idx="6552">
                  <c:v>10.63130444</c:v>
                </c:pt>
                <c:pt idx="6553">
                  <c:v>10.63142361</c:v>
                </c:pt>
                <c:pt idx="6554">
                  <c:v>10.63183278</c:v>
                </c:pt>
                <c:pt idx="6555">
                  <c:v>10.63410667</c:v>
                </c:pt>
                <c:pt idx="6556">
                  <c:v>10.63418639</c:v>
                </c:pt>
                <c:pt idx="6557">
                  <c:v>10.63636222</c:v>
                </c:pt>
                <c:pt idx="6558">
                  <c:v>10.63819722</c:v>
                </c:pt>
                <c:pt idx="6559">
                  <c:v>10.63956056</c:v>
                </c:pt>
                <c:pt idx="6560">
                  <c:v>10.6403675</c:v>
                </c:pt>
                <c:pt idx="6561">
                  <c:v>10.64179528</c:v>
                </c:pt>
                <c:pt idx="6562">
                  <c:v>10.64201972</c:v>
                </c:pt>
                <c:pt idx="6563">
                  <c:v>10.64261889</c:v>
                </c:pt>
                <c:pt idx="6564">
                  <c:v>10.64351028</c:v>
                </c:pt>
                <c:pt idx="6565">
                  <c:v>10.64467889</c:v>
                </c:pt>
                <c:pt idx="6566">
                  <c:v>10.64653694</c:v>
                </c:pt>
                <c:pt idx="6567">
                  <c:v>10.64664778</c:v>
                </c:pt>
                <c:pt idx="6568">
                  <c:v>10.6468075</c:v>
                </c:pt>
                <c:pt idx="6569">
                  <c:v>10.64868889</c:v>
                </c:pt>
                <c:pt idx="6570">
                  <c:v>10.64872972</c:v>
                </c:pt>
                <c:pt idx="6571">
                  <c:v>10.64987944</c:v>
                </c:pt>
                <c:pt idx="6572">
                  <c:v>10.65010417</c:v>
                </c:pt>
                <c:pt idx="6573">
                  <c:v>10.65178556</c:v>
                </c:pt>
                <c:pt idx="6574">
                  <c:v>10.6519875</c:v>
                </c:pt>
                <c:pt idx="6575">
                  <c:v>10.65305306</c:v>
                </c:pt>
                <c:pt idx="6576">
                  <c:v>10.65318972</c:v>
                </c:pt>
                <c:pt idx="6577">
                  <c:v>10.65488917</c:v>
                </c:pt>
                <c:pt idx="6578">
                  <c:v>10.65786389</c:v>
                </c:pt>
                <c:pt idx="6579">
                  <c:v>10.65917694</c:v>
                </c:pt>
                <c:pt idx="6580">
                  <c:v>10.65924028</c:v>
                </c:pt>
                <c:pt idx="6581">
                  <c:v>10.66233944</c:v>
                </c:pt>
                <c:pt idx="6582">
                  <c:v>10.66248167</c:v>
                </c:pt>
                <c:pt idx="6583">
                  <c:v>10.66522639</c:v>
                </c:pt>
                <c:pt idx="6584">
                  <c:v>10.66534333</c:v>
                </c:pt>
                <c:pt idx="6585">
                  <c:v>10.66662556</c:v>
                </c:pt>
                <c:pt idx="6586">
                  <c:v>10.66783472</c:v>
                </c:pt>
                <c:pt idx="6587">
                  <c:v>10.66915306</c:v>
                </c:pt>
                <c:pt idx="6588">
                  <c:v>10.67098306</c:v>
                </c:pt>
                <c:pt idx="6589">
                  <c:v>10.67382806</c:v>
                </c:pt>
                <c:pt idx="6590">
                  <c:v>10.67556083</c:v>
                </c:pt>
                <c:pt idx="6591">
                  <c:v>10.67557972</c:v>
                </c:pt>
                <c:pt idx="6592">
                  <c:v>10.67729111</c:v>
                </c:pt>
                <c:pt idx="6593">
                  <c:v>10.67873472</c:v>
                </c:pt>
                <c:pt idx="6594">
                  <c:v>10.6788875</c:v>
                </c:pt>
                <c:pt idx="6595">
                  <c:v>10.68032861</c:v>
                </c:pt>
                <c:pt idx="6596">
                  <c:v>10.68062028</c:v>
                </c:pt>
                <c:pt idx="6597">
                  <c:v>10.68286333</c:v>
                </c:pt>
                <c:pt idx="6598">
                  <c:v>10.68309222</c:v>
                </c:pt>
                <c:pt idx="6599">
                  <c:v>10.68427333</c:v>
                </c:pt>
                <c:pt idx="6600">
                  <c:v>10.68448889</c:v>
                </c:pt>
                <c:pt idx="6601">
                  <c:v>10.68574556</c:v>
                </c:pt>
                <c:pt idx="6602">
                  <c:v>10.6866275</c:v>
                </c:pt>
                <c:pt idx="6603">
                  <c:v>10.68685611</c:v>
                </c:pt>
                <c:pt idx="6604">
                  <c:v>10.68807694</c:v>
                </c:pt>
                <c:pt idx="6605">
                  <c:v>10.68913861</c:v>
                </c:pt>
                <c:pt idx="6606">
                  <c:v>10.68976556</c:v>
                </c:pt>
                <c:pt idx="6607">
                  <c:v>10.69126694</c:v>
                </c:pt>
                <c:pt idx="6608">
                  <c:v>10.69251972</c:v>
                </c:pt>
                <c:pt idx="6609">
                  <c:v>10.69259556</c:v>
                </c:pt>
                <c:pt idx="6610">
                  <c:v>10.69296056</c:v>
                </c:pt>
                <c:pt idx="6611">
                  <c:v>10.69377222</c:v>
                </c:pt>
                <c:pt idx="6612">
                  <c:v>10.69384417</c:v>
                </c:pt>
                <c:pt idx="6613">
                  <c:v>10.69520778</c:v>
                </c:pt>
                <c:pt idx="6614">
                  <c:v>10.69616528</c:v>
                </c:pt>
                <c:pt idx="6615">
                  <c:v>10.69617417</c:v>
                </c:pt>
                <c:pt idx="6616">
                  <c:v>10.69621</c:v>
                </c:pt>
                <c:pt idx="6617">
                  <c:v>10.69871111</c:v>
                </c:pt>
                <c:pt idx="6618">
                  <c:v>10.69961528</c:v>
                </c:pt>
                <c:pt idx="6619">
                  <c:v>10.70022889</c:v>
                </c:pt>
                <c:pt idx="6620">
                  <c:v>10.70096694</c:v>
                </c:pt>
                <c:pt idx="6621">
                  <c:v>10.70112333</c:v>
                </c:pt>
                <c:pt idx="6622">
                  <c:v>10.70309111</c:v>
                </c:pt>
                <c:pt idx="6623">
                  <c:v>10.70421028</c:v>
                </c:pt>
                <c:pt idx="6624">
                  <c:v>10.70490167</c:v>
                </c:pt>
                <c:pt idx="6625">
                  <c:v>10.70561167</c:v>
                </c:pt>
                <c:pt idx="6626">
                  <c:v>10.70679917</c:v>
                </c:pt>
                <c:pt idx="6627">
                  <c:v>10.70694389</c:v>
                </c:pt>
                <c:pt idx="6628">
                  <c:v>10.70698444</c:v>
                </c:pt>
                <c:pt idx="6629">
                  <c:v>10.7102075</c:v>
                </c:pt>
                <c:pt idx="6630">
                  <c:v>10.71024444</c:v>
                </c:pt>
                <c:pt idx="6631">
                  <c:v>10.71154667</c:v>
                </c:pt>
                <c:pt idx="6632">
                  <c:v>10.71164528</c:v>
                </c:pt>
                <c:pt idx="6633">
                  <c:v>10.71299722</c:v>
                </c:pt>
                <c:pt idx="6634">
                  <c:v>10.71388167</c:v>
                </c:pt>
                <c:pt idx="6635">
                  <c:v>10.71432278</c:v>
                </c:pt>
                <c:pt idx="6636">
                  <c:v>10.71605111</c:v>
                </c:pt>
                <c:pt idx="6637">
                  <c:v>10.71692139</c:v>
                </c:pt>
                <c:pt idx="6638">
                  <c:v>10.71748167</c:v>
                </c:pt>
                <c:pt idx="6639">
                  <c:v>10.71759417</c:v>
                </c:pt>
                <c:pt idx="6640">
                  <c:v>10.71826806</c:v>
                </c:pt>
                <c:pt idx="6641">
                  <c:v>10.71836806</c:v>
                </c:pt>
                <c:pt idx="6642">
                  <c:v>10.72007306</c:v>
                </c:pt>
                <c:pt idx="6643">
                  <c:v>10.72036417</c:v>
                </c:pt>
                <c:pt idx="6644">
                  <c:v>10.72297861</c:v>
                </c:pt>
                <c:pt idx="6645">
                  <c:v>10.72490694</c:v>
                </c:pt>
                <c:pt idx="6646">
                  <c:v>10.72772611</c:v>
                </c:pt>
                <c:pt idx="6647">
                  <c:v>10.73496861</c:v>
                </c:pt>
                <c:pt idx="6648">
                  <c:v>10.73499667</c:v>
                </c:pt>
                <c:pt idx="6649">
                  <c:v>10.7350225</c:v>
                </c:pt>
                <c:pt idx="6650">
                  <c:v>10.73502306</c:v>
                </c:pt>
                <c:pt idx="6651">
                  <c:v>10.73503667</c:v>
                </c:pt>
                <c:pt idx="6652">
                  <c:v>10.73787917</c:v>
                </c:pt>
                <c:pt idx="6653">
                  <c:v>10.73793833</c:v>
                </c:pt>
                <c:pt idx="6654">
                  <c:v>10.73932333</c:v>
                </c:pt>
                <c:pt idx="6655">
                  <c:v>10.74078611</c:v>
                </c:pt>
                <c:pt idx="6656">
                  <c:v>10.74231</c:v>
                </c:pt>
                <c:pt idx="6657">
                  <c:v>10.74381278</c:v>
                </c:pt>
                <c:pt idx="6658">
                  <c:v>10.74384778</c:v>
                </c:pt>
                <c:pt idx="6659">
                  <c:v>10.74390778</c:v>
                </c:pt>
                <c:pt idx="6660">
                  <c:v>10.74664972</c:v>
                </c:pt>
                <c:pt idx="6661">
                  <c:v>10.74673917</c:v>
                </c:pt>
                <c:pt idx="6662">
                  <c:v>10.74817278</c:v>
                </c:pt>
                <c:pt idx="6663">
                  <c:v>10.74832722</c:v>
                </c:pt>
                <c:pt idx="6664">
                  <c:v>10.74964</c:v>
                </c:pt>
                <c:pt idx="6665">
                  <c:v>10.74988056</c:v>
                </c:pt>
                <c:pt idx="6666">
                  <c:v>10.75114611</c:v>
                </c:pt>
                <c:pt idx="6667">
                  <c:v>10.75396778</c:v>
                </c:pt>
                <c:pt idx="6668">
                  <c:v>10.75403944</c:v>
                </c:pt>
                <c:pt idx="6669">
                  <c:v>10.75407028</c:v>
                </c:pt>
                <c:pt idx="6670">
                  <c:v>10.75432556</c:v>
                </c:pt>
                <c:pt idx="6671">
                  <c:v>10.75702056</c:v>
                </c:pt>
                <c:pt idx="6672">
                  <c:v>10.75839583</c:v>
                </c:pt>
                <c:pt idx="6673">
                  <c:v>10.75844861</c:v>
                </c:pt>
                <c:pt idx="6674">
                  <c:v>10.7585</c:v>
                </c:pt>
                <c:pt idx="6675">
                  <c:v>10.75876056</c:v>
                </c:pt>
                <c:pt idx="6676">
                  <c:v>10.76147222</c:v>
                </c:pt>
                <c:pt idx="6677">
                  <c:v>10.7615075</c:v>
                </c:pt>
                <c:pt idx="6678">
                  <c:v>10.7615125</c:v>
                </c:pt>
                <c:pt idx="6679">
                  <c:v>10.76285083</c:v>
                </c:pt>
                <c:pt idx="6680">
                  <c:v>10.76318389</c:v>
                </c:pt>
                <c:pt idx="6681">
                  <c:v>10.76592972</c:v>
                </c:pt>
                <c:pt idx="6682">
                  <c:v>10.76597056</c:v>
                </c:pt>
                <c:pt idx="6683">
                  <c:v>10.76603944</c:v>
                </c:pt>
                <c:pt idx="6684">
                  <c:v>10.7661775</c:v>
                </c:pt>
                <c:pt idx="6685">
                  <c:v>10.7672775</c:v>
                </c:pt>
                <c:pt idx="6686">
                  <c:v>10.76747917</c:v>
                </c:pt>
                <c:pt idx="6687">
                  <c:v>10.76752278</c:v>
                </c:pt>
                <c:pt idx="6688">
                  <c:v>10.76900194</c:v>
                </c:pt>
                <c:pt idx="6689">
                  <c:v>10.76903472</c:v>
                </c:pt>
                <c:pt idx="6690">
                  <c:v>10.76909528</c:v>
                </c:pt>
                <c:pt idx="6691">
                  <c:v>10.76927861</c:v>
                </c:pt>
                <c:pt idx="6692">
                  <c:v>10.77029194</c:v>
                </c:pt>
                <c:pt idx="6693">
                  <c:v>10.770555</c:v>
                </c:pt>
                <c:pt idx="6694">
                  <c:v>10.77203333</c:v>
                </c:pt>
                <c:pt idx="6695">
                  <c:v>10.77207889</c:v>
                </c:pt>
                <c:pt idx="6696">
                  <c:v>10.773625</c:v>
                </c:pt>
                <c:pt idx="6697">
                  <c:v>10.77473083</c:v>
                </c:pt>
                <c:pt idx="6698">
                  <c:v>10.77509389</c:v>
                </c:pt>
                <c:pt idx="6699">
                  <c:v>10.77648222</c:v>
                </c:pt>
                <c:pt idx="6700">
                  <c:v>10.77787528</c:v>
                </c:pt>
                <c:pt idx="6701">
                  <c:v>10.77807278</c:v>
                </c:pt>
                <c:pt idx="6702">
                  <c:v>10.7791375</c:v>
                </c:pt>
                <c:pt idx="6703">
                  <c:v>10.77951917</c:v>
                </c:pt>
                <c:pt idx="6704">
                  <c:v>10.7808575</c:v>
                </c:pt>
                <c:pt idx="6705">
                  <c:v>10.78091722</c:v>
                </c:pt>
                <c:pt idx="6706">
                  <c:v>10.78663639</c:v>
                </c:pt>
                <c:pt idx="6707">
                  <c:v>10.78670528</c:v>
                </c:pt>
                <c:pt idx="6708">
                  <c:v>10.78671806</c:v>
                </c:pt>
                <c:pt idx="6709">
                  <c:v>10.78671944</c:v>
                </c:pt>
                <c:pt idx="6710">
                  <c:v>10.78674333</c:v>
                </c:pt>
                <c:pt idx="6711">
                  <c:v>10.78882056</c:v>
                </c:pt>
                <c:pt idx="6712">
                  <c:v>10.78892972</c:v>
                </c:pt>
                <c:pt idx="6713">
                  <c:v>10.78951611</c:v>
                </c:pt>
                <c:pt idx="6714">
                  <c:v>10.78954778</c:v>
                </c:pt>
                <c:pt idx="6715">
                  <c:v>10.79046694</c:v>
                </c:pt>
                <c:pt idx="6716">
                  <c:v>10.79112361</c:v>
                </c:pt>
                <c:pt idx="6717">
                  <c:v>10.79124694</c:v>
                </c:pt>
                <c:pt idx="6718">
                  <c:v>10.7926025</c:v>
                </c:pt>
                <c:pt idx="6719">
                  <c:v>10.80591528</c:v>
                </c:pt>
                <c:pt idx="6720">
                  <c:v>10.80633889</c:v>
                </c:pt>
                <c:pt idx="6721">
                  <c:v>10.80683278</c:v>
                </c:pt>
                <c:pt idx="6722">
                  <c:v>10.8069475</c:v>
                </c:pt>
                <c:pt idx="6723">
                  <c:v>10.80702861</c:v>
                </c:pt>
                <c:pt idx="6724">
                  <c:v>10.80922444</c:v>
                </c:pt>
                <c:pt idx="6725">
                  <c:v>10.809985</c:v>
                </c:pt>
                <c:pt idx="6726">
                  <c:v>10.8108725</c:v>
                </c:pt>
                <c:pt idx="6727">
                  <c:v>10.81119167</c:v>
                </c:pt>
                <c:pt idx="6728">
                  <c:v>10.81120111</c:v>
                </c:pt>
                <c:pt idx="6729">
                  <c:v>10.81287167</c:v>
                </c:pt>
                <c:pt idx="6730">
                  <c:v>10.81364139</c:v>
                </c:pt>
                <c:pt idx="6731">
                  <c:v>10.81474139</c:v>
                </c:pt>
                <c:pt idx="6732">
                  <c:v>10.8151675</c:v>
                </c:pt>
                <c:pt idx="6733">
                  <c:v>10.81688583</c:v>
                </c:pt>
                <c:pt idx="6734">
                  <c:v>10.81824389</c:v>
                </c:pt>
                <c:pt idx="6735">
                  <c:v>10.82699</c:v>
                </c:pt>
                <c:pt idx="6736">
                  <c:v>10.8272175</c:v>
                </c:pt>
                <c:pt idx="6737">
                  <c:v>10.82735639</c:v>
                </c:pt>
                <c:pt idx="6738">
                  <c:v>10.82743306</c:v>
                </c:pt>
                <c:pt idx="6739">
                  <c:v>10.8291675</c:v>
                </c:pt>
                <c:pt idx="6740">
                  <c:v>10.83148889</c:v>
                </c:pt>
                <c:pt idx="6741">
                  <c:v>10.83250333</c:v>
                </c:pt>
                <c:pt idx="6742">
                  <c:v>10.83365333</c:v>
                </c:pt>
                <c:pt idx="6743">
                  <c:v>10.83402944</c:v>
                </c:pt>
                <c:pt idx="6744">
                  <c:v>10.83427278</c:v>
                </c:pt>
                <c:pt idx="6745">
                  <c:v>10.83428944</c:v>
                </c:pt>
                <c:pt idx="6746">
                  <c:v>10.8360675</c:v>
                </c:pt>
                <c:pt idx="6747">
                  <c:v>10.83616444</c:v>
                </c:pt>
                <c:pt idx="6748">
                  <c:v>10.83831889</c:v>
                </c:pt>
                <c:pt idx="6749">
                  <c:v>10.84004306</c:v>
                </c:pt>
                <c:pt idx="6750">
                  <c:v>10.84117583</c:v>
                </c:pt>
                <c:pt idx="6751">
                  <c:v>10.8423925</c:v>
                </c:pt>
                <c:pt idx="6752">
                  <c:v>10.84833389</c:v>
                </c:pt>
                <c:pt idx="6753">
                  <c:v>10.84888833</c:v>
                </c:pt>
                <c:pt idx="6754">
                  <c:v>10.84930833</c:v>
                </c:pt>
                <c:pt idx="6755">
                  <c:v>10.84944472</c:v>
                </c:pt>
                <c:pt idx="6756">
                  <c:v>10.849605</c:v>
                </c:pt>
                <c:pt idx="6757">
                  <c:v>10.85038722</c:v>
                </c:pt>
                <c:pt idx="6758">
                  <c:v>10.85204333</c:v>
                </c:pt>
                <c:pt idx="6759">
                  <c:v>10.85298333</c:v>
                </c:pt>
                <c:pt idx="6760">
                  <c:v>10.85494944</c:v>
                </c:pt>
                <c:pt idx="6761">
                  <c:v>10.85603667</c:v>
                </c:pt>
                <c:pt idx="6762">
                  <c:v>10.85679222</c:v>
                </c:pt>
                <c:pt idx="6763">
                  <c:v>10.85884722</c:v>
                </c:pt>
                <c:pt idx="6764">
                  <c:v>10.85904361</c:v>
                </c:pt>
                <c:pt idx="6765">
                  <c:v>10.860405</c:v>
                </c:pt>
                <c:pt idx="6766">
                  <c:v>10.86078361</c:v>
                </c:pt>
                <c:pt idx="6767">
                  <c:v>10.86130222</c:v>
                </c:pt>
                <c:pt idx="6768">
                  <c:v>10.86175389</c:v>
                </c:pt>
                <c:pt idx="6769">
                  <c:v>10.86176306</c:v>
                </c:pt>
                <c:pt idx="6770">
                  <c:v>10.862765</c:v>
                </c:pt>
                <c:pt idx="6771">
                  <c:v>10.86285583</c:v>
                </c:pt>
                <c:pt idx="6772">
                  <c:v>10.86318667</c:v>
                </c:pt>
                <c:pt idx="6773">
                  <c:v>10.8641925</c:v>
                </c:pt>
                <c:pt idx="6774">
                  <c:v>10.86502722</c:v>
                </c:pt>
                <c:pt idx="6775">
                  <c:v>10.86503056</c:v>
                </c:pt>
                <c:pt idx="6776">
                  <c:v>10.86611417</c:v>
                </c:pt>
                <c:pt idx="6777">
                  <c:v>10.86619694</c:v>
                </c:pt>
                <c:pt idx="6778">
                  <c:v>10.8661975</c:v>
                </c:pt>
                <c:pt idx="6779">
                  <c:v>10.87610333</c:v>
                </c:pt>
                <c:pt idx="6780">
                  <c:v>10.87627778</c:v>
                </c:pt>
                <c:pt idx="6781">
                  <c:v>10.87629722</c:v>
                </c:pt>
                <c:pt idx="6782">
                  <c:v>10.8763275</c:v>
                </c:pt>
                <c:pt idx="6783">
                  <c:v>10.87633222</c:v>
                </c:pt>
                <c:pt idx="6784">
                  <c:v>10.8795075</c:v>
                </c:pt>
                <c:pt idx="6785">
                  <c:v>10.87954083</c:v>
                </c:pt>
                <c:pt idx="6786">
                  <c:v>10.87954194</c:v>
                </c:pt>
                <c:pt idx="6787">
                  <c:v>10.87955194</c:v>
                </c:pt>
                <c:pt idx="6788">
                  <c:v>10.88057611</c:v>
                </c:pt>
                <c:pt idx="6789">
                  <c:v>10.88119167</c:v>
                </c:pt>
                <c:pt idx="6790">
                  <c:v>10.88121</c:v>
                </c:pt>
                <c:pt idx="6791">
                  <c:v>10.88126861</c:v>
                </c:pt>
                <c:pt idx="6792">
                  <c:v>10.88216944</c:v>
                </c:pt>
                <c:pt idx="6793">
                  <c:v>10.882855</c:v>
                </c:pt>
                <c:pt idx="6794">
                  <c:v>10.88331361</c:v>
                </c:pt>
                <c:pt idx="6795">
                  <c:v>10.89570917</c:v>
                </c:pt>
                <c:pt idx="6796">
                  <c:v>10.89581944</c:v>
                </c:pt>
                <c:pt idx="6797">
                  <c:v>10.89592194</c:v>
                </c:pt>
                <c:pt idx="6798">
                  <c:v>10.89594861</c:v>
                </c:pt>
                <c:pt idx="6799">
                  <c:v>10.89637556</c:v>
                </c:pt>
                <c:pt idx="6800">
                  <c:v>10.89786361</c:v>
                </c:pt>
                <c:pt idx="6801">
                  <c:v>10.89797389</c:v>
                </c:pt>
                <c:pt idx="6802">
                  <c:v>10.89825889</c:v>
                </c:pt>
                <c:pt idx="6803">
                  <c:v>10.89829056</c:v>
                </c:pt>
                <c:pt idx="6804">
                  <c:v>10.89830167</c:v>
                </c:pt>
                <c:pt idx="6805">
                  <c:v>10.89994444</c:v>
                </c:pt>
                <c:pt idx="6806">
                  <c:v>10.89995556</c:v>
                </c:pt>
                <c:pt idx="6807">
                  <c:v>10.90071056</c:v>
                </c:pt>
                <c:pt idx="6808">
                  <c:v>10.9011475</c:v>
                </c:pt>
                <c:pt idx="6809">
                  <c:v>10.90117694</c:v>
                </c:pt>
                <c:pt idx="6810">
                  <c:v>10.90211167</c:v>
                </c:pt>
                <c:pt idx="6811">
                  <c:v>10.90220361</c:v>
                </c:pt>
                <c:pt idx="6812">
                  <c:v>10.90361444</c:v>
                </c:pt>
                <c:pt idx="6813">
                  <c:v>10.91525472</c:v>
                </c:pt>
                <c:pt idx="6814">
                  <c:v>10.91527889</c:v>
                </c:pt>
                <c:pt idx="6815">
                  <c:v>10.91546444</c:v>
                </c:pt>
                <c:pt idx="6816">
                  <c:v>10.9156375</c:v>
                </c:pt>
                <c:pt idx="6817">
                  <c:v>10.91575694</c:v>
                </c:pt>
                <c:pt idx="6818">
                  <c:v>10.91710194</c:v>
                </c:pt>
                <c:pt idx="6819">
                  <c:v>10.918265</c:v>
                </c:pt>
                <c:pt idx="6820">
                  <c:v>10.91850833</c:v>
                </c:pt>
                <c:pt idx="6821">
                  <c:v>10.91859278</c:v>
                </c:pt>
                <c:pt idx="6822">
                  <c:v>10.91860028</c:v>
                </c:pt>
                <c:pt idx="6823">
                  <c:v>10.91992361</c:v>
                </c:pt>
                <c:pt idx="6824">
                  <c:v>10.91996472</c:v>
                </c:pt>
                <c:pt idx="6825">
                  <c:v>10.92034417</c:v>
                </c:pt>
                <c:pt idx="6826">
                  <c:v>10.92086472</c:v>
                </c:pt>
                <c:pt idx="6827">
                  <c:v>10.92090056</c:v>
                </c:pt>
                <c:pt idx="6828">
                  <c:v>10.92195556</c:v>
                </c:pt>
                <c:pt idx="6829">
                  <c:v>10.92200472</c:v>
                </c:pt>
                <c:pt idx="6830">
                  <c:v>10.92279083</c:v>
                </c:pt>
                <c:pt idx="6831">
                  <c:v>10.93612972</c:v>
                </c:pt>
                <c:pt idx="6832">
                  <c:v>10.93617417</c:v>
                </c:pt>
                <c:pt idx="6833">
                  <c:v>10.93639806</c:v>
                </c:pt>
                <c:pt idx="6834">
                  <c:v>10.93645139</c:v>
                </c:pt>
                <c:pt idx="6835">
                  <c:v>10.9364525</c:v>
                </c:pt>
                <c:pt idx="6836">
                  <c:v>10.93876194</c:v>
                </c:pt>
                <c:pt idx="6837">
                  <c:v>10.93892833</c:v>
                </c:pt>
                <c:pt idx="6838">
                  <c:v>10.93892917</c:v>
                </c:pt>
                <c:pt idx="6839">
                  <c:v>10.93996611</c:v>
                </c:pt>
                <c:pt idx="6840">
                  <c:v>10.9402225</c:v>
                </c:pt>
                <c:pt idx="6841">
                  <c:v>10.94082667</c:v>
                </c:pt>
                <c:pt idx="6842">
                  <c:v>10.94084889</c:v>
                </c:pt>
                <c:pt idx="6843">
                  <c:v>10.94178194</c:v>
                </c:pt>
                <c:pt idx="6844">
                  <c:v>10.94255222</c:v>
                </c:pt>
                <c:pt idx="6845">
                  <c:v>10.94259333</c:v>
                </c:pt>
                <c:pt idx="6846">
                  <c:v>10.94376722</c:v>
                </c:pt>
                <c:pt idx="6847">
                  <c:v>10.94419417</c:v>
                </c:pt>
                <c:pt idx="6848">
                  <c:v>10.95542528</c:v>
                </c:pt>
                <c:pt idx="6849">
                  <c:v>10.95552583</c:v>
                </c:pt>
                <c:pt idx="6850">
                  <c:v>10.95585167</c:v>
                </c:pt>
                <c:pt idx="6851">
                  <c:v>10.95591861</c:v>
                </c:pt>
                <c:pt idx="6852">
                  <c:v>10.95597889</c:v>
                </c:pt>
                <c:pt idx="6853">
                  <c:v>10.95767778</c:v>
                </c:pt>
                <c:pt idx="6854">
                  <c:v>10.95771972</c:v>
                </c:pt>
                <c:pt idx="6855">
                  <c:v>10.95772028</c:v>
                </c:pt>
                <c:pt idx="6856">
                  <c:v>10.9588025</c:v>
                </c:pt>
                <c:pt idx="6857">
                  <c:v>10.95943389</c:v>
                </c:pt>
                <c:pt idx="6858">
                  <c:v>10.95946306</c:v>
                </c:pt>
                <c:pt idx="6859">
                  <c:v>10.95959944</c:v>
                </c:pt>
                <c:pt idx="6860">
                  <c:v>10.96085</c:v>
                </c:pt>
                <c:pt idx="6861">
                  <c:v>10.97106667</c:v>
                </c:pt>
                <c:pt idx="6862">
                  <c:v>10.97182861</c:v>
                </c:pt>
                <c:pt idx="6863">
                  <c:v>10.97189611</c:v>
                </c:pt>
                <c:pt idx="6864">
                  <c:v>10.97203167</c:v>
                </c:pt>
                <c:pt idx="6865">
                  <c:v>10.97208944</c:v>
                </c:pt>
                <c:pt idx="6866">
                  <c:v>10.97358083</c:v>
                </c:pt>
                <c:pt idx="6867">
                  <c:v>10.97358389</c:v>
                </c:pt>
                <c:pt idx="6868">
                  <c:v>10.97363389</c:v>
                </c:pt>
                <c:pt idx="6869">
                  <c:v>10.97472444</c:v>
                </c:pt>
                <c:pt idx="6870">
                  <c:v>10.97501389</c:v>
                </c:pt>
                <c:pt idx="6871">
                  <c:v>10.97583361</c:v>
                </c:pt>
                <c:pt idx="6872">
                  <c:v>10.97589472</c:v>
                </c:pt>
                <c:pt idx="6873">
                  <c:v>10.97653667</c:v>
                </c:pt>
                <c:pt idx="6874">
                  <c:v>10.97691806</c:v>
                </c:pt>
                <c:pt idx="6875">
                  <c:v>10.97744167</c:v>
                </c:pt>
                <c:pt idx="6876">
                  <c:v>10.97833167</c:v>
                </c:pt>
                <c:pt idx="6877">
                  <c:v>10.99090833</c:v>
                </c:pt>
                <c:pt idx="6878">
                  <c:v>10.99100556</c:v>
                </c:pt>
                <c:pt idx="6879">
                  <c:v>10.99104167</c:v>
                </c:pt>
                <c:pt idx="6880">
                  <c:v>10.99109417</c:v>
                </c:pt>
                <c:pt idx="6881">
                  <c:v>10.99113</c:v>
                </c:pt>
                <c:pt idx="6882">
                  <c:v>10.99393917</c:v>
                </c:pt>
                <c:pt idx="6883">
                  <c:v>10.99397639</c:v>
                </c:pt>
                <c:pt idx="6884">
                  <c:v>10.99496139</c:v>
                </c:pt>
                <c:pt idx="6885">
                  <c:v>10.99520611</c:v>
                </c:pt>
                <c:pt idx="6886">
                  <c:v>10.99525722</c:v>
                </c:pt>
                <c:pt idx="6887">
                  <c:v>10.99626722</c:v>
                </c:pt>
                <c:pt idx="6888">
                  <c:v>10.99709</c:v>
                </c:pt>
                <c:pt idx="6889">
                  <c:v>10.99713833</c:v>
                </c:pt>
                <c:pt idx="6890">
                  <c:v>10.99762278</c:v>
                </c:pt>
                <c:pt idx="6891">
                  <c:v>10.99832083</c:v>
                </c:pt>
                <c:pt idx="6892">
                  <c:v>10.99980972</c:v>
                </c:pt>
                <c:pt idx="6893">
                  <c:v>11.00179111</c:v>
                </c:pt>
                <c:pt idx="6894">
                  <c:v>11.01163056</c:v>
                </c:pt>
                <c:pt idx="6895">
                  <c:v>11.01176306</c:v>
                </c:pt>
                <c:pt idx="6896">
                  <c:v>11.01191417</c:v>
                </c:pt>
                <c:pt idx="6897">
                  <c:v>11.01246944</c:v>
                </c:pt>
                <c:pt idx="6898">
                  <c:v>11.01260472</c:v>
                </c:pt>
                <c:pt idx="6899">
                  <c:v>11.01434306</c:v>
                </c:pt>
                <c:pt idx="6900">
                  <c:v>11.01435083</c:v>
                </c:pt>
                <c:pt idx="6901">
                  <c:v>11.01522694</c:v>
                </c:pt>
                <c:pt idx="6902">
                  <c:v>11.01552778</c:v>
                </c:pt>
                <c:pt idx="6903">
                  <c:v>11.01661639</c:v>
                </c:pt>
                <c:pt idx="6904">
                  <c:v>11.01673472</c:v>
                </c:pt>
                <c:pt idx="6905">
                  <c:v>11.01747639</c:v>
                </c:pt>
                <c:pt idx="6906">
                  <c:v>11.01760389</c:v>
                </c:pt>
                <c:pt idx="6907">
                  <c:v>11.01836333</c:v>
                </c:pt>
                <c:pt idx="6908">
                  <c:v>11.01952194</c:v>
                </c:pt>
                <c:pt idx="6909">
                  <c:v>11.01993028</c:v>
                </c:pt>
                <c:pt idx="6910">
                  <c:v>11.0320975</c:v>
                </c:pt>
                <c:pt idx="6911">
                  <c:v>11.03281056</c:v>
                </c:pt>
                <c:pt idx="6912">
                  <c:v>11.032835</c:v>
                </c:pt>
                <c:pt idx="6913">
                  <c:v>11.03294472</c:v>
                </c:pt>
                <c:pt idx="6914">
                  <c:v>11.03316222</c:v>
                </c:pt>
                <c:pt idx="6915">
                  <c:v>11.03319083</c:v>
                </c:pt>
                <c:pt idx="6916">
                  <c:v>11.03548139</c:v>
                </c:pt>
                <c:pt idx="6917">
                  <c:v>11.03605583</c:v>
                </c:pt>
                <c:pt idx="6918">
                  <c:v>11.03763861</c:v>
                </c:pt>
                <c:pt idx="6919">
                  <c:v>11.03763889</c:v>
                </c:pt>
                <c:pt idx="6920">
                  <c:v>11.03865639</c:v>
                </c:pt>
                <c:pt idx="6921">
                  <c:v>11.03982139</c:v>
                </c:pt>
                <c:pt idx="6922">
                  <c:v>11.03997306</c:v>
                </c:pt>
                <c:pt idx="6923">
                  <c:v>11.04005278</c:v>
                </c:pt>
                <c:pt idx="6924">
                  <c:v>11.04148778</c:v>
                </c:pt>
                <c:pt idx="6925">
                  <c:v>11.04148917</c:v>
                </c:pt>
                <c:pt idx="6926">
                  <c:v>11.05213694</c:v>
                </c:pt>
                <c:pt idx="6927">
                  <c:v>11.05221889</c:v>
                </c:pt>
                <c:pt idx="6928">
                  <c:v>11.05235333</c:v>
                </c:pt>
                <c:pt idx="6929">
                  <c:v>11.05311028</c:v>
                </c:pt>
                <c:pt idx="6930">
                  <c:v>11.05436056</c:v>
                </c:pt>
                <c:pt idx="6931">
                  <c:v>11.05453917</c:v>
                </c:pt>
                <c:pt idx="6932">
                  <c:v>11.05462806</c:v>
                </c:pt>
                <c:pt idx="6933">
                  <c:v>11.05600833</c:v>
                </c:pt>
                <c:pt idx="6934">
                  <c:v>11.05607639</c:v>
                </c:pt>
                <c:pt idx="6935">
                  <c:v>11.05668056</c:v>
                </c:pt>
                <c:pt idx="6936">
                  <c:v>11.05924306</c:v>
                </c:pt>
                <c:pt idx="6937">
                  <c:v>11.06044472</c:v>
                </c:pt>
                <c:pt idx="6938">
                  <c:v>11.06203667</c:v>
                </c:pt>
                <c:pt idx="6939">
                  <c:v>11.06341972</c:v>
                </c:pt>
                <c:pt idx="6940">
                  <c:v>11.07018917</c:v>
                </c:pt>
                <c:pt idx="6941">
                  <c:v>11.07074222</c:v>
                </c:pt>
                <c:pt idx="6942">
                  <c:v>11.07076278</c:v>
                </c:pt>
                <c:pt idx="6943">
                  <c:v>11.0711775</c:v>
                </c:pt>
                <c:pt idx="6944">
                  <c:v>11.07133472</c:v>
                </c:pt>
                <c:pt idx="6945">
                  <c:v>11.07224139</c:v>
                </c:pt>
                <c:pt idx="6946">
                  <c:v>11.07334528</c:v>
                </c:pt>
                <c:pt idx="6947">
                  <c:v>11.07365083</c:v>
                </c:pt>
                <c:pt idx="6948">
                  <c:v>11.07468417</c:v>
                </c:pt>
                <c:pt idx="6949">
                  <c:v>11.07518306</c:v>
                </c:pt>
                <c:pt idx="6950">
                  <c:v>11.07582778</c:v>
                </c:pt>
                <c:pt idx="6951">
                  <c:v>11.07604806</c:v>
                </c:pt>
                <c:pt idx="6952">
                  <c:v>11.07777556</c:v>
                </c:pt>
                <c:pt idx="6953">
                  <c:v>11.07913583</c:v>
                </c:pt>
                <c:pt idx="6954">
                  <c:v>11.08047556</c:v>
                </c:pt>
                <c:pt idx="6955">
                  <c:v>11.08206</c:v>
                </c:pt>
                <c:pt idx="6956">
                  <c:v>11.09045972</c:v>
                </c:pt>
                <c:pt idx="6957">
                  <c:v>11.0905625</c:v>
                </c:pt>
                <c:pt idx="6958">
                  <c:v>11.09113722</c:v>
                </c:pt>
                <c:pt idx="6959">
                  <c:v>11.09127833</c:v>
                </c:pt>
                <c:pt idx="6960">
                  <c:v>11.09156417</c:v>
                </c:pt>
                <c:pt idx="6961">
                  <c:v>11.09216417</c:v>
                </c:pt>
                <c:pt idx="6962">
                  <c:v>11.09352444</c:v>
                </c:pt>
                <c:pt idx="6963">
                  <c:v>11.09514</c:v>
                </c:pt>
                <c:pt idx="6964">
                  <c:v>11.09516111</c:v>
                </c:pt>
                <c:pt idx="6965">
                  <c:v>11.095965</c:v>
                </c:pt>
                <c:pt idx="6966">
                  <c:v>11.09703083</c:v>
                </c:pt>
                <c:pt idx="6967">
                  <c:v>11.09765222</c:v>
                </c:pt>
                <c:pt idx="6968">
                  <c:v>11.09768028</c:v>
                </c:pt>
                <c:pt idx="6969">
                  <c:v>11.09852472</c:v>
                </c:pt>
                <c:pt idx="6970">
                  <c:v>11.09970222</c:v>
                </c:pt>
                <c:pt idx="6971">
                  <c:v>11.09970444</c:v>
                </c:pt>
                <c:pt idx="6972">
                  <c:v>11.09972</c:v>
                </c:pt>
                <c:pt idx="6973">
                  <c:v>11.10186444</c:v>
                </c:pt>
                <c:pt idx="6974">
                  <c:v>11.10194806</c:v>
                </c:pt>
                <c:pt idx="6975">
                  <c:v>11.10264278</c:v>
                </c:pt>
                <c:pt idx="6976">
                  <c:v>11.10374917</c:v>
                </c:pt>
                <c:pt idx="6977">
                  <c:v>11.10405</c:v>
                </c:pt>
                <c:pt idx="6978">
                  <c:v>11.10456722</c:v>
                </c:pt>
                <c:pt idx="6979">
                  <c:v>11.10533611</c:v>
                </c:pt>
                <c:pt idx="6980">
                  <c:v>11.10658583</c:v>
                </c:pt>
                <c:pt idx="6981">
                  <c:v>11.10704778</c:v>
                </c:pt>
                <c:pt idx="6982">
                  <c:v>11.10809417</c:v>
                </c:pt>
                <c:pt idx="6983">
                  <c:v>11.1086125</c:v>
                </c:pt>
                <c:pt idx="6984">
                  <c:v>11.10947056</c:v>
                </c:pt>
                <c:pt idx="6985">
                  <c:v>11.11766194</c:v>
                </c:pt>
                <c:pt idx="6986">
                  <c:v>11.11783389</c:v>
                </c:pt>
                <c:pt idx="6987">
                  <c:v>11.11783417</c:v>
                </c:pt>
                <c:pt idx="6988">
                  <c:v>11.11784806</c:v>
                </c:pt>
                <c:pt idx="6989">
                  <c:v>11.11786556</c:v>
                </c:pt>
                <c:pt idx="6990">
                  <c:v>11.1197375</c:v>
                </c:pt>
                <c:pt idx="6991">
                  <c:v>11.12146278</c:v>
                </c:pt>
                <c:pt idx="6992">
                  <c:v>11.12146556</c:v>
                </c:pt>
                <c:pt idx="6993">
                  <c:v>11.12234528</c:v>
                </c:pt>
                <c:pt idx="6994">
                  <c:v>11.12267056</c:v>
                </c:pt>
                <c:pt idx="6995">
                  <c:v>11.12352417</c:v>
                </c:pt>
                <c:pt idx="6996">
                  <c:v>11.12398194</c:v>
                </c:pt>
                <c:pt idx="6997">
                  <c:v>11.12420306</c:v>
                </c:pt>
                <c:pt idx="6998">
                  <c:v>11.12498889</c:v>
                </c:pt>
                <c:pt idx="6999">
                  <c:v>11.12540194</c:v>
                </c:pt>
                <c:pt idx="7000">
                  <c:v>11.12551056</c:v>
                </c:pt>
                <c:pt idx="7001">
                  <c:v>11.12745861</c:v>
                </c:pt>
                <c:pt idx="7002">
                  <c:v>11.12832111</c:v>
                </c:pt>
                <c:pt idx="7003">
                  <c:v>11.1392975</c:v>
                </c:pt>
                <c:pt idx="7004">
                  <c:v>11.13946361</c:v>
                </c:pt>
                <c:pt idx="7005">
                  <c:v>11.13970972</c:v>
                </c:pt>
                <c:pt idx="7006">
                  <c:v>11.13974667</c:v>
                </c:pt>
                <c:pt idx="7007">
                  <c:v>11.13986944</c:v>
                </c:pt>
                <c:pt idx="7008">
                  <c:v>11.14145806</c:v>
                </c:pt>
                <c:pt idx="7009">
                  <c:v>11.14173194</c:v>
                </c:pt>
                <c:pt idx="7010">
                  <c:v>11.14331889</c:v>
                </c:pt>
                <c:pt idx="7011">
                  <c:v>11.14422833</c:v>
                </c:pt>
                <c:pt idx="7012">
                  <c:v>11.14430056</c:v>
                </c:pt>
                <c:pt idx="7013">
                  <c:v>11.14436889</c:v>
                </c:pt>
                <c:pt idx="7014">
                  <c:v>11.14455972</c:v>
                </c:pt>
                <c:pt idx="7015">
                  <c:v>11.14525583</c:v>
                </c:pt>
                <c:pt idx="7016">
                  <c:v>11.1461825</c:v>
                </c:pt>
                <c:pt idx="7017">
                  <c:v>11.14676028</c:v>
                </c:pt>
                <c:pt idx="7018">
                  <c:v>11.14676861</c:v>
                </c:pt>
                <c:pt idx="7019">
                  <c:v>11.14736139</c:v>
                </c:pt>
                <c:pt idx="7020">
                  <c:v>11.15963889</c:v>
                </c:pt>
                <c:pt idx="7021">
                  <c:v>11.15989417</c:v>
                </c:pt>
                <c:pt idx="7022">
                  <c:v>11.16001861</c:v>
                </c:pt>
                <c:pt idx="7023">
                  <c:v>11.16010222</c:v>
                </c:pt>
                <c:pt idx="7024">
                  <c:v>11.16010361</c:v>
                </c:pt>
                <c:pt idx="7025">
                  <c:v>11.16201861</c:v>
                </c:pt>
                <c:pt idx="7026">
                  <c:v>11.16303528</c:v>
                </c:pt>
                <c:pt idx="7027">
                  <c:v>11.16343861</c:v>
                </c:pt>
                <c:pt idx="7028">
                  <c:v>11.16394333</c:v>
                </c:pt>
                <c:pt idx="7029">
                  <c:v>11.16539194</c:v>
                </c:pt>
                <c:pt idx="7030">
                  <c:v>11.16548972</c:v>
                </c:pt>
                <c:pt idx="7031">
                  <c:v>11.16628806</c:v>
                </c:pt>
                <c:pt idx="7032">
                  <c:v>11.16725361</c:v>
                </c:pt>
                <c:pt idx="7033">
                  <c:v>11.16729417</c:v>
                </c:pt>
                <c:pt idx="7034">
                  <c:v>11.17662028</c:v>
                </c:pt>
                <c:pt idx="7035">
                  <c:v>11.17705639</c:v>
                </c:pt>
                <c:pt idx="7036">
                  <c:v>11.17708444</c:v>
                </c:pt>
                <c:pt idx="7037">
                  <c:v>11.17722667</c:v>
                </c:pt>
                <c:pt idx="7038">
                  <c:v>11.1772825</c:v>
                </c:pt>
                <c:pt idx="7039">
                  <c:v>11.17758333</c:v>
                </c:pt>
                <c:pt idx="7040">
                  <c:v>11.18074194</c:v>
                </c:pt>
                <c:pt idx="7041">
                  <c:v>11.18079444</c:v>
                </c:pt>
                <c:pt idx="7042">
                  <c:v>11.180865</c:v>
                </c:pt>
                <c:pt idx="7043">
                  <c:v>11.18238833</c:v>
                </c:pt>
                <c:pt idx="7044">
                  <c:v>11.18273694</c:v>
                </c:pt>
                <c:pt idx="7045">
                  <c:v>11.18273722</c:v>
                </c:pt>
                <c:pt idx="7046">
                  <c:v>11.18389556</c:v>
                </c:pt>
                <c:pt idx="7047">
                  <c:v>11.18396667</c:v>
                </c:pt>
                <c:pt idx="7048">
                  <c:v>11.19289972</c:v>
                </c:pt>
                <c:pt idx="7049">
                  <c:v>11.19290333</c:v>
                </c:pt>
                <c:pt idx="7050">
                  <c:v>11.19304583</c:v>
                </c:pt>
                <c:pt idx="7051">
                  <c:v>11.19870611</c:v>
                </c:pt>
                <c:pt idx="7052">
                  <c:v>11.19873694</c:v>
                </c:pt>
                <c:pt idx="7053">
                  <c:v>11.19874611</c:v>
                </c:pt>
                <c:pt idx="7054">
                  <c:v>11.19874778</c:v>
                </c:pt>
                <c:pt idx="7055">
                  <c:v>11.19877</c:v>
                </c:pt>
                <c:pt idx="7056">
                  <c:v>11.20077278</c:v>
                </c:pt>
                <c:pt idx="7057">
                  <c:v>11.20115278</c:v>
                </c:pt>
                <c:pt idx="7058">
                  <c:v>11.20127833</c:v>
                </c:pt>
                <c:pt idx="7059">
                  <c:v>11.20226833</c:v>
                </c:pt>
                <c:pt idx="7060">
                  <c:v>11.20301389</c:v>
                </c:pt>
                <c:pt idx="7061">
                  <c:v>11.20443694</c:v>
                </c:pt>
                <c:pt idx="7062">
                  <c:v>11.20581667</c:v>
                </c:pt>
                <c:pt idx="7063">
                  <c:v>11.21360139</c:v>
                </c:pt>
                <c:pt idx="7064">
                  <c:v>11.21407194</c:v>
                </c:pt>
                <c:pt idx="7065">
                  <c:v>11.21412917</c:v>
                </c:pt>
                <c:pt idx="7066">
                  <c:v>11.21429778</c:v>
                </c:pt>
                <c:pt idx="7067">
                  <c:v>11.21457111</c:v>
                </c:pt>
                <c:pt idx="7068">
                  <c:v>11.21595889</c:v>
                </c:pt>
                <c:pt idx="7069">
                  <c:v>11.21744333</c:v>
                </c:pt>
                <c:pt idx="7070">
                  <c:v>11.21755889</c:v>
                </c:pt>
                <c:pt idx="7071">
                  <c:v>11.21879389</c:v>
                </c:pt>
                <c:pt idx="7072">
                  <c:v>11.2189325</c:v>
                </c:pt>
                <c:pt idx="7073">
                  <c:v>11.21959778</c:v>
                </c:pt>
                <c:pt idx="7074">
                  <c:v>11.220225</c:v>
                </c:pt>
                <c:pt idx="7075">
                  <c:v>11.22058333</c:v>
                </c:pt>
                <c:pt idx="7076">
                  <c:v>11.22183611</c:v>
                </c:pt>
                <c:pt idx="7077">
                  <c:v>11.22481556</c:v>
                </c:pt>
                <c:pt idx="7078">
                  <c:v>11.22484333</c:v>
                </c:pt>
                <c:pt idx="7079">
                  <c:v>11.22612778</c:v>
                </c:pt>
                <c:pt idx="7080">
                  <c:v>11.22769444</c:v>
                </c:pt>
                <c:pt idx="7081">
                  <c:v>11.22781917</c:v>
                </c:pt>
                <c:pt idx="7082">
                  <c:v>11.22924222</c:v>
                </c:pt>
                <c:pt idx="7083">
                  <c:v>11.23076444</c:v>
                </c:pt>
                <c:pt idx="7084">
                  <c:v>11.23087028</c:v>
                </c:pt>
                <c:pt idx="7085">
                  <c:v>11.23355278</c:v>
                </c:pt>
                <c:pt idx="7086">
                  <c:v>11.23374583</c:v>
                </c:pt>
                <c:pt idx="7087">
                  <c:v>11.23396944</c:v>
                </c:pt>
                <c:pt idx="7088">
                  <c:v>11.23523389</c:v>
                </c:pt>
                <c:pt idx="7089">
                  <c:v>11.23672806</c:v>
                </c:pt>
                <c:pt idx="7090">
                  <c:v>11.23673528</c:v>
                </c:pt>
                <c:pt idx="7091">
                  <c:v>11.23801056</c:v>
                </c:pt>
                <c:pt idx="7092">
                  <c:v>11.238295</c:v>
                </c:pt>
                <c:pt idx="7093">
                  <c:v>11.23921417</c:v>
                </c:pt>
                <c:pt idx="7094">
                  <c:v>11.23988556</c:v>
                </c:pt>
                <c:pt idx="7095">
                  <c:v>11.24092472</c:v>
                </c:pt>
                <c:pt idx="7096">
                  <c:v>11.24098972</c:v>
                </c:pt>
                <c:pt idx="7097">
                  <c:v>11.24277833</c:v>
                </c:pt>
                <c:pt idx="7098">
                  <c:v>11.24284194</c:v>
                </c:pt>
                <c:pt idx="7099">
                  <c:v>11.24398694</c:v>
                </c:pt>
                <c:pt idx="7100">
                  <c:v>11.24553361</c:v>
                </c:pt>
                <c:pt idx="7101">
                  <c:v>11.24708694</c:v>
                </c:pt>
                <c:pt idx="7102">
                  <c:v>11.25008639</c:v>
                </c:pt>
                <c:pt idx="7103">
                  <c:v>11.25064417</c:v>
                </c:pt>
                <c:pt idx="7104">
                  <c:v>11.25068</c:v>
                </c:pt>
                <c:pt idx="7105">
                  <c:v>11.25107333</c:v>
                </c:pt>
                <c:pt idx="7106">
                  <c:v>11.2521475</c:v>
                </c:pt>
                <c:pt idx="7107">
                  <c:v>11.25259972</c:v>
                </c:pt>
                <c:pt idx="7108">
                  <c:v>11.2535475</c:v>
                </c:pt>
                <c:pt idx="7109">
                  <c:v>11.25422667</c:v>
                </c:pt>
                <c:pt idx="7110">
                  <c:v>11.25662028</c:v>
                </c:pt>
                <c:pt idx="7111">
                  <c:v>11.25709139</c:v>
                </c:pt>
                <c:pt idx="7112">
                  <c:v>11.25820056</c:v>
                </c:pt>
                <c:pt idx="7113">
                  <c:v>11.26155694</c:v>
                </c:pt>
                <c:pt idx="7114">
                  <c:v>11.26387361</c:v>
                </c:pt>
                <c:pt idx="7115">
                  <c:v>11.26397639</c:v>
                </c:pt>
                <c:pt idx="7116">
                  <c:v>11.26399667</c:v>
                </c:pt>
                <c:pt idx="7117">
                  <c:v>11.26455778</c:v>
                </c:pt>
                <c:pt idx="7118">
                  <c:v>11.26602556</c:v>
                </c:pt>
                <c:pt idx="7119">
                  <c:v>11.26664361</c:v>
                </c:pt>
                <c:pt idx="7120">
                  <c:v>11.26714361</c:v>
                </c:pt>
                <c:pt idx="7121">
                  <c:v>11.26777667</c:v>
                </c:pt>
                <c:pt idx="7122">
                  <c:v>11.26895722</c:v>
                </c:pt>
                <c:pt idx="7123">
                  <c:v>11.26908306</c:v>
                </c:pt>
                <c:pt idx="7124">
                  <c:v>11.26968056</c:v>
                </c:pt>
                <c:pt idx="7125">
                  <c:v>11.27122389</c:v>
                </c:pt>
                <c:pt idx="7126">
                  <c:v>11.27257667</c:v>
                </c:pt>
                <c:pt idx="7127">
                  <c:v>11.28061694</c:v>
                </c:pt>
                <c:pt idx="7128">
                  <c:v>11.28137778</c:v>
                </c:pt>
                <c:pt idx="7129">
                  <c:v>11.28144361</c:v>
                </c:pt>
                <c:pt idx="7130">
                  <c:v>11.28157028</c:v>
                </c:pt>
                <c:pt idx="7131">
                  <c:v>11.28368333</c:v>
                </c:pt>
                <c:pt idx="7132">
                  <c:v>11.28533917</c:v>
                </c:pt>
                <c:pt idx="7133">
                  <c:v>11.28595444</c:v>
                </c:pt>
                <c:pt idx="7134">
                  <c:v>11.28766444</c:v>
                </c:pt>
                <c:pt idx="7135">
                  <c:v>11.28892611</c:v>
                </c:pt>
                <c:pt idx="7136">
                  <c:v>11.29047917</c:v>
                </c:pt>
                <c:pt idx="7137">
                  <c:v>11.29067028</c:v>
                </c:pt>
                <c:pt idx="7138">
                  <c:v>11.29077778</c:v>
                </c:pt>
                <c:pt idx="7139">
                  <c:v>11.29290194</c:v>
                </c:pt>
                <c:pt idx="7140">
                  <c:v>11.29347278</c:v>
                </c:pt>
                <c:pt idx="7141">
                  <c:v>11.29445389</c:v>
                </c:pt>
                <c:pt idx="7142">
                  <c:v>11.29501028</c:v>
                </c:pt>
                <c:pt idx="7143">
                  <c:v>11.29661694</c:v>
                </c:pt>
                <c:pt idx="7144">
                  <c:v>11.29662167</c:v>
                </c:pt>
                <c:pt idx="7145">
                  <c:v>11.29746333</c:v>
                </c:pt>
                <c:pt idx="7146">
                  <c:v>11.29834861</c:v>
                </c:pt>
                <c:pt idx="7147">
                  <c:v>11.29848611</c:v>
                </c:pt>
                <c:pt idx="7148">
                  <c:v>11.29931278</c:v>
                </c:pt>
                <c:pt idx="7149">
                  <c:v>11.30023583</c:v>
                </c:pt>
                <c:pt idx="7150">
                  <c:v>11.30656889</c:v>
                </c:pt>
                <c:pt idx="7151">
                  <c:v>11.30812278</c:v>
                </c:pt>
                <c:pt idx="7152">
                  <c:v>11.30910417</c:v>
                </c:pt>
                <c:pt idx="7153">
                  <c:v>11.30954556</c:v>
                </c:pt>
                <c:pt idx="7154">
                  <c:v>11.30968028</c:v>
                </c:pt>
                <c:pt idx="7155">
                  <c:v>11.30985694</c:v>
                </c:pt>
                <c:pt idx="7156">
                  <c:v>11.311485</c:v>
                </c:pt>
                <c:pt idx="7157">
                  <c:v>11.31251528</c:v>
                </c:pt>
                <c:pt idx="7158">
                  <c:v>11.31267333</c:v>
                </c:pt>
                <c:pt idx="7159">
                  <c:v>11.31402778</c:v>
                </c:pt>
                <c:pt idx="7160">
                  <c:v>11.31505639</c:v>
                </c:pt>
                <c:pt idx="7161">
                  <c:v>11.31578167</c:v>
                </c:pt>
                <c:pt idx="7162">
                  <c:v>11.31627139</c:v>
                </c:pt>
                <c:pt idx="7163">
                  <c:v>11.31633528</c:v>
                </c:pt>
                <c:pt idx="7164">
                  <c:v>11.31733278</c:v>
                </c:pt>
                <c:pt idx="7165">
                  <c:v>11.31797944</c:v>
                </c:pt>
                <c:pt idx="7166">
                  <c:v>11.31898556</c:v>
                </c:pt>
                <c:pt idx="7167">
                  <c:v>11.32742694</c:v>
                </c:pt>
                <c:pt idx="7168">
                  <c:v>11.32758694</c:v>
                </c:pt>
                <c:pt idx="7169">
                  <c:v>11.32759222</c:v>
                </c:pt>
                <c:pt idx="7170">
                  <c:v>11.33077056</c:v>
                </c:pt>
                <c:pt idx="7171">
                  <c:v>11.33132944</c:v>
                </c:pt>
                <c:pt idx="7172">
                  <c:v>11.33314583</c:v>
                </c:pt>
                <c:pt idx="7173">
                  <c:v>11.33437778</c:v>
                </c:pt>
                <c:pt idx="7174">
                  <c:v>11.33515889</c:v>
                </c:pt>
                <c:pt idx="7175">
                  <c:v>11.335715</c:v>
                </c:pt>
                <c:pt idx="7176">
                  <c:v>11.33692889</c:v>
                </c:pt>
                <c:pt idx="7177">
                  <c:v>11.33695861</c:v>
                </c:pt>
                <c:pt idx="7178">
                  <c:v>11.33841833</c:v>
                </c:pt>
                <c:pt idx="7179">
                  <c:v>11.3391125</c:v>
                </c:pt>
                <c:pt idx="7180">
                  <c:v>11.33959833</c:v>
                </c:pt>
                <c:pt idx="7181">
                  <c:v>11.34063389</c:v>
                </c:pt>
                <c:pt idx="7182">
                  <c:v>11.34169806</c:v>
                </c:pt>
                <c:pt idx="7183">
                  <c:v>11.34216972</c:v>
                </c:pt>
                <c:pt idx="7184">
                  <c:v>11.34298417</c:v>
                </c:pt>
                <c:pt idx="7185">
                  <c:v>11.34408694</c:v>
                </c:pt>
                <c:pt idx="7186">
                  <c:v>11.345975</c:v>
                </c:pt>
                <c:pt idx="7187">
                  <c:v>11.34715111</c:v>
                </c:pt>
                <c:pt idx="7188">
                  <c:v>11.35202722</c:v>
                </c:pt>
                <c:pt idx="7189">
                  <c:v>11.3521975</c:v>
                </c:pt>
                <c:pt idx="7190">
                  <c:v>11.352545</c:v>
                </c:pt>
                <c:pt idx="7191">
                  <c:v>11.35757806</c:v>
                </c:pt>
                <c:pt idx="7192">
                  <c:v>11.35776417</c:v>
                </c:pt>
                <c:pt idx="7193">
                  <c:v>11.359265</c:v>
                </c:pt>
                <c:pt idx="7194">
                  <c:v>11.36004306</c:v>
                </c:pt>
                <c:pt idx="7195">
                  <c:v>11.36009028</c:v>
                </c:pt>
                <c:pt idx="7196">
                  <c:v>11.3621075</c:v>
                </c:pt>
                <c:pt idx="7197">
                  <c:v>11.363075</c:v>
                </c:pt>
                <c:pt idx="7198">
                  <c:v>11.36363667</c:v>
                </c:pt>
                <c:pt idx="7199">
                  <c:v>11.36472222</c:v>
                </c:pt>
                <c:pt idx="7200">
                  <c:v>11.36623861</c:v>
                </c:pt>
                <c:pt idx="7201">
                  <c:v>11.36658</c:v>
                </c:pt>
                <c:pt idx="7202">
                  <c:v>11.36665528</c:v>
                </c:pt>
                <c:pt idx="7203">
                  <c:v>11.3695475</c:v>
                </c:pt>
                <c:pt idx="7204">
                  <c:v>11.36963306</c:v>
                </c:pt>
                <c:pt idx="7205">
                  <c:v>11.37034361</c:v>
                </c:pt>
                <c:pt idx="7206">
                  <c:v>11.37206889</c:v>
                </c:pt>
                <c:pt idx="7207">
                  <c:v>11.37263083</c:v>
                </c:pt>
                <c:pt idx="7208">
                  <c:v>11.37398889</c:v>
                </c:pt>
                <c:pt idx="7209">
                  <c:v>11.37405278</c:v>
                </c:pt>
                <c:pt idx="7210">
                  <c:v>11.37422056</c:v>
                </c:pt>
                <c:pt idx="7211">
                  <c:v>11.37469333</c:v>
                </c:pt>
                <c:pt idx="7212">
                  <c:v>11.37603639</c:v>
                </c:pt>
                <c:pt idx="7213">
                  <c:v>11.37609111</c:v>
                </c:pt>
                <c:pt idx="7214">
                  <c:v>11.37622694</c:v>
                </c:pt>
                <c:pt idx="7215">
                  <c:v>11.37706111</c:v>
                </c:pt>
                <c:pt idx="7216">
                  <c:v>11.37791167</c:v>
                </c:pt>
                <c:pt idx="7217">
                  <c:v>11.37794194</c:v>
                </c:pt>
                <c:pt idx="7218">
                  <c:v>11.37889167</c:v>
                </c:pt>
                <c:pt idx="7219">
                  <c:v>11.38989333</c:v>
                </c:pt>
                <c:pt idx="7220">
                  <c:v>11.39003444</c:v>
                </c:pt>
                <c:pt idx="7221">
                  <c:v>11.39127778</c:v>
                </c:pt>
                <c:pt idx="7222">
                  <c:v>11.39579333</c:v>
                </c:pt>
                <c:pt idx="7223">
                  <c:v>11.39657139</c:v>
                </c:pt>
                <c:pt idx="7224">
                  <c:v>11.39729167</c:v>
                </c:pt>
                <c:pt idx="7225">
                  <c:v>11.39738278</c:v>
                </c:pt>
                <c:pt idx="7226">
                  <c:v>11.39918583</c:v>
                </c:pt>
                <c:pt idx="7227">
                  <c:v>11.39924028</c:v>
                </c:pt>
                <c:pt idx="7228">
                  <c:v>11.40033944</c:v>
                </c:pt>
                <c:pt idx="7229">
                  <c:v>11.40081972</c:v>
                </c:pt>
                <c:pt idx="7230">
                  <c:v>11.40155778</c:v>
                </c:pt>
                <c:pt idx="7231">
                  <c:v>11.402165</c:v>
                </c:pt>
                <c:pt idx="7232">
                  <c:v>11.402745</c:v>
                </c:pt>
                <c:pt idx="7233">
                  <c:v>11.40288056</c:v>
                </c:pt>
                <c:pt idx="7234">
                  <c:v>11.40410528</c:v>
                </c:pt>
                <c:pt idx="7235">
                  <c:v>11.40479583</c:v>
                </c:pt>
                <c:pt idx="7236">
                  <c:v>11.41398278</c:v>
                </c:pt>
                <c:pt idx="7237">
                  <c:v>11.41477278</c:v>
                </c:pt>
                <c:pt idx="7238">
                  <c:v>11.41480778</c:v>
                </c:pt>
                <c:pt idx="7239">
                  <c:v>11.41490528</c:v>
                </c:pt>
                <c:pt idx="7240">
                  <c:v>11.41510472</c:v>
                </c:pt>
                <c:pt idx="7241">
                  <c:v>11.41659944</c:v>
                </c:pt>
                <c:pt idx="7242">
                  <c:v>11.41744944</c:v>
                </c:pt>
                <c:pt idx="7243">
                  <c:v>11.42024667</c:v>
                </c:pt>
                <c:pt idx="7244">
                  <c:v>11.42060861</c:v>
                </c:pt>
                <c:pt idx="7245">
                  <c:v>11.42210556</c:v>
                </c:pt>
                <c:pt idx="7246">
                  <c:v>11.42241</c:v>
                </c:pt>
                <c:pt idx="7247">
                  <c:v>11.42246778</c:v>
                </c:pt>
                <c:pt idx="7248">
                  <c:v>11.42400778</c:v>
                </c:pt>
                <c:pt idx="7249">
                  <c:v>11.42442944</c:v>
                </c:pt>
                <c:pt idx="7250">
                  <c:v>11.42467806</c:v>
                </c:pt>
                <c:pt idx="7251">
                  <c:v>11.42575472</c:v>
                </c:pt>
                <c:pt idx="7252">
                  <c:v>11.42654083</c:v>
                </c:pt>
                <c:pt idx="7253">
                  <c:v>11.42816111</c:v>
                </c:pt>
                <c:pt idx="7254">
                  <c:v>11.42999778</c:v>
                </c:pt>
                <c:pt idx="7255">
                  <c:v>11.43135833</c:v>
                </c:pt>
                <c:pt idx="7256">
                  <c:v>11.43738667</c:v>
                </c:pt>
                <c:pt idx="7257">
                  <c:v>11.43751333</c:v>
                </c:pt>
                <c:pt idx="7258">
                  <c:v>11.43759861</c:v>
                </c:pt>
                <c:pt idx="7259">
                  <c:v>11.4398375</c:v>
                </c:pt>
                <c:pt idx="7260">
                  <c:v>11.44153389</c:v>
                </c:pt>
                <c:pt idx="7261">
                  <c:v>11.44207111</c:v>
                </c:pt>
                <c:pt idx="7262">
                  <c:v>11.4445225</c:v>
                </c:pt>
                <c:pt idx="7263">
                  <c:v>11.44516444</c:v>
                </c:pt>
                <c:pt idx="7264">
                  <c:v>11.44648444</c:v>
                </c:pt>
                <c:pt idx="7265">
                  <c:v>11.44664583</c:v>
                </c:pt>
                <c:pt idx="7266">
                  <c:v>11.44670694</c:v>
                </c:pt>
                <c:pt idx="7267">
                  <c:v>11.44863833</c:v>
                </c:pt>
                <c:pt idx="7268">
                  <c:v>11.44907556</c:v>
                </c:pt>
                <c:pt idx="7269">
                  <c:v>11.45090583</c:v>
                </c:pt>
                <c:pt idx="7270">
                  <c:v>11.45194</c:v>
                </c:pt>
                <c:pt idx="7271">
                  <c:v>11.45289944</c:v>
                </c:pt>
                <c:pt idx="7272">
                  <c:v>11.45327917</c:v>
                </c:pt>
                <c:pt idx="7273">
                  <c:v>11.45389917</c:v>
                </c:pt>
                <c:pt idx="7274">
                  <c:v>11.45544111</c:v>
                </c:pt>
                <c:pt idx="7275">
                  <c:v>11.45638694</c:v>
                </c:pt>
                <c:pt idx="7276">
                  <c:v>11.45688611</c:v>
                </c:pt>
                <c:pt idx="7277">
                  <c:v>11.45732472</c:v>
                </c:pt>
                <c:pt idx="7278">
                  <c:v>11.45871806</c:v>
                </c:pt>
                <c:pt idx="7279">
                  <c:v>11.45921472</c:v>
                </c:pt>
                <c:pt idx="7280">
                  <c:v>11.45936139</c:v>
                </c:pt>
                <c:pt idx="7281">
                  <c:v>11.45990111</c:v>
                </c:pt>
                <c:pt idx="7282">
                  <c:v>11.46061778</c:v>
                </c:pt>
                <c:pt idx="7283">
                  <c:v>11.46131639</c:v>
                </c:pt>
                <c:pt idx="7284">
                  <c:v>11.46207611</c:v>
                </c:pt>
                <c:pt idx="7285">
                  <c:v>11.46269083</c:v>
                </c:pt>
                <c:pt idx="7286">
                  <c:v>11.46324444</c:v>
                </c:pt>
                <c:pt idx="7287">
                  <c:v>11.47257778</c:v>
                </c:pt>
                <c:pt idx="7288">
                  <c:v>11.47360778</c:v>
                </c:pt>
                <c:pt idx="7289">
                  <c:v>11.47727889</c:v>
                </c:pt>
                <c:pt idx="7290">
                  <c:v>11.47882306</c:v>
                </c:pt>
                <c:pt idx="7291">
                  <c:v>11.47963861</c:v>
                </c:pt>
                <c:pt idx="7292">
                  <c:v>11.48000806</c:v>
                </c:pt>
                <c:pt idx="7293">
                  <c:v>11.48038639</c:v>
                </c:pt>
                <c:pt idx="7294">
                  <c:v>11.48155472</c:v>
                </c:pt>
                <c:pt idx="7295">
                  <c:v>11.48191306</c:v>
                </c:pt>
                <c:pt idx="7296">
                  <c:v>11.482585</c:v>
                </c:pt>
                <c:pt idx="7297">
                  <c:v>11.48335722</c:v>
                </c:pt>
                <c:pt idx="7298">
                  <c:v>11.48406083</c:v>
                </c:pt>
                <c:pt idx="7299">
                  <c:v>11.48419528</c:v>
                </c:pt>
                <c:pt idx="7300">
                  <c:v>11.48540556</c:v>
                </c:pt>
                <c:pt idx="7301">
                  <c:v>11.48570694</c:v>
                </c:pt>
                <c:pt idx="7302">
                  <c:v>11.48611139</c:v>
                </c:pt>
                <c:pt idx="7303">
                  <c:v>11.48707472</c:v>
                </c:pt>
                <c:pt idx="7304">
                  <c:v>11.49057806</c:v>
                </c:pt>
                <c:pt idx="7305">
                  <c:v>11.491875</c:v>
                </c:pt>
                <c:pt idx="7306">
                  <c:v>11.49290639</c:v>
                </c:pt>
                <c:pt idx="7307">
                  <c:v>11.49843333</c:v>
                </c:pt>
                <c:pt idx="7308">
                  <c:v>11.49851806</c:v>
                </c:pt>
                <c:pt idx="7309">
                  <c:v>11.49910389</c:v>
                </c:pt>
                <c:pt idx="7310">
                  <c:v>11.50364667</c:v>
                </c:pt>
                <c:pt idx="7311">
                  <c:v>11.50434944</c:v>
                </c:pt>
                <c:pt idx="7312">
                  <c:v>11.50602472</c:v>
                </c:pt>
                <c:pt idx="7313">
                  <c:v>11.50648694</c:v>
                </c:pt>
                <c:pt idx="7314">
                  <c:v>11.5073375</c:v>
                </c:pt>
                <c:pt idx="7315">
                  <c:v>11.50803528</c:v>
                </c:pt>
                <c:pt idx="7316">
                  <c:v>11.50812833</c:v>
                </c:pt>
                <c:pt idx="7317">
                  <c:v>11.50938917</c:v>
                </c:pt>
                <c:pt idx="7318">
                  <c:v>11.51098222</c:v>
                </c:pt>
                <c:pt idx="7319">
                  <c:v>11.51400583</c:v>
                </c:pt>
                <c:pt idx="7320">
                  <c:v>11.51697111</c:v>
                </c:pt>
                <c:pt idx="7321">
                  <c:v>11.51759861</c:v>
                </c:pt>
                <c:pt idx="7322">
                  <c:v>11.51772389</c:v>
                </c:pt>
                <c:pt idx="7323">
                  <c:v>11.51825028</c:v>
                </c:pt>
                <c:pt idx="7324">
                  <c:v>11.51953444</c:v>
                </c:pt>
                <c:pt idx="7325">
                  <c:v>11.51996944</c:v>
                </c:pt>
                <c:pt idx="7326">
                  <c:v>11.52196472</c:v>
                </c:pt>
                <c:pt idx="7327">
                  <c:v>11.52252667</c:v>
                </c:pt>
                <c:pt idx="7328">
                  <c:v>11.52253917</c:v>
                </c:pt>
                <c:pt idx="7329">
                  <c:v>11.52395222</c:v>
                </c:pt>
                <c:pt idx="7330">
                  <c:v>11.52496639</c:v>
                </c:pt>
                <c:pt idx="7331">
                  <c:v>11.52551556</c:v>
                </c:pt>
                <c:pt idx="7332">
                  <c:v>11.52796694</c:v>
                </c:pt>
                <c:pt idx="7333">
                  <c:v>11.52850194</c:v>
                </c:pt>
                <c:pt idx="7334">
                  <c:v>11.52969139</c:v>
                </c:pt>
                <c:pt idx="7335">
                  <c:v>11.53045111</c:v>
                </c:pt>
                <c:pt idx="7336">
                  <c:v>11.53058167</c:v>
                </c:pt>
                <c:pt idx="7337">
                  <c:v>11.53094528</c:v>
                </c:pt>
                <c:pt idx="7338">
                  <c:v>11.53345056</c:v>
                </c:pt>
                <c:pt idx="7339">
                  <c:v>11.53394111</c:v>
                </c:pt>
                <c:pt idx="7340">
                  <c:v>11.53446194</c:v>
                </c:pt>
                <c:pt idx="7341">
                  <c:v>11.5354675</c:v>
                </c:pt>
                <c:pt idx="7342">
                  <c:v>11.53546889</c:v>
                </c:pt>
                <c:pt idx="7343">
                  <c:v>11.53655444</c:v>
                </c:pt>
                <c:pt idx="7344">
                  <c:v>11.53770861</c:v>
                </c:pt>
                <c:pt idx="7345">
                  <c:v>11.54302194</c:v>
                </c:pt>
                <c:pt idx="7346">
                  <c:v>11.54457278</c:v>
                </c:pt>
                <c:pt idx="7347">
                  <c:v>11.54613861</c:v>
                </c:pt>
                <c:pt idx="7348">
                  <c:v>11.54672667</c:v>
                </c:pt>
                <c:pt idx="7349">
                  <c:v>11.54703806</c:v>
                </c:pt>
                <c:pt idx="7350">
                  <c:v>11.54797417</c:v>
                </c:pt>
                <c:pt idx="7351">
                  <c:v>11.54913167</c:v>
                </c:pt>
                <c:pt idx="7352">
                  <c:v>11.54963278</c:v>
                </c:pt>
                <c:pt idx="7353">
                  <c:v>11.55088139</c:v>
                </c:pt>
                <c:pt idx="7354">
                  <c:v>11.55102556</c:v>
                </c:pt>
                <c:pt idx="7355">
                  <c:v>11.55181639</c:v>
                </c:pt>
                <c:pt idx="7356">
                  <c:v>11.55306611</c:v>
                </c:pt>
                <c:pt idx="7357">
                  <c:v>11.55330083</c:v>
                </c:pt>
                <c:pt idx="7358">
                  <c:v>11.55706667</c:v>
                </c:pt>
                <c:pt idx="7359">
                  <c:v>11.55809278</c:v>
                </c:pt>
                <c:pt idx="7360">
                  <c:v>11.55898</c:v>
                </c:pt>
                <c:pt idx="7361">
                  <c:v>11.56352639</c:v>
                </c:pt>
                <c:pt idx="7362">
                  <c:v>11.56398944</c:v>
                </c:pt>
                <c:pt idx="7363">
                  <c:v>11.56416694</c:v>
                </c:pt>
                <c:pt idx="7364">
                  <c:v>11.56453222</c:v>
                </c:pt>
                <c:pt idx="7365">
                  <c:v>11.56679056</c:v>
                </c:pt>
                <c:pt idx="7366">
                  <c:v>11.56819583</c:v>
                </c:pt>
                <c:pt idx="7367">
                  <c:v>11.56902139</c:v>
                </c:pt>
                <c:pt idx="7368">
                  <c:v>11.57064306</c:v>
                </c:pt>
                <c:pt idx="7369">
                  <c:v>11.57119944</c:v>
                </c:pt>
                <c:pt idx="7370">
                  <c:v>11.5716675</c:v>
                </c:pt>
                <c:pt idx="7371">
                  <c:v>11.57255333</c:v>
                </c:pt>
                <c:pt idx="7372">
                  <c:v>11.57381556</c:v>
                </c:pt>
                <c:pt idx="7373">
                  <c:v>11.574175</c:v>
                </c:pt>
                <c:pt idx="7374">
                  <c:v>11.57548556</c:v>
                </c:pt>
                <c:pt idx="7375">
                  <c:v>11.57602167</c:v>
                </c:pt>
                <c:pt idx="7376">
                  <c:v>11.5774175</c:v>
                </c:pt>
                <c:pt idx="7377">
                  <c:v>11.57855111</c:v>
                </c:pt>
                <c:pt idx="7378">
                  <c:v>11.58415667</c:v>
                </c:pt>
                <c:pt idx="7379">
                  <c:v>11.58420778</c:v>
                </c:pt>
                <c:pt idx="7380">
                  <c:v>11.58470861</c:v>
                </c:pt>
                <c:pt idx="7381">
                  <c:v>11.58471917</c:v>
                </c:pt>
                <c:pt idx="7382">
                  <c:v>11.58731056</c:v>
                </c:pt>
                <c:pt idx="7383">
                  <c:v>11.58805694</c:v>
                </c:pt>
                <c:pt idx="7384">
                  <c:v>11.58915861</c:v>
                </c:pt>
                <c:pt idx="7385">
                  <c:v>11.5910375</c:v>
                </c:pt>
                <c:pt idx="7386">
                  <c:v>11.59134694</c:v>
                </c:pt>
                <c:pt idx="7387">
                  <c:v>11.59215556</c:v>
                </c:pt>
                <c:pt idx="7388">
                  <c:v>11.59298417</c:v>
                </c:pt>
                <c:pt idx="7389">
                  <c:v>11.59404194</c:v>
                </c:pt>
                <c:pt idx="7390">
                  <c:v>11.59413806</c:v>
                </c:pt>
                <c:pt idx="7391">
                  <c:v>11.59559</c:v>
                </c:pt>
                <c:pt idx="7392">
                  <c:v>11.59580028</c:v>
                </c:pt>
                <c:pt idx="7393">
                  <c:v>11.59845722</c:v>
                </c:pt>
                <c:pt idx="7394">
                  <c:v>11.59887</c:v>
                </c:pt>
                <c:pt idx="7395">
                  <c:v>11.59893917</c:v>
                </c:pt>
                <c:pt idx="7396">
                  <c:v>11.60022278</c:v>
                </c:pt>
                <c:pt idx="7397">
                  <c:v>11.60077917</c:v>
                </c:pt>
                <c:pt idx="7398">
                  <c:v>11.60093639</c:v>
                </c:pt>
                <c:pt idx="7399">
                  <c:v>11.60183222</c:v>
                </c:pt>
                <c:pt idx="7400">
                  <c:v>11.60292917</c:v>
                </c:pt>
                <c:pt idx="7401">
                  <c:v>11.60377028</c:v>
                </c:pt>
                <c:pt idx="7402">
                  <c:v>11.60474361</c:v>
                </c:pt>
                <c:pt idx="7403">
                  <c:v>11.60582972</c:v>
                </c:pt>
                <c:pt idx="7404">
                  <c:v>11.60625861</c:v>
                </c:pt>
                <c:pt idx="7405">
                  <c:v>11.60677611</c:v>
                </c:pt>
                <c:pt idx="7406">
                  <c:v>11.60737528</c:v>
                </c:pt>
                <c:pt idx="7407">
                  <c:v>11.6094125</c:v>
                </c:pt>
                <c:pt idx="7408">
                  <c:v>11.60978944</c:v>
                </c:pt>
                <c:pt idx="7409">
                  <c:v>11.61008528</c:v>
                </c:pt>
                <c:pt idx="7410">
                  <c:v>11.61212611</c:v>
                </c:pt>
                <c:pt idx="7411">
                  <c:v>11.61278778</c:v>
                </c:pt>
                <c:pt idx="7412">
                  <c:v>11.61307528</c:v>
                </c:pt>
                <c:pt idx="7413">
                  <c:v>11.61451917</c:v>
                </c:pt>
                <c:pt idx="7414">
                  <c:v>11.61510306</c:v>
                </c:pt>
                <c:pt idx="7415">
                  <c:v>11.61514444</c:v>
                </c:pt>
                <c:pt idx="7416">
                  <c:v>11.61609333</c:v>
                </c:pt>
                <c:pt idx="7417">
                  <c:v>11.61785278</c:v>
                </c:pt>
                <c:pt idx="7418">
                  <c:v>11.61813583</c:v>
                </c:pt>
                <c:pt idx="7419">
                  <c:v>11.61907278</c:v>
                </c:pt>
                <c:pt idx="7420">
                  <c:v>11.62208056</c:v>
                </c:pt>
                <c:pt idx="7421">
                  <c:v>11.62262444</c:v>
                </c:pt>
                <c:pt idx="7422">
                  <c:v>11.62355667</c:v>
                </c:pt>
                <c:pt idx="7423">
                  <c:v>11.62366</c:v>
                </c:pt>
                <c:pt idx="7424">
                  <c:v>11.62454306</c:v>
                </c:pt>
                <c:pt idx="7425">
                  <c:v>11.62654361</c:v>
                </c:pt>
                <c:pt idx="7426">
                  <c:v>11.62953278</c:v>
                </c:pt>
                <c:pt idx="7427">
                  <c:v>11.62984</c:v>
                </c:pt>
                <c:pt idx="7428">
                  <c:v>11.63111111</c:v>
                </c:pt>
                <c:pt idx="7429">
                  <c:v>11.63140417</c:v>
                </c:pt>
                <c:pt idx="7430">
                  <c:v>11.63169639</c:v>
                </c:pt>
                <c:pt idx="7431">
                  <c:v>11.63199</c:v>
                </c:pt>
                <c:pt idx="7432">
                  <c:v>11.63314583</c:v>
                </c:pt>
                <c:pt idx="7433">
                  <c:v>11.63401944</c:v>
                </c:pt>
                <c:pt idx="7434">
                  <c:v>11.63424083</c:v>
                </c:pt>
                <c:pt idx="7435">
                  <c:v>11.63439583</c:v>
                </c:pt>
                <c:pt idx="7436">
                  <c:v>11.63648389</c:v>
                </c:pt>
                <c:pt idx="7437">
                  <c:v>11.63738583</c:v>
                </c:pt>
                <c:pt idx="7438">
                  <c:v>11.64443389</c:v>
                </c:pt>
                <c:pt idx="7439">
                  <c:v>11.64475194</c:v>
                </c:pt>
                <c:pt idx="7440">
                  <c:v>11.64504444</c:v>
                </c:pt>
                <c:pt idx="7441">
                  <c:v>11.64522111</c:v>
                </c:pt>
                <c:pt idx="7442">
                  <c:v>11.64732944</c:v>
                </c:pt>
                <c:pt idx="7443">
                  <c:v>11.64809611</c:v>
                </c:pt>
                <c:pt idx="7444">
                  <c:v>11.64902278</c:v>
                </c:pt>
                <c:pt idx="7445">
                  <c:v>11.64910444</c:v>
                </c:pt>
                <c:pt idx="7446">
                  <c:v>11.64915083</c:v>
                </c:pt>
                <c:pt idx="7447">
                  <c:v>11.64915083</c:v>
                </c:pt>
                <c:pt idx="7448">
                  <c:v>11.65074361</c:v>
                </c:pt>
                <c:pt idx="7449">
                  <c:v>11.65080778</c:v>
                </c:pt>
                <c:pt idx="7450">
                  <c:v>11.65204194</c:v>
                </c:pt>
                <c:pt idx="7451">
                  <c:v>11.65362889</c:v>
                </c:pt>
                <c:pt idx="7452">
                  <c:v>11.66017361</c:v>
                </c:pt>
                <c:pt idx="7453">
                  <c:v>11.66035417</c:v>
                </c:pt>
                <c:pt idx="7454">
                  <c:v>11.66083194</c:v>
                </c:pt>
                <c:pt idx="7455">
                  <c:v>11.66085556</c:v>
                </c:pt>
                <c:pt idx="7456">
                  <c:v>11.66318722</c:v>
                </c:pt>
                <c:pt idx="7457">
                  <c:v>11.66367639</c:v>
                </c:pt>
                <c:pt idx="7458">
                  <c:v>11.66471194</c:v>
                </c:pt>
                <c:pt idx="7459">
                  <c:v>11.6656525</c:v>
                </c:pt>
                <c:pt idx="7460">
                  <c:v>11.66616667</c:v>
                </c:pt>
                <c:pt idx="7461">
                  <c:v>11.66692639</c:v>
                </c:pt>
                <c:pt idx="7462">
                  <c:v>11.66751222</c:v>
                </c:pt>
                <c:pt idx="7463">
                  <c:v>11.66770333</c:v>
                </c:pt>
                <c:pt idx="7464">
                  <c:v>11.66895889</c:v>
                </c:pt>
                <c:pt idx="7465">
                  <c:v>11.67069389</c:v>
                </c:pt>
                <c:pt idx="7466">
                  <c:v>11.67135</c:v>
                </c:pt>
                <c:pt idx="7467">
                  <c:v>11.6722575</c:v>
                </c:pt>
                <c:pt idx="7468">
                  <c:v>11.673215</c:v>
                </c:pt>
                <c:pt idx="7469">
                  <c:v>11.67434028</c:v>
                </c:pt>
                <c:pt idx="7470">
                  <c:v>11.67589222</c:v>
                </c:pt>
                <c:pt idx="7471">
                  <c:v>11.67716111</c:v>
                </c:pt>
                <c:pt idx="7472">
                  <c:v>11.67747417</c:v>
                </c:pt>
                <c:pt idx="7473">
                  <c:v>11.67772833</c:v>
                </c:pt>
                <c:pt idx="7474">
                  <c:v>11.67780444</c:v>
                </c:pt>
                <c:pt idx="7475">
                  <c:v>11.68069972</c:v>
                </c:pt>
                <c:pt idx="7476">
                  <c:v>11.6818775</c:v>
                </c:pt>
                <c:pt idx="7477">
                  <c:v>11.68225472</c:v>
                </c:pt>
                <c:pt idx="7478">
                  <c:v>11.68247611</c:v>
                </c:pt>
                <c:pt idx="7479">
                  <c:v>11.68361611</c:v>
                </c:pt>
                <c:pt idx="7480">
                  <c:v>11.68373861</c:v>
                </c:pt>
                <c:pt idx="7481">
                  <c:v>11.68450861</c:v>
                </c:pt>
                <c:pt idx="7482">
                  <c:v>11.68546139</c:v>
                </c:pt>
                <c:pt idx="7483">
                  <c:v>11.68673583</c:v>
                </c:pt>
                <c:pt idx="7484">
                  <c:v>11.68711389</c:v>
                </c:pt>
                <c:pt idx="7485">
                  <c:v>11.68836556</c:v>
                </c:pt>
                <c:pt idx="7486">
                  <c:v>11.68877778</c:v>
                </c:pt>
                <c:pt idx="7487">
                  <c:v>11.68988528</c:v>
                </c:pt>
                <c:pt idx="7488">
                  <c:v>11.69625611</c:v>
                </c:pt>
                <c:pt idx="7489">
                  <c:v>11.69722</c:v>
                </c:pt>
                <c:pt idx="7490">
                  <c:v>11.69733556</c:v>
                </c:pt>
                <c:pt idx="7491">
                  <c:v>11.69781722</c:v>
                </c:pt>
                <c:pt idx="7492">
                  <c:v>11.7010575</c:v>
                </c:pt>
                <c:pt idx="7493">
                  <c:v>11.70297194</c:v>
                </c:pt>
                <c:pt idx="7494">
                  <c:v>11.70349556</c:v>
                </c:pt>
                <c:pt idx="7495">
                  <c:v>11.70357333</c:v>
                </c:pt>
                <c:pt idx="7496">
                  <c:v>11.70481194</c:v>
                </c:pt>
                <c:pt idx="7497">
                  <c:v>11.70556861</c:v>
                </c:pt>
                <c:pt idx="7498">
                  <c:v>11.70679139</c:v>
                </c:pt>
                <c:pt idx="7499">
                  <c:v>11.70801389</c:v>
                </c:pt>
                <c:pt idx="7500">
                  <c:v>11.70837694</c:v>
                </c:pt>
                <c:pt idx="7501">
                  <c:v>11.70972417</c:v>
                </c:pt>
                <c:pt idx="7502">
                  <c:v>11.71101472</c:v>
                </c:pt>
                <c:pt idx="7503">
                  <c:v>11.71399583</c:v>
                </c:pt>
                <c:pt idx="7504">
                  <c:v>11.71565667</c:v>
                </c:pt>
                <c:pt idx="7505">
                  <c:v>11.71638667</c:v>
                </c:pt>
                <c:pt idx="7506">
                  <c:v>11.71665528</c:v>
                </c:pt>
                <c:pt idx="7507">
                  <c:v>11.71676333</c:v>
                </c:pt>
                <c:pt idx="7508">
                  <c:v>11.71701</c:v>
                </c:pt>
                <c:pt idx="7509">
                  <c:v>11.71795806</c:v>
                </c:pt>
                <c:pt idx="7510">
                  <c:v>11.71890194</c:v>
                </c:pt>
                <c:pt idx="7511">
                  <c:v>11.72134167</c:v>
                </c:pt>
                <c:pt idx="7512">
                  <c:v>11.72147833</c:v>
                </c:pt>
                <c:pt idx="7513">
                  <c:v>11.72189556</c:v>
                </c:pt>
                <c:pt idx="7514">
                  <c:v>11.72322139</c:v>
                </c:pt>
                <c:pt idx="7515">
                  <c:v>11.72442694</c:v>
                </c:pt>
                <c:pt idx="7516">
                  <c:v>11.72449417</c:v>
                </c:pt>
                <c:pt idx="7517">
                  <c:v>11.72486722</c:v>
                </c:pt>
                <c:pt idx="7518">
                  <c:v>11.72580833</c:v>
                </c:pt>
                <c:pt idx="7519">
                  <c:v>11.72614972</c:v>
                </c:pt>
                <c:pt idx="7520">
                  <c:v>11.72722528</c:v>
                </c:pt>
                <c:pt idx="7521">
                  <c:v>11.72742667</c:v>
                </c:pt>
                <c:pt idx="7522">
                  <c:v>11.72861722</c:v>
                </c:pt>
                <c:pt idx="7523">
                  <c:v>11.72881167</c:v>
                </c:pt>
                <c:pt idx="7524">
                  <c:v>11.72943639</c:v>
                </c:pt>
                <c:pt idx="7525">
                  <c:v>11.73041167</c:v>
                </c:pt>
                <c:pt idx="7526">
                  <c:v>11.73054</c:v>
                </c:pt>
                <c:pt idx="7527">
                  <c:v>11.73155806</c:v>
                </c:pt>
                <c:pt idx="7528">
                  <c:v>11.73161139</c:v>
                </c:pt>
                <c:pt idx="7529">
                  <c:v>11.73261083</c:v>
                </c:pt>
                <c:pt idx="7530">
                  <c:v>11.73375083</c:v>
                </c:pt>
                <c:pt idx="7531">
                  <c:v>11.73504917</c:v>
                </c:pt>
                <c:pt idx="7532">
                  <c:v>11.74562472</c:v>
                </c:pt>
                <c:pt idx="7533">
                  <c:v>11.74604806</c:v>
                </c:pt>
                <c:pt idx="7534">
                  <c:v>11.74638694</c:v>
                </c:pt>
                <c:pt idx="7535">
                  <c:v>11.74644167</c:v>
                </c:pt>
                <c:pt idx="7536">
                  <c:v>11.74911583</c:v>
                </c:pt>
                <c:pt idx="7537">
                  <c:v>11.75040833</c:v>
                </c:pt>
                <c:pt idx="7538">
                  <c:v>11.75093167</c:v>
                </c:pt>
                <c:pt idx="7539">
                  <c:v>11.75233306</c:v>
                </c:pt>
                <c:pt idx="7540">
                  <c:v>11.75236833</c:v>
                </c:pt>
                <c:pt idx="7541">
                  <c:v>11.75391083</c:v>
                </c:pt>
                <c:pt idx="7542">
                  <c:v>11.75492944</c:v>
                </c:pt>
                <c:pt idx="7543">
                  <c:v>11.75498417</c:v>
                </c:pt>
                <c:pt idx="7544">
                  <c:v>11.75627667</c:v>
                </c:pt>
                <c:pt idx="7545">
                  <c:v>11.75785667</c:v>
                </c:pt>
                <c:pt idx="7546">
                  <c:v>11.75791778</c:v>
                </c:pt>
                <c:pt idx="7547">
                  <c:v>11.75905222</c:v>
                </c:pt>
                <c:pt idx="7548">
                  <c:v>11.76090889</c:v>
                </c:pt>
                <c:pt idx="7549">
                  <c:v>11.76214639</c:v>
                </c:pt>
                <c:pt idx="7550">
                  <c:v>11.76584806</c:v>
                </c:pt>
                <c:pt idx="7551">
                  <c:v>11.76651444</c:v>
                </c:pt>
                <c:pt idx="7552">
                  <c:v>11.76665694</c:v>
                </c:pt>
                <c:pt idx="7553">
                  <c:v>11.76696361</c:v>
                </c:pt>
                <c:pt idx="7554">
                  <c:v>11.76739694</c:v>
                </c:pt>
                <c:pt idx="7555">
                  <c:v>11.77077222</c:v>
                </c:pt>
                <c:pt idx="7556">
                  <c:v>11.77117083</c:v>
                </c:pt>
                <c:pt idx="7557">
                  <c:v>11.77175833</c:v>
                </c:pt>
                <c:pt idx="7558">
                  <c:v>11.77274167</c:v>
                </c:pt>
                <c:pt idx="7559">
                  <c:v>11.77365667</c:v>
                </c:pt>
                <c:pt idx="7560">
                  <c:v>11.77398139</c:v>
                </c:pt>
                <c:pt idx="7561">
                  <c:v>11.77488139</c:v>
                </c:pt>
                <c:pt idx="7562">
                  <c:v>11.77630528</c:v>
                </c:pt>
                <c:pt idx="7563">
                  <c:v>11.77664583</c:v>
                </c:pt>
                <c:pt idx="7564">
                  <c:v>11.77701028</c:v>
                </c:pt>
                <c:pt idx="7565">
                  <c:v>11.77956417</c:v>
                </c:pt>
                <c:pt idx="7566">
                  <c:v>11.7796425</c:v>
                </c:pt>
                <c:pt idx="7567">
                  <c:v>11.78068667</c:v>
                </c:pt>
                <c:pt idx="7568">
                  <c:v>11.78141722</c:v>
                </c:pt>
                <c:pt idx="7569">
                  <c:v>11.78251889</c:v>
                </c:pt>
                <c:pt idx="7570">
                  <c:v>11.78282083</c:v>
                </c:pt>
                <c:pt idx="7571">
                  <c:v>11.78390417</c:v>
                </c:pt>
                <c:pt idx="7572">
                  <c:v>11.78527333</c:v>
                </c:pt>
                <c:pt idx="7573">
                  <c:v>11.78536972</c:v>
                </c:pt>
                <c:pt idx="7574">
                  <c:v>11.7855075</c:v>
                </c:pt>
                <c:pt idx="7575">
                  <c:v>11.78723472</c:v>
                </c:pt>
                <c:pt idx="7576">
                  <c:v>11.78793361</c:v>
                </c:pt>
                <c:pt idx="7577">
                  <c:v>11.78924417</c:v>
                </c:pt>
                <c:pt idx="7578">
                  <c:v>11.78944056</c:v>
                </c:pt>
                <c:pt idx="7579">
                  <c:v>11.78985278</c:v>
                </c:pt>
                <c:pt idx="7580">
                  <c:v>11.791335</c:v>
                </c:pt>
                <c:pt idx="7581">
                  <c:v>11.79155667</c:v>
                </c:pt>
                <c:pt idx="7582">
                  <c:v>11.79246389</c:v>
                </c:pt>
                <c:pt idx="7583">
                  <c:v>11.7929075</c:v>
                </c:pt>
                <c:pt idx="7584">
                  <c:v>11.79362417</c:v>
                </c:pt>
                <c:pt idx="7585">
                  <c:v>11.79426528</c:v>
                </c:pt>
                <c:pt idx="7586">
                  <c:v>11.79506361</c:v>
                </c:pt>
                <c:pt idx="7587">
                  <c:v>11.79647583</c:v>
                </c:pt>
                <c:pt idx="7588">
                  <c:v>11.79688361</c:v>
                </c:pt>
                <c:pt idx="7589">
                  <c:v>11.79798694</c:v>
                </c:pt>
                <c:pt idx="7590">
                  <c:v>11.801835</c:v>
                </c:pt>
                <c:pt idx="7591">
                  <c:v>11.80298667</c:v>
                </c:pt>
                <c:pt idx="7592">
                  <c:v>11.80328222</c:v>
                </c:pt>
                <c:pt idx="7593">
                  <c:v>11.80336194</c:v>
                </c:pt>
                <c:pt idx="7594">
                  <c:v>11.80482333</c:v>
                </c:pt>
                <c:pt idx="7595">
                  <c:v>11.80704972</c:v>
                </c:pt>
                <c:pt idx="7596">
                  <c:v>11.80731583</c:v>
                </c:pt>
                <c:pt idx="7597">
                  <c:v>11.80852139</c:v>
                </c:pt>
                <c:pt idx="7598">
                  <c:v>11.80895694</c:v>
                </c:pt>
                <c:pt idx="7599">
                  <c:v>11.81013028</c:v>
                </c:pt>
                <c:pt idx="7600">
                  <c:v>11.81030556</c:v>
                </c:pt>
                <c:pt idx="7601">
                  <c:v>11.81111639</c:v>
                </c:pt>
                <c:pt idx="7602">
                  <c:v>11.81305194</c:v>
                </c:pt>
                <c:pt idx="7603">
                  <c:v>11.81331361</c:v>
                </c:pt>
                <c:pt idx="7604">
                  <c:v>11.81422444</c:v>
                </c:pt>
                <c:pt idx="7605">
                  <c:v>11.81457139</c:v>
                </c:pt>
                <c:pt idx="7606">
                  <c:v>11.81554472</c:v>
                </c:pt>
                <c:pt idx="7607">
                  <c:v>11.81754417</c:v>
                </c:pt>
                <c:pt idx="7608">
                  <c:v>11.82054056</c:v>
                </c:pt>
                <c:pt idx="7609">
                  <c:v>11.82072333</c:v>
                </c:pt>
                <c:pt idx="7610">
                  <c:v>11.82077833</c:v>
                </c:pt>
                <c:pt idx="7611">
                  <c:v>11.82093139</c:v>
                </c:pt>
                <c:pt idx="7612">
                  <c:v>11.82372806</c:v>
                </c:pt>
                <c:pt idx="7613">
                  <c:v>11.82495361</c:v>
                </c:pt>
                <c:pt idx="7614">
                  <c:v>11.82496083</c:v>
                </c:pt>
                <c:pt idx="7615">
                  <c:v>11.82502306</c:v>
                </c:pt>
                <c:pt idx="7616">
                  <c:v>11.82650361</c:v>
                </c:pt>
                <c:pt idx="7617">
                  <c:v>11.82676417</c:v>
                </c:pt>
                <c:pt idx="7618">
                  <c:v>11.8275125</c:v>
                </c:pt>
                <c:pt idx="7619">
                  <c:v>11.82797167</c:v>
                </c:pt>
                <c:pt idx="7620">
                  <c:v>11.82894472</c:v>
                </c:pt>
                <c:pt idx="7621">
                  <c:v>11.830975</c:v>
                </c:pt>
                <c:pt idx="7622">
                  <c:v>11.83225278</c:v>
                </c:pt>
                <c:pt idx="7623">
                  <c:v>11.83885722</c:v>
                </c:pt>
                <c:pt idx="7624">
                  <c:v>11.83918861</c:v>
                </c:pt>
                <c:pt idx="7625">
                  <c:v>11.83921889</c:v>
                </c:pt>
                <c:pt idx="7626">
                  <c:v>11.839245</c:v>
                </c:pt>
                <c:pt idx="7627">
                  <c:v>11.84112417</c:v>
                </c:pt>
                <c:pt idx="7628">
                  <c:v>11.84232889</c:v>
                </c:pt>
                <c:pt idx="7629">
                  <c:v>11.8441275</c:v>
                </c:pt>
                <c:pt idx="7630">
                  <c:v>11.84418944</c:v>
                </c:pt>
                <c:pt idx="7631">
                  <c:v>11.84480167</c:v>
                </c:pt>
                <c:pt idx="7632">
                  <c:v>11.84546806</c:v>
                </c:pt>
                <c:pt idx="7633">
                  <c:v>11.84662917</c:v>
                </c:pt>
                <c:pt idx="7634">
                  <c:v>11.84711306</c:v>
                </c:pt>
                <c:pt idx="7635">
                  <c:v>11.84849111</c:v>
                </c:pt>
                <c:pt idx="7636">
                  <c:v>11.84901</c:v>
                </c:pt>
                <c:pt idx="7637">
                  <c:v>11.84929889</c:v>
                </c:pt>
                <c:pt idx="7638">
                  <c:v>11.84931694</c:v>
                </c:pt>
                <c:pt idx="7639">
                  <c:v>11.85115639</c:v>
                </c:pt>
                <c:pt idx="7640">
                  <c:v>11.85150028</c:v>
                </c:pt>
                <c:pt idx="7641">
                  <c:v>11.85310639</c:v>
                </c:pt>
                <c:pt idx="7642">
                  <c:v>11.85311</c:v>
                </c:pt>
                <c:pt idx="7643">
                  <c:v>11.85423722</c:v>
                </c:pt>
                <c:pt idx="7644">
                  <c:v>11.85516917</c:v>
                </c:pt>
                <c:pt idx="7645">
                  <c:v>11.85582083</c:v>
                </c:pt>
                <c:pt idx="7646">
                  <c:v>11.85730361</c:v>
                </c:pt>
                <c:pt idx="7647">
                  <c:v>11.85885333</c:v>
                </c:pt>
                <c:pt idx="7648">
                  <c:v>11.85968389</c:v>
                </c:pt>
                <c:pt idx="7649">
                  <c:v>11.8606175</c:v>
                </c:pt>
                <c:pt idx="7650">
                  <c:v>11.86085389</c:v>
                </c:pt>
                <c:pt idx="7651">
                  <c:v>11.86180472</c:v>
                </c:pt>
                <c:pt idx="7652">
                  <c:v>11.86271583</c:v>
                </c:pt>
                <c:pt idx="7653">
                  <c:v>11.86325</c:v>
                </c:pt>
                <c:pt idx="7654">
                  <c:v>11.86446056</c:v>
                </c:pt>
                <c:pt idx="7655">
                  <c:v>11.8645975</c:v>
                </c:pt>
                <c:pt idx="7656">
                  <c:v>11.86607222</c:v>
                </c:pt>
                <c:pt idx="7657">
                  <c:v>11.86624167</c:v>
                </c:pt>
                <c:pt idx="7658">
                  <c:v>11.86715667</c:v>
                </c:pt>
                <c:pt idx="7659">
                  <c:v>11.86727167</c:v>
                </c:pt>
                <c:pt idx="7660">
                  <c:v>11.86830306</c:v>
                </c:pt>
                <c:pt idx="7661">
                  <c:v>11.86870361</c:v>
                </c:pt>
                <c:pt idx="7662">
                  <c:v>11.86907194</c:v>
                </c:pt>
                <c:pt idx="7663">
                  <c:v>11.87028889</c:v>
                </c:pt>
                <c:pt idx="7664">
                  <c:v>11.87207333</c:v>
                </c:pt>
                <c:pt idx="7665">
                  <c:v>11.87359056</c:v>
                </c:pt>
                <c:pt idx="7666">
                  <c:v>11.87755361</c:v>
                </c:pt>
                <c:pt idx="7667">
                  <c:v>11.87773583</c:v>
                </c:pt>
                <c:pt idx="7668">
                  <c:v>11.87835389</c:v>
                </c:pt>
                <c:pt idx="7669">
                  <c:v>11.87867028</c:v>
                </c:pt>
                <c:pt idx="7670">
                  <c:v>11.87942139</c:v>
                </c:pt>
                <c:pt idx="7671">
                  <c:v>11.88032778</c:v>
                </c:pt>
                <c:pt idx="7672">
                  <c:v>11.88075917</c:v>
                </c:pt>
                <c:pt idx="7673">
                  <c:v>11.88237361</c:v>
                </c:pt>
                <c:pt idx="7674">
                  <c:v>11.88332639</c:v>
                </c:pt>
                <c:pt idx="7675">
                  <c:v>11.88351778</c:v>
                </c:pt>
                <c:pt idx="7676">
                  <c:v>11.88375333</c:v>
                </c:pt>
                <c:pt idx="7677">
                  <c:v>11.88458639</c:v>
                </c:pt>
                <c:pt idx="7678">
                  <c:v>11.88470556</c:v>
                </c:pt>
                <c:pt idx="7679">
                  <c:v>11.88601278</c:v>
                </c:pt>
                <c:pt idx="7680">
                  <c:v>11.88630111</c:v>
                </c:pt>
                <c:pt idx="7681">
                  <c:v>11.88676306</c:v>
                </c:pt>
                <c:pt idx="7682">
                  <c:v>11.88779944</c:v>
                </c:pt>
                <c:pt idx="7683">
                  <c:v>11.88930611</c:v>
                </c:pt>
                <c:pt idx="7684">
                  <c:v>11.88976861</c:v>
                </c:pt>
                <c:pt idx="7685">
                  <c:v>11.8918825</c:v>
                </c:pt>
                <c:pt idx="7686">
                  <c:v>11.89589111</c:v>
                </c:pt>
                <c:pt idx="7687">
                  <c:v>11.89641889</c:v>
                </c:pt>
                <c:pt idx="7688">
                  <c:v>11.89642444</c:v>
                </c:pt>
                <c:pt idx="7689">
                  <c:v>11.89645806</c:v>
                </c:pt>
                <c:pt idx="7690">
                  <c:v>11.89708667</c:v>
                </c:pt>
                <c:pt idx="7691">
                  <c:v>11.89939056</c:v>
                </c:pt>
                <c:pt idx="7692">
                  <c:v>11.89946389</c:v>
                </c:pt>
                <c:pt idx="7693">
                  <c:v>11.90005861</c:v>
                </c:pt>
                <c:pt idx="7694">
                  <c:v>11.90121361</c:v>
                </c:pt>
                <c:pt idx="7695">
                  <c:v>11.90216583</c:v>
                </c:pt>
                <c:pt idx="7696">
                  <c:v>11.90238083</c:v>
                </c:pt>
                <c:pt idx="7697">
                  <c:v>11.90247861</c:v>
                </c:pt>
                <c:pt idx="7698">
                  <c:v>11.90361583</c:v>
                </c:pt>
                <c:pt idx="7699">
                  <c:v>11.90521417</c:v>
                </c:pt>
                <c:pt idx="7700">
                  <c:v>11.90545806</c:v>
                </c:pt>
                <c:pt idx="7701">
                  <c:v>11.90562889</c:v>
                </c:pt>
                <c:pt idx="7702">
                  <c:v>11.90694667</c:v>
                </c:pt>
                <c:pt idx="7703">
                  <c:v>11.90710611</c:v>
                </c:pt>
                <c:pt idx="7704">
                  <c:v>11.90816722</c:v>
                </c:pt>
                <c:pt idx="7705">
                  <c:v>11.90828444</c:v>
                </c:pt>
                <c:pt idx="7706">
                  <c:v>11.90990194</c:v>
                </c:pt>
                <c:pt idx="7707">
                  <c:v>11.91114167</c:v>
                </c:pt>
                <c:pt idx="7708">
                  <c:v>11.91167583</c:v>
                </c:pt>
                <c:pt idx="7709">
                  <c:v>11.91469028</c:v>
                </c:pt>
                <c:pt idx="7710">
                  <c:v>11.91603861</c:v>
                </c:pt>
                <c:pt idx="7711">
                  <c:v>11.91636278</c:v>
                </c:pt>
                <c:pt idx="7712">
                  <c:v>11.91710111</c:v>
                </c:pt>
                <c:pt idx="7713">
                  <c:v>11.91829917</c:v>
                </c:pt>
                <c:pt idx="7714">
                  <c:v>11.91873056</c:v>
                </c:pt>
                <c:pt idx="7715">
                  <c:v>11.92008639</c:v>
                </c:pt>
                <c:pt idx="7716">
                  <c:v>11.92099056</c:v>
                </c:pt>
                <c:pt idx="7717">
                  <c:v>11.92311222</c:v>
                </c:pt>
                <c:pt idx="7718">
                  <c:v>11.92408194</c:v>
                </c:pt>
                <c:pt idx="7719">
                  <c:v>11.92549833</c:v>
                </c:pt>
                <c:pt idx="7720">
                  <c:v>11.92556667</c:v>
                </c:pt>
                <c:pt idx="7721">
                  <c:v>11.92610722</c:v>
                </c:pt>
                <c:pt idx="7722">
                  <c:v>11.9271</c:v>
                </c:pt>
                <c:pt idx="7723">
                  <c:v>11.92748139</c:v>
                </c:pt>
                <c:pt idx="7724">
                  <c:v>11.93048417</c:v>
                </c:pt>
                <c:pt idx="7725">
                  <c:v>11.93052111</c:v>
                </c:pt>
                <c:pt idx="7726">
                  <c:v>11.93161222</c:v>
                </c:pt>
                <c:pt idx="7727">
                  <c:v>11.93218611</c:v>
                </c:pt>
                <c:pt idx="7728">
                  <c:v>11.93847722</c:v>
                </c:pt>
                <c:pt idx="7729">
                  <c:v>11.93861722</c:v>
                </c:pt>
                <c:pt idx="7730">
                  <c:v>11.9389275</c:v>
                </c:pt>
                <c:pt idx="7731">
                  <c:v>11.94003833</c:v>
                </c:pt>
                <c:pt idx="7732">
                  <c:v>11.94072806</c:v>
                </c:pt>
                <c:pt idx="7733">
                  <c:v>11.94149139</c:v>
                </c:pt>
                <c:pt idx="7734">
                  <c:v>11.94212861</c:v>
                </c:pt>
                <c:pt idx="7735">
                  <c:v>11.94371194</c:v>
                </c:pt>
                <c:pt idx="7736">
                  <c:v>11.94513028</c:v>
                </c:pt>
                <c:pt idx="7737">
                  <c:v>11.94576806</c:v>
                </c:pt>
                <c:pt idx="7738">
                  <c:v>11.94673</c:v>
                </c:pt>
                <c:pt idx="7739">
                  <c:v>11.94814389</c:v>
                </c:pt>
                <c:pt idx="7740">
                  <c:v>11.94874472</c:v>
                </c:pt>
                <c:pt idx="7741">
                  <c:v>11.95030833</c:v>
                </c:pt>
                <c:pt idx="7742">
                  <c:v>11.95170611</c:v>
                </c:pt>
                <c:pt idx="7743">
                  <c:v>11.95244667</c:v>
                </c:pt>
                <c:pt idx="7744">
                  <c:v>11.95261444</c:v>
                </c:pt>
                <c:pt idx="7745">
                  <c:v>11.9540125</c:v>
                </c:pt>
                <c:pt idx="7746">
                  <c:v>11.95407389</c:v>
                </c:pt>
                <c:pt idx="7747">
                  <c:v>11.95518528</c:v>
                </c:pt>
                <c:pt idx="7748">
                  <c:v>11.95559056</c:v>
                </c:pt>
                <c:pt idx="7749">
                  <c:v>11.95615028</c:v>
                </c:pt>
                <c:pt idx="7750">
                  <c:v>11.957615</c:v>
                </c:pt>
                <c:pt idx="7751">
                  <c:v>11.95855639</c:v>
                </c:pt>
                <c:pt idx="7752">
                  <c:v>11.96051333</c:v>
                </c:pt>
                <c:pt idx="7753">
                  <c:v>11.96063111</c:v>
                </c:pt>
                <c:pt idx="7754">
                  <c:v>11.96205806</c:v>
                </c:pt>
                <c:pt idx="7755">
                  <c:v>11.96362389</c:v>
                </c:pt>
                <c:pt idx="7756">
                  <c:v>11.96421028</c:v>
                </c:pt>
                <c:pt idx="7757">
                  <c:v>11.96499222</c:v>
                </c:pt>
                <c:pt idx="7758">
                  <c:v>11.96617278</c:v>
                </c:pt>
                <c:pt idx="7759">
                  <c:v>11.96725028</c:v>
                </c:pt>
                <c:pt idx="7760">
                  <c:v>11.967315</c:v>
                </c:pt>
                <c:pt idx="7761">
                  <c:v>11.96831972</c:v>
                </c:pt>
                <c:pt idx="7762">
                  <c:v>11.96950806</c:v>
                </c:pt>
                <c:pt idx="7763">
                  <c:v>11.97035139</c:v>
                </c:pt>
                <c:pt idx="7764">
                  <c:v>11.97220583</c:v>
                </c:pt>
                <c:pt idx="7765">
                  <c:v>11.97237667</c:v>
                </c:pt>
                <c:pt idx="7766">
                  <c:v>11.97352444</c:v>
                </c:pt>
                <c:pt idx="7767">
                  <c:v>11.97392583</c:v>
                </c:pt>
                <c:pt idx="7768">
                  <c:v>11.97415889</c:v>
                </c:pt>
                <c:pt idx="7769">
                  <c:v>11.97771167</c:v>
                </c:pt>
                <c:pt idx="7770">
                  <c:v>11.97829056</c:v>
                </c:pt>
                <c:pt idx="7771">
                  <c:v>11.97979</c:v>
                </c:pt>
                <c:pt idx="7772">
                  <c:v>11.98056222</c:v>
                </c:pt>
                <c:pt idx="7773">
                  <c:v>11.98071861</c:v>
                </c:pt>
                <c:pt idx="7774">
                  <c:v>11.98203694</c:v>
                </c:pt>
                <c:pt idx="7775">
                  <c:v>11.98277222</c:v>
                </c:pt>
                <c:pt idx="7776">
                  <c:v>11.98371</c:v>
                </c:pt>
                <c:pt idx="7777">
                  <c:v>11.98432556</c:v>
                </c:pt>
                <c:pt idx="7778">
                  <c:v>11.98588667</c:v>
                </c:pt>
                <c:pt idx="7779">
                  <c:v>11.98593889</c:v>
                </c:pt>
                <c:pt idx="7780">
                  <c:v>11.98705972</c:v>
                </c:pt>
                <c:pt idx="7781">
                  <c:v>11.98889028</c:v>
                </c:pt>
                <c:pt idx="7782">
                  <c:v>11.9901075</c:v>
                </c:pt>
                <c:pt idx="7783">
                  <c:v>11.99042056</c:v>
                </c:pt>
                <c:pt idx="7784">
                  <c:v>11.99070083</c:v>
                </c:pt>
                <c:pt idx="7785">
                  <c:v>11.99144</c:v>
                </c:pt>
                <c:pt idx="7786">
                  <c:v>11.99237972</c:v>
                </c:pt>
                <c:pt idx="7787">
                  <c:v>11.99251306</c:v>
                </c:pt>
                <c:pt idx="7788">
                  <c:v>11.9931275</c:v>
                </c:pt>
                <c:pt idx="7789">
                  <c:v>11.99401667</c:v>
                </c:pt>
                <c:pt idx="7790">
                  <c:v>11.99493333</c:v>
                </c:pt>
                <c:pt idx="7791">
                  <c:v>12.00207889</c:v>
                </c:pt>
                <c:pt idx="7792">
                  <c:v>12.00213528</c:v>
                </c:pt>
                <c:pt idx="7793">
                  <c:v>12.00285778</c:v>
                </c:pt>
                <c:pt idx="7794">
                  <c:v>12.0041925</c:v>
                </c:pt>
                <c:pt idx="7795">
                  <c:v>12.00520889</c:v>
                </c:pt>
                <c:pt idx="7796">
                  <c:v>12.00576056</c:v>
                </c:pt>
                <c:pt idx="7797">
                  <c:v>12.00675333</c:v>
                </c:pt>
                <c:pt idx="7798">
                  <c:v>12.00707417</c:v>
                </c:pt>
                <c:pt idx="7799">
                  <c:v>12.00769833</c:v>
                </c:pt>
                <c:pt idx="7800">
                  <c:v>12.008095</c:v>
                </c:pt>
                <c:pt idx="7801">
                  <c:v>12.00822639</c:v>
                </c:pt>
                <c:pt idx="7802">
                  <c:v>12.00977306</c:v>
                </c:pt>
                <c:pt idx="7803">
                  <c:v>12.00977972</c:v>
                </c:pt>
                <c:pt idx="7804">
                  <c:v>12.01476139</c:v>
                </c:pt>
                <c:pt idx="7805">
                  <c:v>12.015255</c:v>
                </c:pt>
                <c:pt idx="7806">
                  <c:v>12.01565944</c:v>
                </c:pt>
                <c:pt idx="7807">
                  <c:v>12.01645111</c:v>
                </c:pt>
                <c:pt idx="7808">
                  <c:v>12.01736333</c:v>
                </c:pt>
                <c:pt idx="7809">
                  <c:v>12.01839917</c:v>
                </c:pt>
                <c:pt idx="7810">
                  <c:v>12.01863972</c:v>
                </c:pt>
                <c:pt idx="7811">
                  <c:v>12.01945083</c:v>
                </c:pt>
                <c:pt idx="7812">
                  <c:v>12.02100556</c:v>
                </c:pt>
                <c:pt idx="7813">
                  <c:v>12.021635</c:v>
                </c:pt>
                <c:pt idx="7814">
                  <c:v>12.02218444</c:v>
                </c:pt>
                <c:pt idx="7815">
                  <c:v>12.02344333</c:v>
                </c:pt>
                <c:pt idx="7816">
                  <c:v>12.02464639</c:v>
                </c:pt>
                <c:pt idx="7817">
                  <c:v>12.02611972</c:v>
                </c:pt>
                <c:pt idx="7818">
                  <c:v>12.02829306</c:v>
                </c:pt>
                <c:pt idx="7819">
                  <c:v>12.02906111</c:v>
                </c:pt>
                <c:pt idx="7820">
                  <c:v>12.02911889</c:v>
                </c:pt>
                <c:pt idx="7821">
                  <c:v>12.02989361</c:v>
                </c:pt>
                <c:pt idx="7822">
                  <c:v>12.03115861</c:v>
                </c:pt>
                <c:pt idx="7823">
                  <c:v>12.03205722</c:v>
                </c:pt>
                <c:pt idx="7824">
                  <c:v>12.0321375</c:v>
                </c:pt>
                <c:pt idx="7825">
                  <c:v>12.03233889</c:v>
                </c:pt>
                <c:pt idx="7826">
                  <c:v>12.03452417</c:v>
                </c:pt>
                <c:pt idx="7827">
                  <c:v>12.03950528</c:v>
                </c:pt>
                <c:pt idx="7828">
                  <c:v>12.03995028</c:v>
                </c:pt>
                <c:pt idx="7829">
                  <c:v>12.04081944</c:v>
                </c:pt>
                <c:pt idx="7830">
                  <c:v>12.04216778</c:v>
                </c:pt>
                <c:pt idx="7831">
                  <c:v>12.0421775</c:v>
                </c:pt>
                <c:pt idx="7832">
                  <c:v>12.04292889</c:v>
                </c:pt>
                <c:pt idx="7833">
                  <c:v>12.04373778</c:v>
                </c:pt>
                <c:pt idx="7834">
                  <c:v>12.04531556</c:v>
                </c:pt>
                <c:pt idx="7835">
                  <c:v>12.04682028</c:v>
                </c:pt>
                <c:pt idx="7836">
                  <c:v>12.04737667</c:v>
                </c:pt>
                <c:pt idx="7837">
                  <c:v>12.04892722</c:v>
                </c:pt>
                <c:pt idx="7838">
                  <c:v>12.04955083</c:v>
                </c:pt>
                <c:pt idx="7839">
                  <c:v>12.04969222</c:v>
                </c:pt>
                <c:pt idx="7840">
                  <c:v>12.05049194</c:v>
                </c:pt>
                <c:pt idx="7841">
                  <c:v>12.05143556</c:v>
                </c:pt>
                <c:pt idx="7842">
                  <c:v>12.05188361</c:v>
                </c:pt>
                <c:pt idx="7843">
                  <c:v>12.05217583</c:v>
                </c:pt>
                <c:pt idx="7844">
                  <c:v>12.05390222</c:v>
                </c:pt>
                <c:pt idx="7845">
                  <c:v>12.05797333</c:v>
                </c:pt>
                <c:pt idx="7846">
                  <c:v>12.05977806</c:v>
                </c:pt>
                <c:pt idx="7847">
                  <c:v>12.0605375</c:v>
                </c:pt>
                <c:pt idx="7848">
                  <c:v>12.06162556</c:v>
                </c:pt>
                <c:pt idx="7849">
                  <c:v>12.062615</c:v>
                </c:pt>
                <c:pt idx="7850">
                  <c:v>12.06270389</c:v>
                </c:pt>
                <c:pt idx="7851">
                  <c:v>12.06427944</c:v>
                </c:pt>
                <c:pt idx="7852">
                  <c:v>12.06558917</c:v>
                </c:pt>
                <c:pt idx="7853">
                  <c:v>12.066985</c:v>
                </c:pt>
                <c:pt idx="7854">
                  <c:v>12.06705639</c:v>
                </c:pt>
                <c:pt idx="7855">
                  <c:v>12.06879028</c:v>
                </c:pt>
                <c:pt idx="7856">
                  <c:v>12.06930778</c:v>
                </c:pt>
                <c:pt idx="7857">
                  <c:v>12.069925</c:v>
                </c:pt>
                <c:pt idx="7858">
                  <c:v>12.07243111</c:v>
                </c:pt>
                <c:pt idx="7859">
                  <c:v>12.07453972</c:v>
                </c:pt>
                <c:pt idx="7860">
                  <c:v>12.07471417</c:v>
                </c:pt>
                <c:pt idx="7861">
                  <c:v>12.07558389</c:v>
                </c:pt>
              </c:numCache>
            </c:numRef>
          </c:xVal>
          <c:yVal>
            <c:numRef>
              <c:f>'Chart Data'!$B$2:$B$7863</c:f>
              <c:numCache>
                <c:formatCode>#,##0</c:formatCode>
                <c:ptCount val="7862"/>
                <c:pt idx="0">
                  <c:v>92</c:v>
                </c:pt>
                <c:pt idx="1">
                  <c:v>104</c:v>
                </c:pt>
                <c:pt idx="2">
                  <c:v>70</c:v>
                </c:pt>
                <c:pt idx="3">
                  <c:v>150</c:v>
                </c:pt>
                <c:pt idx="4">
                  <c:v>117</c:v>
                </c:pt>
                <c:pt idx="5">
                  <c:v>168</c:v>
                </c:pt>
                <c:pt idx="6">
                  <c:v>117</c:v>
                </c:pt>
                <c:pt idx="7">
                  <c:v>109</c:v>
                </c:pt>
                <c:pt idx="8">
                  <c:v>138</c:v>
                </c:pt>
                <c:pt idx="9">
                  <c:v>110</c:v>
                </c:pt>
                <c:pt idx="10">
                  <c:v>137</c:v>
                </c:pt>
                <c:pt idx="11">
                  <c:v>137</c:v>
                </c:pt>
                <c:pt idx="12">
                  <c:v>82</c:v>
                </c:pt>
                <c:pt idx="13">
                  <c:v>145</c:v>
                </c:pt>
                <c:pt idx="14">
                  <c:v>137</c:v>
                </c:pt>
                <c:pt idx="15">
                  <c:v>105</c:v>
                </c:pt>
                <c:pt idx="16">
                  <c:v>143</c:v>
                </c:pt>
                <c:pt idx="17">
                  <c:v>58</c:v>
                </c:pt>
                <c:pt idx="18">
                  <c:v>402</c:v>
                </c:pt>
                <c:pt idx="19">
                  <c:v>83</c:v>
                </c:pt>
                <c:pt idx="20">
                  <c:v>50</c:v>
                </c:pt>
                <c:pt idx="21">
                  <c:v>83</c:v>
                </c:pt>
                <c:pt idx="22">
                  <c:v>93</c:v>
                </c:pt>
                <c:pt idx="23">
                  <c:v>266</c:v>
                </c:pt>
                <c:pt idx="24">
                  <c:v>335</c:v>
                </c:pt>
                <c:pt idx="25">
                  <c:v>232</c:v>
                </c:pt>
                <c:pt idx="26">
                  <c:v>174</c:v>
                </c:pt>
                <c:pt idx="27">
                  <c:v>187</c:v>
                </c:pt>
                <c:pt idx="28">
                  <c:v>153</c:v>
                </c:pt>
                <c:pt idx="29">
                  <c:v>499</c:v>
                </c:pt>
                <c:pt idx="30">
                  <c:v>181</c:v>
                </c:pt>
                <c:pt idx="31">
                  <c:v>96</c:v>
                </c:pt>
                <c:pt idx="32">
                  <c:v>104</c:v>
                </c:pt>
                <c:pt idx="33">
                  <c:v>565</c:v>
                </c:pt>
                <c:pt idx="34">
                  <c:v>98</c:v>
                </c:pt>
                <c:pt idx="35">
                  <c:v>164</c:v>
                </c:pt>
                <c:pt idx="36">
                  <c:v>114</c:v>
                </c:pt>
                <c:pt idx="37">
                  <c:v>151</c:v>
                </c:pt>
                <c:pt idx="38">
                  <c:v>110</c:v>
                </c:pt>
                <c:pt idx="39">
                  <c:v>81</c:v>
                </c:pt>
                <c:pt idx="40">
                  <c:v>84</c:v>
                </c:pt>
                <c:pt idx="41">
                  <c:v>229</c:v>
                </c:pt>
                <c:pt idx="42">
                  <c:v>407</c:v>
                </c:pt>
                <c:pt idx="43">
                  <c:v>134</c:v>
                </c:pt>
                <c:pt idx="44">
                  <c:v>142</c:v>
                </c:pt>
                <c:pt idx="45">
                  <c:v>98</c:v>
                </c:pt>
                <c:pt idx="46">
                  <c:v>95</c:v>
                </c:pt>
                <c:pt idx="47">
                  <c:v>61</c:v>
                </c:pt>
                <c:pt idx="48">
                  <c:v>388</c:v>
                </c:pt>
                <c:pt idx="49">
                  <c:v>122</c:v>
                </c:pt>
                <c:pt idx="50">
                  <c:v>372</c:v>
                </c:pt>
                <c:pt idx="51">
                  <c:v>140</c:v>
                </c:pt>
                <c:pt idx="52">
                  <c:v>193</c:v>
                </c:pt>
                <c:pt idx="53">
                  <c:v>86</c:v>
                </c:pt>
                <c:pt idx="54">
                  <c:v>166</c:v>
                </c:pt>
                <c:pt idx="55">
                  <c:v>92</c:v>
                </c:pt>
                <c:pt idx="56">
                  <c:v>282</c:v>
                </c:pt>
                <c:pt idx="57">
                  <c:v>119</c:v>
                </c:pt>
                <c:pt idx="58">
                  <c:v>336</c:v>
                </c:pt>
                <c:pt idx="59">
                  <c:v>133</c:v>
                </c:pt>
                <c:pt idx="60">
                  <c:v>93</c:v>
                </c:pt>
                <c:pt idx="61">
                  <c:v>152</c:v>
                </c:pt>
                <c:pt idx="62">
                  <c:v>110</c:v>
                </c:pt>
                <c:pt idx="63">
                  <c:v>212</c:v>
                </c:pt>
                <c:pt idx="64">
                  <c:v>109</c:v>
                </c:pt>
                <c:pt idx="65">
                  <c:v>122</c:v>
                </c:pt>
                <c:pt idx="66">
                  <c:v>94</c:v>
                </c:pt>
                <c:pt idx="67">
                  <c:v>193</c:v>
                </c:pt>
                <c:pt idx="68">
                  <c:v>187</c:v>
                </c:pt>
                <c:pt idx="69">
                  <c:v>239</c:v>
                </c:pt>
                <c:pt idx="70">
                  <c:v>50</c:v>
                </c:pt>
                <c:pt idx="71">
                  <c:v>53</c:v>
                </c:pt>
                <c:pt idx="72">
                  <c:v>45</c:v>
                </c:pt>
                <c:pt idx="73">
                  <c:v>121</c:v>
                </c:pt>
                <c:pt idx="74">
                  <c:v>90</c:v>
                </c:pt>
                <c:pt idx="75">
                  <c:v>145</c:v>
                </c:pt>
                <c:pt idx="76">
                  <c:v>108</c:v>
                </c:pt>
                <c:pt idx="77">
                  <c:v>89</c:v>
                </c:pt>
                <c:pt idx="78">
                  <c:v>57</c:v>
                </c:pt>
                <c:pt idx="79">
                  <c:v>108</c:v>
                </c:pt>
                <c:pt idx="80">
                  <c:v>49</c:v>
                </c:pt>
                <c:pt idx="81">
                  <c:v>154</c:v>
                </c:pt>
                <c:pt idx="82">
                  <c:v>124</c:v>
                </c:pt>
                <c:pt idx="83">
                  <c:v>154</c:v>
                </c:pt>
                <c:pt idx="84">
                  <c:v>100</c:v>
                </c:pt>
                <c:pt idx="85">
                  <c:v>116</c:v>
                </c:pt>
                <c:pt idx="86">
                  <c:v>111</c:v>
                </c:pt>
                <c:pt idx="87">
                  <c:v>152</c:v>
                </c:pt>
                <c:pt idx="88">
                  <c:v>92</c:v>
                </c:pt>
                <c:pt idx="89">
                  <c:v>104</c:v>
                </c:pt>
                <c:pt idx="90">
                  <c:v>154</c:v>
                </c:pt>
                <c:pt idx="91">
                  <c:v>107</c:v>
                </c:pt>
                <c:pt idx="92">
                  <c:v>51</c:v>
                </c:pt>
                <c:pt idx="93">
                  <c:v>96</c:v>
                </c:pt>
                <c:pt idx="94">
                  <c:v>101</c:v>
                </c:pt>
                <c:pt idx="95">
                  <c:v>157</c:v>
                </c:pt>
                <c:pt idx="96">
                  <c:v>154</c:v>
                </c:pt>
                <c:pt idx="97">
                  <c:v>148</c:v>
                </c:pt>
                <c:pt idx="98">
                  <c:v>86</c:v>
                </c:pt>
                <c:pt idx="99">
                  <c:v>475</c:v>
                </c:pt>
                <c:pt idx="100">
                  <c:v>224</c:v>
                </c:pt>
                <c:pt idx="101">
                  <c:v>423</c:v>
                </c:pt>
                <c:pt idx="102">
                  <c:v>246</c:v>
                </c:pt>
                <c:pt idx="103">
                  <c:v>200</c:v>
                </c:pt>
                <c:pt idx="104">
                  <c:v>191</c:v>
                </c:pt>
                <c:pt idx="105">
                  <c:v>189</c:v>
                </c:pt>
                <c:pt idx="106">
                  <c:v>162</c:v>
                </c:pt>
                <c:pt idx="107">
                  <c:v>139</c:v>
                </c:pt>
                <c:pt idx="108">
                  <c:v>71</c:v>
                </c:pt>
                <c:pt idx="109">
                  <c:v>96</c:v>
                </c:pt>
                <c:pt idx="110">
                  <c:v>256</c:v>
                </c:pt>
                <c:pt idx="111">
                  <c:v>446</c:v>
                </c:pt>
                <c:pt idx="112">
                  <c:v>728</c:v>
                </c:pt>
                <c:pt idx="113">
                  <c:v>44</c:v>
                </c:pt>
                <c:pt idx="114">
                  <c:v>388</c:v>
                </c:pt>
                <c:pt idx="115">
                  <c:v>173</c:v>
                </c:pt>
                <c:pt idx="116">
                  <c:v>369</c:v>
                </c:pt>
                <c:pt idx="117">
                  <c:v>421</c:v>
                </c:pt>
                <c:pt idx="118">
                  <c:v>117</c:v>
                </c:pt>
                <c:pt idx="119">
                  <c:v>189</c:v>
                </c:pt>
                <c:pt idx="120">
                  <c:v>240</c:v>
                </c:pt>
                <c:pt idx="121">
                  <c:v>111</c:v>
                </c:pt>
                <c:pt idx="122">
                  <c:v>151</c:v>
                </c:pt>
                <c:pt idx="123">
                  <c:v>108</c:v>
                </c:pt>
                <c:pt idx="124">
                  <c:v>187</c:v>
                </c:pt>
                <c:pt idx="125">
                  <c:v>207</c:v>
                </c:pt>
                <c:pt idx="126">
                  <c:v>161</c:v>
                </c:pt>
                <c:pt idx="127">
                  <c:v>135</c:v>
                </c:pt>
                <c:pt idx="128">
                  <c:v>91</c:v>
                </c:pt>
                <c:pt idx="129">
                  <c:v>174</c:v>
                </c:pt>
                <c:pt idx="130">
                  <c:v>58</c:v>
                </c:pt>
                <c:pt idx="131">
                  <c:v>184</c:v>
                </c:pt>
                <c:pt idx="132">
                  <c:v>84</c:v>
                </c:pt>
                <c:pt idx="133">
                  <c:v>46</c:v>
                </c:pt>
                <c:pt idx="134">
                  <c:v>48</c:v>
                </c:pt>
                <c:pt idx="135">
                  <c:v>26</c:v>
                </c:pt>
                <c:pt idx="136">
                  <c:v>30</c:v>
                </c:pt>
                <c:pt idx="137">
                  <c:v>359</c:v>
                </c:pt>
                <c:pt idx="138">
                  <c:v>42</c:v>
                </c:pt>
                <c:pt idx="139">
                  <c:v>143</c:v>
                </c:pt>
                <c:pt idx="140">
                  <c:v>219</c:v>
                </c:pt>
                <c:pt idx="141">
                  <c:v>130</c:v>
                </c:pt>
                <c:pt idx="142">
                  <c:v>199</c:v>
                </c:pt>
                <c:pt idx="143">
                  <c:v>266</c:v>
                </c:pt>
                <c:pt idx="144">
                  <c:v>516</c:v>
                </c:pt>
                <c:pt idx="145">
                  <c:v>234</c:v>
                </c:pt>
                <c:pt idx="146">
                  <c:v>288</c:v>
                </c:pt>
                <c:pt idx="147">
                  <c:v>219</c:v>
                </c:pt>
                <c:pt idx="148">
                  <c:v>221</c:v>
                </c:pt>
                <c:pt idx="149">
                  <c:v>153</c:v>
                </c:pt>
                <c:pt idx="150">
                  <c:v>161</c:v>
                </c:pt>
                <c:pt idx="151">
                  <c:v>290</c:v>
                </c:pt>
                <c:pt idx="152">
                  <c:v>183</c:v>
                </c:pt>
                <c:pt idx="153">
                  <c:v>164</c:v>
                </c:pt>
                <c:pt idx="154">
                  <c:v>124</c:v>
                </c:pt>
                <c:pt idx="155">
                  <c:v>228</c:v>
                </c:pt>
                <c:pt idx="156">
                  <c:v>117</c:v>
                </c:pt>
                <c:pt idx="157">
                  <c:v>28</c:v>
                </c:pt>
                <c:pt idx="158">
                  <c:v>318</c:v>
                </c:pt>
                <c:pt idx="159">
                  <c:v>66</c:v>
                </c:pt>
                <c:pt idx="160">
                  <c:v>171</c:v>
                </c:pt>
                <c:pt idx="161">
                  <c:v>231</c:v>
                </c:pt>
                <c:pt idx="162">
                  <c:v>230</c:v>
                </c:pt>
                <c:pt idx="163">
                  <c:v>198</c:v>
                </c:pt>
                <c:pt idx="164">
                  <c:v>357</c:v>
                </c:pt>
                <c:pt idx="165">
                  <c:v>204</c:v>
                </c:pt>
                <c:pt idx="166">
                  <c:v>131</c:v>
                </c:pt>
                <c:pt idx="167">
                  <c:v>109</c:v>
                </c:pt>
                <c:pt idx="168">
                  <c:v>132</c:v>
                </c:pt>
                <c:pt idx="169">
                  <c:v>108</c:v>
                </c:pt>
                <c:pt idx="170">
                  <c:v>59</c:v>
                </c:pt>
                <c:pt idx="171">
                  <c:v>153</c:v>
                </c:pt>
                <c:pt idx="172">
                  <c:v>135</c:v>
                </c:pt>
                <c:pt idx="173">
                  <c:v>365</c:v>
                </c:pt>
                <c:pt idx="174">
                  <c:v>350</c:v>
                </c:pt>
                <c:pt idx="175">
                  <c:v>223</c:v>
                </c:pt>
                <c:pt idx="176">
                  <c:v>256</c:v>
                </c:pt>
                <c:pt idx="177">
                  <c:v>214</c:v>
                </c:pt>
                <c:pt idx="178">
                  <c:v>200</c:v>
                </c:pt>
                <c:pt idx="179">
                  <c:v>435</c:v>
                </c:pt>
                <c:pt idx="180">
                  <c:v>170</c:v>
                </c:pt>
                <c:pt idx="181">
                  <c:v>195</c:v>
                </c:pt>
                <c:pt idx="182">
                  <c:v>144</c:v>
                </c:pt>
                <c:pt idx="183">
                  <c:v>83</c:v>
                </c:pt>
                <c:pt idx="184">
                  <c:v>232</c:v>
                </c:pt>
                <c:pt idx="185">
                  <c:v>123</c:v>
                </c:pt>
                <c:pt idx="186">
                  <c:v>123</c:v>
                </c:pt>
                <c:pt idx="187">
                  <c:v>99</c:v>
                </c:pt>
                <c:pt idx="188">
                  <c:v>51</c:v>
                </c:pt>
                <c:pt idx="189">
                  <c:v>231</c:v>
                </c:pt>
                <c:pt idx="190">
                  <c:v>210</c:v>
                </c:pt>
                <c:pt idx="191">
                  <c:v>269</c:v>
                </c:pt>
                <c:pt idx="192">
                  <c:v>169</c:v>
                </c:pt>
                <c:pt idx="193">
                  <c:v>105</c:v>
                </c:pt>
                <c:pt idx="194">
                  <c:v>136</c:v>
                </c:pt>
                <c:pt idx="195">
                  <c:v>60</c:v>
                </c:pt>
                <c:pt idx="196">
                  <c:v>284</c:v>
                </c:pt>
                <c:pt idx="197">
                  <c:v>157</c:v>
                </c:pt>
                <c:pt idx="198">
                  <c:v>128</c:v>
                </c:pt>
                <c:pt idx="199">
                  <c:v>189</c:v>
                </c:pt>
                <c:pt idx="200">
                  <c:v>78</c:v>
                </c:pt>
                <c:pt idx="201">
                  <c:v>183</c:v>
                </c:pt>
                <c:pt idx="202">
                  <c:v>104</c:v>
                </c:pt>
                <c:pt idx="203">
                  <c:v>107</c:v>
                </c:pt>
                <c:pt idx="204">
                  <c:v>60</c:v>
                </c:pt>
                <c:pt idx="205">
                  <c:v>406</c:v>
                </c:pt>
                <c:pt idx="206">
                  <c:v>117</c:v>
                </c:pt>
                <c:pt idx="207">
                  <c:v>645</c:v>
                </c:pt>
                <c:pt idx="208">
                  <c:v>120</c:v>
                </c:pt>
                <c:pt idx="209">
                  <c:v>84</c:v>
                </c:pt>
                <c:pt idx="210">
                  <c:v>70</c:v>
                </c:pt>
                <c:pt idx="211">
                  <c:v>153</c:v>
                </c:pt>
                <c:pt idx="212">
                  <c:v>112</c:v>
                </c:pt>
                <c:pt idx="213">
                  <c:v>66</c:v>
                </c:pt>
                <c:pt idx="214">
                  <c:v>25</c:v>
                </c:pt>
                <c:pt idx="215">
                  <c:v>25</c:v>
                </c:pt>
                <c:pt idx="216">
                  <c:v>134</c:v>
                </c:pt>
                <c:pt idx="217">
                  <c:v>106</c:v>
                </c:pt>
                <c:pt idx="218">
                  <c:v>167</c:v>
                </c:pt>
                <c:pt idx="219">
                  <c:v>144</c:v>
                </c:pt>
                <c:pt idx="220">
                  <c:v>59</c:v>
                </c:pt>
                <c:pt idx="221">
                  <c:v>144</c:v>
                </c:pt>
                <c:pt idx="222">
                  <c:v>82</c:v>
                </c:pt>
                <c:pt idx="223">
                  <c:v>234</c:v>
                </c:pt>
                <c:pt idx="224">
                  <c:v>152</c:v>
                </c:pt>
                <c:pt idx="225">
                  <c:v>169</c:v>
                </c:pt>
                <c:pt idx="226">
                  <c:v>192</c:v>
                </c:pt>
                <c:pt idx="227">
                  <c:v>24</c:v>
                </c:pt>
                <c:pt idx="228">
                  <c:v>247</c:v>
                </c:pt>
                <c:pt idx="229">
                  <c:v>164</c:v>
                </c:pt>
                <c:pt idx="230">
                  <c:v>131</c:v>
                </c:pt>
                <c:pt idx="231">
                  <c:v>160</c:v>
                </c:pt>
                <c:pt idx="232">
                  <c:v>154</c:v>
                </c:pt>
                <c:pt idx="233">
                  <c:v>256</c:v>
                </c:pt>
                <c:pt idx="234">
                  <c:v>45</c:v>
                </c:pt>
                <c:pt idx="235">
                  <c:v>25</c:v>
                </c:pt>
                <c:pt idx="236">
                  <c:v>55</c:v>
                </c:pt>
                <c:pt idx="237">
                  <c:v>25</c:v>
                </c:pt>
                <c:pt idx="238">
                  <c:v>26</c:v>
                </c:pt>
                <c:pt idx="239">
                  <c:v>133</c:v>
                </c:pt>
                <c:pt idx="240">
                  <c:v>249</c:v>
                </c:pt>
                <c:pt idx="241">
                  <c:v>158</c:v>
                </c:pt>
                <c:pt idx="242">
                  <c:v>245</c:v>
                </c:pt>
                <c:pt idx="243">
                  <c:v>316</c:v>
                </c:pt>
                <c:pt idx="244">
                  <c:v>171</c:v>
                </c:pt>
                <c:pt idx="245">
                  <c:v>116</c:v>
                </c:pt>
                <c:pt idx="246">
                  <c:v>191</c:v>
                </c:pt>
                <c:pt idx="247">
                  <c:v>154</c:v>
                </c:pt>
                <c:pt idx="248">
                  <c:v>127</c:v>
                </c:pt>
                <c:pt idx="249">
                  <c:v>94</c:v>
                </c:pt>
                <c:pt idx="250">
                  <c:v>191</c:v>
                </c:pt>
                <c:pt idx="251">
                  <c:v>63</c:v>
                </c:pt>
                <c:pt idx="252">
                  <c:v>26</c:v>
                </c:pt>
                <c:pt idx="253">
                  <c:v>43</c:v>
                </c:pt>
                <c:pt idx="254">
                  <c:v>26</c:v>
                </c:pt>
                <c:pt idx="255">
                  <c:v>163</c:v>
                </c:pt>
                <c:pt idx="256">
                  <c:v>42</c:v>
                </c:pt>
                <c:pt idx="257">
                  <c:v>151</c:v>
                </c:pt>
                <c:pt idx="258">
                  <c:v>199</c:v>
                </c:pt>
                <c:pt idx="259">
                  <c:v>115</c:v>
                </c:pt>
                <c:pt idx="260">
                  <c:v>159</c:v>
                </c:pt>
                <c:pt idx="261">
                  <c:v>153</c:v>
                </c:pt>
                <c:pt idx="262">
                  <c:v>128</c:v>
                </c:pt>
                <c:pt idx="263">
                  <c:v>105</c:v>
                </c:pt>
                <c:pt idx="264">
                  <c:v>171</c:v>
                </c:pt>
                <c:pt idx="265">
                  <c:v>142</c:v>
                </c:pt>
                <c:pt idx="266">
                  <c:v>139</c:v>
                </c:pt>
                <c:pt idx="267">
                  <c:v>154</c:v>
                </c:pt>
                <c:pt idx="268">
                  <c:v>217</c:v>
                </c:pt>
                <c:pt idx="269">
                  <c:v>26</c:v>
                </c:pt>
                <c:pt idx="270">
                  <c:v>28</c:v>
                </c:pt>
                <c:pt idx="271">
                  <c:v>23</c:v>
                </c:pt>
                <c:pt idx="272">
                  <c:v>42</c:v>
                </c:pt>
                <c:pt idx="273">
                  <c:v>34</c:v>
                </c:pt>
                <c:pt idx="274">
                  <c:v>144</c:v>
                </c:pt>
                <c:pt idx="275">
                  <c:v>146</c:v>
                </c:pt>
                <c:pt idx="276">
                  <c:v>186</c:v>
                </c:pt>
                <c:pt idx="277">
                  <c:v>175</c:v>
                </c:pt>
                <c:pt idx="278">
                  <c:v>149</c:v>
                </c:pt>
                <c:pt idx="279">
                  <c:v>164</c:v>
                </c:pt>
                <c:pt idx="280">
                  <c:v>115</c:v>
                </c:pt>
                <c:pt idx="281">
                  <c:v>60</c:v>
                </c:pt>
                <c:pt idx="282">
                  <c:v>175</c:v>
                </c:pt>
                <c:pt idx="283">
                  <c:v>194</c:v>
                </c:pt>
                <c:pt idx="284">
                  <c:v>135</c:v>
                </c:pt>
                <c:pt idx="285">
                  <c:v>70</c:v>
                </c:pt>
                <c:pt idx="286">
                  <c:v>132</c:v>
                </c:pt>
                <c:pt idx="287">
                  <c:v>65</c:v>
                </c:pt>
                <c:pt idx="288">
                  <c:v>49</c:v>
                </c:pt>
                <c:pt idx="289">
                  <c:v>107</c:v>
                </c:pt>
                <c:pt idx="290">
                  <c:v>28</c:v>
                </c:pt>
                <c:pt idx="291">
                  <c:v>38</c:v>
                </c:pt>
                <c:pt idx="292">
                  <c:v>125</c:v>
                </c:pt>
                <c:pt idx="293">
                  <c:v>269</c:v>
                </c:pt>
                <c:pt idx="294">
                  <c:v>243</c:v>
                </c:pt>
                <c:pt idx="295">
                  <c:v>148</c:v>
                </c:pt>
                <c:pt idx="296">
                  <c:v>153</c:v>
                </c:pt>
                <c:pt idx="297">
                  <c:v>149</c:v>
                </c:pt>
                <c:pt idx="298">
                  <c:v>215</c:v>
                </c:pt>
                <c:pt idx="299">
                  <c:v>193</c:v>
                </c:pt>
                <c:pt idx="300">
                  <c:v>156</c:v>
                </c:pt>
                <c:pt idx="301">
                  <c:v>170</c:v>
                </c:pt>
                <c:pt idx="302">
                  <c:v>212</c:v>
                </c:pt>
                <c:pt idx="303">
                  <c:v>26</c:v>
                </c:pt>
                <c:pt idx="304">
                  <c:v>25</c:v>
                </c:pt>
                <c:pt idx="305">
                  <c:v>25</c:v>
                </c:pt>
                <c:pt idx="306">
                  <c:v>29</c:v>
                </c:pt>
                <c:pt idx="307">
                  <c:v>26</c:v>
                </c:pt>
                <c:pt idx="308">
                  <c:v>155</c:v>
                </c:pt>
                <c:pt idx="309">
                  <c:v>144</c:v>
                </c:pt>
                <c:pt idx="310">
                  <c:v>183</c:v>
                </c:pt>
                <c:pt idx="311">
                  <c:v>143</c:v>
                </c:pt>
                <c:pt idx="312">
                  <c:v>269</c:v>
                </c:pt>
                <c:pt idx="313">
                  <c:v>183</c:v>
                </c:pt>
                <c:pt idx="314">
                  <c:v>154</c:v>
                </c:pt>
                <c:pt idx="315">
                  <c:v>162</c:v>
                </c:pt>
                <c:pt idx="316">
                  <c:v>175</c:v>
                </c:pt>
                <c:pt idx="317">
                  <c:v>201</c:v>
                </c:pt>
                <c:pt idx="318">
                  <c:v>32</c:v>
                </c:pt>
                <c:pt idx="319">
                  <c:v>26</c:v>
                </c:pt>
                <c:pt idx="320">
                  <c:v>26</c:v>
                </c:pt>
                <c:pt idx="321">
                  <c:v>25</c:v>
                </c:pt>
                <c:pt idx="322">
                  <c:v>46</c:v>
                </c:pt>
                <c:pt idx="323">
                  <c:v>166</c:v>
                </c:pt>
                <c:pt idx="324">
                  <c:v>260</c:v>
                </c:pt>
                <c:pt idx="325">
                  <c:v>141</c:v>
                </c:pt>
                <c:pt idx="326">
                  <c:v>212</c:v>
                </c:pt>
                <c:pt idx="327">
                  <c:v>191</c:v>
                </c:pt>
                <c:pt idx="328">
                  <c:v>130</c:v>
                </c:pt>
                <c:pt idx="329">
                  <c:v>141</c:v>
                </c:pt>
                <c:pt idx="330">
                  <c:v>187</c:v>
                </c:pt>
                <c:pt idx="331">
                  <c:v>165</c:v>
                </c:pt>
                <c:pt idx="332">
                  <c:v>165</c:v>
                </c:pt>
                <c:pt idx="333">
                  <c:v>124</c:v>
                </c:pt>
                <c:pt idx="334">
                  <c:v>344</c:v>
                </c:pt>
                <c:pt idx="335">
                  <c:v>248</c:v>
                </c:pt>
                <c:pt idx="336">
                  <c:v>75</c:v>
                </c:pt>
                <c:pt idx="337">
                  <c:v>108</c:v>
                </c:pt>
                <c:pt idx="338">
                  <c:v>49</c:v>
                </c:pt>
                <c:pt idx="339">
                  <c:v>59</c:v>
                </c:pt>
                <c:pt idx="340">
                  <c:v>75</c:v>
                </c:pt>
                <c:pt idx="341">
                  <c:v>29</c:v>
                </c:pt>
                <c:pt idx="342">
                  <c:v>359</c:v>
                </c:pt>
                <c:pt idx="343">
                  <c:v>119</c:v>
                </c:pt>
                <c:pt idx="344">
                  <c:v>148</c:v>
                </c:pt>
                <c:pt idx="345">
                  <c:v>170</c:v>
                </c:pt>
                <c:pt idx="346">
                  <c:v>184</c:v>
                </c:pt>
                <c:pt idx="347">
                  <c:v>216</c:v>
                </c:pt>
                <c:pt idx="348">
                  <c:v>145</c:v>
                </c:pt>
                <c:pt idx="349">
                  <c:v>144</c:v>
                </c:pt>
                <c:pt idx="350">
                  <c:v>154</c:v>
                </c:pt>
                <c:pt idx="351">
                  <c:v>205</c:v>
                </c:pt>
                <c:pt idx="352">
                  <c:v>142</c:v>
                </c:pt>
                <c:pt idx="353">
                  <c:v>179</c:v>
                </c:pt>
                <c:pt idx="354">
                  <c:v>288</c:v>
                </c:pt>
                <c:pt idx="355">
                  <c:v>263</c:v>
                </c:pt>
                <c:pt idx="356">
                  <c:v>74</c:v>
                </c:pt>
                <c:pt idx="357">
                  <c:v>39</c:v>
                </c:pt>
                <c:pt idx="358">
                  <c:v>171</c:v>
                </c:pt>
                <c:pt idx="359">
                  <c:v>131</c:v>
                </c:pt>
                <c:pt idx="360">
                  <c:v>168</c:v>
                </c:pt>
                <c:pt idx="361">
                  <c:v>182</c:v>
                </c:pt>
                <c:pt idx="362">
                  <c:v>144</c:v>
                </c:pt>
                <c:pt idx="363">
                  <c:v>131</c:v>
                </c:pt>
                <c:pt idx="364">
                  <c:v>145</c:v>
                </c:pt>
                <c:pt idx="365">
                  <c:v>26</c:v>
                </c:pt>
                <c:pt idx="366">
                  <c:v>25</c:v>
                </c:pt>
                <c:pt idx="367">
                  <c:v>29</c:v>
                </c:pt>
                <c:pt idx="368">
                  <c:v>85</c:v>
                </c:pt>
                <c:pt idx="369">
                  <c:v>286</c:v>
                </c:pt>
                <c:pt idx="370">
                  <c:v>162</c:v>
                </c:pt>
                <c:pt idx="371">
                  <c:v>172</c:v>
                </c:pt>
                <c:pt idx="372">
                  <c:v>170</c:v>
                </c:pt>
                <c:pt idx="373">
                  <c:v>117</c:v>
                </c:pt>
                <c:pt idx="374">
                  <c:v>156</c:v>
                </c:pt>
                <c:pt idx="375">
                  <c:v>166</c:v>
                </c:pt>
                <c:pt idx="376">
                  <c:v>275</c:v>
                </c:pt>
                <c:pt idx="377">
                  <c:v>100</c:v>
                </c:pt>
                <c:pt idx="378">
                  <c:v>29</c:v>
                </c:pt>
                <c:pt idx="379">
                  <c:v>26</c:v>
                </c:pt>
                <c:pt idx="380">
                  <c:v>124</c:v>
                </c:pt>
                <c:pt idx="381">
                  <c:v>85</c:v>
                </c:pt>
                <c:pt idx="382">
                  <c:v>206</c:v>
                </c:pt>
                <c:pt idx="383">
                  <c:v>209</c:v>
                </c:pt>
                <c:pt idx="384">
                  <c:v>177</c:v>
                </c:pt>
                <c:pt idx="385">
                  <c:v>162</c:v>
                </c:pt>
                <c:pt idx="386">
                  <c:v>247</c:v>
                </c:pt>
                <c:pt idx="387">
                  <c:v>216</c:v>
                </c:pt>
                <c:pt idx="388">
                  <c:v>173</c:v>
                </c:pt>
                <c:pt idx="389">
                  <c:v>130</c:v>
                </c:pt>
                <c:pt idx="390">
                  <c:v>290</c:v>
                </c:pt>
                <c:pt idx="391">
                  <c:v>70</c:v>
                </c:pt>
                <c:pt idx="392">
                  <c:v>205</c:v>
                </c:pt>
                <c:pt idx="393">
                  <c:v>238</c:v>
                </c:pt>
                <c:pt idx="394">
                  <c:v>26</c:v>
                </c:pt>
                <c:pt idx="395">
                  <c:v>27</c:v>
                </c:pt>
                <c:pt idx="396">
                  <c:v>607</c:v>
                </c:pt>
                <c:pt idx="397">
                  <c:v>559</c:v>
                </c:pt>
                <c:pt idx="398">
                  <c:v>116</c:v>
                </c:pt>
                <c:pt idx="399">
                  <c:v>431</c:v>
                </c:pt>
                <c:pt idx="400">
                  <c:v>195</c:v>
                </c:pt>
                <c:pt idx="401">
                  <c:v>203</c:v>
                </c:pt>
                <c:pt idx="402">
                  <c:v>130</c:v>
                </c:pt>
                <c:pt idx="403">
                  <c:v>134</c:v>
                </c:pt>
                <c:pt idx="404">
                  <c:v>230</c:v>
                </c:pt>
                <c:pt idx="405">
                  <c:v>282</c:v>
                </c:pt>
                <c:pt idx="406">
                  <c:v>198</c:v>
                </c:pt>
                <c:pt idx="407">
                  <c:v>89</c:v>
                </c:pt>
                <c:pt idx="408">
                  <c:v>158</c:v>
                </c:pt>
                <c:pt idx="409">
                  <c:v>257</c:v>
                </c:pt>
                <c:pt idx="410">
                  <c:v>203</c:v>
                </c:pt>
                <c:pt idx="411">
                  <c:v>262</c:v>
                </c:pt>
                <c:pt idx="412">
                  <c:v>36</c:v>
                </c:pt>
                <c:pt idx="413">
                  <c:v>58</c:v>
                </c:pt>
                <c:pt idx="414">
                  <c:v>310</c:v>
                </c:pt>
                <c:pt idx="415">
                  <c:v>24</c:v>
                </c:pt>
                <c:pt idx="416">
                  <c:v>454</c:v>
                </c:pt>
                <c:pt idx="417">
                  <c:v>220</c:v>
                </c:pt>
                <c:pt idx="418">
                  <c:v>179</c:v>
                </c:pt>
                <c:pt idx="419">
                  <c:v>214</c:v>
                </c:pt>
                <c:pt idx="420">
                  <c:v>265</c:v>
                </c:pt>
                <c:pt idx="421">
                  <c:v>77</c:v>
                </c:pt>
                <c:pt idx="422">
                  <c:v>121</c:v>
                </c:pt>
                <c:pt idx="423">
                  <c:v>95</c:v>
                </c:pt>
                <c:pt idx="424">
                  <c:v>216</c:v>
                </c:pt>
                <c:pt idx="425">
                  <c:v>71</c:v>
                </c:pt>
                <c:pt idx="426">
                  <c:v>94</c:v>
                </c:pt>
                <c:pt idx="427">
                  <c:v>67</c:v>
                </c:pt>
                <c:pt idx="428">
                  <c:v>196</c:v>
                </c:pt>
                <c:pt idx="429">
                  <c:v>34</c:v>
                </c:pt>
                <c:pt idx="430">
                  <c:v>62</c:v>
                </c:pt>
                <c:pt idx="431">
                  <c:v>337</c:v>
                </c:pt>
                <c:pt idx="432">
                  <c:v>78</c:v>
                </c:pt>
                <c:pt idx="433">
                  <c:v>386</c:v>
                </c:pt>
                <c:pt idx="434">
                  <c:v>219</c:v>
                </c:pt>
                <c:pt idx="435">
                  <c:v>146</c:v>
                </c:pt>
                <c:pt idx="436">
                  <c:v>229</c:v>
                </c:pt>
                <c:pt idx="437">
                  <c:v>153</c:v>
                </c:pt>
                <c:pt idx="438">
                  <c:v>275</c:v>
                </c:pt>
                <c:pt idx="439">
                  <c:v>71</c:v>
                </c:pt>
                <c:pt idx="440">
                  <c:v>322</c:v>
                </c:pt>
                <c:pt idx="441">
                  <c:v>201</c:v>
                </c:pt>
                <c:pt idx="442">
                  <c:v>182</c:v>
                </c:pt>
                <c:pt idx="443">
                  <c:v>106</c:v>
                </c:pt>
                <c:pt idx="444">
                  <c:v>282</c:v>
                </c:pt>
                <c:pt idx="445">
                  <c:v>106</c:v>
                </c:pt>
                <c:pt idx="446">
                  <c:v>211</c:v>
                </c:pt>
                <c:pt idx="447">
                  <c:v>254</c:v>
                </c:pt>
                <c:pt idx="448">
                  <c:v>45</c:v>
                </c:pt>
                <c:pt idx="449">
                  <c:v>412</c:v>
                </c:pt>
                <c:pt idx="450">
                  <c:v>118</c:v>
                </c:pt>
                <c:pt idx="451">
                  <c:v>254</c:v>
                </c:pt>
                <c:pt idx="452">
                  <c:v>42</c:v>
                </c:pt>
                <c:pt idx="453">
                  <c:v>147</c:v>
                </c:pt>
                <c:pt idx="454">
                  <c:v>71</c:v>
                </c:pt>
                <c:pt idx="455">
                  <c:v>93</c:v>
                </c:pt>
                <c:pt idx="456">
                  <c:v>163</c:v>
                </c:pt>
                <c:pt idx="457">
                  <c:v>119</c:v>
                </c:pt>
                <c:pt idx="458">
                  <c:v>165</c:v>
                </c:pt>
                <c:pt idx="459">
                  <c:v>163</c:v>
                </c:pt>
                <c:pt idx="460">
                  <c:v>144</c:v>
                </c:pt>
                <c:pt idx="461">
                  <c:v>140</c:v>
                </c:pt>
                <c:pt idx="462">
                  <c:v>151</c:v>
                </c:pt>
                <c:pt idx="463">
                  <c:v>69</c:v>
                </c:pt>
                <c:pt idx="464">
                  <c:v>145</c:v>
                </c:pt>
                <c:pt idx="465">
                  <c:v>26</c:v>
                </c:pt>
                <c:pt idx="466">
                  <c:v>255</c:v>
                </c:pt>
                <c:pt idx="467">
                  <c:v>719</c:v>
                </c:pt>
                <c:pt idx="468">
                  <c:v>25</c:v>
                </c:pt>
                <c:pt idx="469">
                  <c:v>45</c:v>
                </c:pt>
                <c:pt idx="470">
                  <c:v>194</c:v>
                </c:pt>
                <c:pt idx="471">
                  <c:v>276</c:v>
                </c:pt>
                <c:pt idx="472">
                  <c:v>146</c:v>
                </c:pt>
                <c:pt idx="473">
                  <c:v>216</c:v>
                </c:pt>
                <c:pt idx="474">
                  <c:v>138</c:v>
                </c:pt>
                <c:pt idx="475">
                  <c:v>72</c:v>
                </c:pt>
                <c:pt idx="476">
                  <c:v>166</c:v>
                </c:pt>
                <c:pt idx="477">
                  <c:v>128</c:v>
                </c:pt>
                <c:pt idx="478">
                  <c:v>229</c:v>
                </c:pt>
                <c:pt idx="479">
                  <c:v>107</c:v>
                </c:pt>
                <c:pt idx="480">
                  <c:v>96</c:v>
                </c:pt>
                <c:pt idx="481">
                  <c:v>211</c:v>
                </c:pt>
                <c:pt idx="482">
                  <c:v>72</c:v>
                </c:pt>
                <c:pt idx="483">
                  <c:v>206</c:v>
                </c:pt>
                <c:pt idx="484">
                  <c:v>25</c:v>
                </c:pt>
                <c:pt idx="485">
                  <c:v>680</c:v>
                </c:pt>
                <c:pt idx="486">
                  <c:v>181</c:v>
                </c:pt>
                <c:pt idx="487">
                  <c:v>604</c:v>
                </c:pt>
                <c:pt idx="488">
                  <c:v>291</c:v>
                </c:pt>
                <c:pt idx="489">
                  <c:v>72</c:v>
                </c:pt>
                <c:pt idx="490">
                  <c:v>140</c:v>
                </c:pt>
                <c:pt idx="491">
                  <c:v>161</c:v>
                </c:pt>
                <c:pt idx="492">
                  <c:v>65</c:v>
                </c:pt>
                <c:pt idx="493">
                  <c:v>290</c:v>
                </c:pt>
                <c:pt idx="494">
                  <c:v>248</c:v>
                </c:pt>
                <c:pt idx="495">
                  <c:v>270</c:v>
                </c:pt>
                <c:pt idx="496">
                  <c:v>246</c:v>
                </c:pt>
                <c:pt idx="497">
                  <c:v>260</c:v>
                </c:pt>
                <c:pt idx="498">
                  <c:v>245</c:v>
                </c:pt>
                <c:pt idx="499">
                  <c:v>308</c:v>
                </c:pt>
                <c:pt idx="500">
                  <c:v>212</c:v>
                </c:pt>
                <c:pt idx="501">
                  <c:v>335</c:v>
                </c:pt>
                <c:pt idx="502">
                  <c:v>184</c:v>
                </c:pt>
                <c:pt idx="503">
                  <c:v>374</c:v>
                </c:pt>
                <c:pt idx="504">
                  <c:v>352</c:v>
                </c:pt>
                <c:pt idx="505">
                  <c:v>24</c:v>
                </c:pt>
                <c:pt idx="506">
                  <c:v>414</c:v>
                </c:pt>
                <c:pt idx="507">
                  <c:v>85</c:v>
                </c:pt>
                <c:pt idx="508">
                  <c:v>551</c:v>
                </c:pt>
                <c:pt idx="509">
                  <c:v>511</c:v>
                </c:pt>
                <c:pt idx="510">
                  <c:v>212</c:v>
                </c:pt>
                <c:pt idx="511">
                  <c:v>231</c:v>
                </c:pt>
                <c:pt idx="512">
                  <c:v>239</c:v>
                </c:pt>
                <c:pt idx="513">
                  <c:v>200</c:v>
                </c:pt>
                <c:pt idx="514">
                  <c:v>140</c:v>
                </c:pt>
                <c:pt idx="515">
                  <c:v>194</c:v>
                </c:pt>
                <c:pt idx="516">
                  <c:v>132</c:v>
                </c:pt>
                <c:pt idx="517">
                  <c:v>417</c:v>
                </c:pt>
                <c:pt idx="518">
                  <c:v>205</c:v>
                </c:pt>
                <c:pt idx="519">
                  <c:v>101</c:v>
                </c:pt>
                <c:pt idx="520">
                  <c:v>44</c:v>
                </c:pt>
                <c:pt idx="521">
                  <c:v>730</c:v>
                </c:pt>
                <c:pt idx="522">
                  <c:v>243</c:v>
                </c:pt>
                <c:pt idx="523">
                  <c:v>76</c:v>
                </c:pt>
                <c:pt idx="524">
                  <c:v>25</c:v>
                </c:pt>
                <c:pt idx="525">
                  <c:v>294</c:v>
                </c:pt>
                <c:pt idx="526">
                  <c:v>266</c:v>
                </c:pt>
                <c:pt idx="527">
                  <c:v>204</c:v>
                </c:pt>
                <c:pt idx="528">
                  <c:v>244</c:v>
                </c:pt>
                <c:pt idx="529">
                  <c:v>163</c:v>
                </c:pt>
                <c:pt idx="530">
                  <c:v>180</c:v>
                </c:pt>
                <c:pt idx="531">
                  <c:v>123</c:v>
                </c:pt>
                <c:pt idx="532">
                  <c:v>170</c:v>
                </c:pt>
                <c:pt idx="533">
                  <c:v>306</c:v>
                </c:pt>
                <c:pt idx="534">
                  <c:v>128</c:v>
                </c:pt>
                <c:pt idx="535">
                  <c:v>181</c:v>
                </c:pt>
                <c:pt idx="536">
                  <c:v>127</c:v>
                </c:pt>
                <c:pt idx="537">
                  <c:v>193</c:v>
                </c:pt>
                <c:pt idx="538">
                  <c:v>46</c:v>
                </c:pt>
                <c:pt idx="539">
                  <c:v>157</c:v>
                </c:pt>
                <c:pt idx="540">
                  <c:v>264</c:v>
                </c:pt>
                <c:pt idx="541">
                  <c:v>103</c:v>
                </c:pt>
                <c:pt idx="542">
                  <c:v>134</c:v>
                </c:pt>
                <c:pt idx="543">
                  <c:v>283</c:v>
                </c:pt>
                <c:pt idx="544">
                  <c:v>397</c:v>
                </c:pt>
                <c:pt idx="545">
                  <c:v>108</c:v>
                </c:pt>
                <c:pt idx="546">
                  <c:v>179</c:v>
                </c:pt>
                <c:pt idx="547">
                  <c:v>121</c:v>
                </c:pt>
                <c:pt idx="548">
                  <c:v>497</c:v>
                </c:pt>
                <c:pt idx="549">
                  <c:v>182</c:v>
                </c:pt>
                <c:pt idx="550">
                  <c:v>167</c:v>
                </c:pt>
                <c:pt idx="551">
                  <c:v>70</c:v>
                </c:pt>
                <c:pt idx="552">
                  <c:v>123</c:v>
                </c:pt>
                <c:pt idx="553">
                  <c:v>112</c:v>
                </c:pt>
                <c:pt idx="554">
                  <c:v>202</c:v>
                </c:pt>
                <c:pt idx="555">
                  <c:v>36</c:v>
                </c:pt>
                <c:pt idx="556">
                  <c:v>77</c:v>
                </c:pt>
                <c:pt idx="557">
                  <c:v>36</c:v>
                </c:pt>
                <c:pt idx="558">
                  <c:v>103</c:v>
                </c:pt>
                <c:pt idx="559">
                  <c:v>247</c:v>
                </c:pt>
                <c:pt idx="560">
                  <c:v>176</c:v>
                </c:pt>
                <c:pt idx="561">
                  <c:v>109</c:v>
                </c:pt>
                <c:pt idx="562">
                  <c:v>134</c:v>
                </c:pt>
                <c:pt idx="563">
                  <c:v>159</c:v>
                </c:pt>
                <c:pt idx="564">
                  <c:v>127</c:v>
                </c:pt>
                <c:pt idx="565">
                  <c:v>58</c:v>
                </c:pt>
                <c:pt idx="566">
                  <c:v>160</c:v>
                </c:pt>
                <c:pt idx="567">
                  <c:v>150</c:v>
                </c:pt>
                <c:pt idx="568">
                  <c:v>257</c:v>
                </c:pt>
                <c:pt idx="569">
                  <c:v>157</c:v>
                </c:pt>
                <c:pt idx="570">
                  <c:v>36</c:v>
                </c:pt>
                <c:pt idx="571">
                  <c:v>26</c:v>
                </c:pt>
                <c:pt idx="572">
                  <c:v>25</c:v>
                </c:pt>
                <c:pt idx="573">
                  <c:v>28</c:v>
                </c:pt>
                <c:pt idx="574">
                  <c:v>25</c:v>
                </c:pt>
                <c:pt idx="575">
                  <c:v>412</c:v>
                </c:pt>
                <c:pt idx="576">
                  <c:v>131</c:v>
                </c:pt>
                <c:pt idx="577">
                  <c:v>133</c:v>
                </c:pt>
                <c:pt idx="578">
                  <c:v>239</c:v>
                </c:pt>
                <c:pt idx="579">
                  <c:v>173</c:v>
                </c:pt>
                <c:pt idx="580">
                  <c:v>152</c:v>
                </c:pt>
                <c:pt idx="581">
                  <c:v>170</c:v>
                </c:pt>
                <c:pt idx="582">
                  <c:v>112</c:v>
                </c:pt>
                <c:pt idx="583">
                  <c:v>170</c:v>
                </c:pt>
                <c:pt idx="584">
                  <c:v>94</c:v>
                </c:pt>
                <c:pt idx="585">
                  <c:v>296</c:v>
                </c:pt>
                <c:pt idx="586">
                  <c:v>221</c:v>
                </c:pt>
                <c:pt idx="587">
                  <c:v>46</c:v>
                </c:pt>
                <c:pt idx="588">
                  <c:v>51</c:v>
                </c:pt>
                <c:pt idx="589">
                  <c:v>26</c:v>
                </c:pt>
                <c:pt idx="590">
                  <c:v>25</c:v>
                </c:pt>
                <c:pt idx="591">
                  <c:v>25</c:v>
                </c:pt>
                <c:pt idx="592">
                  <c:v>34</c:v>
                </c:pt>
                <c:pt idx="593">
                  <c:v>157</c:v>
                </c:pt>
                <c:pt idx="594">
                  <c:v>133</c:v>
                </c:pt>
                <c:pt idx="595">
                  <c:v>154</c:v>
                </c:pt>
                <c:pt idx="596">
                  <c:v>142</c:v>
                </c:pt>
                <c:pt idx="597">
                  <c:v>172</c:v>
                </c:pt>
                <c:pt idx="598">
                  <c:v>105</c:v>
                </c:pt>
                <c:pt idx="599">
                  <c:v>127</c:v>
                </c:pt>
                <c:pt idx="600">
                  <c:v>129</c:v>
                </c:pt>
                <c:pt idx="601">
                  <c:v>163</c:v>
                </c:pt>
                <c:pt idx="602">
                  <c:v>113</c:v>
                </c:pt>
                <c:pt idx="603">
                  <c:v>211</c:v>
                </c:pt>
                <c:pt idx="604">
                  <c:v>191</c:v>
                </c:pt>
                <c:pt idx="605">
                  <c:v>74</c:v>
                </c:pt>
                <c:pt idx="606">
                  <c:v>267</c:v>
                </c:pt>
                <c:pt idx="607">
                  <c:v>61</c:v>
                </c:pt>
                <c:pt idx="608">
                  <c:v>47</c:v>
                </c:pt>
                <c:pt idx="609">
                  <c:v>30</c:v>
                </c:pt>
                <c:pt idx="610">
                  <c:v>122</c:v>
                </c:pt>
                <c:pt idx="611">
                  <c:v>42</c:v>
                </c:pt>
                <c:pt idx="612">
                  <c:v>133</c:v>
                </c:pt>
                <c:pt idx="613">
                  <c:v>176</c:v>
                </c:pt>
                <c:pt idx="614">
                  <c:v>281</c:v>
                </c:pt>
                <c:pt idx="615">
                  <c:v>212</c:v>
                </c:pt>
                <c:pt idx="616">
                  <c:v>186</c:v>
                </c:pt>
                <c:pt idx="617">
                  <c:v>155</c:v>
                </c:pt>
                <c:pt idx="618">
                  <c:v>150</c:v>
                </c:pt>
                <c:pt idx="619">
                  <c:v>107</c:v>
                </c:pt>
                <c:pt idx="620">
                  <c:v>212</c:v>
                </c:pt>
                <c:pt idx="621">
                  <c:v>86</c:v>
                </c:pt>
                <c:pt idx="622">
                  <c:v>191</c:v>
                </c:pt>
                <c:pt idx="623">
                  <c:v>71</c:v>
                </c:pt>
                <c:pt idx="624">
                  <c:v>26</c:v>
                </c:pt>
                <c:pt idx="625">
                  <c:v>46</c:v>
                </c:pt>
                <c:pt idx="626">
                  <c:v>498</c:v>
                </c:pt>
                <c:pt idx="627">
                  <c:v>25</c:v>
                </c:pt>
                <c:pt idx="628">
                  <c:v>72</c:v>
                </c:pt>
                <c:pt idx="629">
                  <c:v>246</c:v>
                </c:pt>
                <c:pt idx="630">
                  <c:v>166</c:v>
                </c:pt>
                <c:pt idx="631">
                  <c:v>213</c:v>
                </c:pt>
                <c:pt idx="632">
                  <c:v>153</c:v>
                </c:pt>
                <c:pt idx="633">
                  <c:v>156</c:v>
                </c:pt>
                <c:pt idx="634">
                  <c:v>120</c:v>
                </c:pt>
                <c:pt idx="635">
                  <c:v>210</c:v>
                </c:pt>
                <c:pt idx="636">
                  <c:v>136</c:v>
                </c:pt>
                <c:pt idx="637">
                  <c:v>233</c:v>
                </c:pt>
                <c:pt idx="638">
                  <c:v>215</c:v>
                </c:pt>
                <c:pt idx="639">
                  <c:v>35</c:v>
                </c:pt>
                <c:pt idx="640">
                  <c:v>67</c:v>
                </c:pt>
                <c:pt idx="641">
                  <c:v>25</c:v>
                </c:pt>
                <c:pt idx="642">
                  <c:v>24</c:v>
                </c:pt>
                <c:pt idx="643">
                  <c:v>51</c:v>
                </c:pt>
                <c:pt idx="644">
                  <c:v>48</c:v>
                </c:pt>
                <c:pt idx="645">
                  <c:v>26</c:v>
                </c:pt>
                <c:pt idx="646">
                  <c:v>137</c:v>
                </c:pt>
                <c:pt idx="647">
                  <c:v>155</c:v>
                </c:pt>
                <c:pt idx="648">
                  <c:v>256</c:v>
                </c:pt>
                <c:pt idx="649">
                  <c:v>191</c:v>
                </c:pt>
                <c:pt idx="650">
                  <c:v>207</c:v>
                </c:pt>
                <c:pt idx="651">
                  <c:v>119</c:v>
                </c:pt>
                <c:pt idx="652">
                  <c:v>153</c:v>
                </c:pt>
                <c:pt idx="653">
                  <c:v>169</c:v>
                </c:pt>
                <c:pt idx="654">
                  <c:v>184</c:v>
                </c:pt>
                <c:pt idx="655">
                  <c:v>162</c:v>
                </c:pt>
                <c:pt idx="656">
                  <c:v>26</c:v>
                </c:pt>
                <c:pt idx="657">
                  <c:v>25</c:v>
                </c:pt>
                <c:pt idx="658">
                  <c:v>25</c:v>
                </c:pt>
                <c:pt idx="659">
                  <c:v>77</c:v>
                </c:pt>
                <c:pt idx="660">
                  <c:v>25</c:v>
                </c:pt>
                <c:pt idx="661">
                  <c:v>293</c:v>
                </c:pt>
                <c:pt idx="662">
                  <c:v>296</c:v>
                </c:pt>
                <c:pt idx="663">
                  <c:v>228</c:v>
                </c:pt>
                <c:pt idx="664">
                  <c:v>219</c:v>
                </c:pt>
                <c:pt idx="665">
                  <c:v>176</c:v>
                </c:pt>
                <c:pt idx="666">
                  <c:v>181</c:v>
                </c:pt>
                <c:pt idx="667">
                  <c:v>193</c:v>
                </c:pt>
                <c:pt idx="668">
                  <c:v>216</c:v>
                </c:pt>
                <c:pt idx="669">
                  <c:v>159</c:v>
                </c:pt>
                <c:pt idx="670">
                  <c:v>207</c:v>
                </c:pt>
                <c:pt idx="671">
                  <c:v>492</c:v>
                </c:pt>
                <c:pt idx="672">
                  <c:v>501</c:v>
                </c:pt>
                <c:pt idx="673">
                  <c:v>59</c:v>
                </c:pt>
                <c:pt idx="674">
                  <c:v>26</c:v>
                </c:pt>
                <c:pt idx="675">
                  <c:v>80</c:v>
                </c:pt>
                <c:pt idx="676">
                  <c:v>105</c:v>
                </c:pt>
                <c:pt idx="677">
                  <c:v>179</c:v>
                </c:pt>
                <c:pt idx="678">
                  <c:v>123</c:v>
                </c:pt>
                <c:pt idx="679">
                  <c:v>190</c:v>
                </c:pt>
                <c:pt idx="680">
                  <c:v>204</c:v>
                </c:pt>
                <c:pt idx="681">
                  <c:v>123</c:v>
                </c:pt>
                <c:pt idx="682">
                  <c:v>77</c:v>
                </c:pt>
                <c:pt idx="683">
                  <c:v>240</c:v>
                </c:pt>
                <c:pt idx="684">
                  <c:v>222</c:v>
                </c:pt>
                <c:pt idx="685">
                  <c:v>121</c:v>
                </c:pt>
                <c:pt idx="686">
                  <c:v>81</c:v>
                </c:pt>
                <c:pt idx="687">
                  <c:v>145</c:v>
                </c:pt>
                <c:pt idx="688">
                  <c:v>207</c:v>
                </c:pt>
                <c:pt idx="689">
                  <c:v>147</c:v>
                </c:pt>
                <c:pt idx="690">
                  <c:v>195</c:v>
                </c:pt>
                <c:pt idx="691">
                  <c:v>71</c:v>
                </c:pt>
                <c:pt idx="692">
                  <c:v>85</c:v>
                </c:pt>
                <c:pt idx="693">
                  <c:v>143</c:v>
                </c:pt>
                <c:pt idx="694">
                  <c:v>420</c:v>
                </c:pt>
                <c:pt idx="695">
                  <c:v>264</c:v>
                </c:pt>
                <c:pt idx="696">
                  <c:v>143</c:v>
                </c:pt>
                <c:pt idx="697">
                  <c:v>151</c:v>
                </c:pt>
                <c:pt idx="698">
                  <c:v>181</c:v>
                </c:pt>
                <c:pt idx="699">
                  <c:v>157</c:v>
                </c:pt>
                <c:pt idx="700">
                  <c:v>196</c:v>
                </c:pt>
                <c:pt idx="701">
                  <c:v>182</c:v>
                </c:pt>
                <c:pt idx="702">
                  <c:v>166</c:v>
                </c:pt>
                <c:pt idx="703">
                  <c:v>136</c:v>
                </c:pt>
                <c:pt idx="704">
                  <c:v>165</c:v>
                </c:pt>
                <c:pt idx="705">
                  <c:v>106</c:v>
                </c:pt>
                <c:pt idx="706">
                  <c:v>86</c:v>
                </c:pt>
                <c:pt idx="707">
                  <c:v>133</c:v>
                </c:pt>
                <c:pt idx="708">
                  <c:v>68</c:v>
                </c:pt>
                <c:pt idx="709">
                  <c:v>318</c:v>
                </c:pt>
                <c:pt idx="710">
                  <c:v>86</c:v>
                </c:pt>
                <c:pt idx="711">
                  <c:v>51</c:v>
                </c:pt>
                <c:pt idx="712">
                  <c:v>25</c:v>
                </c:pt>
                <c:pt idx="713">
                  <c:v>318</c:v>
                </c:pt>
                <c:pt idx="714">
                  <c:v>115</c:v>
                </c:pt>
                <c:pt idx="715">
                  <c:v>138</c:v>
                </c:pt>
                <c:pt idx="716">
                  <c:v>277</c:v>
                </c:pt>
                <c:pt idx="717">
                  <c:v>225</c:v>
                </c:pt>
                <c:pt idx="718">
                  <c:v>160</c:v>
                </c:pt>
                <c:pt idx="719">
                  <c:v>146</c:v>
                </c:pt>
                <c:pt idx="720">
                  <c:v>138</c:v>
                </c:pt>
                <c:pt idx="721">
                  <c:v>34</c:v>
                </c:pt>
                <c:pt idx="722">
                  <c:v>87</c:v>
                </c:pt>
                <c:pt idx="723">
                  <c:v>96</c:v>
                </c:pt>
                <c:pt idx="724">
                  <c:v>191</c:v>
                </c:pt>
                <c:pt idx="725">
                  <c:v>395</c:v>
                </c:pt>
                <c:pt idx="726">
                  <c:v>222</c:v>
                </c:pt>
                <c:pt idx="727">
                  <c:v>176</c:v>
                </c:pt>
                <c:pt idx="728">
                  <c:v>25</c:v>
                </c:pt>
                <c:pt idx="729">
                  <c:v>81</c:v>
                </c:pt>
                <c:pt idx="730">
                  <c:v>26</c:v>
                </c:pt>
                <c:pt idx="731">
                  <c:v>40</c:v>
                </c:pt>
                <c:pt idx="732">
                  <c:v>154</c:v>
                </c:pt>
                <c:pt idx="733">
                  <c:v>180</c:v>
                </c:pt>
                <c:pt idx="734">
                  <c:v>166</c:v>
                </c:pt>
                <c:pt idx="735">
                  <c:v>182</c:v>
                </c:pt>
                <c:pt idx="736">
                  <c:v>125</c:v>
                </c:pt>
                <c:pt idx="737">
                  <c:v>189</c:v>
                </c:pt>
                <c:pt idx="738">
                  <c:v>26</c:v>
                </c:pt>
                <c:pt idx="739">
                  <c:v>154</c:v>
                </c:pt>
                <c:pt idx="740">
                  <c:v>253</c:v>
                </c:pt>
                <c:pt idx="741">
                  <c:v>107</c:v>
                </c:pt>
                <c:pt idx="742">
                  <c:v>176</c:v>
                </c:pt>
                <c:pt idx="743">
                  <c:v>83</c:v>
                </c:pt>
                <c:pt idx="744">
                  <c:v>76</c:v>
                </c:pt>
                <c:pt idx="745">
                  <c:v>76</c:v>
                </c:pt>
                <c:pt idx="746">
                  <c:v>701</c:v>
                </c:pt>
                <c:pt idx="747">
                  <c:v>247</c:v>
                </c:pt>
                <c:pt idx="748">
                  <c:v>97</c:v>
                </c:pt>
                <c:pt idx="749">
                  <c:v>391</c:v>
                </c:pt>
                <c:pt idx="750">
                  <c:v>215</c:v>
                </c:pt>
                <c:pt idx="751">
                  <c:v>28</c:v>
                </c:pt>
                <c:pt idx="752">
                  <c:v>282</c:v>
                </c:pt>
                <c:pt idx="753">
                  <c:v>181</c:v>
                </c:pt>
                <c:pt idx="754">
                  <c:v>218</c:v>
                </c:pt>
                <c:pt idx="755">
                  <c:v>229</c:v>
                </c:pt>
                <c:pt idx="756">
                  <c:v>437</c:v>
                </c:pt>
                <c:pt idx="757">
                  <c:v>161</c:v>
                </c:pt>
                <c:pt idx="758">
                  <c:v>90</c:v>
                </c:pt>
                <c:pt idx="759">
                  <c:v>164</c:v>
                </c:pt>
                <c:pt idx="760">
                  <c:v>210</c:v>
                </c:pt>
                <c:pt idx="761">
                  <c:v>220</c:v>
                </c:pt>
                <c:pt idx="762">
                  <c:v>123</c:v>
                </c:pt>
                <c:pt idx="763">
                  <c:v>294</c:v>
                </c:pt>
                <c:pt idx="764">
                  <c:v>130</c:v>
                </c:pt>
                <c:pt idx="765">
                  <c:v>636</c:v>
                </c:pt>
                <c:pt idx="766">
                  <c:v>25</c:v>
                </c:pt>
                <c:pt idx="767">
                  <c:v>264</c:v>
                </c:pt>
                <c:pt idx="768">
                  <c:v>171</c:v>
                </c:pt>
                <c:pt idx="769">
                  <c:v>181</c:v>
                </c:pt>
                <c:pt idx="770">
                  <c:v>123</c:v>
                </c:pt>
                <c:pt idx="771">
                  <c:v>488</c:v>
                </c:pt>
                <c:pt idx="772">
                  <c:v>61</c:v>
                </c:pt>
                <c:pt idx="773">
                  <c:v>226</c:v>
                </c:pt>
                <c:pt idx="774">
                  <c:v>122</c:v>
                </c:pt>
                <c:pt idx="775">
                  <c:v>132</c:v>
                </c:pt>
                <c:pt idx="776">
                  <c:v>25</c:v>
                </c:pt>
                <c:pt idx="777">
                  <c:v>45</c:v>
                </c:pt>
                <c:pt idx="778">
                  <c:v>133</c:v>
                </c:pt>
                <c:pt idx="779">
                  <c:v>25</c:v>
                </c:pt>
                <c:pt idx="780">
                  <c:v>688</c:v>
                </c:pt>
                <c:pt idx="781">
                  <c:v>59</c:v>
                </c:pt>
                <c:pt idx="782">
                  <c:v>176</c:v>
                </c:pt>
                <c:pt idx="783">
                  <c:v>243</c:v>
                </c:pt>
                <c:pt idx="784">
                  <c:v>286</c:v>
                </c:pt>
                <c:pt idx="785">
                  <c:v>143</c:v>
                </c:pt>
                <c:pt idx="786">
                  <c:v>410</c:v>
                </c:pt>
                <c:pt idx="787">
                  <c:v>120</c:v>
                </c:pt>
                <c:pt idx="788">
                  <c:v>96</c:v>
                </c:pt>
                <c:pt idx="789">
                  <c:v>194</c:v>
                </c:pt>
                <c:pt idx="790">
                  <c:v>279</c:v>
                </c:pt>
                <c:pt idx="791">
                  <c:v>342</c:v>
                </c:pt>
                <c:pt idx="792">
                  <c:v>152</c:v>
                </c:pt>
                <c:pt idx="793">
                  <c:v>363</c:v>
                </c:pt>
                <c:pt idx="794">
                  <c:v>81</c:v>
                </c:pt>
                <c:pt idx="795">
                  <c:v>271</c:v>
                </c:pt>
                <c:pt idx="796">
                  <c:v>181</c:v>
                </c:pt>
                <c:pt idx="797">
                  <c:v>65</c:v>
                </c:pt>
                <c:pt idx="798">
                  <c:v>132</c:v>
                </c:pt>
                <c:pt idx="799">
                  <c:v>198</c:v>
                </c:pt>
                <c:pt idx="800">
                  <c:v>271</c:v>
                </c:pt>
                <c:pt idx="801">
                  <c:v>252</c:v>
                </c:pt>
                <c:pt idx="802">
                  <c:v>182</c:v>
                </c:pt>
                <c:pt idx="803">
                  <c:v>256</c:v>
                </c:pt>
                <c:pt idx="804">
                  <c:v>195</c:v>
                </c:pt>
                <c:pt idx="805">
                  <c:v>77</c:v>
                </c:pt>
                <c:pt idx="806">
                  <c:v>216</c:v>
                </c:pt>
                <c:pt idx="807">
                  <c:v>72</c:v>
                </c:pt>
                <c:pt idx="808">
                  <c:v>64</c:v>
                </c:pt>
                <c:pt idx="809">
                  <c:v>86</c:v>
                </c:pt>
                <c:pt idx="810">
                  <c:v>262</c:v>
                </c:pt>
                <c:pt idx="811">
                  <c:v>45</c:v>
                </c:pt>
                <c:pt idx="812">
                  <c:v>127</c:v>
                </c:pt>
                <c:pt idx="813">
                  <c:v>133</c:v>
                </c:pt>
                <c:pt idx="814">
                  <c:v>158</c:v>
                </c:pt>
                <c:pt idx="815">
                  <c:v>165</c:v>
                </c:pt>
                <c:pt idx="816">
                  <c:v>280</c:v>
                </c:pt>
                <c:pt idx="817">
                  <c:v>115</c:v>
                </c:pt>
                <c:pt idx="818">
                  <c:v>145</c:v>
                </c:pt>
                <c:pt idx="819">
                  <c:v>151</c:v>
                </c:pt>
                <c:pt idx="820">
                  <c:v>183</c:v>
                </c:pt>
                <c:pt idx="821">
                  <c:v>67</c:v>
                </c:pt>
                <c:pt idx="822">
                  <c:v>69</c:v>
                </c:pt>
                <c:pt idx="823">
                  <c:v>26</c:v>
                </c:pt>
                <c:pt idx="824">
                  <c:v>58</c:v>
                </c:pt>
                <c:pt idx="825">
                  <c:v>269</c:v>
                </c:pt>
                <c:pt idx="826">
                  <c:v>222</c:v>
                </c:pt>
                <c:pt idx="827">
                  <c:v>161</c:v>
                </c:pt>
                <c:pt idx="828">
                  <c:v>217</c:v>
                </c:pt>
                <c:pt idx="829">
                  <c:v>73</c:v>
                </c:pt>
                <c:pt idx="830">
                  <c:v>228</c:v>
                </c:pt>
                <c:pt idx="831">
                  <c:v>113</c:v>
                </c:pt>
                <c:pt idx="832">
                  <c:v>159</c:v>
                </c:pt>
                <c:pt idx="833">
                  <c:v>66</c:v>
                </c:pt>
                <c:pt idx="834">
                  <c:v>223</c:v>
                </c:pt>
                <c:pt idx="835">
                  <c:v>139</c:v>
                </c:pt>
                <c:pt idx="836">
                  <c:v>163</c:v>
                </c:pt>
                <c:pt idx="837">
                  <c:v>100</c:v>
                </c:pt>
                <c:pt idx="838">
                  <c:v>145</c:v>
                </c:pt>
                <c:pt idx="839">
                  <c:v>62</c:v>
                </c:pt>
                <c:pt idx="840">
                  <c:v>51</c:v>
                </c:pt>
                <c:pt idx="841">
                  <c:v>30</c:v>
                </c:pt>
                <c:pt idx="842">
                  <c:v>388</c:v>
                </c:pt>
                <c:pt idx="843">
                  <c:v>579</c:v>
                </c:pt>
                <c:pt idx="844">
                  <c:v>127</c:v>
                </c:pt>
                <c:pt idx="845">
                  <c:v>154</c:v>
                </c:pt>
                <c:pt idx="846">
                  <c:v>89</c:v>
                </c:pt>
                <c:pt idx="847">
                  <c:v>59</c:v>
                </c:pt>
                <c:pt idx="848">
                  <c:v>108</c:v>
                </c:pt>
                <c:pt idx="849">
                  <c:v>51</c:v>
                </c:pt>
                <c:pt idx="850">
                  <c:v>467</c:v>
                </c:pt>
                <c:pt idx="851">
                  <c:v>544</c:v>
                </c:pt>
                <c:pt idx="852">
                  <c:v>372</c:v>
                </c:pt>
                <c:pt idx="853">
                  <c:v>314</c:v>
                </c:pt>
                <c:pt idx="854">
                  <c:v>427</c:v>
                </c:pt>
                <c:pt idx="855">
                  <c:v>326</c:v>
                </c:pt>
                <c:pt idx="856">
                  <c:v>315</c:v>
                </c:pt>
                <c:pt idx="857">
                  <c:v>238</c:v>
                </c:pt>
                <c:pt idx="858">
                  <c:v>226</c:v>
                </c:pt>
                <c:pt idx="859">
                  <c:v>167</c:v>
                </c:pt>
                <c:pt idx="860">
                  <c:v>272</c:v>
                </c:pt>
                <c:pt idx="861">
                  <c:v>334</c:v>
                </c:pt>
                <c:pt idx="862">
                  <c:v>231</c:v>
                </c:pt>
                <c:pt idx="863">
                  <c:v>331</c:v>
                </c:pt>
                <c:pt idx="864">
                  <c:v>744</c:v>
                </c:pt>
                <c:pt idx="865">
                  <c:v>297</c:v>
                </c:pt>
                <c:pt idx="866">
                  <c:v>166</c:v>
                </c:pt>
                <c:pt idx="867">
                  <c:v>616</c:v>
                </c:pt>
                <c:pt idx="868">
                  <c:v>303</c:v>
                </c:pt>
                <c:pt idx="869">
                  <c:v>548</c:v>
                </c:pt>
                <c:pt idx="870">
                  <c:v>223</c:v>
                </c:pt>
                <c:pt idx="871">
                  <c:v>370</c:v>
                </c:pt>
                <c:pt idx="872">
                  <c:v>626</c:v>
                </c:pt>
                <c:pt idx="873">
                  <c:v>402</c:v>
                </c:pt>
                <c:pt idx="874">
                  <c:v>414</c:v>
                </c:pt>
                <c:pt idx="875">
                  <c:v>14</c:v>
                </c:pt>
                <c:pt idx="876">
                  <c:v>12</c:v>
                </c:pt>
                <c:pt idx="877">
                  <c:v>207</c:v>
                </c:pt>
                <c:pt idx="878">
                  <c:v>445</c:v>
                </c:pt>
                <c:pt idx="879">
                  <c:v>439</c:v>
                </c:pt>
                <c:pt idx="880">
                  <c:v>735</c:v>
                </c:pt>
                <c:pt idx="881">
                  <c:v>57</c:v>
                </c:pt>
                <c:pt idx="882">
                  <c:v>284</c:v>
                </c:pt>
                <c:pt idx="883">
                  <c:v>132</c:v>
                </c:pt>
                <c:pt idx="884">
                  <c:v>206</c:v>
                </c:pt>
                <c:pt idx="885">
                  <c:v>110</c:v>
                </c:pt>
                <c:pt idx="886">
                  <c:v>736</c:v>
                </c:pt>
                <c:pt idx="887">
                  <c:v>154</c:v>
                </c:pt>
                <c:pt idx="888">
                  <c:v>349</c:v>
                </c:pt>
                <c:pt idx="889">
                  <c:v>559</c:v>
                </c:pt>
                <c:pt idx="890">
                  <c:v>652</c:v>
                </c:pt>
                <c:pt idx="891">
                  <c:v>424</c:v>
                </c:pt>
                <c:pt idx="892">
                  <c:v>432</c:v>
                </c:pt>
                <c:pt idx="893">
                  <c:v>454</c:v>
                </c:pt>
                <c:pt idx="894">
                  <c:v>81</c:v>
                </c:pt>
                <c:pt idx="895">
                  <c:v>429</c:v>
                </c:pt>
                <c:pt idx="896">
                  <c:v>200</c:v>
                </c:pt>
                <c:pt idx="897">
                  <c:v>241</c:v>
                </c:pt>
                <c:pt idx="898">
                  <c:v>230</c:v>
                </c:pt>
                <c:pt idx="899">
                  <c:v>277</c:v>
                </c:pt>
                <c:pt idx="900">
                  <c:v>544</c:v>
                </c:pt>
                <c:pt idx="901">
                  <c:v>429</c:v>
                </c:pt>
                <c:pt idx="902">
                  <c:v>313</c:v>
                </c:pt>
                <c:pt idx="903">
                  <c:v>286</c:v>
                </c:pt>
                <c:pt idx="904">
                  <c:v>447</c:v>
                </c:pt>
                <c:pt idx="905">
                  <c:v>534</c:v>
                </c:pt>
                <c:pt idx="906">
                  <c:v>395</c:v>
                </c:pt>
                <c:pt idx="907">
                  <c:v>472</c:v>
                </c:pt>
                <c:pt idx="908">
                  <c:v>460</c:v>
                </c:pt>
                <c:pt idx="909">
                  <c:v>705</c:v>
                </c:pt>
                <c:pt idx="910">
                  <c:v>396</c:v>
                </c:pt>
                <c:pt idx="911">
                  <c:v>255</c:v>
                </c:pt>
                <c:pt idx="912">
                  <c:v>380</c:v>
                </c:pt>
                <c:pt idx="913">
                  <c:v>399</c:v>
                </c:pt>
                <c:pt idx="914">
                  <c:v>398</c:v>
                </c:pt>
                <c:pt idx="915">
                  <c:v>370</c:v>
                </c:pt>
                <c:pt idx="916">
                  <c:v>210</c:v>
                </c:pt>
                <c:pt idx="917">
                  <c:v>430</c:v>
                </c:pt>
                <c:pt idx="918">
                  <c:v>136</c:v>
                </c:pt>
                <c:pt idx="919">
                  <c:v>289</c:v>
                </c:pt>
                <c:pt idx="920">
                  <c:v>434</c:v>
                </c:pt>
                <c:pt idx="921">
                  <c:v>618</c:v>
                </c:pt>
                <c:pt idx="922">
                  <c:v>304</c:v>
                </c:pt>
                <c:pt idx="923">
                  <c:v>264</c:v>
                </c:pt>
                <c:pt idx="924">
                  <c:v>173</c:v>
                </c:pt>
                <c:pt idx="925">
                  <c:v>185</c:v>
                </c:pt>
                <c:pt idx="926">
                  <c:v>635</c:v>
                </c:pt>
                <c:pt idx="927">
                  <c:v>330</c:v>
                </c:pt>
                <c:pt idx="928">
                  <c:v>212</c:v>
                </c:pt>
                <c:pt idx="929">
                  <c:v>375</c:v>
                </c:pt>
                <c:pt idx="930">
                  <c:v>315</c:v>
                </c:pt>
                <c:pt idx="931">
                  <c:v>314</c:v>
                </c:pt>
                <c:pt idx="932">
                  <c:v>279</c:v>
                </c:pt>
                <c:pt idx="933">
                  <c:v>455</c:v>
                </c:pt>
                <c:pt idx="934">
                  <c:v>711</c:v>
                </c:pt>
                <c:pt idx="935">
                  <c:v>580</c:v>
                </c:pt>
                <c:pt idx="936">
                  <c:v>512</c:v>
                </c:pt>
                <c:pt idx="937">
                  <c:v>354</c:v>
                </c:pt>
                <c:pt idx="938">
                  <c:v>236</c:v>
                </c:pt>
                <c:pt idx="939">
                  <c:v>226</c:v>
                </c:pt>
                <c:pt idx="940">
                  <c:v>251</c:v>
                </c:pt>
                <c:pt idx="941">
                  <c:v>140</c:v>
                </c:pt>
                <c:pt idx="942">
                  <c:v>145</c:v>
                </c:pt>
                <c:pt idx="943">
                  <c:v>443</c:v>
                </c:pt>
                <c:pt idx="944">
                  <c:v>263</c:v>
                </c:pt>
                <c:pt idx="945">
                  <c:v>43</c:v>
                </c:pt>
                <c:pt idx="946">
                  <c:v>12</c:v>
                </c:pt>
                <c:pt idx="947">
                  <c:v>226</c:v>
                </c:pt>
                <c:pt idx="948">
                  <c:v>124</c:v>
                </c:pt>
                <c:pt idx="949">
                  <c:v>211</c:v>
                </c:pt>
                <c:pt idx="950">
                  <c:v>129</c:v>
                </c:pt>
                <c:pt idx="951">
                  <c:v>180</c:v>
                </c:pt>
                <c:pt idx="952">
                  <c:v>104</c:v>
                </c:pt>
                <c:pt idx="953">
                  <c:v>76</c:v>
                </c:pt>
                <c:pt idx="954">
                  <c:v>393</c:v>
                </c:pt>
                <c:pt idx="955">
                  <c:v>155</c:v>
                </c:pt>
                <c:pt idx="956">
                  <c:v>328</c:v>
                </c:pt>
                <c:pt idx="957">
                  <c:v>647</c:v>
                </c:pt>
                <c:pt idx="958">
                  <c:v>113</c:v>
                </c:pt>
                <c:pt idx="959">
                  <c:v>1</c:v>
                </c:pt>
                <c:pt idx="960">
                  <c:v>213</c:v>
                </c:pt>
                <c:pt idx="961">
                  <c:v>152</c:v>
                </c:pt>
                <c:pt idx="962">
                  <c:v>18</c:v>
                </c:pt>
                <c:pt idx="963">
                  <c:v>22</c:v>
                </c:pt>
                <c:pt idx="964">
                  <c:v>157</c:v>
                </c:pt>
                <c:pt idx="965">
                  <c:v>222</c:v>
                </c:pt>
                <c:pt idx="966">
                  <c:v>142</c:v>
                </c:pt>
                <c:pt idx="967">
                  <c:v>253</c:v>
                </c:pt>
                <c:pt idx="968">
                  <c:v>28</c:v>
                </c:pt>
                <c:pt idx="969">
                  <c:v>48</c:v>
                </c:pt>
                <c:pt idx="970">
                  <c:v>155</c:v>
                </c:pt>
                <c:pt idx="971">
                  <c:v>239</c:v>
                </c:pt>
                <c:pt idx="972">
                  <c:v>233</c:v>
                </c:pt>
                <c:pt idx="973">
                  <c:v>555</c:v>
                </c:pt>
                <c:pt idx="974">
                  <c:v>92</c:v>
                </c:pt>
                <c:pt idx="975">
                  <c:v>138</c:v>
                </c:pt>
                <c:pt idx="976">
                  <c:v>96</c:v>
                </c:pt>
                <c:pt idx="977">
                  <c:v>209</c:v>
                </c:pt>
                <c:pt idx="978">
                  <c:v>113</c:v>
                </c:pt>
                <c:pt idx="979">
                  <c:v>15</c:v>
                </c:pt>
                <c:pt idx="980">
                  <c:v>176</c:v>
                </c:pt>
                <c:pt idx="981">
                  <c:v>136</c:v>
                </c:pt>
                <c:pt idx="982">
                  <c:v>116</c:v>
                </c:pt>
                <c:pt idx="983">
                  <c:v>439</c:v>
                </c:pt>
                <c:pt idx="984">
                  <c:v>146</c:v>
                </c:pt>
                <c:pt idx="985">
                  <c:v>512</c:v>
                </c:pt>
                <c:pt idx="986">
                  <c:v>116</c:v>
                </c:pt>
                <c:pt idx="987">
                  <c:v>59</c:v>
                </c:pt>
                <c:pt idx="988">
                  <c:v>109</c:v>
                </c:pt>
                <c:pt idx="989">
                  <c:v>37</c:v>
                </c:pt>
                <c:pt idx="990">
                  <c:v>120</c:v>
                </c:pt>
                <c:pt idx="991">
                  <c:v>211</c:v>
                </c:pt>
                <c:pt idx="992">
                  <c:v>25</c:v>
                </c:pt>
                <c:pt idx="993">
                  <c:v>626</c:v>
                </c:pt>
                <c:pt idx="994">
                  <c:v>411</c:v>
                </c:pt>
                <c:pt idx="995">
                  <c:v>614</c:v>
                </c:pt>
                <c:pt idx="996">
                  <c:v>89</c:v>
                </c:pt>
                <c:pt idx="997">
                  <c:v>135</c:v>
                </c:pt>
                <c:pt idx="998">
                  <c:v>110</c:v>
                </c:pt>
                <c:pt idx="999">
                  <c:v>88</c:v>
                </c:pt>
                <c:pt idx="1000">
                  <c:v>154</c:v>
                </c:pt>
                <c:pt idx="1001">
                  <c:v>74</c:v>
                </c:pt>
                <c:pt idx="1002">
                  <c:v>443</c:v>
                </c:pt>
                <c:pt idx="1003">
                  <c:v>200</c:v>
                </c:pt>
                <c:pt idx="1004">
                  <c:v>362</c:v>
                </c:pt>
                <c:pt idx="1005">
                  <c:v>53</c:v>
                </c:pt>
                <c:pt idx="1006">
                  <c:v>161</c:v>
                </c:pt>
                <c:pt idx="1007">
                  <c:v>97</c:v>
                </c:pt>
                <c:pt idx="1008">
                  <c:v>114</c:v>
                </c:pt>
                <c:pt idx="1009">
                  <c:v>183</c:v>
                </c:pt>
                <c:pt idx="1010">
                  <c:v>370</c:v>
                </c:pt>
                <c:pt idx="1011">
                  <c:v>308</c:v>
                </c:pt>
                <c:pt idx="1012">
                  <c:v>588</c:v>
                </c:pt>
                <c:pt idx="1013">
                  <c:v>605</c:v>
                </c:pt>
                <c:pt idx="1014">
                  <c:v>148</c:v>
                </c:pt>
                <c:pt idx="1015">
                  <c:v>265</c:v>
                </c:pt>
                <c:pt idx="1016">
                  <c:v>664</c:v>
                </c:pt>
                <c:pt idx="1017">
                  <c:v>133</c:v>
                </c:pt>
                <c:pt idx="1018">
                  <c:v>144</c:v>
                </c:pt>
                <c:pt idx="1019">
                  <c:v>234</c:v>
                </c:pt>
                <c:pt idx="1020">
                  <c:v>161</c:v>
                </c:pt>
                <c:pt idx="1021">
                  <c:v>203</c:v>
                </c:pt>
                <c:pt idx="1022">
                  <c:v>454</c:v>
                </c:pt>
                <c:pt idx="1023">
                  <c:v>146</c:v>
                </c:pt>
                <c:pt idx="1024">
                  <c:v>209</c:v>
                </c:pt>
                <c:pt idx="1025">
                  <c:v>336</c:v>
                </c:pt>
                <c:pt idx="1026">
                  <c:v>277</c:v>
                </c:pt>
                <c:pt idx="1027">
                  <c:v>316</c:v>
                </c:pt>
                <c:pt idx="1028">
                  <c:v>115</c:v>
                </c:pt>
                <c:pt idx="1029">
                  <c:v>173</c:v>
                </c:pt>
                <c:pt idx="1030">
                  <c:v>315</c:v>
                </c:pt>
                <c:pt idx="1031">
                  <c:v>195</c:v>
                </c:pt>
                <c:pt idx="1032">
                  <c:v>305</c:v>
                </c:pt>
                <c:pt idx="1033">
                  <c:v>520</c:v>
                </c:pt>
                <c:pt idx="1034">
                  <c:v>181</c:v>
                </c:pt>
                <c:pt idx="1035">
                  <c:v>257</c:v>
                </c:pt>
                <c:pt idx="1036">
                  <c:v>366</c:v>
                </c:pt>
                <c:pt idx="1037">
                  <c:v>367</c:v>
                </c:pt>
                <c:pt idx="1038">
                  <c:v>634</c:v>
                </c:pt>
                <c:pt idx="1039">
                  <c:v>41</c:v>
                </c:pt>
                <c:pt idx="1040">
                  <c:v>215</c:v>
                </c:pt>
                <c:pt idx="1041">
                  <c:v>219</c:v>
                </c:pt>
                <c:pt idx="1042">
                  <c:v>200</c:v>
                </c:pt>
                <c:pt idx="1043">
                  <c:v>178</c:v>
                </c:pt>
                <c:pt idx="1044">
                  <c:v>419</c:v>
                </c:pt>
                <c:pt idx="1045">
                  <c:v>87</c:v>
                </c:pt>
                <c:pt idx="1046">
                  <c:v>327</c:v>
                </c:pt>
                <c:pt idx="1047">
                  <c:v>126</c:v>
                </c:pt>
                <c:pt idx="1048">
                  <c:v>153</c:v>
                </c:pt>
                <c:pt idx="1049">
                  <c:v>271</c:v>
                </c:pt>
                <c:pt idx="1050">
                  <c:v>606</c:v>
                </c:pt>
                <c:pt idx="1051">
                  <c:v>212</c:v>
                </c:pt>
                <c:pt idx="1052">
                  <c:v>395</c:v>
                </c:pt>
                <c:pt idx="1053">
                  <c:v>272</c:v>
                </c:pt>
                <c:pt idx="1054">
                  <c:v>85</c:v>
                </c:pt>
                <c:pt idx="1055">
                  <c:v>92</c:v>
                </c:pt>
                <c:pt idx="1056">
                  <c:v>90</c:v>
                </c:pt>
                <c:pt idx="1057">
                  <c:v>467</c:v>
                </c:pt>
                <c:pt idx="1058">
                  <c:v>92</c:v>
                </c:pt>
                <c:pt idx="1059">
                  <c:v>112</c:v>
                </c:pt>
                <c:pt idx="1060">
                  <c:v>441</c:v>
                </c:pt>
                <c:pt idx="1061">
                  <c:v>224</c:v>
                </c:pt>
                <c:pt idx="1062">
                  <c:v>83</c:v>
                </c:pt>
                <c:pt idx="1063">
                  <c:v>243</c:v>
                </c:pt>
                <c:pt idx="1064">
                  <c:v>302</c:v>
                </c:pt>
                <c:pt idx="1065">
                  <c:v>237</c:v>
                </c:pt>
                <c:pt idx="1066">
                  <c:v>177</c:v>
                </c:pt>
                <c:pt idx="1067">
                  <c:v>403</c:v>
                </c:pt>
                <c:pt idx="1068">
                  <c:v>107</c:v>
                </c:pt>
                <c:pt idx="1069">
                  <c:v>209</c:v>
                </c:pt>
                <c:pt idx="1070">
                  <c:v>145</c:v>
                </c:pt>
                <c:pt idx="1071">
                  <c:v>155</c:v>
                </c:pt>
                <c:pt idx="1072">
                  <c:v>598</c:v>
                </c:pt>
                <c:pt idx="1073">
                  <c:v>128</c:v>
                </c:pt>
                <c:pt idx="1074">
                  <c:v>110</c:v>
                </c:pt>
                <c:pt idx="1075">
                  <c:v>239</c:v>
                </c:pt>
                <c:pt idx="1076">
                  <c:v>430</c:v>
                </c:pt>
                <c:pt idx="1077">
                  <c:v>407</c:v>
                </c:pt>
                <c:pt idx="1078">
                  <c:v>271</c:v>
                </c:pt>
                <c:pt idx="1079">
                  <c:v>60</c:v>
                </c:pt>
                <c:pt idx="1080">
                  <c:v>642</c:v>
                </c:pt>
                <c:pt idx="1081">
                  <c:v>311</c:v>
                </c:pt>
                <c:pt idx="1082">
                  <c:v>241</c:v>
                </c:pt>
                <c:pt idx="1083">
                  <c:v>300</c:v>
                </c:pt>
                <c:pt idx="1084">
                  <c:v>471</c:v>
                </c:pt>
                <c:pt idx="1085">
                  <c:v>220</c:v>
                </c:pt>
                <c:pt idx="1086">
                  <c:v>154</c:v>
                </c:pt>
                <c:pt idx="1087">
                  <c:v>180</c:v>
                </c:pt>
                <c:pt idx="1088">
                  <c:v>185</c:v>
                </c:pt>
                <c:pt idx="1089">
                  <c:v>187</c:v>
                </c:pt>
                <c:pt idx="1090">
                  <c:v>157</c:v>
                </c:pt>
                <c:pt idx="1091">
                  <c:v>98</c:v>
                </c:pt>
                <c:pt idx="1092">
                  <c:v>204</c:v>
                </c:pt>
                <c:pt idx="1093">
                  <c:v>173</c:v>
                </c:pt>
                <c:pt idx="1094">
                  <c:v>26</c:v>
                </c:pt>
                <c:pt idx="1095">
                  <c:v>25</c:v>
                </c:pt>
                <c:pt idx="1096">
                  <c:v>142</c:v>
                </c:pt>
                <c:pt idx="1097">
                  <c:v>161</c:v>
                </c:pt>
                <c:pt idx="1098">
                  <c:v>162</c:v>
                </c:pt>
                <c:pt idx="1099">
                  <c:v>603</c:v>
                </c:pt>
                <c:pt idx="1100">
                  <c:v>326</c:v>
                </c:pt>
                <c:pt idx="1101">
                  <c:v>209</c:v>
                </c:pt>
                <c:pt idx="1102">
                  <c:v>187</c:v>
                </c:pt>
                <c:pt idx="1103">
                  <c:v>73</c:v>
                </c:pt>
                <c:pt idx="1104">
                  <c:v>83</c:v>
                </c:pt>
                <c:pt idx="1105">
                  <c:v>204</c:v>
                </c:pt>
                <c:pt idx="1106">
                  <c:v>197</c:v>
                </c:pt>
                <c:pt idx="1107">
                  <c:v>153</c:v>
                </c:pt>
                <c:pt idx="1108">
                  <c:v>167</c:v>
                </c:pt>
                <c:pt idx="1109">
                  <c:v>262</c:v>
                </c:pt>
                <c:pt idx="1110">
                  <c:v>191</c:v>
                </c:pt>
                <c:pt idx="1111">
                  <c:v>229</c:v>
                </c:pt>
                <c:pt idx="1112">
                  <c:v>478</c:v>
                </c:pt>
                <c:pt idx="1113">
                  <c:v>87</c:v>
                </c:pt>
                <c:pt idx="1114">
                  <c:v>406</c:v>
                </c:pt>
                <c:pt idx="1115">
                  <c:v>235</c:v>
                </c:pt>
                <c:pt idx="1116">
                  <c:v>391</c:v>
                </c:pt>
                <c:pt idx="1117">
                  <c:v>146</c:v>
                </c:pt>
                <c:pt idx="1118">
                  <c:v>171</c:v>
                </c:pt>
                <c:pt idx="1119">
                  <c:v>553</c:v>
                </c:pt>
                <c:pt idx="1120">
                  <c:v>90</c:v>
                </c:pt>
                <c:pt idx="1121">
                  <c:v>22</c:v>
                </c:pt>
                <c:pt idx="1122">
                  <c:v>213</c:v>
                </c:pt>
                <c:pt idx="1123">
                  <c:v>382</c:v>
                </c:pt>
                <c:pt idx="1124">
                  <c:v>147</c:v>
                </c:pt>
                <c:pt idx="1125">
                  <c:v>472</c:v>
                </c:pt>
                <c:pt idx="1126">
                  <c:v>43</c:v>
                </c:pt>
                <c:pt idx="1127">
                  <c:v>158</c:v>
                </c:pt>
                <c:pt idx="1128">
                  <c:v>36</c:v>
                </c:pt>
                <c:pt idx="1129">
                  <c:v>62</c:v>
                </c:pt>
                <c:pt idx="1130">
                  <c:v>289</c:v>
                </c:pt>
                <c:pt idx="1131">
                  <c:v>519</c:v>
                </c:pt>
                <c:pt idx="1132">
                  <c:v>149</c:v>
                </c:pt>
                <c:pt idx="1133">
                  <c:v>25</c:v>
                </c:pt>
                <c:pt idx="1134">
                  <c:v>42</c:v>
                </c:pt>
                <c:pt idx="1135">
                  <c:v>123</c:v>
                </c:pt>
                <c:pt idx="1136">
                  <c:v>255</c:v>
                </c:pt>
                <c:pt idx="1137">
                  <c:v>160</c:v>
                </c:pt>
                <c:pt idx="1138">
                  <c:v>136</c:v>
                </c:pt>
                <c:pt idx="1139">
                  <c:v>226</c:v>
                </c:pt>
                <c:pt idx="1140">
                  <c:v>332</c:v>
                </c:pt>
                <c:pt idx="1141">
                  <c:v>117</c:v>
                </c:pt>
                <c:pt idx="1142">
                  <c:v>243</c:v>
                </c:pt>
                <c:pt idx="1143">
                  <c:v>111</c:v>
                </c:pt>
                <c:pt idx="1144">
                  <c:v>408</c:v>
                </c:pt>
                <c:pt idx="1145">
                  <c:v>127</c:v>
                </c:pt>
                <c:pt idx="1146">
                  <c:v>279</c:v>
                </c:pt>
                <c:pt idx="1147">
                  <c:v>691</c:v>
                </c:pt>
                <c:pt idx="1148">
                  <c:v>114</c:v>
                </c:pt>
                <c:pt idx="1149">
                  <c:v>177</c:v>
                </c:pt>
                <c:pt idx="1150">
                  <c:v>661</c:v>
                </c:pt>
                <c:pt idx="1151">
                  <c:v>27</c:v>
                </c:pt>
                <c:pt idx="1152">
                  <c:v>54</c:v>
                </c:pt>
                <c:pt idx="1153">
                  <c:v>672</c:v>
                </c:pt>
                <c:pt idx="1154">
                  <c:v>651</c:v>
                </c:pt>
                <c:pt idx="1155">
                  <c:v>77</c:v>
                </c:pt>
                <c:pt idx="1156">
                  <c:v>253</c:v>
                </c:pt>
                <c:pt idx="1157">
                  <c:v>129</c:v>
                </c:pt>
                <c:pt idx="1158">
                  <c:v>156</c:v>
                </c:pt>
                <c:pt idx="1159">
                  <c:v>175</c:v>
                </c:pt>
                <c:pt idx="1160">
                  <c:v>283</c:v>
                </c:pt>
                <c:pt idx="1161">
                  <c:v>120</c:v>
                </c:pt>
                <c:pt idx="1162">
                  <c:v>210</c:v>
                </c:pt>
                <c:pt idx="1163">
                  <c:v>249</c:v>
                </c:pt>
                <c:pt idx="1164">
                  <c:v>244</c:v>
                </c:pt>
                <c:pt idx="1165">
                  <c:v>361</c:v>
                </c:pt>
                <c:pt idx="1166">
                  <c:v>289</c:v>
                </c:pt>
                <c:pt idx="1167">
                  <c:v>218</c:v>
                </c:pt>
                <c:pt idx="1168">
                  <c:v>111</c:v>
                </c:pt>
                <c:pt idx="1169">
                  <c:v>187</c:v>
                </c:pt>
                <c:pt idx="1170">
                  <c:v>137</c:v>
                </c:pt>
                <c:pt idx="1171">
                  <c:v>26</c:v>
                </c:pt>
                <c:pt idx="1172">
                  <c:v>35</c:v>
                </c:pt>
                <c:pt idx="1173">
                  <c:v>49</c:v>
                </c:pt>
                <c:pt idx="1174">
                  <c:v>23</c:v>
                </c:pt>
                <c:pt idx="1175">
                  <c:v>123</c:v>
                </c:pt>
                <c:pt idx="1176">
                  <c:v>248</c:v>
                </c:pt>
                <c:pt idx="1177">
                  <c:v>374</c:v>
                </c:pt>
                <c:pt idx="1178">
                  <c:v>265</c:v>
                </c:pt>
                <c:pt idx="1179">
                  <c:v>194</c:v>
                </c:pt>
                <c:pt idx="1180">
                  <c:v>314</c:v>
                </c:pt>
                <c:pt idx="1181">
                  <c:v>261</c:v>
                </c:pt>
                <c:pt idx="1182">
                  <c:v>29</c:v>
                </c:pt>
                <c:pt idx="1183">
                  <c:v>36</c:v>
                </c:pt>
                <c:pt idx="1184">
                  <c:v>150</c:v>
                </c:pt>
                <c:pt idx="1185">
                  <c:v>169</c:v>
                </c:pt>
                <c:pt idx="1186">
                  <c:v>20</c:v>
                </c:pt>
                <c:pt idx="1187">
                  <c:v>32</c:v>
                </c:pt>
                <c:pt idx="1188">
                  <c:v>26</c:v>
                </c:pt>
                <c:pt idx="1189">
                  <c:v>86</c:v>
                </c:pt>
                <c:pt idx="1190">
                  <c:v>127</c:v>
                </c:pt>
                <c:pt idx="1191">
                  <c:v>36</c:v>
                </c:pt>
                <c:pt idx="1192">
                  <c:v>31</c:v>
                </c:pt>
                <c:pt idx="1193">
                  <c:v>76</c:v>
                </c:pt>
                <c:pt idx="1194">
                  <c:v>222</c:v>
                </c:pt>
                <c:pt idx="1195">
                  <c:v>199</c:v>
                </c:pt>
                <c:pt idx="1196">
                  <c:v>145</c:v>
                </c:pt>
                <c:pt idx="1197">
                  <c:v>280</c:v>
                </c:pt>
                <c:pt idx="1198">
                  <c:v>124</c:v>
                </c:pt>
                <c:pt idx="1199">
                  <c:v>264</c:v>
                </c:pt>
                <c:pt idx="1200">
                  <c:v>134</c:v>
                </c:pt>
                <c:pt idx="1201">
                  <c:v>101</c:v>
                </c:pt>
                <c:pt idx="1202">
                  <c:v>240</c:v>
                </c:pt>
                <c:pt idx="1203">
                  <c:v>511</c:v>
                </c:pt>
                <c:pt idx="1204">
                  <c:v>483</c:v>
                </c:pt>
                <c:pt idx="1205">
                  <c:v>75</c:v>
                </c:pt>
                <c:pt idx="1206">
                  <c:v>103</c:v>
                </c:pt>
                <c:pt idx="1207">
                  <c:v>53</c:v>
                </c:pt>
                <c:pt idx="1208">
                  <c:v>249</c:v>
                </c:pt>
                <c:pt idx="1209">
                  <c:v>308</c:v>
                </c:pt>
                <c:pt idx="1210">
                  <c:v>409</c:v>
                </c:pt>
                <c:pt idx="1211">
                  <c:v>222</c:v>
                </c:pt>
                <c:pt idx="1212">
                  <c:v>103</c:v>
                </c:pt>
                <c:pt idx="1213">
                  <c:v>103</c:v>
                </c:pt>
                <c:pt idx="1214">
                  <c:v>385</c:v>
                </c:pt>
                <c:pt idx="1215">
                  <c:v>243</c:v>
                </c:pt>
                <c:pt idx="1216">
                  <c:v>193</c:v>
                </c:pt>
                <c:pt idx="1217">
                  <c:v>185</c:v>
                </c:pt>
                <c:pt idx="1218">
                  <c:v>118</c:v>
                </c:pt>
                <c:pt idx="1219">
                  <c:v>578</c:v>
                </c:pt>
                <c:pt idx="1220">
                  <c:v>112</c:v>
                </c:pt>
                <c:pt idx="1221">
                  <c:v>269</c:v>
                </c:pt>
                <c:pt idx="1222">
                  <c:v>88</c:v>
                </c:pt>
                <c:pt idx="1223">
                  <c:v>285</c:v>
                </c:pt>
                <c:pt idx="1224">
                  <c:v>1</c:v>
                </c:pt>
                <c:pt idx="1225">
                  <c:v>31</c:v>
                </c:pt>
                <c:pt idx="1226">
                  <c:v>26</c:v>
                </c:pt>
                <c:pt idx="1227">
                  <c:v>130</c:v>
                </c:pt>
                <c:pt idx="1228">
                  <c:v>262</c:v>
                </c:pt>
                <c:pt idx="1229">
                  <c:v>318</c:v>
                </c:pt>
                <c:pt idx="1230">
                  <c:v>58</c:v>
                </c:pt>
                <c:pt idx="1231">
                  <c:v>285</c:v>
                </c:pt>
                <c:pt idx="1232">
                  <c:v>499</c:v>
                </c:pt>
                <c:pt idx="1233">
                  <c:v>31</c:v>
                </c:pt>
                <c:pt idx="1234">
                  <c:v>122</c:v>
                </c:pt>
                <c:pt idx="1235">
                  <c:v>342</c:v>
                </c:pt>
                <c:pt idx="1236">
                  <c:v>37</c:v>
                </c:pt>
                <c:pt idx="1237">
                  <c:v>154</c:v>
                </c:pt>
                <c:pt idx="1238">
                  <c:v>29</c:v>
                </c:pt>
                <c:pt idx="1239">
                  <c:v>344</c:v>
                </c:pt>
                <c:pt idx="1240">
                  <c:v>248</c:v>
                </c:pt>
                <c:pt idx="1241">
                  <c:v>266</c:v>
                </c:pt>
                <c:pt idx="1242">
                  <c:v>47</c:v>
                </c:pt>
                <c:pt idx="1243">
                  <c:v>68</c:v>
                </c:pt>
                <c:pt idx="1244">
                  <c:v>110</c:v>
                </c:pt>
                <c:pt idx="1245">
                  <c:v>80</c:v>
                </c:pt>
                <c:pt idx="1246">
                  <c:v>273</c:v>
                </c:pt>
                <c:pt idx="1247">
                  <c:v>251</c:v>
                </c:pt>
                <c:pt idx="1248">
                  <c:v>279</c:v>
                </c:pt>
                <c:pt idx="1249">
                  <c:v>415</c:v>
                </c:pt>
                <c:pt idx="1250">
                  <c:v>64</c:v>
                </c:pt>
                <c:pt idx="1251">
                  <c:v>190</c:v>
                </c:pt>
                <c:pt idx="1252">
                  <c:v>43</c:v>
                </c:pt>
                <c:pt idx="1253">
                  <c:v>58</c:v>
                </c:pt>
                <c:pt idx="1254">
                  <c:v>106</c:v>
                </c:pt>
                <c:pt idx="1255">
                  <c:v>184</c:v>
                </c:pt>
                <c:pt idx="1256">
                  <c:v>293</c:v>
                </c:pt>
                <c:pt idx="1257">
                  <c:v>154</c:v>
                </c:pt>
                <c:pt idx="1258">
                  <c:v>177</c:v>
                </c:pt>
                <c:pt idx="1259">
                  <c:v>263</c:v>
                </c:pt>
                <c:pt idx="1260">
                  <c:v>57</c:v>
                </c:pt>
                <c:pt idx="1261">
                  <c:v>38</c:v>
                </c:pt>
                <c:pt idx="1262">
                  <c:v>362</c:v>
                </c:pt>
                <c:pt idx="1263">
                  <c:v>151</c:v>
                </c:pt>
                <c:pt idx="1264">
                  <c:v>449</c:v>
                </c:pt>
                <c:pt idx="1265">
                  <c:v>29</c:v>
                </c:pt>
                <c:pt idx="1266">
                  <c:v>61</c:v>
                </c:pt>
                <c:pt idx="1267">
                  <c:v>174</c:v>
                </c:pt>
                <c:pt idx="1268">
                  <c:v>374</c:v>
                </c:pt>
                <c:pt idx="1269">
                  <c:v>591</c:v>
                </c:pt>
                <c:pt idx="1270">
                  <c:v>449</c:v>
                </c:pt>
                <c:pt idx="1271">
                  <c:v>47</c:v>
                </c:pt>
                <c:pt idx="1272">
                  <c:v>165</c:v>
                </c:pt>
                <c:pt idx="1273">
                  <c:v>248</c:v>
                </c:pt>
                <c:pt idx="1274">
                  <c:v>140</c:v>
                </c:pt>
                <c:pt idx="1275">
                  <c:v>229</c:v>
                </c:pt>
                <c:pt idx="1276">
                  <c:v>64</c:v>
                </c:pt>
                <c:pt idx="1277">
                  <c:v>382</c:v>
                </c:pt>
                <c:pt idx="1278">
                  <c:v>56</c:v>
                </c:pt>
                <c:pt idx="1279">
                  <c:v>46</c:v>
                </c:pt>
                <c:pt idx="1280">
                  <c:v>276</c:v>
                </c:pt>
                <c:pt idx="1281">
                  <c:v>251</c:v>
                </c:pt>
                <c:pt idx="1282">
                  <c:v>66</c:v>
                </c:pt>
                <c:pt idx="1283">
                  <c:v>321</c:v>
                </c:pt>
                <c:pt idx="1284">
                  <c:v>54</c:v>
                </c:pt>
                <c:pt idx="1285">
                  <c:v>44</c:v>
                </c:pt>
                <c:pt idx="1286">
                  <c:v>479</c:v>
                </c:pt>
                <c:pt idx="1287">
                  <c:v>42</c:v>
                </c:pt>
                <c:pt idx="1288">
                  <c:v>517</c:v>
                </c:pt>
                <c:pt idx="1289">
                  <c:v>70</c:v>
                </c:pt>
                <c:pt idx="1290">
                  <c:v>262</c:v>
                </c:pt>
                <c:pt idx="1291">
                  <c:v>188</c:v>
                </c:pt>
                <c:pt idx="1292">
                  <c:v>113</c:v>
                </c:pt>
                <c:pt idx="1293">
                  <c:v>451</c:v>
                </c:pt>
                <c:pt idx="1294">
                  <c:v>30</c:v>
                </c:pt>
                <c:pt idx="1295">
                  <c:v>714</c:v>
                </c:pt>
                <c:pt idx="1296">
                  <c:v>454</c:v>
                </c:pt>
                <c:pt idx="1297">
                  <c:v>375</c:v>
                </c:pt>
                <c:pt idx="1298">
                  <c:v>502</c:v>
                </c:pt>
                <c:pt idx="1299">
                  <c:v>69</c:v>
                </c:pt>
                <c:pt idx="1300">
                  <c:v>370</c:v>
                </c:pt>
                <c:pt idx="1301">
                  <c:v>135</c:v>
                </c:pt>
                <c:pt idx="1302">
                  <c:v>56</c:v>
                </c:pt>
                <c:pt idx="1303">
                  <c:v>241</c:v>
                </c:pt>
                <c:pt idx="1304">
                  <c:v>378</c:v>
                </c:pt>
                <c:pt idx="1305">
                  <c:v>342</c:v>
                </c:pt>
                <c:pt idx="1306">
                  <c:v>347</c:v>
                </c:pt>
                <c:pt idx="1307">
                  <c:v>461</c:v>
                </c:pt>
                <c:pt idx="1308">
                  <c:v>504</c:v>
                </c:pt>
                <c:pt idx="1309">
                  <c:v>455</c:v>
                </c:pt>
                <c:pt idx="1310">
                  <c:v>374</c:v>
                </c:pt>
                <c:pt idx="1311">
                  <c:v>410</c:v>
                </c:pt>
                <c:pt idx="1312">
                  <c:v>99</c:v>
                </c:pt>
                <c:pt idx="1313">
                  <c:v>413</c:v>
                </c:pt>
                <c:pt idx="1314">
                  <c:v>118</c:v>
                </c:pt>
                <c:pt idx="1315">
                  <c:v>299</c:v>
                </c:pt>
                <c:pt idx="1316">
                  <c:v>280</c:v>
                </c:pt>
                <c:pt idx="1317">
                  <c:v>449</c:v>
                </c:pt>
                <c:pt idx="1318">
                  <c:v>173</c:v>
                </c:pt>
                <c:pt idx="1319">
                  <c:v>439</c:v>
                </c:pt>
                <c:pt idx="1320">
                  <c:v>171</c:v>
                </c:pt>
                <c:pt idx="1321">
                  <c:v>90</c:v>
                </c:pt>
                <c:pt idx="1322">
                  <c:v>89</c:v>
                </c:pt>
                <c:pt idx="1323">
                  <c:v>644</c:v>
                </c:pt>
                <c:pt idx="1324">
                  <c:v>56</c:v>
                </c:pt>
                <c:pt idx="1325">
                  <c:v>430</c:v>
                </c:pt>
                <c:pt idx="1326">
                  <c:v>281</c:v>
                </c:pt>
                <c:pt idx="1327">
                  <c:v>336</c:v>
                </c:pt>
                <c:pt idx="1328">
                  <c:v>111</c:v>
                </c:pt>
                <c:pt idx="1329">
                  <c:v>706</c:v>
                </c:pt>
                <c:pt idx="1330">
                  <c:v>33</c:v>
                </c:pt>
                <c:pt idx="1331">
                  <c:v>129</c:v>
                </c:pt>
                <c:pt idx="1332">
                  <c:v>122</c:v>
                </c:pt>
                <c:pt idx="1333">
                  <c:v>156</c:v>
                </c:pt>
                <c:pt idx="1334">
                  <c:v>668</c:v>
                </c:pt>
                <c:pt idx="1335">
                  <c:v>186</c:v>
                </c:pt>
                <c:pt idx="1336">
                  <c:v>392</c:v>
                </c:pt>
                <c:pt idx="1337">
                  <c:v>61</c:v>
                </c:pt>
                <c:pt idx="1338">
                  <c:v>243</c:v>
                </c:pt>
                <c:pt idx="1339">
                  <c:v>57</c:v>
                </c:pt>
                <c:pt idx="1340">
                  <c:v>241</c:v>
                </c:pt>
                <c:pt idx="1341">
                  <c:v>316</c:v>
                </c:pt>
                <c:pt idx="1342">
                  <c:v>383</c:v>
                </c:pt>
                <c:pt idx="1343">
                  <c:v>103</c:v>
                </c:pt>
                <c:pt idx="1344">
                  <c:v>424</c:v>
                </c:pt>
                <c:pt idx="1345">
                  <c:v>154</c:v>
                </c:pt>
                <c:pt idx="1346">
                  <c:v>291</c:v>
                </c:pt>
                <c:pt idx="1347">
                  <c:v>154</c:v>
                </c:pt>
                <c:pt idx="1348">
                  <c:v>297</c:v>
                </c:pt>
                <c:pt idx="1349">
                  <c:v>484</c:v>
                </c:pt>
                <c:pt idx="1350">
                  <c:v>250</c:v>
                </c:pt>
                <c:pt idx="1351">
                  <c:v>383</c:v>
                </c:pt>
                <c:pt idx="1352">
                  <c:v>325</c:v>
                </c:pt>
                <c:pt idx="1353">
                  <c:v>144</c:v>
                </c:pt>
                <c:pt idx="1354">
                  <c:v>276</c:v>
                </c:pt>
                <c:pt idx="1355">
                  <c:v>85</c:v>
                </c:pt>
                <c:pt idx="1356">
                  <c:v>482</c:v>
                </c:pt>
                <c:pt idx="1357">
                  <c:v>543</c:v>
                </c:pt>
                <c:pt idx="1358">
                  <c:v>358</c:v>
                </c:pt>
                <c:pt idx="1359">
                  <c:v>361</c:v>
                </c:pt>
                <c:pt idx="1360">
                  <c:v>599</c:v>
                </c:pt>
                <c:pt idx="1361">
                  <c:v>273</c:v>
                </c:pt>
                <c:pt idx="1362">
                  <c:v>161</c:v>
                </c:pt>
                <c:pt idx="1363">
                  <c:v>601</c:v>
                </c:pt>
                <c:pt idx="1364">
                  <c:v>364</c:v>
                </c:pt>
                <c:pt idx="1365">
                  <c:v>462</c:v>
                </c:pt>
                <c:pt idx="1366">
                  <c:v>241</c:v>
                </c:pt>
                <c:pt idx="1367">
                  <c:v>585</c:v>
                </c:pt>
                <c:pt idx="1368">
                  <c:v>78</c:v>
                </c:pt>
                <c:pt idx="1369">
                  <c:v>123</c:v>
                </c:pt>
                <c:pt idx="1370">
                  <c:v>215</c:v>
                </c:pt>
                <c:pt idx="1371">
                  <c:v>168</c:v>
                </c:pt>
                <c:pt idx="1372">
                  <c:v>400</c:v>
                </c:pt>
                <c:pt idx="1373">
                  <c:v>104</c:v>
                </c:pt>
                <c:pt idx="1374">
                  <c:v>146</c:v>
                </c:pt>
                <c:pt idx="1375">
                  <c:v>216</c:v>
                </c:pt>
                <c:pt idx="1376">
                  <c:v>291</c:v>
                </c:pt>
                <c:pt idx="1377">
                  <c:v>534</c:v>
                </c:pt>
                <c:pt idx="1378">
                  <c:v>79</c:v>
                </c:pt>
                <c:pt idx="1379">
                  <c:v>80</c:v>
                </c:pt>
                <c:pt idx="1380">
                  <c:v>465</c:v>
                </c:pt>
                <c:pt idx="1381">
                  <c:v>528</c:v>
                </c:pt>
                <c:pt idx="1382">
                  <c:v>184</c:v>
                </c:pt>
                <c:pt idx="1383">
                  <c:v>295</c:v>
                </c:pt>
                <c:pt idx="1384">
                  <c:v>447</c:v>
                </c:pt>
                <c:pt idx="1385">
                  <c:v>131</c:v>
                </c:pt>
                <c:pt idx="1386">
                  <c:v>153</c:v>
                </c:pt>
                <c:pt idx="1387">
                  <c:v>263</c:v>
                </c:pt>
                <c:pt idx="1388">
                  <c:v>117</c:v>
                </c:pt>
                <c:pt idx="1389">
                  <c:v>129</c:v>
                </c:pt>
                <c:pt idx="1390">
                  <c:v>72</c:v>
                </c:pt>
                <c:pt idx="1391">
                  <c:v>397</c:v>
                </c:pt>
                <c:pt idx="1392">
                  <c:v>168</c:v>
                </c:pt>
                <c:pt idx="1393">
                  <c:v>493</c:v>
                </c:pt>
                <c:pt idx="1394">
                  <c:v>220</c:v>
                </c:pt>
                <c:pt idx="1395">
                  <c:v>173</c:v>
                </c:pt>
                <c:pt idx="1396">
                  <c:v>392</c:v>
                </c:pt>
                <c:pt idx="1397">
                  <c:v>87</c:v>
                </c:pt>
                <c:pt idx="1398">
                  <c:v>204</c:v>
                </c:pt>
                <c:pt idx="1399">
                  <c:v>88</c:v>
                </c:pt>
                <c:pt idx="1400">
                  <c:v>88</c:v>
                </c:pt>
                <c:pt idx="1401">
                  <c:v>120</c:v>
                </c:pt>
                <c:pt idx="1402">
                  <c:v>597</c:v>
                </c:pt>
                <c:pt idx="1403">
                  <c:v>81</c:v>
                </c:pt>
                <c:pt idx="1404">
                  <c:v>95</c:v>
                </c:pt>
                <c:pt idx="1405">
                  <c:v>85</c:v>
                </c:pt>
                <c:pt idx="1406">
                  <c:v>154</c:v>
                </c:pt>
                <c:pt idx="1407">
                  <c:v>180</c:v>
                </c:pt>
                <c:pt idx="1408">
                  <c:v>83</c:v>
                </c:pt>
                <c:pt idx="1409">
                  <c:v>85</c:v>
                </c:pt>
                <c:pt idx="1410">
                  <c:v>471</c:v>
                </c:pt>
                <c:pt idx="1411">
                  <c:v>68</c:v>
                </c:pt>
                <c:pt idx="1412">
                  <c:v>214</c:v>
                </c:pt>
                <c:pt idx="1413">
                  <c:v>214</c:v>
                </c:pt>
                <c:pt idx="1414">
                  <c:v>114</c:v>
                </c:pt>
                <c:pt idx="1415">
                  <c:v>196</c:v>
                </c:pt>
                <c:pt idx="1416">
                  <c:v>286</c:v>
                </c:pt>
                <c:pt idx="1417">
                  <c:v>633</c:v>
                </c:pt>
                <c:pt idx="1418">
                  <c:v>581</c:v>
                </c:pt>
                <c:pt idx="1419">
                  <c:v>457</c:v>
                </c:pt>
                <c:pt idx="1420">
                  <c:v>282</c:v>
                </c:pt>
                <c:pt idx="1421">
                  <c:v>372</c:v>
                </c:pt>
                <c:pt idx="1422">
                  <c:v>278</c:v>
                </c:pt>
                <c:pt idx="1423">
                  <c:v>284</c:v>
                </c:pt>
                <c:pt idx="1424">
                  <c:v>22</c:v>
                </c:pt>
                <c:pt idx="1425">
                  <c:v>26</c:v>
                </c:pt>
                <c:pt idx="1426">
                  <c:v>409</c:v>
                </c:pt>
                <c:pt idx="1427">
                  <c:v>37</c:v>
                </c:pt>
                <c:pt idx="1428">
                  <c:v>164</c:v>
                </c:pt>
                <c:pt idx="1429">
                  <c:v>36</c:v>
                </c:pt>
                <c:pt idx="1430">
                  <c:v>709</c:v>
                </c:pt>
                <c:pt idx="1431">
                  <c:v>26</c:v>
                </c:pt>
                <c:pt idx="1432">
                  <c:v>76</c:v>
                </c:pt>
                <c:pt idx="1433">
                  <c:v>230</c:v>
                </c:pt>
                <c:pt idx="1434">
                  <c:v>40</c:v>
                </c:pt>
                <c:pt idx="1435">
                  <c:v>23</c:v>
                </c:pt>
                <c:pt idx="1436">
                  <c:v>290</c:v>
                </c:pt>
                <c:pt idx="1437">
                  <c:v>36</c:v>
                </c:pt>
                <c:pt idx="1438">
                  <c:v>47</c:v>
                </c:pt>
                <c:pt idx="1439">
                  <c:v>183</c:v>
                </c:pt>
                <c:pt idx="1440">
                  <c:v>178</c:v>
                </c:pt>
                <c:pt idx="1441">
                  <c:v>130</c:v>
                </c:pt>
                <c:pt idx="1442">
                  <c:v>113</c:v>
                </c:pt>
                <c:pt idx="1443">
                  <c:v>68</c:v>
                </c:pt>
                <c:pt idx="1444">
                  <c:v>197</c:v>
                </c:pt>
                <c:pt idx="1445">
                  <c:v>90</c:v>
                </c:pt>
                <c:pt idx="1446">
                  <c:v>262</c:v>
                </c:pt>
                <c:pt idx="1447">
                  <c:v>424</c:v>
                </c:pt>
                <c:pt idx="1448">
                  <c:v>43</c:v>
                </c:pt>
                <c:pt idx="1449">
                  <c:v>92</c:v>
                </c:pt>
                <c:pt idx="1450">
                  <c:v>24</c:v>
                </c:pt>
                <c:pt idx="1451">
                  <c:v>212</c:v>
                </c:pt>
                <c:pt idx="1452">
                  <c:v>216</c:v>
                </c:pt>
                <c:pt idx="1453">
                  <c:v>82</c:v>
                </c:pt>
                <c:pt idx="1454">
                  <c:v>88</c:v>
                </c:pt>
                <c:pt idx="1455">
                  <c:v>183</c:v>
                </c:pt>
                <c:pt idx="1456">
                  <c:v>136</c:v>
                </c:pt>
                <c:pt idx="1457">
                  <c:v>397</c:v>
                </c:pt>
                <c:pt idx="1458">
                  <c:v>196</c:v>
                </c:pt>
                <c:pt idx="1459">
                  <c:v>711</c:v>
                </c:pt>
                <c:pt idx="1460">
                  <c:v>551</c:v>
                </c:pt>
                <c:pt idx="1461">
                  <c:v>93</c:v>
                </c:pt>
                <c:pt idx="1462">
                  <c:v>296</c:v>
                </c:pt>
                <c:pt idx="1463">
                  <c:v>204</c:v>
                </c:pt>
                <c:pt idx="1464">
                  <c:v>350</c:v>
                </c:pt>
                <c:pt idx="1465">
                  <c:v>150</c:v>
                </c:pt>
                <c:pt idx="1466">
                  <c:v>105</c:v>
                </c:pt>
                <c:pt idx="1467">
                  <c:v>63</c:v>
                </c:pt>
                <c:pt idx="1468">
                  <c:v>22</c:v>
                </c:pt>
                <c:pt idx="1469">
                  <c:v>75</c:v>
                </c:pt>
                <c:pt idx="1470">
                  <c:v>171</c:v>
                </c:pt>
                <c:pt idx="1471">
                  <c:v>90</c:v>
                </c:pt>
                <c:pt idx="1472">
                  <c:v>46</c:v>
                </c:pt>
                <c:pt idx="1473">
                  <c:v>51</c:v>
                </c:pt>
                <c:pt idx="1474">
                  <c:v>688</c:v>
                </c:pt>
                <c:pt idx="1475">
                  <c:v>139</c:v>
                </c:pt>
                <c:pt idx="1476">
                  <c:v>282</c:v>
                </c:pt>
                <c:pt idx="1477">
                  <c:v>192</c:v>
                </c:pt>
                <c:pt idx="1478">
                  <c:v>294</c:v>
                </c:pt>
                <c:pt idx="1479">
                  <c:v>283</c:v>
                </c:pt>
                <c:pt idx="1480">
                  <c:v>199</c:v>
                </c:pt>
                <c:pt idx="1481">
                  <c:v>131</c:v>
                </c:pt>
                <c:pt idx="1482">
                  <c:v>196</c:v>
                </c:pt>
                <c:pt idx="1483">
                  <c:v>150</c:v>
                </c:pt>
                <c:pt idx="1484">
                  <c:v>133</c:v>
                </c:pt>
                <c:pt idx="1485">
                  <c:v>204</c:v>
                </c:pt>
                <c:pt idx="1486">
                  <c:v>29</c:v>
                </c:pt>
                <c:pt idx="1487">
                  <c:v>158</c:v>
                </c:pt>
                <c:pt idx="1488">
                  <c:v>28</c:v>
                </c:pt>
                <c:pt idx="1489">
                  <c:v>184</c:v>
                </c:pt>
                <c:pt idx="1490">
                  <c:v>330</c:v>
                </c:pt>
                <c:pt idx="1491">
                  <c:v>115</c:v>
                </c:pt>
                <c:pt idx="1492">
                  <c:v>25</c:v>
                </c:pt>
                <c:pt idx="1493">
                  <c:v>298</c:v>
                </c:pt>
                <c:pt idx="1494">
                  <c:v>141</c:v>
                </c:pt>
                <c:pt idx="1495">
                  <c:v>136</c:v>
                </c:pt>
                <c:pt idx="1496">
                  <c:v>92</c:v>
                </c:pt>
                <c:pt idx="1497">
                  <c:v>536</c:v>
                </c:pt>
                <c:pt idx="1498">
                  <c:v>138</c:v>
                </c:pt>
                <c:pt idx="1499">
                  <c:v>28</c:v>
                </c:pt>
                <c:pt idx="1500">
                  <c:v>25</c:v>
                </c:pt>
                <c:pt idx="1501">
                  <c:v>169</c:v>
                </c:pt>
                <c:pt idx="1502">
                  <c:v>227</c:v>
                </c:pt>
                <c:pt idx="1503">
                  <c:v>83</c:v>
                </c:pt>
                <c:pt idx="1504">
                  <c:v>94</c:v>
                </c:pt>
                <c:pt idx="1505">
                  <c:v>82</c:v>
                </c:pt>
                <c:pt idx="1506">
                  <c:v>87</c:v>
                </c:pt>
                <c:pt idx="1507">
                  <c:v>33</c:v>
                </c:pt>
                <c:pt idx="1508">
                  <c:v>513</c:v>
                </c:pt>
                <c:pt idx="1509">
                  <c:v>86</c:v>
                </c:pt>
                <c:pt idx="1510">
                  <c:v>328</c:v>
                </c:pt>
                <c:pt idx="1511">
                  <c:v>264</c:v>
                </c:pt>
                <c:pt idx="1512">
                  <c:v>96</c:v>
                </c:pt>
                <c:pt idx="1513">
                  <c:v>218</c:v>
                </c:pt>
                <c:pt idx="1514">
                  <c:v>138</c:v>
                </c:pt>
                <c:pt idx="1515">
                  <c:v>138</c:v>
                </c:pt>
                <c:pt idx="1516">
                  <c:v>27</c:v>
                </c:pt>
                <c:pt idx="1517">
                  <c:v>596</c:v>
                </c:pt>
                <c:pt idx="1518">
                  <c:v>28</c:v>
                </c:pt>
                <c:pt idx="1519">
                  <c:v>111</c:v>
                </c:pt>
                <c:pt idx="1520">
                  <c:v>24</c:v>
                </c:pt>
                <c:pt idx="1521">
                  <c:v>101</c:v>
                </c:pt>
                <c:pt idx="1522">
                  <c:v>108</c:v>
                </c:pt>
                <c:pt idx="1523">
                  <c:v>446</c:v>
                </c:pt>
                <c:pt idx="1524">
                  <c:v>355</c:v>
                </c:pt>
                <c:pt idx="1525">
                  <c:v>220</c:v>
                </c:pt>
                <c:pt idx="1526">
                  <c:v>114</c:v>
                </c:pt>
                <c:pt idx="1527">
                  <c:v>10</c:v>
                </c:pt>
                <c:pt idx="1528">
                  <c:v>167</c:v>
                </c:pt>
                <c:pt idx="1529">
                  <c:v>113</c:v>
                </c:pt>
                <c:pt idx="1530">
                  <c:v>201</c:v>
                </c:pt>
                <c:pt idx="1531">
                  <c:v>137</c:v>
                </c:pt>
                <c:pt idx="1532">
                  <c:v>119</c:v>
                </c:pt>
                <c:pt idx="1533">
                  <c:v>108</c:v>
                </c:pt>
                <c:pt idx="1534">
                  <c:v>365</c:v>
                </c:pt>
                <c:pt idx="1535">
                  <c:v>110</c:v>
                </c:pt>
                <c:pt idx="1536">
                  <c:v>174</c:v>
                </c:pt>
                <c:pt idx="1537">
                  <c:v>36</c:v>
                </c:pt>
                <c:pt idx="1538">
                  <c:v>193</c:v>
                </c:pt>
                <c:pt idx="1539">
                  <c:v>152</c:v>
                </c:pt>
                <c:pt idx="1540">
                  <c:v>108</c:v>
                </c:pt>
                <c:pt idx="1541">
                  <c:v>120</c:v>
                </c:pt>
                <c:pt idx="1542">
                  <c:v>98</c:v>
                </c:pt>
                <c:pt idx="1543">
                  <c:v>202</c:v>
                </c:pt>
                <c:pt idx="1544">
                  <c:v>442</c:v>
                </c:pt>
                <c:pt idx="1545">
                  <c:v>59</c:v>
                </c:pt>
                <c:pt idx="1546">
                  <c:v>76</c:v>
                </c:pt>
                <c:pt idx="1547">
                  <c:v>305</c:v>
                </c:pt>
                <c:pt idx="1548">
                  <c:v>424</c:v>
                </c:pt>
                <c:pt idx="1549">
                  <c:v>154</c:v>
                </c:pt>
                <c:pt idx="1550">
                  <c:v>464</c:v>
                </c:pt>
                <c:pt idx="1551">
                  <c:v>550</c:v>
                </c:pt>
                <c:pt idx="1552">
                  <c:v>23</c:v>
                </c:pt>
                <c:pt idx="1553">
                  <c:v>47</c:v>
                </c:pt>
                <c:pt idx="1554">
                  <c:v>57</c:v>
                </c:pt>
                <c:pt idx="1555">
                  <c:v>90</c:v>
                </c:pt>
                <c:pt idx="1556">
                  <c:v>97</c:v>
                </c:pt>
                <c:pt idx="1557">
                  <c:v>128</c:v>
                </c:pt>
                <c:pt idx="1558">
                  <c:v>417</c:v>
                </c:pt>
                <c:pt idx="1559">
                  <c:v>199</c:v>
                </c:pt>
                <c:pt idx="1560">
                  <c:v>41</c:v>
                </c:pt>
                <c:pt idx="1561">
                  <c:v>199</c:v>
                </c:pt>
                <c:pt idx="1562">
                  <c:v>169</c:v>
                </c:pt>
                <c:pt idx="1563">
                  <c:v>250</c:v>
                </c:pt>
                <c:pt idx="1564">
                  <c:v>183</c:v>
                </c:pt>
                <c:pt idx="1565">
                  <c:v>154</c:v>
                </c:pt>
                <c:pt idx="1566">
                  <c:v>399</c:v>
                </c:pt>
                <c:pt idx="1567">
                  <c:v>232</c:v>
                </c:pt>
                <c:pt idx="1568">
                  <c:v>383</c:v>
                </c:pt>
                <c:pt idx="1569">
                  <c:v>269</c:v>
                </c:pt>
                <c:pt idx="1570">
                  <c:v>523</c:v>
                </c:pt>
                <c:pt idx="1571">
                  <c:v>190</c:v>
                </c:pt>
                <c:pt idx="1572">
                  <c:v>157</c:v>
                </c:pt>
                <c:pt idx="1573">
                  <c:v>109</c:v>
                </c:pt>
                <c:pt idx="1574">
                  <c:v>348</c:v>
                </c:pt>
                <c:pt idx="1575">
                  <c:v>291</c:v>
                </c:pt>
                <c:pt idx="1576">
                  <c:v>72</c:v>
                </c:pt>
                <c:pt idx="1577">
                  <c:v>137</c:v>
                </c:pt>
                <c:pt idx="1578">
                  <c:v>241</c:v>
                </c:pt>
                <c:pt idx="1579">
                  <c:v>100</c:v>
                </c:pt>
                <c:pt idx="1580">
                  <c:v>284</c:v>
                </c:pt>
                <c:pt idx="1581">
                  <c:v>386</c:v>
                </c:pt>
                <c:pt idx="1582">
                  <c:v>242</c:v>
                </c:pt>
                <c:pt idx="1583">
                  <c:v>172</c:v>
                </c:pt>
                <c:pt idx="1584">
                  <c:v>318</c:v>
                </c:pt>
                <c:pt idx="1585">
                  <c:v>192</c:v>
                </c:pt>
                <c:pt idx="1586">
                  <c:v>311</c:v>
                </c:pt>
                <c:pt idx="1587">
                  <c:v>699</c:v>
                </c:pt>
                <c:pt idx="1588">
                  <c:v>111</c:v>
                </c:pt>
                <c:pt idx="1589">
                  <c:v>160</c:v>
                </c:pt>
                <c:pt idx="1590">
                  <c:v>406</c:v>
                </c:pt>
                <c:pt idx="1591">
                  <c:v>250</c:v>
                </c:pt>
                <c:pt idx="1592">
                  <c:v>228</c:v>
                </c:pt>
                <c:pt idx="1593">
                  <c:v>722</c:v>
                </c:pt>
                <c:pt idx="1594">
                  <c:v>482</c:v>
                </c:pt>
                <c:pt idx="1595">
                  <c:v>512</c:v>
                </c:pt>
                <c:pt idx="1596">
                  <c:v>257</c:v>
                </c:pt>
                <c:pt idx="1597">
                  <c:v>250</c:v>
                </c:pt>
                <c:pt idx="1598">
                  <c:v>375</c:v>
                </c:pt>
                <c:pt idx="1599">
                  <c:v>35</c:v>
                </c:pt>
                <c:pt idx="1600">
                  <c:v>95</c:v>
                </c:pt>
                <c:pt idx="1601">
                  <c:v>396</c:v>
                </c:pt>
                <c:pt idx="1602">
                  <c:v>587</c:v>
                </c:pt>
                <c:pt idx="1603">
                  <c:v>359</c:v>
                </c:pt>
                <c:pt idx="1604">
                  <c:v>125</c:v>
                </c:pt>
                <c:pt idx="1605">
                  <c:v>484</c:v>
                </c:pt>
                <c:pt idx="1606">
                  <c:v>25</c:v>
                </c:pt>
                <c:pt idx="1607">
                  <c:v>508</c:v>
                </c:pt>
                <c:pt idx="1608">
                  <c:v>578</c:v>
                </c:pt>
                <c:pt idx="1609">
                  <c:v>739</c:v>
                </c:pt>
                <c:pt idx="1610">
                  <c:v>155</c:v>
                </c:pt>
                <c:pt idx="1611">
                  <c:v>300</c:v>
                </c:pt>
                <c:pt idx="1612">
                  <c:v>163</c:v>
                </c:pt>
                <c:pt idx="1613">
                  <c:v>209</c:v>
                </c:pt>
                <c:pt idx="1614">
                  <c:v>324</c:v>
                </c:pt>
                <c:pt idx="1615">
                  <c:v>581</c:v>
                </c:pt>
                <c:pt idx="1616">
                  <c:v>742</c:v>
                </c:pt>
                <c:pt idx="1617">
                  <c:v>319</c:v>
                </c:pt>
                <c:pt idx="1618">
                  <c:v>492</c:v>
                </c:pt>
                <c:pt idx="1619">
                  <c:v>86</c:v>
                </c:pt>
                <c:pt idx="1620">
                  <c:v>215</c:v>
                </c:pt>
                <c:pt idx="1621">
                  <c:v>684</c:v>
                </c:pt>
                <c:pt idx="1622">
                  <c:v>430</c:v>
                </c:pt>
                <c:pt idx="1623">
                  <c:v>360</c:v>
                </c:pt>
                <c:pt idx="1624">
                  <c:v>342</c:v>
                </c:pt>
                <c:pt idx="1625">
                  <c:v>237</c:v>
                </c:pt>
                <c:pt idx="1626">
                  <c:v>625</c:v>
                </c:pt>
                <c:pt idx="1627">
                  <c:v>678</c:v>
                </c:pt>
                <c:pt idx="1628">
                  <c:v>405</c:v>
                </c:pt>
                <c:pt idx="1629">
                  <c:v>325</c:v>
                </c:pt>
                <c:pt idx="1630">
                  <c:v>298</c:v>
                </c:pt>
                <c:pt idx="1631">
                  <c:v>484</c:v>
                </c:pt>
                <c:pt idx="1632">
                  <c:v>392</c:v>
                </c:pt>
                <c:pt idx="1633">
                  <c:v>628</c:v>
                </c:pt>
                <c:pt idx="1634">
                  <c:v>216</c:v>
                </c:pt>
                <c:pt idx="1635">
                  <c:v>159</c:v>
                </c:pt>
                <c:pt idx="1636">
                  <c:v>397</c:v>
                </c:pt>
                <c:pt idx="1637">
                  <c:v>210</c:v>
                </c:pt>
                <c:pt idx="1638">
                  <c:v>126</c:v>
                </c:pt>
                <c:pt idx="1639">
                  <c:v>21</c:v>
                </c:pt>
                <c:pt idx="1640">
                  <c:v>242</c:v>
                </c:pt>
                <c:pt idx="1641">
                  <c:v>34</c:v>
                </c:pt>
                <c:pt idx="1642">
                  <c:v>120</c:v>
                </c:pt>
                <c:pt idx="1643">
                  <c:v>577</c:v>
                </c:pt>
                <c:pt idx="1644">
                  <c:v>312</c:v>
                </c:pt>
                <c:pt idx="1645">
                  <c:v>444</c:v>
                </c:pt>
                <c:pt idx="1646">
                  <c:v>514</c:v>
                </c:pt>
                <c:pt idx="1647">
                  <c:v>599</c:v>
                </c:pt>
                <c:pt idx="1648">
                  <c:v>169</c:v>
                </c:pt>
                <c:pt idx="1649">
                  <c:v>92</c:v>
                </c:pt>
                <c:pt idx="1650">
                  <c:v>228</c:v>
                </c:pt>
                <c:pt idx="1651">
                  <c:v>117</c:v>
                </c:pt>
                <c:pt idx="1652">
                  <c:v>402</c:v>
                </c:pt>
                <c:pt idx="1653">
                  <c:v>469</c:v>
                </c:pt>
                <c:pt idx="1654">
                  <c:v>254</c:v>
                </c:pt>
                <c:pt idx="1655">
                  <c:v>200</c:v>
                </c:pt>
                <c:pt idx="1656">
                  <c:v>197</c:v>
                </c:pt>
                <c:pt idx="1657">
                  <c:v>97</c:v>
                </c:pt>
                <c:pt idx="1658">
                  <c:v>550</c:v>
                </c:pt>
                <c:pt idx="1659">
                  <c:v>122</c:v>
                </c:pt>
                <c:pt idx="1660">
                  <c:v>417</c:v>
                </c:pt>
                <c:pt idx="1661">
                  <c:v>116</c:v>
                </c:pt>
                <c:pt idx="1662">
                  <c:v>724</c:v>
                </c:pt>
                <c:pt idx="1663">
                  <c:v>27</c:v>
                </c:pt>
                <c:pt idx="1664">
                  <c:v>142</c:v>
                </c:pt>
                <c:pt idx="1665">
                  <c:v>104</c:v>
                </c:pt>
                <c:pt idx="1666">
                  <c:v>651</c:v>
                </c:pt>
                <c:pt idx="1667">
                  <c:v>121</c:v>
                </c:pt>
                <c:pt idx="1668">
                  <c:v>168</c:v>
                </c:pt>
                <c:pt idx="1669">
                  <c:v>388</c:v>
                </c:pt>
                <c:pt idx="1670">
                  <c:v>126</c:v>
                </c:pt>
                <c:pt idx="1671">
                  <c:v>95</c:v>
                </c:pt>
                <c:pt idx="1672">
                  <c:v>263</c:v>
                </c:pt>
                <c:pt idx="1673">
                  <c:v>636</c:v>
                </c:pt>
                <c:pt idx="1674">
                  <c:v>157</c:v>
                </c:pt>
                <c:pt idx="1675">
                  <c:v>242</c:v>
                </c:pt>
                <c:pt idx="1676">
                  <c:v>488</c:v>
                </c:pt>
                <c:pt idx="1677">
                  <c:v>399</c:v>
                </c:pt>
                <c:pt idx="1678">
                  <c:v>215</c:v>
                </c:pt>
                <c:pt idx="1679">
                  <c:v>418</c:v>
                </c:pt>
                <c:pt idx="1680">
                  <c:v>133</c:v>
                </c:pt>
                <c:pt idx="1681">
                  <c:v>99</c:v>
                </c:pt>
                <c:pt idx="1682">
                  <c:v>577</c:v>
                </c:pt>
                <c:pt idx="1683">
                  <c:v>307</c:v>
                </c:pt>
                <c:pt idx="1684">
                  <c:v>497</c:v>
                </c:pt>
                <c:pt idx="1685">
                  <c:v>534</c:v>
                </c:pt>
                <c:pt idx="1686">
                  <c:v>335</c:v>
                </c:pt>
                <c:pt idx="1687">
                  <c:v>266</c:v>
                </c:pt>
                <c:pt idx="1688">
                  <c:v>489</c:v>
                </c:pt>
                <c:pt idx="1689">
                  <c:v>365</c:v>
                </c:pt>
                <c:pt idx="1690">
                  <c:v>165</c:v>
                </c:pt>
                <c:pt idx="1691">
                  <c:v>649</c:v>
                </c:pt>
                <c:pt idx="1692">
                  <c:v>196</c:v>
                </c:pt>
                <c:pt idx="1693">
                  <c:v>141</c:v>
                </c:pt>
                <c:pt idx="1694">
                  <c:v>179</c:v>
                </c:pt>
                <c:pt idx="1695">
                  <c:v>223</c:v>
                </c:pt>
                <c:pt idx="1696">
                  <c:v>94</c:v>
                </c:pt>
                <c:pt idx="1697">
                  <c:v>393</c:v>
                </c:pt>
                <c:pt idx="1698">
                  <c:v>99</c:v>
                </c:pt>
                <c:pt idx="1699">
                  <c:v>281</c:v>
                </c:pt>
                <c:pt idx="1700">
                  <c:v>276</c:v>
                </c:pt>
                <c:pt idx="1701">
                  <c:v>693</c:v>
                </c:pt>
                <c:pt idx="1702">
                  <c:v>310</c:v>
                </c:pt>
                <c:pt idx="1703">
                  <c:v>87</c:v>
                </c:pt>
                <c:pt idx="1704">
                  <c:v>246</c:v>
                </c:pt>
                <c:pt idx="1705">
                  <c:v>241</c:v>
                </c:pt>
                <c:pt idx="1706">
                  <c:v>130</c:v>
                </c:pt>
                <c:pt idx="1707">
                  <c:v>323</c:v>
                </c:pt>
                <c:pt idx="1708">
                  <c:v>572</c:v>
                </c:pt>
                <c:pt idx="1709">
                  <c:v>79</c:v>
                </c:pt>
                <c:pt idx="1710">
                  <c:v>168</c:v>
                </c:pt>
                <c:pt idx="1711">
                  <c:v>414</c:v>
                </c:pt>
                <c:pt idx="1712">
                  <c:v>318</c:v>
                </c:pt>
                <c:pt idx="1713">
                  <c:v>40</c:v>
                </c:pt>
                <c:pt idx="1714">
                  <c:v>196</c:v>
                </c:pt>
                <c:pt idx="1715">
                  <c:v>342</c:v>
                </c:pt>
                <c:pt idx="1716">
                  <c:v>444</c:v>
                </c:pt>
                <c:pt idx="1717">
                  <c:v>676</c:v>
                </c:pt>
                <c:pt idx="1718">
                  <c:v>280</c:v>
                </c:pt>
                <c:pt idx="1719">
                  <c:v>67</c:v>
                </c:pt>
                <c:pt idx="1720">
                  <c:v>485</c:v>
                </c:pt>
                <c:pt idx="1721">
                  <c:v>599</c:v>
                </c:pt>
                <c:pt idx="1722">
                  <c:v>516</c:v>
                </c:pt>
                <c:pt idx="1723">
                  <c:v>426</c:v>
                </c:pt>
                <c:pt idx="1724">
                  <c:v>247</c:v>
                </c:pt>
                <c:pt idx="1725">
                  <c:v>151</c:v>
                </c:pt>
                <c:pt idx="1726">
                  <c:v>587</c:v>
                </c:pt>
                <c:pt idx="1727">
                  <c:v>552</c:v>
                </c:pt>
                <c:pt idx="1728">
                  <c:v>613</c:v>
                </c:pt>
                <c:pt idx="1729">
                  <c:v>134</c:v>
                </c:pt>
                <c:pt idx="1730">
                  <c:v>328</c:v>
                </c:pt>
                <c:pt idx="1731">
                  <c:v>60</c:v>
                </c:pt>
                <c:pt idx="1732">
                  <c:v>354</c:v>
                </c:pt>
                <c:pt idx="1733">
                  <c:v>718</c:v>
                </c:pt>
                <c:pt idx="1734">
                  <c:v>270</c:v>
                </c:pt>
                <c:pt idx="1735">
                  <c:v>590</c:v>
                </c:pt>
                <c:pt idx="1736">
                  <c:v>594</c:v>
                </c:pt>
                <c:pt idx="1737">
                  <c:v>524</c:v>
                </c:pt>
                <c:pt idx="1738">
                  <c:v>503</c:v>
                </c:pt>
                <c:pt idx="1739">
                  <c:v>552</c:v>
                </c:pt>
                <c:pt idx="1740">
                  <c:v>528</c:v>
                </c:pt>
                <c:pt idx="1741">
                  <c:v>724</c:v>
                </c:pt>
                <c:pt idx="1742">
                  <c:v>178</c:v>
                </c:pt>
                <c:pt idx="1743">
                  <c:v>311</c:v>
                </c:pt>
                <c:pt idx="1744">
                  <c:v>311</c:v>
                </c:pt>
                <c:pt idx="1745">
                  <c:v>241</c:v>
                </c:pt>
                <c:pt idx="1746">
                  <c:v>286</c:v>
                </c:pt>
                <c:pt idx="1747">
                  <c:v>50</c:v>
                </c:pt>
                <c:pt idx="1748">
                  <c:v>351</c:v>
                </c:pt>
                <c:pt idx="1749">
                  <c:v>632</c:v>
                </c:pt>
                <c:pt idx="1750">
                  <c:v>383</c:v>
                </c:pt>
                <c:pt idx="1751">
                  <c:v>102</c:v>
                </c:pt>
                <c:pt idx="1752">
                  <c:v>653</c:v>
                </c:pt>
                <c:pt idx="1753">
                  <c:v>60</c:v>
                </c:pt>
                <c:pt idx="1754">
                  <c:v>634</c:v>
                </c:pt>
                <c:pt idx="1755">
                  <c:v>662</c:v>
                </c:pt>
                <c:pt idx="1756">
                  <c:v>75</c:v>
                </c:pt>
                <c:pt idx="1757">
                  <c:v>319</c:v>
                </c:pt>
                <c:pt idx="1758">
                  <c:v>527</c:v>
                </c:pt>
                <c:pt idx="1759">
                  <c:v>569</c:v>
                </c:pt>
                <c:pt idx="1760">
                  <c:v>728</c:v>
                </c:pt>
                <c:pt idx="1761">
                  <c:v>490</c:v>
                </c:pt>
                <c:pt idx="1762">
                  <c:v>126</c:v>
                </c:pt>
                <c:pt idx="1763">
                  <c:v>345</c:v>
                </c:pt>
                <c:pt idx="1764">
                  <c:v>615</c:v>
                </c:pt>
                <c:pt idx="1765">
                  <c:v>94</c:v>
                </c:pt>
                <c:pt idx="1766">
                  <c:v>208</c:v>
                </c:pt>
                <c:pt idx="1767">
                  <c:v>397</c:v>
                </c:pt>
                <c:pt idx="1768">
                  <c:v>392</c:v>
                </c:pt>
                <c:pt idx="1769">
                  <c:v>612</c:v>
                </c:pt>
                <c:pt idx="1770">
                  <c:v>251</c:v>
                </c:pt>
                <c:pt idx="1771">
                  <c:v>307</c:v>
                </c:pt>
                <c:pt idx="1772">
                  <c:v>412</c:v>
                </c:pt>
                <c:pt idx="1773">
                  <c:v>699</c:v>
                </c:pt>
                <c:pt idx="1774">
                  <c:v>477</c:v>
                </c:pt>
                <c:pt idx="1775">
                  <c:v>339</c:v>
                </c:pt>
                <c:pt idx="1776">
                  <c:v>551</c:v>
                </c:pt>
                <c:pt idx="1777">
                  <c:v>174</c:v>
                </c:pt>
                <c:pt idx="1778">
                  <c:v>496</c:v>
                </c:pt>
                <c:pt idx="1779">
                  <c:v>174</c:v>
                </c:pt>
                <c:pt idx="1780">
                  <c:v>377</c:v>
                </c:pt>
                <c:pt idx="1781">
                  <c:v>398</c:v>
                </c:pt>
                <c:pt idx="1782">
                  <c:v>531</c:v>
                </c:pt>
                <c:pt idx="1783">
                  <c:v>591</c:v>
                </c:pt>
                <c:pt idx="1784">
                  <c:v>236</c:v>
                </c:pt>
                <c:pt idx="1785">
                  <c:v>533</c:v>
                </c:pt>
                <c:pt idx="1786">
                  <c:v>549</c:v>
                </c:pt>
                <c:pt idx="1787">
                  <c:v>451</c:v>
                </c:pt>
                <c:pt idx="1788">
                  <c:v>357</c:v>
                </c:pt>
                <c:pt idx="1789">
                  <c:v>324</c:v>
                </c:pt>
                <c:pt idx="1790">
                  <c:v>354</c:v>
                </c:pt>
                <c:pt idx="1791">
                  <c:v>188</c:v>
                </c:pt>
                <c:pt idx="1792">
                  <c:v>238</c:v>
                </c:pt>
                <c:pt idx="1793">
                  <c:v>549</c:v>
                </c:pt>
                <c:pt idx="1794">
                  <c:v>455</c:v>
                </c:pt>
                <c:pt idx="1795">
                  <c:v>125</c:v>
                </c:pt>
                <c:pt idx="1796">
                  <c:v>313</c:v>
                </c:pt>
                <c:pt idx="1797">
                  <c:v>174</c:v>
                </c:pt>
                <c:pt idx="1798">
                  <c:v>161</c:v>
                </c:pt>
                <c:pt idx="1799">
                  <c:v>505</c:v>
                </c:pt>
                <c:pt idx="1800">
                  <c:v>141</c:v>
                </c:pt>
                <c:pt idx="1801">
                  <c:v>156</c:v>
                </c:pt>
                <c:pt idx="1802">
                  <c:v>314</c:v>
                </c:pt>
                <c:pt idx="1803">
                  <c:v>499</c:v>
                </c:pt>
                <c:pt idx="1804">
                  <c:v>256</c:v>
                </c:pt>
                <c:pt idx="1805">
                  <c:v>497</c:v>
                </c:pt>
                <c:pt idx="1806">
                  <c:v>555</c:v>
                </c:pt>
                <c:pt idx="1807">
                  <c:v>242</c:v>
                </c:pt>
                <c:pt idx="1808">
                  <c:v>113</c:v>
                </c:pt>
                <c:pt idx="1809">
                  <c:v>254</c:v>
                </c:pt>
                <c:pt idx="1810">
                  <c:v>225</c:v>
                </c:pt>
                <c:pt idx="1811">
                  <c:v>582</c:v>
                </c:pt>
                <c:pt idx="1812">
                  <c:v>87</c:v>
                </c:pt>
                <c:pt idx="1813">
                  <c:v>187</c:v>
                </c:pt>
                <c:pt idx="1814">
                  <c:v>716</c:v>
                </c:pt>
                <c:pt idx="1815">
                  <c:v>520</c:v>
                </c:pt>
                <c:pt idx="1816">
                  <c:v>501</c:v>
                </c:pt>
                <c:pt idx="1817">
                  <c:v>232</c:v>
                </c:pt>
                <c:pt idx="1818">
                  <c:v>161</c:v>
                </c:pt>
                <c:pt idx="1819">
                  <c:v>312</c:v>
                </c:pt>
                <c:pt idx="1820">
                  <c:v>509</c:v>
                </c:pt>
                <c:pt idx="1821">
                  <c:v>221</c:v>
                </c:pt>
                <c:pt idx="1822">
                  <c:v>574</c:v>
                </c:pt>
                <c:pt idx="1823">
                  <c:v>287</c:v>
                </c:pt>
                <c:pt idx="1824">
                  <c:v>346</c:v>
                </c:pt>
                <c:pt idx="1825">
                  <c:v>389</c:v>
                </c:pt>
                <c:pt idx="1826">
                  <c:v>61</c:v>
                </c:pt>
                <c:pt idx="1827">
                  <c:v>222</c:v>
                </c:pt>
                <c:pt idx="1828">
                  <c:v>53</c:v>
                </c:pt>
                <c:pt idx="1829">
                  <c:v>311</c:v>
                </c:pt>
                <c:pt idx="1830">
                  <c:v>487</c:v>
                </c:pt>
                <c:pt idx="1831">
                  <c:v>411</c:v>
                </c:pt>
                <c:pt idx="1832">
                  <c:v>112</c:v>
                </c:pt>
                <c:pt idx="1833">
                  <c:v>114</c:v>
                </c:pt>
                <c:pt idx="1834">
                  <c:v>88</c:v>
                </c:pt>
                <c:pt idx="1835">
                  <c:v>450</c:v>
                </c:pt>
                <c:pt idx="1836">
                  <c:v>121</c:v>
                </c:pt>
                <c:pt idx="1837">
                  <c:v>124</c:v>
                </c:pt>
                <c:pt idx="1838">
                  <c:v>125</c:v>
                </c:pt>
                <c:pt idx="1839">
                  <c:v>291</c:v>
                </c:pt>
                <c:pt idx="1840">
                  <c:v>724</c:v>
                </c:pt>
                <c:pt idx="1841">
                  <c:v>265</c:v>
                </c:pt>
                <c:pt idx="1842">
                  <c:v>467</c:v>
                </c:pt>
                <c:pt idx="1843">
                  <c:v>436</c:v>
                </c:pt>
                <c:pt idx="1844">
                  <c:v>169</c:v>
                </c:pt>
                <c:pt idx="1845">
                  <c:v>171</c:v>
                </c:pt>
                <c:pt idx="1846">
                  <c:v>739</c:v>
                </c:pt>
                <c:pt idx="1847">
                  <c:v>434</c:v>
                </c:pt>
                <c:pt idx="1848">
                  <c:v>82</c:v>
                </c:pt>
                <c:pt idx="1849">
                  <c:v>63</c:v>
                </c:pt>
                <c:pt idx="1850">
                  <c:v>183</c:v>
                </c:pt>
                <c:pt idx="1851">
                  <c:v>531</c:v>
                </c:pt>
                <c:pt idx="1852">
                  <c:v>407</c:v>
                </c:pt>
                <c:pt idx="1853">
                  <c:v>144</c:v>
                </c:pt>
                <c:pt idx="1854">
                  <c:v>246</c:v>
                </c:pt>
                <c:pt idx="1855">
                  <c:v>419</c:v>
                </c:pt>
                <c:pt idx="1856">
                  <c:v>659</c:v>
                </c:pt>
                <c:pt idx="1857">
                  <c:v>509</c:v>
                </c:pt>
                <c:pt idx="1858">
                  <c:v>245</c:v>
                </c:pt>
                <c:pt idx="1859">
                  <c:v>663</c:v>
                </c:pt>
                <c:pt idx="1860">
                  <c:v>215</c:v>
                </c:pt>
                <c:pt idx="1861">
                  <c:v>48</c:v>
                </c:pt>
                <c:pt idx="1862">
                  <c:v>32</c:v>
                </c:pt>
                <c:pt idx="1863">
                  <c:v>307</c:v>
                </c:pt>
                <c:pt idx="1864">
                  <c:v>26</c:v>
                </c:pt>
                <c:pt idx="1865">
                  <c:v>367</c:v>
                </c:pt>
                <c:pt idx="1866">
                  <c:v>64</c:v>
                </c:pt>
                <c:pt idx="1867">
                  <c:v>194</c:v>
                </c:pt>
                <c:pt idx="1868">
                  <c:v>115</c:v>
                </c:pt>
                <c:pt idx="1869">
                  <c:v>196</c:v>
                </c:pt>
                <c:pt idx="1870">
                  <c:v>299</c:v>
                </c:pt>
                <c:pt idx="1871">
                  <c:v>183</c:v>
                </c:pt>
                <c:pt idx="1872">
                  <c:v>425</c:v>
                </c:pt>
                <c:pt idx="1873">
                  <c:v>567</c:v>
                </c:pt>
                <c:pt idx="1874">
                  <c:v>36</c:v>
                </c:pt>
                <c:pt idx="1875">
                  <c:v>73</c:v>
                </c:pt>
                <c:pt idx="1876">
                  <c:v>168</c:v>
                </c:pt>
                <c:pt idx="1877">
                  <c:v>419</c:v>
                </c:pt>
                <c:pt idx="1878">
                  <c:v>26</c:v>
                </c:pt>
                <c:pt idx="1879">
                  <c:v>96</c:v>
                </c:pt>
                <c:pt idx="1880">
                  <c:v>80</c:v>
                </c:pt>
                <c:pt idx="1881">
                  <c:v>230</c:v>
                </c:pt>
                <c:pt idx="1882">
                  <c:v>426</c:v>
                </c:pt>
                <c:pt idx="1883">
                  <c:v>415</c:v>
                </c:pt>
                <c:pt idx="1884">
                  <c:v>608</c:v>
                </c:pt>
                <c:pt idx="1885">
                  <c:v>58</c:v>
                </c:pt>
                <c:pt idx="1886">
                  <c:v>31</c:v>
                </c:pt>
                <c:pt idx="1887">
                  <c:v>103</c:v>
                </c:pt>
                <c:pt idx="1888">
                  <c:v>66</c:v>
                </c:pt>
                <c:pt idx="1889">
                  <c:v>272</c:v>
                </c:pt>
                <c:pt idx="1890">
                  <c:v>283</c:v>
                </c:pt>
                <c:pt idx="1891">
                  <c:v>159</c:v>
                </c:pt>
                <c:pt idx="1892">
                  <c:v>315</c:v>
                </c:pt>
                <c:pt idx="1893">
                  <c:v>121</c:v>
                </c:pt>
                <c:pt idx="1894">
                  <c:v>105</c:v>
                </c:pt>
                <c:pt idx="1895">
                  <c:v>102</c:v>
                </c:pt>
                <c:pt idx="1896">
                  <c:v>536</c:v>
                </c:pt>
                <c:pt idx="1897">
                  <c:v>355</c:v>
                </c:pt>
                <c:pt idx="1898">
                  <c:v>238</c:v>
                </c:pt>
                <c:pt idx="1899">
                  <c:v>456</c:v>
                </c:pt>
                <c:pt idx="1900">
                  <c:v>624</c:v>
                </c:pt>
                <c:pt idx="1901">
                  <c:v>614</c:v>
                </c:pt>
                <c:pt idx="1902">
                  <c:v>305</c:v>
                </c:pt>
                <c:pt idx="1903">
                  <c:v>247</c:v>
                </c:pt>
                <c:pt idx="1904">
                  <c:v>658</c:v>
                </c:pt>
                <c:pt idx="1905">
                  <c:v>260</c:v>
                </c:pt>
                <c:pt idx="1906">
                  <c:v>602</c:v>
                </c:pt>
                <c:pt idx="1907">
                  <c:v>311</c:v>
                </c:pt>
                <c:pt idx="1908">
                  <c:v>46</c:v>
                </c:pt>
                <c:pt idx="1909">
                  <c:v>337</c:v>
                </c:pt>
                <c:pt idx="1910">
                  <c:v>59</c:v>
                </c:pt>
                <c:pt idx="1911">
                  <c:v>494</c:v>
                </c:pt>
                <c:pt idx="1912">
                  <c:v>345</c:v>
                </c:pt>
                <c:pt idx="1913">
                  <c:v>404</c:v>
                </c:pt>
                <c:pt idx="1914">
                  <c:v>348</c:v>
                </c:pt>
                <c:pt idx="1915">
                  <c:v>148</c:v>
                </c:pt>
                <c:pt idx="1916">
                  <c:v>396</c:v>
                </c:pt>
                <c:pt idx="1917">
                  <c:v>176</c:v>
                </c:pt>
                <c:pt idx="1918">
                  <c:v>203</c:v>
                </c:pt>
                <c:pt idx="1919">
                  <c:v>567</c:v>
                </c:pt>
                <c:pt idx="1920">
                  <c:v>48</c:v>
                </c:pt>
                <c:pt idx="1921">
                  <c:v>233</c:v>
                </c:pt>
                <c:pt idx="1922">
                  <c:v>159</c:v>
                </c:pt>
                <c:pt idx="1923">
                  <c:v>171</c:v>
                </c:pt>
                <c:pt idx="1924">
                  <c:v>225</c:v>
                </c:pt>
                <c:pt idx="1925">
                  <c:v>108</c:v>
                </c:pt>
                <c:pt idx="1926">
                  <c:v>309</c:v>
                </c:pt>
                <c:pt idx="1927">
                  <c:v>716</c:v>
                </c:pt>
                <c:pt idx="1928">
                  <c:v>249</c:v>
                </c:pt>
                <c:pt idx="1929">
                  <c:v>566</c:v>
                </c:pt>
                <c:pt idx="1930">
                  <c:v>492</c:v>
                </c:pt>
                <c:pt idx="1931">
                  <c:v>609</c:v>
                </c:pt>
                <c:pt idx="1932">
                  <c:v>150</c:v>
                </c:pt>
                <c:pt idx="1933">
                  <c:v>160</c:v>
                </c:pt>
                <c:pt idx="1934">
                  <c:v>707</c:v>
                </c:pt>
                <c:pt idx="1935">
                  <c:v>397</c:v>
                </c:pt>
                <c:pt idx="1936">
                  <c:v>283</c:v>
                </c:pt>
                <c:pt idx="1937">
                  <c:v>655</c:v>
                </c:pt>
                <c:pt idx="1938">
                  <c:v>270</c:v>
                </c:pt>
                <c:pt idx="1939">
                  <c:v>301</c:v>
                </c:pt>
                <c:pt idx="1940">
                  <c:v>706</c:v>
                </c:pt>
                <c:pt idx="1941">
                  <c:v>156</c:v>
                </c:pt>
                <c:pt idx="1942">
                  <c:v>573</c:v>
                </c:pt>
                <c:pt idx="1943">
                  <c:v>495</c:v>
                </c:pt>
                <c:pt idx="1944">
                  <c:v>133</c:v>
                </c:pt>
                <c:pt idx="1945">
                  <c:v>512</c:v>
                </c:pt>
                <c:pt idx="1946">
                  <c:v>343</c:v>
                </c:pt>
                <c:pt idx="1947">
                  <c:v>505</c:v>
                </c:pt>
                <c:pt idx="1948">
                  <c:v>257</c:v>
                </c:pt>
                <c:pt idx="1949">
                  <c:v>613</c:v>
                </c:pt>
                <c:pt idx="1950">
                  <c:v>551</c:v>
                </c:pt>
                <c:pt idx="1951">
                  <c:v>405</c:v>
                </c:pt>
                <c:pt idx="1952">
                  <c:v>361</c:v>
                </c:pt>
                <c:pt idx="1953">
                  <c:v>422</c:v>
                </c:pt>
                <c:pt idx="1954">
                  <c:v>96</c:v>
                </c:pt>
                <c:pt idx="1955">
                  <c:v>632</c:v>
                </c:pt>
                <c:pt idx="1956">
                  <c:v>89</c:v>
                </c:pt>
                <c:pt idx="1957">
                  <c:v>311</c:v>
                </c:pt>
                <c:pt idx="1958">
                  <c:v>424</c:v>
                </c:pt>
                <c:pt idx="1959">
                  <c:v>423</c:v>
                </c:pt>
                <c:pt idx="1960">
                  <c:v>216</c:v>
                </c:pt>
                <c:pt idx="1961">
                  <c:v>26</c:v>
                </c:pt>
                <c:pt idx="1962">
                  <c:v>660</c:v>
                </c:pt>
                <c:pt idx="1963">
                  <c:v>578</c:v>
                </c:pt>
                <c:pt idx="1964">
                  <c:v>259</c:v>
                </c:pt>
                <c:pt idx="1965">
                  <c:v>157</c:v>
                </c:pt>
                <c:pt idx="1966">
                  <c:v>290</c:v>
                </c:pt>
                <c:pt idx="1967">
                  <c:v>398</c:v>
                </c:pt>
                <c:pt idx="1968">
                  <c:v>373</c:v>
                </c:pt>
                <c:pt idx="1969">
                  <c:v>475</c:v>
                </c:pt>
                <c:pt idx="1970">
                  <c:v>424</c:v>
                </c:pt>
                <c:pt idx="1971">
                  <c:v>443</c:v>
                </c:pt>
                <c:pt idx="1972">
                  <c:v>295</c:v>
                </c:pt>
                <c:pt idx="1973">
                  <c:v>684</c:v>
                </c:pt>
                <c:pt idx="1974">
                  <c:v>256</c:v>
                </c:pt>
                <c:pt idx="1975">
                  <c:v>84</c:v>
                </c:pt>
                <c:pt idx="1976">
                  <c:v>71</c:v>
                </c:pt>
                <c:pt idx="1977">
                  <c:v>319</c:v>
                </c:pt>
                <c:pt idx="1978">
                  <c:v>360</c:v>
                </c:pt>
                <c:pt idx="1979">
                  <c:v>749</c:v>
                </c:pt>
                <c:pt idx="1980">
                  <c:v>46</c:v>
                </c:pt>
                <c:pt idx="1981">
                  <c:v>38</c:v>
                </c:pt>
                <c:pt idx="1982">
                  <c:v>111</c:v>
                </c:pt>
                <c:pt idx="1983">
                  <c:v>474</c:v>
                </c:pt>
                <c:pt idx="1984">
                  <c:v>469</c:v>
                </c:pt>
                <c:pt idx="1985">
                  <c:v>38</c:v>
                </c:pt>
                <c:pt idx="1986">
                  <c:v>130</c:v>
                </c:pt>
                <c:pt idx="1987">
                  <c:v>168</c:v>
                </c:pt>
                <c:pt idx="1988">
                  <c:v>49</c:v>
                </c:pt>
                <c:pt idx="1989">
                  <c:v>225</c:v>
                </c:pt>
                <c:pt idx="1990">
                  <c:v>512</c:v>
                </c:pt>
                <c:pt idx="1991">
                  <c:v>89</c:v>
                </c:pt>
                <c:pt idx="1992">
                  <c:v>453</c:v>
                </c:pt>
                <c:pt idx="1993">
                  <c:v>108</c:v>
                </c:pt>
                <c:pt idx="1994">
                  <c:v>519</c:v>
                </c:pt>
                <c:pt idx="1995">
                  <c:v>26</c:v>
                </c:pt>
                <c:pt idx="1996">
                  <c:v>290</c:v>
                </c:pt>
                <c:pt idx="1997">
                  <c:v>349</c:v>
                </c:pt>
                <c:pt idx="1998">
                  <c:v>570</c:v>
                </c:pt>
                <c:pt idx="1999">
                  <c:v>410</c:v>
                </c:pt>
                <c:pt idx="2000">
                  <c:v>134</c:v>
                </c:pt>
                <c:pt idx="2001">
                  <c:v>488</c:v>
                </c:pt>
                <c:pt idx="2002">
                  <c:v>302</c:v>
                </c:pt>
                <c:pt idx="2003">
                  <c:v>270</c:v>
                </c:pt>
                <c:pt idx="2004">
                  <c:v>41</c:v>
                </c:pt>
                <c:pt idx="2005">
                  <c:v>63</c:v>
                </c:pt>
                <c:pt idx="2006">
                  <c:v>266</c:v>
                </c:pt>
                <c:pt idx="2007">
                  <c:v>57</c:v>
                </c:pt>
                <c:pt idx="2008">
                  <c:v>328</c:v>
                </c:pt>
                <c:pt idx="2009">
                  <c:v>165</c:v>
                </c:pt>
                <c:pt idx="2010">
                  <c:v>531</c:v>
                </c:pt>
                <c:pt idx="2011">
                  <c:v>169</c:v>
                </c:pt>
                <c:pt idx="2012">
                  <c:v>137</c:v>
                </c:pt>
                <c:pt idx="2013">
                  <c:v>97</c:v>
                </c:pt>
                <c:pt idx="2014">
                  <c:v>378</c:v>
                </c:pt>
                <c:pt idx="2015">
                  <c:v>292</c:v>
                </c:pt>
                <c:pt idx="2016">
                  <c:v>497</c:v>
                </c:pt>
                <c:pt idx="2017">
                  <c:v>136</c:v>
                </c:pt>
                <c:pt idx="2018">
                  <c:v>41</c:v>
                </c:pt>
                <c:pt idx="2019">
                  <c:v>142</c:v>
                </c:pt>
                <c:pt idx="2020">
                  <c:v>22</c:v>
                </c:pt>
                <c:pt idx="2021">
                  <c:v>56</c:v>
                </c:pt>
                <c:pt idx="2022">
                  <c:v>39</c:v>
                </c:pt>
                <c:pt idx="2023">
                  <c:v>472</c:v>
                </c:pt>
                <c:pt idx="2024">
                  <c:v>192</c:v>
                </c:pt>
                <c:pt idx="2025">
                  <c:v>111</c:v>
                </c:pt>
                <c:pt idx="2026">
                  <c:v>272</c:v>
                </c:pt>
                <c:pt idx="2027">
                  <c:v>116</c:v>
                </c:pt>
                <c:pt idx="2028">
                  <c:v>383</c:v>
                </c:pt>
                <c:pt idx="2029">
                  <c:v>485</c:v>
                </c:pt>
                <c:pt idx="2030">
                  <c:v>208</c:v>
                </c:pt>
                <c:pt idx="2031">
                  <c:v>310</c:v>
                </c:pt>
                <c:pt idx="2032">
                  <c:v>259</c:v>
                </c:pt>
                <c:pt idx="2033">
                  <c:v>191</c:v>
                </c:pt>
                <c:pt idx="2034">
                  <c:v>40</c:v>
                </c:pt>
                <c:pt idx="2035">
                  <c:v>332</c:v>
                </c:pt>
                <c:pt idx="2036">
                  <c:v>124</c:v>
                </c:pt>
                <c:pt idx="2037">
                  <c:v>47</c:v>
                </c:pt>
                <c:pt idx="2038">
                  <c:v>73</c:v>
                </c:pt>
                <c:pt idx="2039">
                  <c:v>113</c:v>
                </c:pt>
                <c:pt idx="2040">
                  <c:v>58</c:v>
                </c:pt>
                <c:pt idx="2041">
                  <c:v>505</c:v>
                </c:pt>
                <c:pt idx="2042">
                  <c:v>155</c:v>
                </c:pt>
                <c:pt idx="2043">
                  <c:v>122</c:v>
                </c:pt>
                <c:pt idx="2044">
                  <c:v>291</c:v>
                </c:pt>
                <c:pt idx="2045">
                  <c:v>379</c:v>
                </c:pt>
                <c:pt idx="2046">
                  <c:v>97</c:v>
                </c:pt>
                <c:pt idx="2047">
                  <c:v>123</c:v>
                </c:pt>
                <c:pt idx="2048">
                  <c:v>72</c:v>
                </c:pt>
                <c:pt idx="2049">
                  <c:v>587</c:v>
                </c:pt>
                <c:pt idx="2050">
                  <c:v>351</c:v>
                </c:pt>
                <c:pt idx="2051">
                  <c:v>272</c:v>
                </c:pt>
                <c:pt idx="2052">
                  <c:v>62</c:v>
                </c:pt>
                <c:pt idx="2053">
                  <c:v>392</c:v>
                </c:pt>
                <c:pt idx="2054">
                  <c:v>358</c:v>
                </c:pt>
                <c:pt idx="2055">
                  <c:v>533</c:v>
                </c:pt>
                <c:pt idx="2056">
                  <c:v>667</c:v>
                </c:pt>
                <c:pt idx="2057">
                  <c:v>190</c:v>
                </c:pt>
                <c:pt idx="2058">
                  <c:v>427</c:v>
                </c:pt>
                <c:pt idx="2059">
                  <c:v>189</c:v>
                </c:pt>
                <c:pt idx="2060">
                  <c:v>369</c:v>
                </c:pt>
                <c:pt idx="2061">
                  <c:v>267</c:v>
                </c:pt>
                <c:pt idx="2062">
                  <c:v>697</c:v>
                </c:pt>
                <c:pt idx="2063">
                  <c:v>378</c:v>
                </c:pt>
                <c:pt idx="2064">
                  <c:v>379</c:v>
                </c:pt>
                <c:pt idx="2065">
                  <c:v>204</c:v>
                </c:pt>
                <c:pt idx="2066">
                  <c:v>44</c:v>
                </c:pt>
                <c:pt idx="2067">
                  <c:v>253</c:v>
                </c:pt>
                <c:pt idx="2068">
                  <c:v>498</c:v>
                </c:pt>
                <c:pt idx="2069">
                  <c:v>101</c:v>
                </c:pt>
                <c:pt idx="2070">
                  <c:v>641</c:v>
                </c:pt>
                <c:pt idx="2071">
                  <c:v>478</c:v>
                </c:pt>
                <c:pt idx="2072">
                  <c:v>11</c:v>
                </c:pt>
                <c:pt idx="2073">
                  <c:v>142</c:v>
                </c:pt>
                <c:pt idx="2074">
                  <c:v>186</c:v>
                </c:pt>
                <c:pt idx="2075">
                  <c:v>193</c:v>
                </c:pt>
                <c:pt idx="2076">
                  <c:v>268</c:v>
                </c:pt>
                <c:pt idx="2077">
                  <c:v>100</c:v>
                </c:pt>
                <c:pt idx="2078">
                  <c:v>276</c:v>
                </c:pt>
                <c:pt idx="2079">
                  <c:v>300</c:v>
                </c:pt>
                <c:pt idx="2080">
                  <c:v>76</c:v>
                </c:pt>
                <c:pt idx="2081">
                  <c:v>353</c:v>
                </c:pt>
                <c:pt idx="2082">
                  <c:v>290</c:v>
                </c:pt>
                <c:pt idx="2083">
                  <c:v>142</c:v>
                </c:pt>
                <c:pt idx="2084">
                  <c:v>35</c:v>
                </c:pt>
                <c:pt idx="2085">
                  <c:v>33</c:v>
                </c:pt>
                <c:pt idx="2086">
                  <c:v>285</c:v>
                </c:pt>
                <c:pt idx="2087">
                  <c:v>405</c:v>
                </c:pt>
                <c:pt idx="2088">
                  <c:v>331</c:v>
                </c:pt>
                <c:pt idx="2089">
                  <c:v>29</c:v>
                </c:pt>
                <c:pt idx="2090">
                  <c:v>413</c:v>
                </c:pt>
                <c:pt idx="2091">
                  <c:v>78</c:v>
                </c:pt>
                <c:pt idx="2092">
                  <c:v>261</c:v>
                </c:pt>
                <c:pt idx="2093">
                  <c:v>173</c:v>
                </c:pt>
                <c:pt idx="2094">
                  <c:v>312</c:v>
                </c:pt>
                <c:pt idx="2095">
                  <c:v>232</c:v>
                </c:pt>
                <c:pt idx="2096">
                  <c:v>100</c:v>
                </c:pt>
                <c:pt idx="2097">
                  <c:v>81</c:v>
                </c:pt>
                <c:pt idx="2098">
                  <c:v>184</c:v>
                </c:pt>
                <c:pt idx="2099">
                  <c:v>143</c:v>
                </c:pt>
                <c:pt idx="2100">
                  <c:v>532</c:v>
                </c:pt>
                <c:pt idx="2101">
                  <c:v>101</c:v>
                </c:pt>
                <c:pt idx="2102">
                  <c:v>679</c:v>
                </c:pt>
                <c:pt idx="2103">
                  <c:v>312</c:v>
                </c:pt>
                <c:pt idx="2104">
                  <c:v>108</c:v>
                </c:pt>
                <c:pt idx="2105">
                  <c:v>88</c:v>
                </c:pt>
                <c:pt idx="2106">
                  <c:v>84</c:v>
                </c:pt>
                <c:pt idx="2107">
                  <c:v>115</c:v>
                </c:pt>
                <c:pt idx="2108">
                  <c:v>307</c:v>
                </c:pt>
                <c:pt idx="2109">
                  <c:v>161</c:v>
                </c:pt>
                <c:pt idx="2110">
                  <c:v>130</c:v>
                </c:pt>
                <c:pt idx="2111">
                  <c:v>190</c:v>
                </c:pt>
                <c:pt idx="2112">
                  <c:v>303</c:v>
                </c:pt>
                <c:pt idx="2113">
                  <c:v>205</c:v>
                </c:pt>
                <c:pt idx="2114">
                  <c:v>53</c:v>
                </c:pt>
                <c:pt idx="2115">
                  <c:v>214</c:v>
                </c:pt>
                <c:pt idx="2116">
                  <c:v>143</c:v>
                </c:pt>
                <c:pt idx="2117">
                  <c:v>62</c:v>
                </c:pt>
                <c:pt idx="2118">
                  <c:v>131</c:v>
                </c:pt>
                <c:pt idx="2119">
                  <c:v>82</c:v>
                </c:pt>
                <c:pt idx="2120">
                  <c:v>91</c:v>
                </c:pt>
                <c:pt idx="2121">
                  <c:v>86</c:v>
                </c:pt>
                <c:pt idx="2122">
                  <c:v>119</c:v>
                </c:pt>
                <c:pt idx="2123">
                  <c:v>118</c:v>
                </c:pt>
                <c:pt idx="2124">
                  <c:v>234</c:v>
                </c:pt>
                <c:pt idx="2125">
                  <c:v>310</c:v>
                </c:pt>
                <c:pt idx="2126">
                  <c:v>132</c:v>
                </c:pt>
                <c:pt idx="2127">
                  <c:v>96</c:v>
                </c:pt>
                <c:pt idx="2128">
                  <c:v>303</c:v>
                </c:pt>
                <c:pt idx="2129">
                  <c:v>184</c:v>
                </c:pt>
                <c:pt idx="2130">
                  <c:v>62</c:v>
                </c:pt>
                <c:pt idx="2131">
                  <c:v>695</c:v>
                </c:pt>
                <c:pt idx="2132">
                  <c:v>118</c:v>
                </c:pt>
                <c:pt idx="2133">
                  <c:v>262</c:v>
                </c:pt>
                <c:pt idx="2134">
                  <c:v>558</c:v>
                </c:pt>
                <c:pt idx="2135">
                  <c:v>197</c:v>
                </c:pt>
                <c:pt idx="2136">
                  <c:v>30</c:v>
                </c:pt>
                <c:pt idx="2137">
                  <c:v>26</c:v>
                </c:pt>
                <c:pt idx="2138">
                  <c:v>176</c:v>
                </c:pt>
                <c:pt idx="2139">
                  <c:v>73</c:v>
                </c:pt>
                <c:pt idx="2140">
                  <c:v>42</c:v>
                </c:pt>
                <c:pt idx="2141">
                  <c:v>49</c:v>
                </c:pt>
                <c:pt idx="2142">
                  <c:v>51</c:v>
                </c:pt>
                <c:pt idx="2143">
                  <c:v>658</c:v>
                </c:pt>
                <c:pt idx="2144">
                  <c:v>170</c:v>
                </c:pt>
                <c:pt idx="2145">
                  <c:v>209</c:v>
                </c:pt>
                <c:pt idx="2146">
                  <c:v>677</c:v>
                </c:pt>
                <c:pt idx="2147">
                  <c:v>24</c:v>
                </c:pt>
                <c:pt idx="2148">
                  <c:v>201</c:v>
                </c:pt>
                <c:pt idx="2149">
                  <c:v>165</c:v>
                </c:pt>
                <c:pt idx="2150">
                  <c:v>71</c:v>
                </c:pt>
                <c:pt idx="2151">
                  <c:v>261</c:v>
                </c:pt>
                <c:pt idx="2152">
                  <c:v>238</c:v>
                </c:pt>
                <c:pt idx="2153">
                  <c:v>78</c:v>
                </c:pt>
                <c:pt idx="2154">
                  <c:v>232</c:v>
                </c:pt>
                <c:pt idx="2155">
                  <c:v>120</c:v>
                </c:pt>
                <c:pt idx="2156">
                  <c:v>295</c:v>
                </c:pt>
                <c:pt idx="2157">
                  <c:v>638</c:v>
                </c:pt>
                <c:pt idx="2158">
                  <c:v>207</c:v>
                </c:pt>
                <c:pt idx="2159">
                  <c:v>55</c:v>
                </c:pt>
                <c:pt idx="2160">
                  <c:v>166</c:v>
                </c:pt>
                <c:pt idx="2161">
                  <c:v>242</c:v>
                </c:pt>
                <c:pt idx="2162">
                  <c:v>461</c:v>
                </c:pt>
                <c:pt idx="2163">
                  <c:v>55</c:v>
                </c:pt>
                <c:pt idx="2164">
                  <c:v>87</c:v>
                </c:pt>
                <c:pt idx="2165">
                  <c:v>51</c:v>
                </c:pt>
                <c:pt idx="2166">
                  <c:v>353</c:v>
                </c:pt>
                <c:pt idx="2167">
                  <c:v>722</c:v>
                </c:pt>
                <c:pt idx="2168">
                  <c:v>431</c:v>
                </c:pt>
                <c:pt idx="2169">
                  <c:v>236</c:v>
                </c:pt>
                <c:pt idx="2170">
                  <c:v>90</c:v>
                </c:pt>
                <c:pt idx="2171">
                  <c:v>159</c:v>
                </c:pt>
                <c:pt idx="2172">
                  <c:v>392</c:v>
                </c:pt>
                <c:pt idx="2173">
                  <c:v>600</c:v>
                </c:pt>
                <c:pt idx="2174">
                  <c:v>205</c:v>
                </c:pt>
                <c:pt idx="2175">
                  <c:v>630</c:v>
                </c:pt>
                <c:pt idx="2176">
                  <c:v>378</c:v>
                </c:pt>
                <c:pt idx="2177">
                  <c:v>156</c:v>
                </c:pt>
                <c:pt idx="2178">
                  <c:v>199</c:v>
                </c:pt>
                <c:pt idx="2179">
                  <c:v>373</c:v>
                </c:pt>
                <c:pt idx="2180">
                  <c:v>359</c:v>
                </c:pt>
                <c:pt idx="2181">
                  <c:v>104</c:v>
                </c:pt>
                <c:pt idx="2182">
                  <c:v>545</c:v>
                </c:pt>
                <c:pt idx="2183">
                  <c:v>474</c:v>
                </c:pt>
                <c:pt idx="2184">
                  <c:v>280</c:v>
                </c:pt>
                <c:pt idx="2185">
                  <c:v>330</c:v>
                </c:pt>
                <c:pt idx="2186">
                  <c:v>30</c:v>
                </c:pt>
                <c:pt idx="2187">
                  <c:v>62</c:v>
                </c:pt>
                <c:pt idx="2188">
                  <c:v>200</c:v>
                </c:pt>
                <c:pt idx="2189">
                  <c:v>205</c:v>
                </c:pt>
                <c:pt idx="2190">
                  <c:v>712</c:v>
                </c:pt>
                <c:pt idx="2191">
                  <c:v>13</c:v>
                </c:pt>
                <c:pt idx="2192">
                  <c:v>21</c:v>
                </c:pt>
                <c:pt idx="2193">
                  <c:v>124</c:v>
                </c:pt>
                <c:pt idx="2194">
                  <c:v>127</c:v>
                </c:pt>
                <c:pt idx="2195">
                  <c:v>491</c:v>
                </c:pt>
                <c:pt idx="2196">
                  <c:v>36</c:v>
                </c:pt>
                <c:pt idx="2197">
                  <c:v>40</c:v>
                </c:pt>
                <c:pt idx="2198">
                  <c:v>692</c:v>
                </c:pt>
                <c:pt idx="2199">
                  <c:v>747</c:v>
                </c:pt>
                <c:pt idx="2200">
                  <c:v>233</c:v>
                </c:pt>
                <c:pt idx="2201">
                  <c:v>114</c:v>
                </c:pt>
                <c:pt idx="2202">
                  <c:v>281</c:v>
                </c:pt>
                <c:pt idx="2203">
                  <c:v>249</c:v>
                </c:pt>
                <c:pt idx="2204">
                  <c:v>37</c:v>
                </c:pt>
                <c:pt idx="2205">
                  <c:v>356</c:v>
                </c:pt>
                <c:pt idx="2206">
                  <c:v>219</c:v>
                </c:pt>
                <c:pt idx="2207">
                  <c:v>698</c:v>
                </c:pt>
                <c:pt idx="2208">
                  <c:v>121</c:v>
                </c:pt>
                <c:pt idx="2209">
                  <c:v>678</c:v>
                </c:pt>
                <c:pt idx="2210">
                  <c:v>447</c:v>
                </c:pt>
                <c:pt idx="2211">
                  <c:v>202</c:v>
                </c:pt>
                <c:pt idx="2212">
                  <c:v>175</c:v>
                </c:pt>
                <c:pt idx="2213">
                  <c:v>404</c:v>
                </c:pt>
                <c:pt idx="2214">
                  <c:v>386</c:v>
                </c:pt>
                <c:pt idx="2215">
                  <c:v>497</c:v>
                </c:pt>
                <c:pt idx="2216">
                  <c:v>114</c:v>
                </c:pt>
                <c:pt idx="2217">
                  <c:v>129</c:v>
                </c:pt>
                <c:pt idx="2218">
                  <c:v>479</c:v>
                </c:pt>
                <c:pt idx="2219">
                  <c:v>251</c:v>
                </c:pt>
                <c:pt idx="2220">
                  <c:v>629</c:v>
                </c:pt>
                <c:pt idx="2221">
                  <c:v>318</c:v>
                </c:pt>
                <c:pt idx="2222">
                  <c:v>147</c:v>
                </c:pt>
                <c:pt idx="2223">
                  <c:v>241</c:v>
                </c:pt>
                <c:pt idx="2224">
                  <c:v>725</c:v>
                </c:pt>
                <c:pt idx="2225">
                  <c:v>705</c:v>
                </c:pt>
                <c:pt idx="2226">
                  <c:v>236</c:v>
                </c:pt>
                <c:pt idx="2227">
                  <c:v>20</c:v>
                </c:pt>
                <c:pt idx="2228">
                  <c:v>219</c:v>
                </c:pt>
                <c:pt idx="2229">
                  <c:v>37</c:v>
                </c:pt>
                <c:pt idx="2230">
                  <c:v>173</c:v>
                </c:pt>
                <c:pt idx="2231">
                  <c:v>104</c:v>
                </c:pt>
                <c:pt idx="2232">
                  <c:v>69</c:v>
                </c:pt>
                <c:pt idx="2233">
                  <c:v>700</c:v>
                </c:pt>
                <c:pt idx="2234">
                  <c:v>304</c:v>
                </c:pt>
                <c:pt idx="2235">
                  <c:v>522</c:v>
                </c:pt>
                <c:pt idx="2236">
                  <c:v>69</c:v>
                </c:pt>
                <c:pt idx="2237">
                  <c:v>249</c:v>
                </c:pt>
                <c:pt idx="2238">
                  <c:v>439</c:v>
                </c:pt>
                <c:pt idx="2239">
                  <c:v>234</c:v>
                </c:pt>
                <c:pt idx="2240">
                  <c:v>111</c:v>
                </c:pt>
                <c:pt idx="2241">
                  <c:v>97</c:v>
                </c:pt>
                <c:pt idx="2242">
                  <c:v>127</c:v>
                </c:pt>
                <c:pt idx="2243">
                  <c:v>36</c:v>
                </c:pt>
                <c:pt idx="2244">
                  <c:v>79</c:v>
                </c:pt>
                <c:pt idx="2245">
                  <c:v>317</c:v>
                </c:pt>
                <c:pt idx="2246">
                  <c:v>372</c:v>
                </c:pt>
                <c:pt idx="2247">
                  <c:v>136</c:v>
                </c:pt>
                <c:pt idx="2248">
                  <c:v>744</c:v>
                </c:pt>
                <c:pt idx="2249">
                  <c:v>465</c:v>
                </c:pt>
                <c:pt idx="2250">
                  <c:v>215</c:v>
                </c:pt>
                <c:pt idx="2251">
                  <c:v>454</c:v>
                </c:pt>
                <c:pt idx="2252">
                  <c:v>260</c:v>
                </c:pt>
                <c:pt idx="2253">
                  <c:v>442</c:v>
                </c:pt>
                <c:pt idx="2254">
                  <c:v>112</c:v>
                </c:pt>
                <c:pt idx="2255">
                  <c:v>251</c:v>
                </c:pt>
                <c:pt idx="2256">
                  <c:v>142</c:v>
                </c:pt>
                <c:pt idx="2257">
                  <c:v>225</c:v>
                </c:pt>
                <c:pt idx="2258">
                  <c:v>665</c:v>
                </c:pt>
                <c:pt idx="2259">
                  <c:v>410</c:v>
                </c:pt>
                <c:pt idx="2260">
                  <c:v>25</c:v>
                </c:pt>
                <c:pt idx="2261">
                  <c:v>144</c:v>
                </c:pt>
                <c:pt idx="2262">
                  <c:v>36</c:v>
                </c:pt>
                <c:pt idx="2263">
                  <c:v>201</c:v>
                </c:pt>
                <c:pt idx="2264">
                  <c:v>316</c:v>
                </c:pt>
                <c:pt idx="2265">
                  <c:v>645</c:v>
                </c:pt>
                <c:pt idx="2266">
                  <c:v>25</c:v>
                </c:pt>
                <c:pt idx="2267">
                  <c:v>43</c:v>
                </c:pt>
                <c:pt idx="2268">
                  <c:v>421</c:v>
                </c:pt>
                <c:pt idx="2269">
                  <c:v>183</c:v>
                </c:pt>
                <c:pt idx="2270">
                  <c:v>719</c:v>
                </c:pt>
                <c:pt idx="2271">
                  <c:v>125</c:v>
                </c:pt>
                <c:pt idx="2272">
                  <c:v>69</c:v>
                </c:pt>
                <c:pt idx="2273">
                  <c:v>53</c:v>
                </c:pt>
                <c:pt idx="2274">
                  <c:v>154</c:v>
                </c:pt>
                <c:pt idx="2275">
                  <c:v>537</c:v>
                </c:pt>
                <c:pt idx="2276">
                  <c:v>58</c:v>
                </c:pt>
                <c:pt idx="2277">
                  <c:v>151</c:v>
                </c:pt>
                <c:pt idx="2278">
                  <c:v>71</c:v>
                </c:pt>
                <c:pt idx="2279">
                  <c:v>50</c:v>
                </c:pt>
                <c:pt idx="2280">
                  <c:v>110</c:v>
                </c:pt>
                <c:pt idx="2281">
                  <c:v>612</c:v>
                </c:pt>
                <c:pt idx="2282">
                  <c:v>201</c:v>
                </c:pt>
                <c:pt idx="2283">
                  <c:v>287</c:v>
                </c:pt>
                <c:pt idx="2284">
                  <c:v>33</c:v>
                </c:pt>
                <c:pt idx="2285">
                  <c:v>146</c:v>
                </c:pt>
                <c:pt idx="2286">
                  <c:v>355</c:v>
                </c:pt>
                <c:pt idx="2287">
                  <c:v>467</c:v>
                </c:pt>
                <c:pt idx="2288">
                  <c:v>199</c:v>
                </c:pt>
                <c:pt idx="2289">
                  <c:v>717</c:v>
                </c:pt>
                <c:pt idx="2290">
                  <c:v>263</c:v>
                </c:pt>
                <c:pt idx="2291">
                  <c:v>516</c:v>
                </c:pt>
                <c:pt idx="2292">
                  <c:v>402</c:v>
                </c:pt>
                <c:pt idx="2293">
                  <c:v>99</c:v>
                </c:pt>
                <c:pt idx="2294">
                  <c:v>714</c:v>
                </c:pt>
                <c:pt idx="2295">
                  <c:v>156</c:v>
                </c:pt>
                <c:pt idx="2296">
                  <c:v>134</c:v>
                </c:pt>
                <c:pt idx="2297">
                  <c:v>558</c:v>
                </c:pt>
                <c:pt idx="2298">
                  <c:v>27</c:v>
                </c:pt>
                <c:pt idx="2299">
                  <c:v>150</c:v>
                </c:pt>
                <c:pt idx="2300">
                  <c:v>504</c:v>
                </c:pt>
                <c:pt idx="2301">
                  <c:v>243</c:v>
                </c:pt>
                <c:pt idx="2302">
                  <c:v>238</c:v>
                </c:pt>
                <c:pt idx="2303">
                  <c:v>259</c:v>
                </c:pt>
                <c:pt idx="2304">
                  <c:v>571</c:v>
                </c:pt>
                <c:pt idx="2305">
                  <c:v>704</c:v>
                </c:pt>
                <c:pt idx="2306">
                  <c:v>604</c:v>
                </c:pt>
                <c:pt idx="2307">
                  <c:v>288</c:v>
                </c:pt>
                <c:pt idx="2308">
                  <c:v>279</c:v>
                </c:pt>
                <c:pt idx="2309">
                  <c:v>497</c:v>
                </c:pt>
                <c:pt idx="2310">
                  <c:v>64</c:v>
                </c:pt>
                <c:pt idx="2311">
                  <c:v>662</c:v>
                </c:pt>
                <c:pt idx="2312">
                  <c:v>322</c:v>
                </c:pt>
                <c:pt idx="2313">
                  <c:v>66</c:v>
                </c:pt>
                <c:pt idx="2314">
                  <c:v>495</c:v>
                </c:pt>
                <c:pt idx="2315">
                  <c:v>415</c:v>
                </c:pt>
                <c:pt idx="2316">
                  <c:v>613</c:v>
                </c:pt>
                <c:pt idx="2317">
                  <c:v>496</c:v>
                </c:pt>
                <c:pt idx="2318">
                  <c:v>351</c:v>
                </c:pt>
                <c:pt idx="2319">
                  <c:v>573</c:v>
                </c:pt>
                <c:pt idx="2320">
                  <c:v>569</c:v>
                </c:pt>
                <c:pt idx="2321">
                  <c:v>83</c:v>
                </c:pt>
                <c:pt idx="2322">
                  <c:v>729</c:v>
                </c:pt>
                <c:pt idx="2323">
                  <c:v>617</c:v>
                </c:pt>
                <c:pt idx="2324">
                  <c:v>62</c:v>
                </c:pt>
                <c:pt idx="2325">
                  <c:v>197</c:v>
                </c:pt>
                <c:pt idx="2326">
                  <c:v>504</c:v>
                </c:pt>
                <c:pt idx="2327">
                  <c:v>551</c:v>
                </c:pt>
                <c:pt idx="2328">
                  <c:v>87</c:v>
                </c:pt>
                <c:pt idx="2329">
                  <c:v>476</c:v>
                </c:pt>
                <c:pt idx="2330">
                  <c:v>181</c:v>
                </c:pt>
                <c:pt idx="2331">
                  <c:v>360</c:v>
                </c:pt>
                <c:pt idx="2332">
                  <c:v>356</c:v>
                </c:pt>
                <c:pt idx="2333">
                  <c:v>308</c:v>
                </c:pt>
                <c:pt idx="2334">
                  <c:v>628</c:v>
                </c:pt>
                <c:pt idx="2335">
                  <c:v>614</c:v>
                </c:pt>
                <c:pt idx="2336">
                  <c:v>293</c:v>
                </c:pt>
                <c:pt idx="2337">
                  <c:v>628</c:v>
                </c:pt>
                <c:pt idx="2338">
                  <c:v>508</c:v>
                </c:pt>
                <c:pt idx="2339">
                  <c:v>588</c:v>
                </c:pt>
                <c:pt idx="2340">
                  <c:v>647</c:v>
                </c:pt>
                <c:pt idx="2341">
                  <c:v>606</c:v>
                </c:pt>
                <c:pt idx="2342">
                  <c:v>392</c:v>
                </c:pt>
                <c:pt idx="2343">
                  <c:v>434</c:v>
                </c:pt>
                <c:pt idx="2344">
                  <c:v>421</c:v>
                </c:pt>
                <c:pt idx="2345">
                  <c:v>492</c:v>
                </c:pt>
                <c:pt idx="2346">
                  <c:v>63</c:v>
                </c:pt>
                <c:pt idx="2347">
                  <c:v>471</c:v>
                </c:pt>
                <c:pt idx="2348">
                  <c:v>396</c:v>
                </c:pt>
                <c:pt idx="2349">
                  <c:v>622</c:v>
                </c:pt>
                <c:pt idx="2350">
                  <c:v>508</c:v>
                </c:pt>
                <c:pt idx="2351">
                  <c:v>396</c:v>
                </c:pt>
                <c:pt idx="2352">
                  <c:v>619</c:v>
                </c:pt>
                <c:pt idx="2353">
                  <c:v>585</c:v>
                </c:pt>
                <c:pt idx="2354">
                  <c:v>374</c:v>
                </c:pt>
                <c:pt idx="2355">
                  <c:v>641</c:v>
                </c:pt>
                <c:pt idx="2356">
                  <c:v>571</c:v>
                </c:pt>
                <c:pt idx="2357">
                  <c:v>591</c:v>
                </c:pt>
                <c:pt idx="2358">
                  <c:v>478</c:v>
                </c:pt>
                <c:pt idx="2359">
                  <c:v>585</c:v>
                </c:pt>
                <c:pt idx="2360">
                  <c:v>623</c:v>
                </c:pt>
                <c:pt idx="2361">
                  <c:v>624</c:v>
                </c:pt>
                <c:pt idx="2362">
                  <c:v>393</c:v>
                </c:pt>
                <c:pt idx="2363">
                  <c:v>588</c:v>
                </c:pt>
                <c:pt idx="2364">
                  <c:v>592</c:v>
                </c:pt>
                <c:pt idx="2365">
                  <c:v>603</c:v>
                </c:pt>
                <c:pt idx="2366">
                  <c:v>454</c:v>
                </c:pt>
                <c:pt idx="2367">
                  <c:v>609</c:v>
                </c:pt>
                <c:pt idx="2368">
                  <c:v>479</c:v>
                </c:pt>
                <c:pt idx="2369">
                  <c:v>481</c:v>
                </c:pt>
                <c:pt idx="2370">
                  <c:v>606</c:v>
                </c:pt>
                <c:pt idx="2371">
                  <c:v>633</c:v>
                </c:pt>
                <c:pt idx="2372">
                  <c:v>569</c:v>
                </c:pt>
                <c:pt idx="2373">
                  <c:v>612</c:v>
                </c:pt>
                <c:pt idx="2374">
                  <c:v>386</c:v>
                </c:pt>
                <c:pt idx="2375">
                  <c:v>737</c:v>
                </c:pt>
                <c:pt idx="2376">
                  <c:v>495</c:v>
                </c:pt>
                <c:pt idx="2377">
                  <c:v>603</c:v>
                </c:pt>
                <c:pt idx="2378">
                  <c:v>491</c:v>
                </c:pt>
                <c:pt idx="2379">
                  <c:v>418</c:v>
                </c:pt>
                <c:pt idx="2380">
                  <c:v>223</c:v>
                </c:pt>
                <c:pt idx="2381">
                  <c:v>556</c:v>
                </c:pt>
                <c:pt idx="2382">
                  <c:v>570</c:v>
                </c:pt>
                <c:pt idx="2383">
                  <c:v>386</c:v>
                </c:pt>
                <c:pt idx="2384">
                  <c:v>554</c:v>
                </c:pt>
                <c:pt idx="2385">
                  <c:v>291</c:v>
                </c:pt>
                <c:pt idx="2386">
                  <c:v>710</c:v>
                </c:pt>
                <c:pt idx="2387">
                  <c:v>719</c:v>
                </c:pt>
                <c:pt idx="2388">
                  <c:v>241</c:v>
                </c:pt>
                <c:pt idx="2389">
                  <c:v>406</c:v>
                </c:pt>
                <c:pt idx="2390">
                  <c:v>250</c:v>
                </c:pt>
                <c:pt idx="2391">
                  <c:v>680</c:v>
                </c:pt>
                <c:pt idx="2392">
                  <c:v>560</c:v>
                </c:pt>
                <c:pt idx="2393">
                  <c:v>97</c:v>
                </c:pt>
                <c:pt idx="2394">
                  <c:v>330</c:v>
                </c:pt>
                <c:pt idx="2395">
                  <c:v>659</c:v>
                </c:pt>
                <c:pt idx="2396">
                  <c:v>593</c:v>
                </c:pt>
                <c:pt idx="2397">
                  <c:v>514</c:v>
                </c:pt>
                <c:pt idx="2398">
                  <c:v>364</c:v>
                </c:pt>
                <c:pt idx="2399">
                  <c:v>554</c:v>
                </c:pt>
                <c:pt idx="2400">
                  <c:v>35</c:v>
                </c:pt>
                <c:pt idx="2401">
                  <c:v>295</c:v>
                </c:pt>
                <c:pt idx="2402">
                  <c:v>248</c:v>
                </c:pt>
                <c:pt idx="2403">
                  <c:v>373</c:v>
                </c:pt>
                <c:pt idx="2404">
                  <c:v>253</c:v>
                </c:pt>
                <c:pt idx="2405">
                  <c:v>476</c:v>
                </c:pt>
                <c:pt idx="2406">
                  <c:v>297</c:v>
                </c:pt>
                <c:pt idx="2407">
                  <c:v>332</c:v>
                </c:pt>
                <c:pt idx="2408">
                  <c:v>587</c:v>
                </c:pt>
                <c:pt idx="2409">
                  <c:v>278</c:v>
                </c:pt>
                <c:pt idx="2410">
                  <c:v>630</c:v>
                </c:pt>
                <c:pt idx="2411">
                  <c:v>327</c:v>
                </c:pt>
                <c:pt idx="2412">
                  <c:v>23</c:v>
                </c:pt>
                <c:pt idx="2413">
                  <c:v>108</c:v>
                </c:pt>
                <c:pt idx="2414">
                  <c:v>121</c:v>
                </c:pt>
                <c:pt idx="2415">
                  <c:v>572</c:v>
                </c:pt>
                <c:pt idx="2416">
                  <c:v>378</c:v>
                </c:pt>
                <c:pt idx="2417">
                  <c:v>217</c:v>
                </c:pt>
                <c:pt idx="2418">
                  <c:v>478</c:v>
                </c:pt>
                <c:pt idx="2419">
                  <c:v>132</c:v>
                </c:pt>
                <c:pt idx="2420">
                  <c:v>95</c:v>
                </c:pt>
                <c:pt idx="2421">
                  <c:v>660</c:v>
                </c:pt>
                <c:pt idx="2422">
                  <c:v>75</c:v>
                </c:pt>
                <c:pt idx="2423">
                  <c:v>162</c:v>
                </c:pt>
                <c:pt idx="2424">
                  <c:v>40</c:v>
                </c:pt>
                <c:pt idx="2425">
                  <c:v>641</c:v>
                </c:pt>
                <c:pt idx="2426">
                  <c:v>132</c:v>
                </c:pt>
                <c:pt idx="2427">
                  <c:v>175</c:v>
                </c:pt>
                <c:pt idx="2428">
                  <c:v>630</c:v>
                </c:pt>
                <c:pt idx="2429">
                  <c:v>327</c:v>
                </c:pt>
                <c:pt idx="2430">
                  <c:v>545</c:v>
                </c:pt>
                <c:pt idx="2431">
                  <c:v>128</c:v>
                </c:pt>
                <c:pt idx="2432">
                  <c:v>117</c:v>
                </c:pt>
                <c:pt idx="2433">
                  <c:v>107</c:v>
                </c:pt>
                <c:pt idx="2434">
                  <c:v>163</c:v>
                </c:pt>
                <c:pt idx="2435">
                  <c:v>185</c:v>
                </c:pt>
                <c:pt idx="2436">
                  <c:v>224</c:v>
                </c:pt>
                <c:pt idx="2437">
                  <c:v>150</c:v>
                </c:pt>
                <c:pt idx="2438">
                  <c:v>124</c:v>
                </c:pt>
                <c:pt idx="2439">
                  <c:v>340</c:v>
                </c:pt>
                <c:pt idx="2440">
                  <c:v>625</c:v>
                </c:pt>
                <c:pt idx="2441">
                  <c:v>103</c:v>
                </c:pt>
                <c:pt idx="2442">
                  <c:v>453</c:v>
                </c:pt>
                <c:pt idx="2443">
                  <c:v>115</c:v>
                </c:pt>
                <c:pt idx="2444">
                  <c:v>455</c:v>
                </c:pt>
                <c:pt idx="2445">
                  <c:v>49</c:v>
                </c:pt>
                <c:pt idx="2446">
                  <c:v>290</c:v>
                </c:pt>
                <c:pt idx="2447">
                  <c:v>329</c:v>
                </c:pt>
                <c:pt idx="2448">
                  <c:v>503</c:v>
                </c:pt>
                <c:pt idx="2449">
                  <c:v>555</c:v>
                </c:pt>
                <c:pt idx="2450">
                  <c:v>556</c:v>
                </c:pt>
                <c:pt idx="2451">
                  <c:v>342</c:v>
                </c:pt>
                <c:pt idx="2452">
                  <c:v>526</c:v>
                </c:pt>
                <c:pt idx="2453">
                  <c:v>186</c:v>
                </c:pt>
                <c:pt idx="2454">
                  <c:v>304</c:v>
                </c:pt>
                <c:pt idx="2455">
                  <c:v>360</c:v>
                </c:pt>
                <c:pt idx="2456">
                  <c:v>508</c:v>
                </c:pt>
                <c:pt idx="2457">
                  <c:v>357</c:v>
                </c:pt>
                <c:pt idx="2458">
                  <c:v>546</c:v>
                </c:pt>
                <c:pt idx="2459">
                  <c:v>658</c:v>
                </c:pt>
                <c:pt idx="2460">
                  <c:v>416</c:v>
                </c:pt>
                <c:pt idx="2461">
                  <c:v>449</c:v>
                </c:pt>
                <c:pt idx="2462">
                  <c:v>293</c:v>
                </c:pt>
                <c:pt idx="2463">
                  <c:v>569</c:v>
                </c:pt>
                <c:pt idx="2464">
                  <c:v>416</c:v>
                </c:pt>
                <c:pt idx="2465">
                  <c:v>57</c:v>
                </c:pt>
                <c:pt idx="2466">
                  <c:v>305</c:v>
                </c:pt>
                <c:pt idx="2467">
                  <c:v>53</c:v>
                </c:pt>
                <c:pt idx="2468">
                  <c:v>648</c:v>
                </c:pt>
                <c:pt idx="2469">
                  <c:v>501</c:v>
                </c:pt>
                <c:pt idx="2470">
                  <c:v>291</c:v>
                </c:pt>
                <c:pt idx="2471">
                  <c:v>606</c:v>
                </c:pt>
                <c:pt idx="2472">
                  <c:v>254</c:v>
                </c:pt>
                <c:pt idx="2473">
                  <c:v>463</c:v>
                </c:pt>
                <c:pt idx="2474">
                  <c:v>709</c:v>
                </c:pt>
                <c:pt idx="2475">
                  <c:v>107</c:v>
                </c:pt>
                <c:pt idx="2476">
                  <c:v>657</c:v>
                </c:pt>
                <c:pt idx="2477">
                  <c:v>434</c:v>
                </c:pt>
                <c:pt idx="2478">
                  <c:v>617</c:v>
                </c:pt>
                <c:pt idx="2479">
                  <c:v>348</c:v>
                </c:pt>
                <c:pt idx="2480">
                  <c:v>563</c:v>
                </c:pt>
                <c:pt idx="2481">
                  <c:v>60</c:v>
                </c:pt>
                <c:pt idx="2482">
                  <c:v>435</c:v>
                </c:pt>
                <c:pt idx="2483">
                  <c:v>106</c:v>
                </c:pt>
                <c:pt idx="2484">
                  <c:v>317</c:v>
                </c:pt>
                <c:pt idx="2485">
                  <c:v>27</c:v>
                </c:pt>
                <c:pt idx="2486">
                  <c:v>672</c:v>
                </c:pt>
                <c:pt idx="2487">
                  <c:v>704</c:v>
                </c:pt>
                <c:pt idx="2488">
                  <c:v>464</c:v>
                </c:pt>
                <c:pt idx="2489">
                  <c:v>488</c:v>
                </c:pt>
                <c:pt idx="2490">
                  <c:v>227</c:v>
                </c:pt>
                <c:pt idx="2491">
                  <c:v>549</c:v>
                </c:pt>
                <c:pt idx="2492">
                  <c:v>534</c:v>
                </c:pt>
                <c:pt idx="2493">
                  <c:v>691</c:v>
                </c:pt>
                <c:pt idx="2494">
                  <c:v>46</c:v>
                </c:pt>
                <c:pt idx="2495">
                  <c:v>361</c:v>
                </c:pt>
                <c:pt idx="2496">
                  <c:v>461</c:v>
                </c:pt>
                <c:pt idx="2497">
                  <c:v>497</c:v>
                </c:pt>
                <c:pt idx="2498">
                  <c:v>405</c:v>
                </c:pt>
                <c:pt idx="2499">
                  <c:v>445</c:v>
                </c:pt>
                <c:pt idx="2500">
                  <c:v>670</c:v>
                </c:pt>
                <c:pt idx="2501">
                  <c:v>329</c:v>
                </c:pt>
                <c:pt idx="2502">
                  <c:v>702</c:v>
                </c:pt>
                <c:pt idx="2503">
                  <c:v>407</c:v>
                </c:pt>
                <c:pt idx="2504">
                  <c:v>606</c:v>
                </c:pt>
                <c:pt idx="2505">
                  <c:v>612</c:v>
                </c:pt>
                <c:pt idx="2506">
                  <c:v>594</c:v>
                </c:pt>
                <c:pt idx="2507">
                  <c:v>66</c:v>
                </c:pt>
                <c:pt idx="2508">
                  <c:v>64</c:v>
                </c:pt>
                <c:pt idx="2509">
                  <c:v>356</c:v>
                </c:pt>
                <c:pt idx="2510">
                  <c:v>520</c:v>
                </c:pt>
                <c:pt idx="2511">
                  <c:v>426</c:v>
                </c:pt>
                <c:pt idx="2512">
                  <c:v>253</c:v>
                </c:pt>
                <c:pt idx="2513">
                  <c:v>607</c:v>
                </c:pt>
                <c:pt idx="2514">
                  <c:v>346</c:v>
                </c:pt>
                <c:pt idx="2515">
                  <c:v>67</c:v>
                </c:pt>
                <c:pt idx="2516">
                  <c:v>53</c:v>
                </c:pt>
                <c:pt idx="2517">
                  <c:v>343</c:v>
                </c:pt>
                <c:pt idx="2518">
                  <c:v>660</c:v>
                </c:pt>
                <c:pt idx="2519">
                  <c:v>95</c:v>
                </c:pt>
                <c:pt idx="2520">
                  <c:v>107</c:v>
                </c:pt>
                <c:pt idx="2521">
                  <c:v>429</c:v>
                </c:pt>
                <c:pt idx="2522">
                  <c:v>580</c:v>
                </c:pt>
                <c:pt idx="2523">
                  <c:v>539</c:v>
                </c:pt>
                <c:pt idx="2524">
                  <c:v>434</c:v>
                </c:pt>
                <c:pt idx="2525">
                  <c:v>450</c:v>
                </c:pt>
                <c:pt idx="2526">
                  <c:v>596</c:v>
                </c:pt>
                <c:pt idx="2527">
                  <c:v>323</c:v>
                </c:pt>
                <c:pt idx="2528">
                  <c:v>326</c:v>
                </c:pt>
                <c:pt idx="2529">
                  <c:v>183</c:v>
                </c:pt>
                <c:pt idx="2530">
                  <c:v>394</c:v>
                </c:pt>
                <c:pt idx="2531">
                  <c:v>583</c:v>
                </c:pt>
                <c:pt idx="2532">
                  <c:v>153</c:v>
                </c:pt>
                <c:pt idx="2533">
                  <c:v>321</c:v>
                </c:pt>
                <c:pt idx="2534">
                  <c:v>519</c:v>
                </c:pt>
                <c:pt idx="2535">
                  <c:v>132</c:v>
                </c:pt>
                <c:pt idx="2536">
                  <c:v>326</c:v>
                </c:pt>
                <c:pt idx="2537">
                  <c:v>490</c:v>
                </c:pt>
                <c:pt idx="2538">
                  <c:v>275</c:v>
                </c:pt>
                <c:pt idx="2539">
                  <c:v>704</c:v>
                </c:pt>
                <c:pt idx="2540">
                  <c:v>647</c:v>
                </c:pt>
                <c:pt idx="2541">
                  <c:v>417</c:v>
                </c:pt>
                <c:pt idx="2542">
                  <c:v>508</c:v>
                </c:pt>
                <c:pt idx="2543">
                  <c:v>605</c:v>
                </c:pt>
                <c:pt idx="2544">
                  <c:v>553</c:v>
                </c:pt>
                <c:pt idx="2545">
                  <c:v>468</c:v>
                </c:pt>
                <c:pt idx="2546">
                  <c:v>267</c:v>
                </c:pt>
                <c:pt idx="2547">
                  <c:v>442</c:v>
                </c:pt>
                <c:pt idx="2548">
                  <c:v>583</c:v>
                </c:pt>
                <c:pt idx="2549">
                  <c:v>388</c:v>
                </c:pt>
                <c:pt idx="2550">
                  <c:v>438</c:v>
                </c:pt>
                <c:pt idx="2551">
                  <c:v>420</c:v>
                </c:pt>
                <c:pt idx="2552">
                  <c:v>238</c:v>
                </c:pt>
                <c:pt idx="2553">
                  <c:v>239</c:v>
                </c:pt>
                <c:pt idx="2554">
                  <c:v>617</c:v>
                </c:pt>
                <c:pt idx="2555">
                  <c:v>706</c:v>
                </c:pt>
                <c:pt idx="2556">
                  <c:v>670</c:v>
                </c:pt>
                <c:pt idx="2557">
                  <c:v>90</c:v>
                </c:pt>
                <c:pt idx="2558">
                  <c:v>401</c:v>
                </c:pt>
                <c:pt idx="2559">
                  <c:v>602</c:v>
                </c:pt>
                <c:pt idx="2560">
                  <c:v>225</c:v>
                </c:pt>
                <c:pt idx="2561">
                  <c:v>732</c:v>
                </c:pt>
                <c:pt idx="2562">
                  <c:v>612</c:v>
                </c:pt>
                <c:pt idx="2563">
                  <c:v>535</c:v>
                </c:pt>
                <c:pt idx="2564">
                  <c:v>244</c:v>
                </c:pt>
                <c:pt idx="2565">
                  <c:v>319</c:v>
                </c:pt>
                <c:pt idx="2566">
                  <c:v>198</c:v>
                </c:pt>
                <c:pt idx="2567">
                  <c:v>636</c:v>
                </c:pt>
                <c:pt idx="2568">
                  <c:v>645</c:v>
                </c:pt>
                <c:pt idx="2569">
                  <c:v>401</c:v>
                </c:pt>
                <c:pt idx="2570">
                  <c:v>385</c:v>
                </c:pt>
                <c:pt idx="2571">
                  <c:v>270</c:v>
                </c:pt>
                <c:pt idx="2572">
                  <c:v>701</c:v>
                </c:pt>
                <c:pt idx="2573">
                  <c:v>71</c:v>
                </c:pt>
                <c:pt idx="2574">
                  <c:v>402</c:v>
                </c:pt>
                <c:pt idx="2575">
                  <c:v>183</c:v>
                </c:pt>
                <c:pt idx="2576">
                  <c:v>306</c:v>
                </c:pt>
                <c:pt idx="2577">
                  <c:v>222</c:v>
                </c:pt>
                <c:pt idx="2578">
                  <c:v>312</c:v>
                </c:pt>
                <c:pt idx="2579">
                  <c:v>447</c:v>
                </c:pt>
                <c:pt idx="2580">
                  <c:v>404</c:v>
                </c:pt>
                <c:pt idx="2581">
                  <c:v>740</c:v>
                </c:pt>
                <c:pt idx="2582">
                  <c:v>437</c:v>
                </c:pt>
                <c:pt idx="2583">
                  <c:v>215</c:v>
                </c:pt>
                <c:pt idx="2584">
                  <c:v>321</c:v>
                </c:pt>
                <c:pt idx="2585">
                  <c:v>139</c:v>
                </c:pt>
                <c:pt idx="2586">
                  <c:v>704</c:v>
                </c:pt>
                <c:pt idx="2587">
                  <c:v>86</c:v>
                </c:pt>
                <c:pt idx="2588">
                  <c:v>490</c:v>
                </c:pt>
                <c:pt idx="2589">
                  <c:v>750</c:v>
                </c:pt>
                <c:pt idx="2590">
                  <c:v>722</c:v>
                </c:pt>
                <c:pt idx="2591">
                  <c:v>269</c:v>
                </c:pt>
                <c:pt idx="2592">
                  <c:v>227</c:v>
                </c:pt>
                <c:pt idx="2593">
                  <c:v>575</c:v>
                </c:pt>
                <c:pt idx="2594">
                  <c:v>459</c:v>
                </c:pt>
                <c:pt idx="2595">
                  <c:v>367</c:v>
                </c:pt>
                <c:pt idx="2596">
                  <c:v>294</c:v>
                </c:pt>
                <c:pt idx="2597">
                  <c:v>458</c:v>
                </c:pt>
                <c:pt idx="2598">
                  <c:v>665</c:v>
                </c:pt>
                <c:pt idx="2599">
                  <c:v>103</c:v>
                </c:pt>
                <c:pt idx="2600">
                  <c:v>324</c:v>
                </c:pt>
                <c:pt idx="2601">
                  <c:v>565</c:v>
                </c:pt>
                <c:pt idx="2602">
                  <c:v>48</c:v>
                </c:pt>
                <c:pt idx="2603">
                  <c:v>658</c:v>
                </c:pt>
                <c:pt idx="2604">
                  <c:v>259</c:v>
                </c:pt>
                <c:pt idx="2605">
                  <c:v>617</c:v>
                </c:pt>
                <c:pt idx="2606">
                  <c:v>417</c:v>
                </c:pt>
                <c:pt idx="2607">
                  <c:v>280</c:v>
                </c:pt>
                <c:pt idx="2608">
                  <c:v>139</c:v>
                </c:pt>
                <c:pt idx="2609">
                  <c:v>197</c:v>
                </c:pt>
                <c:pt idx="2610">
                  <c:v>375</c:v>
                </c:pt>
                <c:pt idx="2611">
                  <c:v>544</c:v>
                </c:pt>
                <c:pt idx="2612">
                  <c:v>672</c:v>
                </c:pt>
                <c:pt idx="2613">
                  <c:v>277</c:v>
                </c:pt>
                <c:pt idx="2614">
                  <c:v>280</c:v>
                </c:pt>
                <c:pt idx="2615">
                  <c:v>591</c:v>
                </c:pt>
                <c:pt idx="2616">
                  <c:v>565</c:v>
                </c:pt>
                <c:pt idx="2617">
                  <c:v>192</c:v>
                </c:pt>
                <c:pt idx="2618">
                  <c:v>74</c:v>
                </c:pt>
                <c:pt idx="2619">
                  <c:v>357</c:v>
                </c:pt>
                <c:pt idx="2620">
                  <c:v>545</c:v>
                </c:pt>
                <c:pt idx="2621">
                  <c:v>560</c:v>
                </c:pt>
                <c:pt idx="2622">
                  <c:v>607</c:v>
                </c:pt>
                <c:pt idx="2623">
                  <c:v>525</c:v>
                </c:pt>
                <c:pt idx="2624">
                  <c:v>180</c:v>
                </c:pt>
                <c:pt idx="2625">
                  <c:v>412</c:v>
                </c:pt>
                <c:pt idx="2626">
                  <c:v>84</c:v>
                </c:pt>
                <c:pt idx="2627">
                  <c:v>378</c:v>
                </c:pt>
                <c:pt idx="2628">
                  <c:v>274</c:v>
                </c:pt>
                <c:pt idx="2629">
                  <c:v>193</c:v>
                </c:pt>
                <c:pt idx="2630">
                  <c:v>543</c:v>
                </c:pt>
                <c:pt idx="2631">
                  <c:v>641</c:v>
                </c:pt>
                <c:pt idx="2632">
                  <c:v>153</c:v>
                </c:pt>
                <c:pt idx="2633">
                  <c:v>191</c:v>
                </c:pt>
                <c:pt idx="2634">
                  <c:v>339</c:v>
                </c:pt>
                <c:pt idx="2635">
                  <c:v>362</c:v>
                </c:pt>
                <c:pt idx="2636">
                  <c:v>384</c:v>
                </c:pt>
                <c:pt idx="2637">
                  <c:v>230</c:v>
                </c:pt>
                <c:pt idx="2638">
                  <c:v>262</c:v>
                </c:pt>
                <c:pt idx="2639">
                  <c:v>396</c:v>
                </c:pt>
                <c:pt idx="2640">
                  <c:v>349</c:v>
                </c:pt>
                <c:pt idx="2641">
                  <c:v>548</c:v>
                </c:pt>
                <c:pt idx="2642">
                  <c:v>173</c:v>
                </c:pt>
                <c:pt idx="2643">
                  <c:v>529</c:v>
                </c:pt>
                <c:pt idx="2644">
                  <c:v>694</c:v>
                </c:pt>
                <c:pt idx="2645">
                  <c:v>511</c:v>
                </c:pt>
                <c:pt idx="2646">
                  <c:v>51</c:v>
                </c:pt>
                <c:pt idx="2647">
                  <c:v>308</c:v>
                </c:pt>
                <c:pt idx="2648">
                  <c:v>356</c:v>
                </c:pt>
                <c:pt idx="2649">
                  <c:v>160</c:v>
                </c:pt>
                <c:pt idx="2650">
                  <c:v>438</c:v>
                </c:pt>
                <c:pt idx="2651">
                  <c:v>294</c:v>
                </c:pt>
                <c:pt idx="2652">
                  <c:v>312</c:v>
                </c:pt>
                <c:pt idx="2653">
                  <c:v>465</c:v>
                </c:pt>
                <c:pt idx="2654">
                  <c:v>432</c:v>
                </c:pt>
                <c:pt idx="2655">
                  <c:v>693</c:v>
                </c:pt>
                <c:pt idx="2656">
                  <c:v>636</c:v>
                </c:pt>
                <c:pt idx="2657">
                  <c:v>286</c:v>
                </c:pt>
                <c:pt idx="2658">
                  <c:v>292</c:v>
                </c:pt>
                <c:pt idx="2659">
                  <c:v>439</c:v>
                </c:pt>
                <c:pt idx="2660">
                  <c:v>241</c:v>
                </c:pt>
                <c:pt idx="2661">
                  <c:v>212</c:v>
                </c:pt>
                <c:pt idx="2662">
                  <c:v>137</c:v>
                </c:pt>
                <c:pt idx="2663">
                  <c:v>351</c:v>
                </c:pt>
                <c:pt idx="2664">
                  <c:v>272</c:v>
                </c:pt>
                <c:pt idx="2665">
                  <c:v>231</c:v>
                </c:pt>
                <c:pt idx="2666">
                  <c:v>546</c:v>
                </c:pt>
                <c:pt idx="2667">
                  <c:v>581</c:v>
                </c:pt>
                <c:pt idx="2668">
                  <c:v>487</c:v>
                </c:pt>
                <c:pt idx="2669">
                  <c:v>552</c:v>
                </c:pt>
                <c:pt idx="2670">
                  <c:v>544</c:v>
                </c:pt>
                <c:pt idx="2671">
                  <c:v>527</c:v>
                </c:pt>
                <c:pt idx="2672">
                  <c:v>111</c:v>
                </c:pt>
                <c:pt idx="2673">
                  <c:v>93</c:v>
                </c:pt>
                <c:pt idx="2674">
                  <c:v>137</c:v>
                </c:pt>
                <c:pt idx="2675">
                  <c:v>587</c:v>
                </c:pt>
                <c:pt idx="2676">
                  <c:v>613</c:v>
                </c:pt>
                <c:pt idx="2677">
                  <c:v>482</c:v>
                </c:pt>
                <c:pt idx="2678">
                  <c:v>442</c:v>
                </c:pt>
                <c:pt idx="2679">
                  <c:v>433</c:v>
                </c:pt>
                <c:pt idx="2680">
                  <c:v>435</c:v>
                </c:pt>
                <c:pt idx="2681">
                  <c:v>412</c:v>
                </c:pt>
                <c:pt idx="2682">
                  <c:v>100</c:v>
                </c:pt>
                <c:pt idx="2683">
                  <c:v>660</c:v>
                </c:pt>
                <c:pt idx="2684">
                  <c:v>397</c:v>
                </c:pt>
                <c:pt idx="2685">
                  <c:v>686</c:v>
                </c:pt>
                <c:pt idx="2686">
                  <c:v>586</c:v>
                </c:pt>
                <c:pt idx="2687">
                  <c:v>623</c:v>
                </c:pt>
                <c:pt idx="2688">
                  <c:v>400</c:v>
                </c:pt>
                <c:pt idx="2689">
                  <c:v>121</c:v>
                </c:pt>
                <c:pt idx="2690">
                  <c:v>138</c:v>
                </c:pt>
                <c:pt idx="2691">
                  <c:v>598</c:v>
                </c:pt>
                <c:pt idx="2692">
                  <c:v>287</c:v>
                </c:pt>
                <c:pt idx="2693">
                  <c:v>9</c:v>
                </c:pt>
                <c:pt idx="2694">
                  <c:v>270</c:v>
                </c:pt>
                <c:pt idx="2695">
                  <c:v>457</c:v>
                </c:pt>
                <c:pt idx="2696">
                  <c:v>178</c:v>
                </c:pt>
                <c:pt idx="2697">
                  <c:v>512</c:v>
                </c:pt>
                <c:pt idx="2698">
                  <c:v>460</c:v>
                </c:pt>
                <c:pt idx="2699">
                  <c:v>263</c:v>
                </c:pt>
                <c:pt idx="2700">
                  <c:v>174</c:v>
                </c:pt>
                <c:pt idx="2701">
                  <c:v>381</c:v>
                </c:pt>
                <c:pt idx="2702">
                  <c:v>134</c:v>
                </c:pt>
                <c:pt idx="2703">
                  <c:v>107</c:v>
                </c:pt>
                <c:pt idx="2704">
                  <c:v>280</c:v>
                </c:pt>
                <c:pt idx="2705">
                  <c:v>330</c:v>
                </c:pt>
                <c:pt idx="2706">
                  <c:v>395</c:v>
                </c:pt>
                <c:pt idx="2707">
                  <c:v>292</c:v>
                </c:pt>
                <c:pt idx="2708">
                  <c:v>353</c:v>
                </c:pt>
                <c:pt idx="2709">
                  <c:v>224</c:v>
                </c:pt>
                <c:pt idx="2710">
                  <c:v>578</c:v>
                </c:pt>
                <c:pt idx="2711">
                  <c:v>122</c:v>
                </c:pt>
                <c:pt idx="2712">
                  <c:v>262</c:v>
                </c:pt>
                <c:pt idx="2713">
                  <c:v>149</c:v>
                </c:pt>
                <c:pt idx="2714">
                  <c:v>450</c:v>
                </c:pt>
                <c:pt idx="2715">
                  <c:v>544</c:v>
                </c:pt>
                <c:pt idx="2716">
                  <c:v>316</c:v>
                </c:pt>
                <c:pt idx="2717">
                  <c:v>393</c:v>
                </c:pt>
                <c:pt idx="2718">
                  <c:v>476</c:v>
                </c:pt>
                <c:pt idx="2719">
                  <c:v>603</c:v>
                </c:pt>
                <c:pt idx="2720">
                  <c:v>329</c:v>
                </c:pt>
                <c:pt idx="2721">
                  <c:v>682</c:v>
                </c:pt>
                <c:pt idx="2722">
                  <c:v>155</c:v>
                </c:pt>
                <c:pt idx="2723">
                  <c:v>172</c:v>
                </c:pt>
                <c:pt idx="2724">
                  <c:v>306</c:v>
                </c:pt>
                <c:pt idx="2725">
                  <c:v>217</c:v>
                </c:pt>
                <c:pt idx="2726">
                  <c:v>553</c:v>
                </c:pt>
                <c:pt idx="2727">
                  <c:v>448</c:v>
                </c:pt>
                <c:pt idx="2728">
                  <c:v>420</c:v>
                </c:pt>
                <c:pt idx="2729">
                  <c:v>245</c:v>
                </c:pt>
                <c:pt idx="2730">
                  <c:v>637</c:v>
                </c:pt>
                <c:pt idx="2731">
                  <c:v>138</c:v>
                </c:pt>
                <c:pt idx="2732">
                  <c:v>355</c:v>
                </c:pt>
                <c:pt idx="2733">
                  <c:v>539</c:v>
                </c:pt>
                <c:pt idx="2734">
                  <c:v>172</c:v>
                </c:pt>
                <c:pt idx="2735">
                  <c:v>74</c:v>
                </c:pt>
                <c:pt idx="2736">
                  <c:v>348</c:v>
                </c:pt>
                <c:pt idx="2737">
                  <c:v>115</c:v>
                </c:pt>
                <c:pt idx="2738">
                  <c:v>386</c:v>
                </c:pt>
                <c:pt idx="2739">
                  <c:v>556</c:v>
                </c:pt>
                <c:pt idx="2740">
                  <c:v>271</c:v>
                </c:pt>
                <c:pt idx="2741">
                  <c:v>415</c:v>
                </c:pt>
                <c:pt idx="2742">
                  <c:v>412</c:v>
                </c:pt>
                <c:pt idx="2743">
                  <c:v>518</c:v>
                </c:pt>
                <c:pt idx="2744">
                  <c:v>575</c:v>
                </c:pt>
                <c:pt idx="2745">
                  <c:v>446</c:v>
                </c:pt>
                <c:pt idx="2746">
                  <c:v>227</c:v>
                </c:pt>
                <c:pt idx="2747">
                  <c:v>200</c:v>
                </c:pt>
                <c:pt idx="2748">
                  <c:v>80</c:v>
                </c:pt>
                <c:pt idx="2749">
                  <c:v>405</c:v>
                </c:pt>
                <c:pt idx="2750">
                  <c:v>660</c:v>
                </c:pt>
                <c:pt idx="2751">
                  <c:v>133</c:v>
                </c:pt>
                <c:pt idx="2752">
                  <c:v>166</c:v>
                </c:pt>
                <c:pt idx="2753">
                  <c:v>431</c:v>
                </c:pt>
                <c:pt idx="2754">
                  <c:v>325</c:v>
                </c:pt>
                <c:pt idx="2755">
                  <c:v>94</c:v>
                </c:pt>
                <c:pt idx="2756">
                  <c:v>270</c:v>
                </c:pt>
                <c:pt idx="2757">
                  <c:v>365</c:v>
                </c:pt>
                <c:pt idx="2758">
                  <c:v>210</c:v>
                </c:pt>
                <c:pt idx="2759">
                  <c:v>644</c:v>
                </c:pt>
                <c:pt idx="2760">
                  <c:v>432</c:v>
                </c:pt>
                <c:pt idx="2761">
                  <c:v>291</c:v>
                </c:pt>
                <c:pt idx="2762">
                  <c:v>678</c:v>
                </c:pt>
                <c:pt idx="2763">
                  <c:v>316</c:v>
                </c:pt>
                <c:pt idx="2764">
                  <c:v>694</c:v>
                </c:pt>
                <c:pt idx="2765">
                  <c:v>118</c:v>
                </c:pt>
                <c:pt idx="2766">
                  <c:v>618</c:v>
                </c:pt>
                <c:pt idx="2767">
                  <c:v>520</c:v>
                </c:pt>
                <c:pt idx="2768">
                  <c:v>353</c:v>
                </c:pt>
                <c:pt idx="2769">
                  <c:v>531</c:v>
                </c:pt>
                <c:pt idx="2770">
                  <c:v>30</c:v>
                </c:pt>
                <c:pt idx="2771">
                  <c:v>305</c:v>
                </c:pt>
                <c:pt idx="2772">
                  <c:v>514</c:v>
                </c:pt>
                <c:pt idx="2773">
                  <c:v>22</c:v>
                </c:pt>
                <c:pt idx="2774">
                  <c:v>279</c:v>
                </c:pt>
                <c:pt idx="2775">
                  <c:v>463</c:v>
                </c:pt>
                <c:pt idx="2776">
                  <c:v>301</c:v>
                </c:pt>
                <c:pt idx="2777">
                  <c:v>533</c:v>
                </c:pt>
                <c:pt idx="2778">
                  <c:v>446</c:v>
                </c:pt>
                <c:pt idx="2779">
                  <c:v>452</c:v>
                </c:pt>
                <c:pt idx="2780">
                  <c:v>441</c:v>
                </c:pt>
                <c:pt idx="2781">
                  <c:v>259</c:v>
                </c:pt>
                <c:pt idx="2782">
                  <c:v>558</c:v>
                </c:pt>
                <c:pt idx="2783">
                  <c:v>658</c:v>
                </c:pt>
                <c:pt idx="2784">
                  <c:v>61</c:v>
                </c:pt>
                <c:pt idx="2785">
                  <c:v>495</c:v>
                </c:pt>
                <c:pt idx="2786">
                  <c:v>499</c:v>
                </c:pt>
                <c:pt idx="2787">
                  <c:v>156</c:v>
                </c:pt>
                <c:pt idx="2788">
                  <c:v>607</c:v>
                </c:pt>
                <c:pt idx="2789">
                  <c:v>341</c:v>
                </c:pt>
                <c:pt idx="2790">
                  <c:v>530</c:v>
                </c:pt>
                <c:pt idx="2791">
                  <c:v>602</c:v>
                </c:pt>
                <c:pt idx="2792">
                  <c:v>477</c:v>
                </c:pt>
                <c:pt idx="2793">
                  <c:v>320</c:v>
                </c:pt>
                <c:pt idx="2794">
                  <c:v>253</c:v>
                </c:pt>
                <c:pt idx="2795">
                  <c:v>553</c:v>
                </c:pt>
                <c:pt idx="2796">
                  <c:v>269</c:v>
                </c:pt>
                <c:pt idx="2797">
                  <c:v>122</c:v>
                </c:pt>
                <c:pt idx="2798">
                  <c:v>396</c:v>
                </c:pt>
                <c:pt idx="2799">
                  <c:v>157</c:v>
                </c:pt>
                <c:pt idx="2800">
                  <c:v>434</c:v>
                </c:pt>
                <c:pt idx="2801">
                  <c:v>454</c:v>
                </c:pt>
                <c:pt idx="2802">
                  <c:v>683</c:v>
                </c:pt>
                <c:pt idx="2803">
                  <c:v>261</c:v>
                </c:pt>
                <c:pt idx="2804">
                  <c:v>182</c:v>
                </c:pt>
                <c:pt idx="2805">
                  <c:v>581</c:v>
                </c:pt>
                <c:pt idx="2806">
                  <c:v>195</c:v>
                </c:pt>
                <c:pt idx="2807">
                  <c:v>631</c:v>
                </c:pt>
                <c:pt idx="2808">
                  <c:v>130</c:v>
                </c:pt>
                <c:pt idx="2809">
                  <c:v>598</c:v>
                </c:pt>
                <c:pt idx="2810">
                  <c:v>191</c:v>
                </c:pt>
                <c:pt idx="2811">
                  <c:v>561</c:v>
                </c:pt>
                <c:pt idx="2812">
                  <c:v>197</c:v>
                </c:pt>
                <c:pt idx="2813">
                  <c:v>412</c:v>
                </c:pt>
                <c:pt idx="2814">
                  <c:v>238</c:v>
                </c:pt>
                <c:pt idx="2815">
                  <c:v>444</c:v>
                </c:pt>
                <c:pt idx="2816">
                  <c:v>241</c:v>
                </c:pt>
                <c:pt idx="2817">
                  <c:v>370</c:v>
                </c:pt>
                <c:pt idx="2818">
                  <c:v>299</c:v>
                </c:pt>
                <c:pt idx="2819">
                  <c:v>740</c:v>
                </c:pt>
                <c:pt idx="2820">
                  <c:v>402</c:v>
                </c:pt>
                <c:pt idx="2821">
                  <c:v>259</c:v>
                </c:pt>
                <c:pt idx="2822">
                  <c:v>229</c:v>
                </c:pt>
                <c:pt idx="2823">
                  <c:v>230</c:v>
                </c:pt>
                <c:pt idx="2824">
                  <c:v>165</c:v>
                </c:pt>
                <c:pt idx="2825">
                  <c:v>305</c:v>
                </c:pt>
                <c:pt idx="2826">
                  <c:v>487</c:v>
                </c:pt>
                <c:pt idx="2827">
                  <c:v>86</c:v>
                </c:pt>
                <c:pt idx="2828">
                  <c:v>532</c:v>
                </c:pt>
                <c:pt idx="2829">
                  <c:v>436</c:v>
                </c:pt>
                <c:pt idx="2830">
                  <c:v>311</c:v>
                </c:pt>
                <c:pt idx="2831">
                  <c:v>109</c:v>
                </c:pt>
                <c:pt idx="2832">
                  <c:v>577</c:v>
                </c:pt>
                <c:pt idx="2833">
                  <c:v>516</c:v>
                </c:pt>
                <c:pt idx="2834">
                  <c:v>188</c:v>
                </c:pt>
                <c:pt idx="2835">
                  <c:v>274</c:v>
                </c:pt>
                <c:pt idx="2836">
                  <c:v>319</c:v>
                </c:pt>
                <c:pt idx="2837">
                  <c:v>239</c:v>
                </c:pt>
                <c:pt idx="2838">
                  <c:v>283</c:v>
                </c:pt>
                <c:pt idx="2839">
                  <c:v>446</c:v>
                </c:pt>
                <c:pt idx="2840">
                  <c:v>472</c:v>
                </c:pt>
                <c:pt idx="2841">
                  <c:v>352</c:v>
                </c:pt>
                <c:pt idx="2842">
                  <c:v>291</c:v>
                </c:pt>
                <c:pt idx="2843">
                  <c:v>159</c:v>
                </c:pt>
                <c:pt idx="2844">
                  <c:v>112</c:v>
                </c:pt>
                <c:pt idx="2845">
                  <c:v>632</c:v>
                </c:pt>
                <c:pt idx="2846">
                  <c:v>719</c:v>
                </c:pt>
                <c:pt idx="2847">
                  <c:v>354</c:v>
                </c:pt>
                <c:pt idx="2848">
                  <c:v>350</c:v>
                </c:pt>
                <c:pt idx="2849">
                  <c:v>362</c:v>
                </c:pt>
                <c:pt idx="2850">
                  <c:v>350</c:v>
                </c:pt>
                <c:pt idx="2851">
                  <c:v>102</c:v>
                </c:pt>
                <c:pt idx="2852">
                  <c:v>530</c:v>
                </c:pt>
                <c:pt idx="2853">
                  <c:v>730</c:v>
                </c:pt>
                <c:pt idx="2854">
                  <c:v>207</c:v>
                </c:pt>
                <c:pt idx="2855">
                  <c:v>411</c:v>
                </c:pt>
                <c:pt idx="2856">
                  <c:v>546</c:v>
                </c:pt>
                <c:pt idx="2857">
                  <c:v>375</c:v>
                </c:pt>
                <c:pt idx="2858">
                  <c:v>274</c:v>
                </c:pt>
                <c:pt idx="2859">
                  <c:v>456</c:v>
                </c:pt>
                <c:pt idx="2860">
                  <c:v>118</c:v>
                </c:pt>
                <c:pt idx="2861">
                  <c:v>652</c:v>
                </c:pt>
                <c:pt idx="2862">
                  <c:v>169</c:v>
                </c:pt>
                <c:pt idx="2863">
                  <c:v>681</c:v>
                </c:pt>
                <c:pt idx="2864">
                  <c:v>365</c:v>
                </c:pt>
                <c:pt idx="2865">
                  <c:v>292</c:v>
                </c:pt>
                <c:pt idx="2866">
                  <c:v>338</c:v>
                </c:pt>
                <c:pt idx="2867">
                  <c:v>501</c:v>
                </c:pt>
                <c:pt idx="2868">
                  <c:v>259</c:v>
                </c:pt>
                <c:pt idx="2869">
                  <c:v>555</c:v>
                </c:pt>
                <c:pt idx="2870">
                  <c:v>398</c:v>
                </c:pt>
                <c:pt idx="2871">
                  <c:v>201</c:v>
                </c:pt>
                <c:pt idx="2872">
                  <c:v>189</c:v>
                </c:pt>
                <c:pt idx="2873">
                  <c:v>113</c:v>
                </c:pt>
                <c:pt idx="2874">
                  <c:v>252</c:v>
                </c:pt>
                <c:pt idx="2875">
                  <c:v>684</c:v>
                </c:pt>
                <c:pt idx="2876">
                  <c:v>223</c:v>
                </c:pt>
                <c:pt idx="2877">
                  <c:v>367</c:v>
                </c:pt>
                <c:pt idx="2878">
                  <c:v>471</c:v>
                </c:pt>
                <c:pt idx="2879">
                  <c:v>235</c:v>
                </c:pt>
                <c:pt idx="2880">
                  <c:v>408</c:v>
                </c:pt>
                <c:pt idx="2881">
                  <c:v>541</c:v>
                </c:pt>
                <c:pt idx="2882">
                  <c:v>732</c:v>
                </c:pt>
                <c:pt idx="2883">
                  <c:v>223</c:v>
                </c:pt>
                <c:pt idx="2884">
                  <c:v>562</c:v>
                </c:pt>
                <c:pt idx="2885">
                  <c:v>376</c:v>
                </c:pt>
                <c:pt idx="2886">
                  <c:v>600</c:v>
                </c:pt>
                <c:pt idx="2887">
                  <c:v>466</c:v>
                </c:pt>
                <c:pt idx="2888">
                  <c:v>278</c:v>
                </c:pt>
                <c:pt idx="2889">
                  <c:v>423</c:v>
                </c:pt>
                <c:pt idx="2890">
                  <c:v>109</c:v>
                </c:pt>
                <c:pt idx="2891">
                  <c:v>318</c:v>
                </c:pt>
                <c:pt idx="2892">
                  <c:v>337</c:v>
                </c:pt>
                <c:pt idx="2893">
                  <c:v>169</c:v>
                </c:pt>
                <c:pt idx="2894">
                  <c:v>266</c:v>
                </c:pt>
                <c:pt idx="2895">
                  <c:v>64</c:v>
                </c:pt>
                <c:pt idx="2896">
                  <c:v>123</c:v>
                </c:pt>
                <c:pt idx="2897">
                  <c:v>416</c:v>
                </c:pt>
                <c:pt idx="2898">
                  <c:v>645</c:v>
                </c:pt>
                <c:pt idx="2899">
                  <c:v>637</c:v>
                </c:pt>
                <c:pt idx="2900">
                  <c:v>397</c:v>
                </c:pt>
                <c:pt idx="2901">
                  <c:v>603</c:v>
                </c:pt>
                <c:pt idx="2902">
                  <c:v>655</c:v>
                </c:pt>
                <c:pt idx="2903">
                  <c:v>269</c:v>
                </c:pt>
                <c:pt idx="2904">
                  <c:v>168</c:v>
                </c:pt>
                <c:pt idx="2905">
                  <c:v>267</c:v>
                </c:pt>
                <c:pt idx="2906">
                  <c:v>227</c:v>
                </c:pt>
                <c:pt idx="2907">
                  <c:v>302</c:v>
                </c:pt>
                <c:pt idx="2908">
                  <c:v>584</c:v>
                </c:pt>
                <c:pt idx="2909">
                  <c:v>654</c:v>
                </c:pt>
                <c:pt idx="2910">
                  <c:v>314</c:v>
                </c:pt>
                <c:pt idx="2911">
                  <c:v>533</c:v>
                </c:pt>
                <c:pt idx="2912">
                  <c:v>278</c:v>
                </c:pt>
                <c:pt idx="2913">
                  <c:v>197</c:v>
                </c:pt>
                <c:pt idx="2914">
                  <c:v>350</c:v>
                </c:pt>
                <c:pt idx="2915">
                  <c:v>661</c:v>
                </c:pt>
                <c:pt idx="2916">
                  <c:v>688</c:v>
                </c:pt>
                <c:pt idx="2917">
                  <c:v>484</c:v>
                </c:pt>
                <c:pt idx="2918">
                  <c:v>348</c:v>
                </c:pt>
                <c:pt idx="2919">
                  <c:v>341</c:v>
                </c:pt>
                <c:pt idx="2920">
                  <c:v>402</c:v>
                </c:pt>
                <c:pt idx="2921">
                  <c:v>278</c:v>
                </c:pt>
                <c:pt idx="2922">
                  <c:v>148</c:v>
                </c:pt>
                <c:pt idx="2923">
                  <c:v>191</c:v>
                </c:pt>
                <c:pt idx="2924">
                  <c:v>582</c:v>
                </c:pt>
                <c:pt idx="2925">
                  <c:v>91</c:v>
                </c:pt>
                <c:pt idx="2926">
                  <c:v>574</c:v>
                </c:pt>
                <c:pt idx="2927">
                  <c:v>40</c:v>
                </c:pt>
                <c:pt idx="2928">
                  <c:v>596</c:v>
                </c:pt>
                <c:pt idx="2929">
                  <c:v>570</c:v>
                </c:pt>
                <c:pt idx="2930">
                  <c:v>98</c:v>
                </c:pt>
                <c:pt idx="2931">
                  <c:v>396</c:v>
                </c:pt>
                <c:pt idx="2932">
                  <c:v>313</c:v>
                </c:pt>
                <c:pt idx="2933">
                  <c:v>229</c:v>
                </c:pt>
                <c:pt idx="2934">
                  <c:v>386</c:v>
                </c:pt>
                <c:pt idx="2935">
                  <c:v>465</c:v>
                </c:pt>
                <c:pt idx="2936">
                  <c:v>108</c:v>
                </c:pt>
                <c:pt idx="2937">
                  <c:v>445</c:v>
                </c:pt>
                <c:pt idx="2938">
                  <c:v>224</c:v>
                </c:pt>
                <c:pt idx="2939">
                  <c:v>219</c:v>
                </c:pt>
                <c:pt idx="2940">
                  <c:v>700</c:v>
                </c:pt>
                <c:pt idx="2941">
                  <c:v>469</c:v>
                </c:pt>
                <c:pt idx="2942">
                  <c:v>314</c:v>
                </c:pt>
                <c:pt idx="2943">
                  <c:v>95</c:v>
                </c:pt>
                <c:pt idx="2944">
                  <c:v>250</c:v>
                </c:pt>
                <c:pt idx="2945">
                  <c:v>331</c:v>
                </c:pt>
                <c:pt idx="2946">
                  <c:v>736</c:v>
                </c:pt>
                <c:pt idx="2947">
                  <c:v>69</c:v>
                </c:pt>
                <c:pt idx="2948">
                  <c:v>270</c:v>
                </c:pt>
                <c:pt idx="2949">
                  <c:v>612</c:v>
                </c:pt>
                <c:pt idx="2950">
                  <c:v>317</c:v>
                </c:pt>
                <c:pt idx="2951">
                  <c:v>460</c:v>
                </c:pt>
                <c:pt idx="2952">
                  <c:v>80</c:v>
                </c:pt>
                <c:pt idx="2953">
                  <c:v>76</c:v>
                </c:pt>
                <c:pt idx="2954">
                  <c:v>217</c:v>
                </c:pt>
                <c:pt idx="2955">
                  <c:v>163</c:v>
                </c:pt>
                <c:pt idx="2956">
                  <c:v>203</c:v>
                </c:pt>
                <c:pt idx="2957">
                  <c:v>237</c:v>
                </c:pt>
                <c:pt idx="2958">
                  <c:v>83</c:v>
                </c:pt>
                <c:pt idx="2959">
                  <c:v>486</c:v>
                </c:pt>
                <c:pt idx="2960">
                  <c:v>101</c:v>
                </c:pt>
                <c:pt idx="2961">
                  <c:v>167</c:v>
                </c:pt>
                <c:pt idx="2962">
                  <c:v>614</c:v>
                </c:pt>
                <c:pt idx="2963">
                  <c:v>243</c:v>
                </c:pt>
                <c:pt idx="2964">
                  <c:v>511</c:v>
                </c:pt>
                <c:pt idx="2965">
                  <c:v>122</c:v>
                </c:pt>
                <c:pt idx="2966">
                  <c:v>564</c:v>
                </c:pt>
                <c:pt idx="2967">
                  <c:v>157</c:v>
                </c:pt>
                <c:pt idx="2968">
                  <c:v>693</c:v>
                </c:pt>
                <c:pt idx="2969">
                  <c:v>327</c:v>
                </c:pt>
                <c:pt idx="2970">
                  <c:v>406</c:v>
                </c:pt>
                <c:pt idx="2971">
                  <c:v>280</c:v>
                </c:pt>
                <c:pt idx="2972">
                  <c:v>489</c:v>
                </c:pt>
                <c:pt idx="2973">
                  <c:v>306</c:v>
                </c:pt>
                <c:pt idx="2974">
                  <c:v>225</c:v>
                </c:pt>
                <c:pt idx="2975">
                  <c:v>584</c:v>
                </c:pt>
                <c:pt idx="2976">
                  <c:v>172</c:v>
                </c:pt>
                <c:pt idx="2977">
                  <c:v>279</c:v>
                </c:pt>
                <c:pt idx="2978">
                  <c:v>318</c:v>
                </c:pt>
                <c:pt idx="2979">
                  <c:v>448</c:v>
                </c:pt>
                <c:pt idx="2980">
                  <c:v>465</c:v>
                </c:pt>
                <c:pt idx="2981">
                  <c:v>273</c:v>
                </c:pt>
                <c:pt idx="2982">
                  <c:v>101</c:v>
                </c:pt>
                <c:pt idx="2983">
                  <c:v>211</c:v>
                </c:pt>
                <c:pt idx="2984">
                  <c:v>383</c:v>
                </c:pt>
                <c:pt idx="2985">
                  <c:v>145</c:v>
                </c:pt>
                <c:pt idx="2986">
                  <c:v>187</c:v>
                </c:pt>
                <c:pt idx="2987">
                  <c:v>293</c:v>
                </c:pt>
                <c:pt idx="2988">
                  <c:v>301</c:v>
                </c:pt>
                <c:pt idx="2989">
                  <c:v>193</c:v>
                </c:pt>
                <c:pt idx="2990">
                  <c:v>95</c:v>
                </c:pt>
                <c:pt idx="2991">
                  <c:v>540</c:v>
                </c:pt>
                <c:pt idx="2992">
                  <c:v>39</c:v>
                </c:pt>
                <c:pt idx="2993">
                  <c:v>323</c:v>
                </c:pt>
                <c:pt idx="2994">
                  <c:v>574</c:v>
                </c:pt>
                <c:pt idx="2995">
                  <c:v>263</c:v>
                </c:pt>
                <c:pt idx="2996">
                  <c:v>509</c:v>
                </c:pt>
                <c:pt idx="2997">
                  <c:v>85</c:v>
                </c:pt>
                <c:pt idx="2998">
                  <c:v>475</c:v>
                </c:pt>
                <c:pt idx="2999">
                  <c:v>248</c:v>
                </c:pt>
                <c:pt idx="3000">
                  <c:v>304</c:v>
                </c:pt>
                <c:pt idx="3001">
                  <c:v>144</c:v>
                </c:pt>
                <c:pt idx="3002">
                  <c:v>708</c:v>
                </c:pt>
                <c:pt idx="3003">
                  <c:v>420</c:v>
                </c:pt>
                <c:pt idx="3004">
                  <c:v>266</c:v>
                </c:pt>
                <c:pt idx="3005">
                  <c:v>352</c:v>
                </c:pt>
                <c:pt idx="3006">
                  <c:v>542</c:v>
                </c:pt>
                <c:pt idx="3007">
                  <c:v>148</c:v>
                </c:pt>
                <c:pt idx="3008">
                  <c:v>470</c:v>
                </c:pt>
                <c:pt idx="3009">
                  <c:v>422</c:v>
                </c:pt>
                <c:pt idx="3010">
                  <c:v>342</c:v>
                </c:pt>
                <c:pt idx="3011">
                  <c:v>604</c:v>
                </c:pt>
                <c:pt idx="3012">
                  <c:v>58</c:v>
                </c:pt>
                <c:pt idx="3013">
                  <c:v>379</c:v>
                </c:pt>
                <c:pt idx="3014">
                  <c:v>551</c:v>
                </c:pt>
                <c:pt idx="3015">
                  <c:v>221</c:v>
                </c:pt>
                <c:pt idx="3016">
                  <c:v>270</c:v>
                </c:pt>
                <c:pt idx="3017">
                  <c:v>123</c:v>
                </c:pt>
                <c:pt idx="3018">
                  <c:v>143</c:v>
                </c:pt>
                <c:pt idx="3019">
                  <c:v>306</c:v>
                </c:pt>
                <c:pt idx="3020">
                  <c:v>444</c:v>
                </c:pt>
                <c:pt idx="3021">
                  <c:v>341</c:v>
                </c:pt>
                <c:pt idx="3022">
                  <c:v>72</c:v>
                </c:pt>
                <c:pt idx="3023">
                  <c:v>299</c:v>
                </c:pt>
                <c:pt idx="3024">
                  <c:v>592</c:v>
                </c:pt>
                <c:pt idx="3025">
                  <c:v>235</c:v>
                </c:pt>
                <c:pt idx="3026">
                  <c:v>438</c:v>
                </c:pt>
                <c:pt idx="3027">
                  <c:v>372</c:v>
                </c:pt>
                <c:pt idx="3028">
                  <c:v>193</c:v>
                </c:pt>
                <c:pt idx="3029">
                  <c:v>181</c:v>
                </c:pt>
                <c:pt idx="3030">
                  <c:v>292</c:v>
                </c:pt>
                <c:pt idx="3031">
                  <c:v>23</c:v>
                </c:pt>
                <c:pt idx="3032">
                  <c:v>250</c:v>
                </c:pt>
                <c:pt idx="3033">
                  <c:v>343</c:v>
                </c:pt>
                <c:pt idx="3034">
                  <c:v>681</c:v>
                </c:pt>
                <c:pt idx="3035">
                  <c:v>410</c:v>
                </c:pt>
                <c:pt idx="3036">
                  <c:v>271</c:v>
                </c:pt>
                <c:pt idx="3037">
                  <c:v>38</c:v>
                </c:pt>
                <c:pt idx="3038">
                  <c:v>111</c:v>
                </c:pt>
                <c:pt idx="3039">
                  <c:v>571</c:v>
                </c:pt>
                <c:pt idx="3040">
                  <c:v>331</c:v>
                </c:pt>
                <c:pt idx="3041">
                  <c:v>463</c:v>
                </c:pt>
                <c:pt idx="3042">
                  <c:v>614</c:v>
                </c:pt>
                <c:pt idx="3043">
                  <c:v>561</c:v>
                </c:pt>
                <c:pt idx="3044">
                  <c:v>207</c:v>
                </c:pt>
                <c:pt idx="3045">
                  <c:v>112</c:v>
                </c:pt>
                <c:pt idx="3046">
                  <c:v>490</c:v>
                </c:pt>
                <c:pt idx="3047">
                  <c:v>232</c:v>
                </c:pt>
                <c:pt idx="3048">
                  <c:v>320</c:v>
                </c:pt>
                <c:pt idx="3049">
                  <c:v>602</c:v>
                </c:pt>
                <c:pt idx="3050">
                  <c:v>148</c:v>
                </c:pt>
                <c:pt idx="3051">
                  <c:v>49</c:v>
                </c:pt>
                <c:pt idx="3052">
                  <c:v>361</c:v>
                </c:pt>
                <c:pt idx="3053">
                  <c:v>113</c:v>
                </c:pt>
                <c:pt idx="3054">
                  <c:v>623</c:v>
                </c:pt>
                <c:pt idx="3055">
                  <c:v>711</c:v>
                </c:pt>
                <c:pt idx="3056">
                  <c:v>563</c:v>
                </c:pt>
                <c:pt idx="3057">
                  <c:v>219</c:v>
                </c:pt>
                <c:pt idx="3058">
                  <c:v>707</c:v>
                </c:pt>
                <c:pt idx="3059">
                  <c:v>533</c:v>
                </c:pt>
                <c:pt idx="3060">
                  <c:v>542</c:v>
                </c:pt>
                <c:pt idx="3061">
                  <c:v>282</c:v>
                </c:pt>
                <c:pt idx="3062">
                  <c:v>660</c:v>
                </c:pt>
                <c:pt idx="3063">
                  <c:v>482</c:v>
                </c:pt>
                <c:pt idx="3064">
                  <c:v>183</c:v>
                </c:pt>
                <c:pt idx="3065">
                  <c:v>314</c:v>
                </c:pt>
                <c:pt idx="3066">
                  <c:v>406</c:v>
                </c:pt>
                <c:pt idx="3067">
                  <c:v>229</c:v>
                </c:pt>
                <c:pt idx="3068">
                  <c:v>616</c:v>
                </c:pt>
                <c:pt idx="3069">
                  <c:v>536</c:v>
                </c:pt>
                <c:pt idx="3070">
                  <c:v>476</c:v>
                </c:pt>
                <c:pt idx="3071">
                  <c:v>694</c:v>
                </c:pt>
                <c:pt idx="3072">
                  <c:v>588</c:v>
                </c:pt>
                <c:pt idx="3073">
                  <c:v>229</c:v>
                </c:pt>
                <c:pt idx="3074">
                  <c:v>465</c:v>
                </c:pt>
                <c:pt idx="3075">
                  <c:v>420</c:v>
                </c:pt>
                <c:pt idx="3076">
                  <c:v>353</c:v>
                </c:pt>
                <c:pt idx="3077">
                  <c:v>398</c:v>
                </c:pt>
                <c:pt idx="3078">
                  <c:v>293</c:v>
                </c:pt>
                <c:pt idx="3079">
                  <c:v>143</c:v>
                </c:pt>
                <c:pt idx="3080">
                  <c:v>260</c:v>
                </c:pt>
                <c:pt idx="3081">
                  <c:v>474</c:v>
                </c:pt>
                <c:pt idx="3082">
                  <c:v>276</c:v>
                </c:pt>
                <c:pt idx="3083">
                  <c:v>441</c:v>
                </c:pt>
                <c:pt idx="3084">
                  <c:v>362</c:v>
                </c:pt>
                <c:pt idx="3085">
                  <c:v>500</c:v>
                </c:pt>
                <c:pt idx="3086">
                  <c:v>573</c:v>
                </c:pt>
                <c:pt idx="3087">
                  <c:v>305</c:v>
                </c:pt>
                <c:pt idx="3088">
                  <c:v>384</c:v>
                </c:pt>
                <c:pt idx="3089">
                  <c:v>218</c:v>
                </c:pt>
                <c:pt idx="3090">
                  <c:v>263</c:v>
                </c:pt>
                <c:pt idx="3091">
                  <c:v>222</c:v>
                </c:pt>
                <c:pt idx="3092">
                  <c:v>500</c:v>
                </c:pt>
                <c:pt idx="3093">
                  <c:v>255</c:v>
                </c:pt>
                <c:pt idx="3094">
                  <c:v>607</c:v>
                </c:pt>
                <c:pt idx="3095">
                  <c:v>188</c:v>
                </c:pt>
                <c:pt idx="3096">
                  <c:v>524</c:v>
                </c:pt>
                <c:pt idx="3097">
                  <c:v>249</c:v>
                </c:pt>
                <c:pt idx="3098">
                  <c:v>377</c:v>
                </c:pt>
                <c:pt idx="3099">
                  <c:v>380</c:v>
                </c:pt>
                <c:pt idx="3100">
                  <c:v>160</c:v>
                </c:pt>
                <c:pt idx="3101">
                  <c:v>277</c:v>
                </c:pt>
                <c:pt idx="3102">
                  <c:v>307</c:v>
                </c:pt>
                <c:pt idx="3103">
                  <c:v>84</c:v>
                </c:pt>
                <c:pt idx="3104">
                  <c:v>434</c:v>
                </c:pt>
                <c:pt idx="3105">
                  <c:v>538</c:v>
                </c:pt>
                <c:pt idx="3106">
                  <c:v>294</c:v>
                </c:pt>
                <c:pt idx="3107">
                  <c:v>315</c:v>
                </c:pt>
                <c:pt idx="3108">
                  <c:v>180</c:v>
                </c:pt>
                <c:pt idx="3109">
                  <c:v>34</c:v>
                </c:pt>
                <c:pt idx="3110">
                  <c:v>259</c:v>
                </c:pt>
                <c:pt idx="3111">
                  <c:v>738</c:v>
                </c:pt>
                <c:pt idx="3112">
                  <c:v>219</c:v>
                </c:pt>
                <c:pt idx="3113">
                  <c:v>345</c:v>
                </c:pt>
                <c:pt idx="3114">
                  <c:v>682</c:v>
                </c:pt>
                <c:pt idx="3115">
                  <c:v>357</c:v>
                </c:pt>
                <c:pt idx="3116">
                  <c:v>321</c:v>
                </c:pt>
                <c:pt idx="3117">
                  <c:v>438</c:v>
                </c:pt>
                <c:pt idx="3118">
                  <c:v>90</c:v>
                </c:pt>
                <c:pt idx="3119">
                  <c:v>410</c:v>
                </c:pt>
                <c:pt idx="3120">
                  <c:v>456</c:v>
                </c:pt>
                <c:pt idx="3121">
                  <c:v>120</c:v>
                </c:pt>
                <c:pt idx="3122">
                  <c:v>251</c:v>
                </c:pt>
                <c:pt idx="3123">
                  <c:v>231</c:v>
                </c:pt>
                <c:pt idx="3124">
                  <c:v>150</c:v>
                </c:pt>
                <c:pt idx="3125">
                  <c:v>143</c:v>
                </c:pt>
                <c:pt idx="3126">
                  <c:v>122</c:v>
                </c:pt>
                <c:pt idx="3127">
                  <c:v>453</c:v>
                </c:pt>
                <c:pt idx="3128">
                  <c:v>385</c:v>
                </c:pt>
                <c:pt idx="3129">
                  <c:v>147</c:v>
                </c:pt>
                <c:pt idx="3130">
                  <c:v>204</c:v>
                </c:pt>
                <c:pt idx="3131">
                  <c:v>329</c:v>
                </c:pt>
                <c:pt idx="3132">
                  <c:v>341</c:v>
                </c:pt>
                <c:pt idx="3133">
                  <c:v>349</c:v>
                </c:pt>
                <c:pt idx="3134">
                  <c:v>433</c:v>
                </c:pt>
                <c:pt idx="3135">
                  <c:v>406</c:v>
                </c:pt>
                <c:pt idx="3136">
                  <c:v>102</c:v>
                </c:pt>
                <c:pt idx="3137">
                  <c:v>279</c:v>
                </c:pt>
                <c:pt idx="3138">
                  <c:v>346</c:v>
                </c:pt>
                <c:pt idx="3139">
                  <c:v>52</c:v>
                </c:pt>
                <c:pt idx="3140">
                  <c:v>305</c:v>
                </c:pt>
                <c:pt idx="3141">
                  <c:v>471</c:v>
                </c:pt>
                <c:pt idx="3142">
                  <c:v>331</c:v>
                </c:pt>
                <c:pt idx="3143">
                  <c:v>198</c:v>
                </c:pt>
                <c:pt idx="3144">
                  <c:v>573</c:v>
                </c:pt>
                <c:pt idx="3145">
                  <c:v>530</c:v>
                </c:pt>
                <c:pt idx="3146">
                  <c:v>483</c:v>
                </c:pt>
                <c:pt idx="3147">
                  <c:v>648</c:v>
                </c:pt>
                <c:pt idx="3148">
                  <c:v>189</c:v>
                </c:pt>
                <c:pt idx="3149">
                  <c:v>282</c:v>
                </c:pt>
                <c:pt idx="3150">
                  <c:v>480</c:v>
                </c:pt>
                <c:pt idx="3151">
                  <c:v>316</c:v>
                </c:pt>
                <c:pt idx="3152">
                  <c:v>575</c:v>
                </c:pt>
                <c:pt idx="3153">
                  <c:v>129</c:v>
                </c:pt>
                <c:pt idx="3154">
                  <c:v>553</c:v>
                </c:pt>
                <c:pt idx="3155">
                  <c:v>549</c:v>
                </c:pt>
                <c:pt idx="3156">
                  <c:v>120</c:v>
                </c:pt>
                <c:pt idx="3157">
                  <c:v>66</c:v>
                </c:pt>
                <c:pt idx="3158">
                  <c:v>337</c:v>
                </c:pt>
                <c:pt idx="3159">
                  <c:v>122</c:v>
                </c:pt>
                <c:pt idx="3160">
                  <c:v>252</c:v>
                </c:pt>
                <c:pt idx="3161">
                  <c:v>346</c:v>
                </c:pt>
                <c:pt idx="3162">
                  <c:v>192</c:v>
                </c:pt>
                <c:pt idx="3163">
                  <c:v>157</c:v>
                </c:pt>
                <c:pt idx="3164">
                  <c:v>531</c:v>
                </c:pt>
                <c:pt idx="3165">
                  <c:v>350</c:v>
                </c:pt>
                <c:pt idx="3166">
                  <c:v>313</c:v>
                </c:pt>
                <c:pt idx="3167">
                  <c:v>144</c:v>
                </c:pt>
                <c:pt idx="3168">
                  <c:v>121</c:v>
                </c:pt>
                <c:pt idx="3169">
                  <c:v>141</c:v>
                </c:pt>
                <c:pt idx="3170">
                  <c:v>357</c:v>
                </c:pt>
                <c:pt idx="3171">
                  <c:v>352</c:v>
                </c:pt>
                <c:pt idx="3172">
                  <c:v>91</c:v>
                </c:pt>
                <c:pt idx="3173">
                  <c:v>278</c:v>
                </c:pt>
                <c:pt idx="3174">
                  <c:v>412</c:v>
                </c:pt>
                <c:pt idx="3175">
                  <c:v>389</c:v>
                </c:pt>
                <c:pt idx="3176">
                  <c:v>149</c:v>
                </c:pt>
                <c:pt idx="3177">
                  <c:v>457</c:v>
                </c:pt>
                <c:pt idx="3178">
                  <c:v>545</c:v>
                </c:pt>
                <c:pt idx="3179">
                  <c:v>176</c:v>
                </c:pt>
                <c:pt idx="3180">
                  <c:v>128</c:v>
                </c:pt>
                <c:pt idx="3181">
                  <c:v>185</c:v>
                </c:pt>
                <c:pt idx="3182">
                  <c:v>412</c:v>
                </c:pt>
                <c:pt idx="3183">
                  <c:v>689</c:v>
                </c:pt>
                <c:pt idx="3184">
                  <c:v>299</c:v>
                </c:pt>
                <c:pt idx="3185">
                  <c:v>135</c:v>
                </c:pt>
                <c:pt idx="3186">
                  <c:v>122</c:v>
                </c:pt>
                <c:pt idx="3187">
                  <c:v>230</c:v>
                </c:pt>
                <c:pt idx="3188">
                  <c:v>405</c:v>
                </c:pt>
                <c:pt idx="3189">
                  <c:v>345</c:v>
                </c:pt>
                <c:pt idx="3190">
                  <c:v>479</c:v>
                </c:pt>
                <c:pt idx="3191">
                  <c:v>536</c:v>
                </c:pt>
                <c:pt idx="3192">
                  <c:v>266</c:v>
                </c:pt>
                <c:pt idx="3193">
                  <c:v>149</c:v>
                </c:pt>
                <c:pt idx="3194">
                  <c:v>488</c:v>
                </c:pt>
                <c:pt idx="3195">
                  <c:v>224</c:v>
                </c:pt>
                <c:pt idx="3196">
                  <c:v>171</c:v>
                </c:pt>
                <c:pt idx="3197">
                  <c:v>346</c:v>
                </c:pt>
                <c:pt idx="3198">
                  <c:v>140</c:v>
                </c:pt>
                <c:pt idx="3199">
                  <c:v>192</c:v>
                </c:pt>
                <c:pt idx="3200">
                  <c:v>531</c:v>
                </c:pt>
                <c:pt idx="3201">
                  <c:v>108</c:v>
                </c:pt>
                <c:pt idx="3202">
                  <c:v>380</c:v>
                </c:pt>
                <c:pt idx="3203">
                  <c:v>316</c:v>
                </c:pt>
                <c:pt idx="3204">
                  <c:v>178</c:v>
                </c:pt>
                <c:pt idx="3205">
                  <c:v>186</c:v>
                </c:pt>
                <c:pt idx="3206">
                  <c:v>317</c:v>
                </c:pt>
                <c:pt idx="3207">
                  <c:v>439</c:v>
                </c:pt>
                <c:pt idx="3208">
                  <c:v>314</c:v>
                </c:pt>
                <c:pt idx="3209">
                  <c:v>133</c:v>
                </c:pt>
                <c:pt idx="3210">
                  <c:v>689</c:v>
                </c:pt>
                <c:pt idx="3211">
                  <c:v>390</c:v>
                </c:pt>
                <c:pt idx="3212">
                  <c:v>109</c:v>
                </c:pt>
                <c:pt idx="3213">
                  <c:v>96</c:v>
                </c:pt>
                <c:pt idx="3214">
                  <c:v>325</c:v>
                </c:pt>
                <c:pt idx="3215">
                  <c:v>233</c:v>
                </c:pt>
                <c:pt idx="3216">
                  <c:v>579</c:v>
                </c:pt>
                <c:pt idx="3217">
                  <c:v>616</c:v>
                </c:pt>
                <c:pt idx="3218">
                  <c:v>250</c:v>
                </c:pt>
                <c:pt idx="3219">
                  <c:v>568</c:v>
                </c:pt>
                <c:pt idx="3220">
                  <c:v>393</c:v>
                </c:pt>
                <c:pt idx="3221">
                  <c:v>390</c:v>
                </c:pt>
                <c:pt idx="3222">
                  <c:v>427</c:v>
                </c:pt>
                <c:pt idx="3223">
                  <c:v>408</c:v>
                </c:pt>
                <c:pt idx="3224">
                  <c:v>258</c:v>
                </c:pt>
                <c:pt idx="3225">
                  <c:v>365</c:v>
                </c:pt>
                <c:pt idx="3226">
                  <c:v>176</c:v>
                </c:pt>
                <c:pt idx="3227">
                  <c:v>548</c:v>
                </c:pt>
                <c:pt idx="3228">
                  <c:v>643</c:v>
                </c:pt>
                <c:pt idx="3229">
                  <c:v>371</c:v>
                </c:pt>
                <c:pt idx="3230">
                  <c:v>601</c:v>
                </c:pt>
                <c:pt idx="3231">
                  <c:v>608</c:v>
                </c:pt>
                <c:pt idx="3232">
                  <c:v>290</c:v>
                </c:pt>
                <c:pt idx="3233">
                  <c:v>399</c:v>
                </c:pt>
                <c:pt idx="3234">
                  <c:v>661</c:v>
                </c:pt>
                <c:pt idx="3235">
                  <c:v>534</c:v>
                </c:pt>
                <c:pt idx="3236">
                  <c:v>648</c:v>
                </c:pt>
                <c:pt idx="3237">
                  <c:v>648</c:v>
                </c:pt>
                <c:pt idx="3238">
                  <c:v>497</c:v>
                </c:pt>
                <c:pt idx="3239">
                  <c:v>371</c:v>
                </c:pt>
                <c:pt idx="3240">
                  <c:v>195</c:v>
                </c:pt>
                <c:pt idx="3241">
                  <c:v>143</c:v>
                </c:pt>
                <c:pt idx="3242">
                  <c:v>75</c:v>
                </c:pt>
                <c:pt idx="3243">
                  <c:v>192</c:v>
                </c:pt>
                <c:pt idx="3244">
                  <c:v>427</c:v>
                </c:pt>
                <c:pt idx="3245">
                  <c:v>141</c:v>
                </c:pt>
                <c:pt idx="3246">
                  <c:v>515</c:v>
                </c:pt>
                <c:pt idx="3247">
                  <c:v>117</c:v>
                </c:pt>
                <c:pt idx="3248">
                  <c:v>302</c:v>
                </c:pt>
                <c:pt idx="3249">
                  <c:v>402</c:v>
                </c:pt>
                <c:pt idx="3250">
                  <c:v>554</c:v>
                </c:pt>
                <c:pt idx="3251">
                  <c:v>580</c:v>
                </c:pt>
                <c:pt idx="3252">
                  <c:v>511</c:v>
                </c:pt>
                <c:pt idx="3253">
                  <c:v>126</c:v>
                </c:pt>
                <c:pt idx="3254">
                  <c:v>429</c:v>
                </c:pt>
                <c:pt idx="3255">
                  <c:v>429</c:v>
                </c:pt>
                <c:pt idx="3256">
                  <c:v>238</c:v>
                </c:pt>
                <c:pt idx="3257">
                  <c:v>631</c:v>
                </c:pt>
                <c:pt idx="3258">
                  <c:v>401</c:v>
                </c:pt>
                <c:pt idx="3259">
                  <c:v>485</c:v>
                </c:pt>
                <c:pt idx="3260">
                  <c:v>374</c:v>
                </c:pt>
                <c:pt idx="3261">
                  <c:v>388</c:v>
                </c:pt>
                <c:pt idx="3262">
                  <c:v>339</c:v>
                </c:pt>
                <c:pt idx="3263">
                  <c:v>615</c:v>
                </c:pt>
                <c:pt idx="3264">
                  <c:v>275</c:v>
                </c:pt>
                <c:pt idx="3265">
                  <c:v>548</c:v>
                </c:pt>
                <c:pt idx="3266">
                  <c:v>477</c:v>
                </c:pt>
                <c:pt idx="3267">
                  <c:v>305</c:v>
                </c:pt>
                <c:pt idx="3268">
                  <c:v>256</c:v>
                </c:pt>
                <c:pt idx="3269">
                  <c:v>131</c:v>
                </c:pt>
                <c:pt idx="3270">
                  <c:v>31</c:v>
                </c:pt>
                <c:pt idx="3271">
                  <c:v>88</c:v>
                </c:pt>
                <c:pt idx="3272">
                  <c:v>254</c:v>
                </c:pt>
                <c:pt idx="3273">
                  <c:v>634</c:v>
                </c:pt>
                <c:pt idx="3274">
                  <c:v>304</c:v>
                </c:pt>
                <c:pt idx="3275">
                  <c:v>119</c:v>
                </c:pt>
                <c:pt idx="3276">
                  <c:v>51</c:v>
                </c:pt>
                <c:pt idx="3277">
                  <c:v>700</c:v>
                </c:pt>
                <c:pt idx="3278">
                  <c:v>561</c:v>
                </c:pt>
                <c:pt idx="3279">
                  <c:v>121</c:v>
                </c:pt>
                <c:pt idx="3280">
                  <c:v>574</c:v>
                </c:pt>
                <c:pt idx="3281">
                  <c:v>228</c:v>
                </c:pt>
                <c:pt idx="3282">
                  <c:v>607</c:v>
                </c:pt>
                <c:pt idx="3283">
                  <c:v>236</c:v>
                </c:pt>
                <c:pt idx="3284">
                  <c:v>521</c:v>
                </c:pt>
                <c:pt idx="3285">
                  <c:v>486</c:v>
                </c:pt>
                <c:pt idx="3286">
                  <c:v>209</c:v>
                </c:pt>
                <c:pt idx="3287">
                  <c:v>100</c:v>
                </c:pt>
                <c:pt idx="3288">
                  <c:v>265</c:v>
                </c:pt>
                <c:pt idx="3289">
                  <c:v>137</c:v>
                </c:pt>
                <c:pt idx="3290">
                  <c:v>495</c:v>
                </c:pt>
                <c:pt idx="3291">
                  <c:v>299</c:v>
                </c:pt>
                <c:pt idx="3292">
                  <c:v>328</c:v>
                </c:pt>
                <c:pt idx="3293">
                  <c:v>213</c:v>
                </c:pt>
                <c:pt idx="3294">
                  <c:v>537</c:v>
                </c:pt>
                <c:pt idx="3295">
                  <c:v>375</c:v>
                </c:pt>
                <c:pt idx="3296">
                  <c:v>25</c:v>
                </c:pt>
                <c:pt idx="3297">
                  <c:v>390</c:v>
                </c:pt>
                <c:pt idx="3298">
                  <c:v>98</c:v>
                </c:pt>
                <c:pt idx="3299">
                  <c:v>157</c:v>
                </c:pt>
                <c:pt idx="3300">
                  <c:v>624</c:v>
                </c:pt>
                <c:pt idx="3301">
                  <c:v>173</c:v>
                </c:pt>
                <c:pt idx="3302">
                  <c:v>422</c:v>
                </c:pt>
                <c:pt idx="3303">
                  <c:v>201</c:v>
                </c:pt>
                <c:pt idx="3304">
                  <c:v>429</c:v>
                </c:pt>
                <c:pt idx="3305">
                  <c:v>500</c:v>
                </c:pt>
                <c:pt idx="3306">
                  <c:v>63</c:v>
                </c:pt>
                <c:pt idx="3307">
                  <c:v>199</c:v>
                </c:pt>
                <c:pt idx="3308">
                  <c:v>683</c:v>
                </c:pt>
                <c:pt idx="3309">
                  <c:v>273</c:v>
                </c:pt>
                <c:pt idx="3310">
                  <c:v>449</c:v>
                </c:pt>
                <c:pt idx="3311">
                  <c:v>475</c:v>
                </c:pt>
                <c:pt idx="3312">
                  <c:v>223</c:v>
                </c:pt>
                <c:pt idx="3313">
                  <c:v>432</c:v>
                </c:pt>
                <c:pt idx="3314">
                  <c:v>390</c:v>
                </c:pt>
                <c:pt idx="3315">
                  <c:v>311</c:v>
                </c:pt>
                <c:pt idx="3316">
                  <c:v>137</c:v>
                </c:pt>
                <c:pt idx="3317">
                  <c:v>563</c:v>
                </c:pt>
                <c:pt idx="3318">
                  <c:v>237</c:v>
                </c:pt>
                <c:pt idx="3319">
                  <c:v>553</c:v>
                </c:pt>
                <c:pt idx="3320">
                  <c:v>109</c:v>
                </c:pt>
                <c:pt idx="3321">
                  <c:v>637</c:v>
                </c:pt>
                <c:pt idx="3322">
                  <c:v>160</c:v>
                </c:pt>
                <c:pt idx="3323">
                  <c:v>566</c:v>
                </c:pt>
                <c:pt idx="3324">
                  <c:v>437</c:v>
                </c:pt>
                <c:pt idx="3325">
                  <c:v>220</c:v>
                </c:pt>
                <c:pt idx="3326">
                  <c:v>547</c:v>
                </c:pt>
                <c:pt idx="3327">
                  <c:v>410</c:v>
                </c:pt>
                <c:pt idx="3328">
                  <c:v>122</c:v>
                </c:pt>
                <c:pt idx="3329">
                  <c:v>473</c:v>
                </c:pt>
                <c:pt idx="3330">
                  <c:v>159</c:v>
                </c:pt>
                <c:pt idx="3331">
                  <c:v>457</c:v>
                </c:pt>
                <c:pt idx="3332">
                  <c:v>371</c:v>
                </c:pt>
                <c:pt idx="3333">
                  <c:v>230</c:v>
                </c:pt>
                <c:pt idx="3334">
                  <c:v>380</c:v>
                </c:pt>
                <c:pt idx="3335">
                  <c:v>368</c:v>
                </c:pt>
                <c:pt idx="3336">
                  <c:v>181</c:v>
                </c:pt>
                <c:pt idx="3337">
                  <c:v>387</c:v>
                </c:pt>
                <c:pt idx="3338">
                  <c:v>739</c:v>
                </c:pt>
                <c:pt idx="3339">
                  <c:v>407</c:v>
                </c:pt>
                <c:pt idx="3340">
                  <c:v>171</c:v>
                </c:pt>
                <c:pt idx="3341">
                  <c:v>505</c:v>
                </c:pt>
                <c:pt idx="3342">
                  <c:v>631</c:v>
                </c:pt>
                <c:pt idx="3343">
                  <c:v>134</c:v>
                </c:pt>
                <c:pt idx="3344">
                  <c:v>384</c:v>
                </c:pt>
                <c:pt idx="3345">
                  <c:v>405</c:v>
                </c:pt>
                <c:pt idx="3346">
                  <c:v>687</c:v>
                </c:pt>
                <c:pt idx="3347">
                  <c:v>217</c:v>
                </c:pt>
                <c:pt idx="3348">
                  <c:v>310</c:v>
                </c:pt>
                <c:pt idx="3349">
                  <c:v>463</c:v>
                </c:pt>
                <c:pt idx="3350">
                  <c:v>565</c:v>
                </c:pt>
                <c:pt idx="3351">
                  <c:v>646</c:v>
                </c:pt>
                <c:pt idx="3352">
                  <c:v>233</c:v>
                </c:pt>
                <c:pt idx="3353">
                  <c:v>273</c:v>
                </c:pt>
                <c:pt idx="3354">
                  <c:v>175</c:v>
                </c:pt>
                <c:pt idx="3355">
                  <c:v>484</c:v>
                </c:pt>
                <c:pt idx="3356">
                  <c:v>241</c:v>
                </c:pt>
                <c:pt idx="3357">
                  <c:v>255</c:v>
                </c:pt>
                <c:pt idx="3358">
                  <c:v>341</c:v>
                </c:pt>
                <c:pt idx="3359">
                  <c:v>153</c:v>
                </c:pt>
                <c:pt idx="3360">
                  <c:v>440</c:v>
                </c:pt>
                <c:pt idx="3361">
                  <c:v>92</c:v>
                </c:pt>
                <c:pt idx="3362">
                  <c:v>83</c:v>
                </c:pt>
                <c:pt idx="3363">
                  <c:v>362</c:v>
                </c:pt>
                <c:pt idx="3364">
                  <c:v>299</c:v>
                </c:pt>
                <c:pt idx="3365">
                  <c:v>291</c:v>
                </c:pt>
                <c:pt idx="3366">
                  <c:v>425</c:v>
                </c:pt>
                <c:pt idx="3367">
                  <c:v>650</c:v>
                </c:pt>
                <c:pt idx="3368">
                  <c:v>275</c:v>
                </c:pt>
                <c:pt idx="3369">
                  <c:v>287</c:v>
                </c:pt>
                <c:pt idx="3370">
                  <c:v>189</c:v>
                </c:pt>
                <c:pt idx="3371">
                  <c:v>284</c:v>
                </c:pt>
                <c:pt idx="3372">
                  <c:v>564</c:v>
                </c:pt>
                <c:pt idx="3373">
                  <c:v>490</c:v>
                </c:pt>
                <c:pt idx="3374">
                  <c:v>178</c:v>
                </c:pt>
                <c:pt idx="3375">
                  <c:v>354</c:v>
                </c:pt>
                <c:pt idx="3376">
                  <c:v>322</c:v>
                </c:pt>
                <c:pt idx="3377">
                  <c:v>400</c:v>
                </c:pt>
                <c:pt idx="3378">
                  <c:v>304</c:v>
                </c:pt>
                <c:pt idx="3379">
                  <c:v>178</c:v>
                </c:pt>
                <c:pt idx="3380">
                  <c:v>472</c:v>
                </c:pt>
                <c:pt idx="3381">
                  <c:v>457</c:v>
                </c:pt>
                <c:pt idx="3382">
                  <c:v>434</c:v>
                </c:pt>
                <c:pt idx="3383">
                  <c:v>498</c:v>
                </c:pt>
                <c:pt idx="3384">
                  <c:v>250</c:v>
                </c:pt>
                <c:pt idx="3385">
                  <c:v>138</c:v>
                </c:pt>
                <c:pt idx="3386">
                  <c:v>52</c:v>
                </c:pt>
                <c:pt idx="3387">
                  <c:v>115</c:v>
                </c:pt>
                <c:pt idx="3388">
                  <c:v>317</c:v>
                </c:pt>
                <c:pt idx="3389">
                  <c:v>71</c:v>
                </c:pt>
                <c:pt idx="3390">
                  <c:v>29</c:v>
                </c:pt>
                <c:pt idx="3391">
                  <c:v>267</c:v>
                </c:pt>
                <c:pt idx="3392">
                  <c:v>583</c:v>
                </c:pt>
                <c:pt idx="3393">
                  <c:v>574</c:v>
                </c:pt>
                <c:pt idx="3394">
                  <c:v>230</c:v>
                </c:pt>
                <c:pt idx="3395">
                  <c:v>59</c:v>
                </c:pt>
                <c:pt idx="3396">
                  <c:v>215</c:v>
                </c:pt>
                <c:pt idx="3397">
                  <c:v>83</c:v>
                </c:pt>
                <c:pt idx="3398">
                  <c:v>371</c:v>
                </c:pt>
                <c:pt idx="3399">
                  <c:v>157</c:v>
                </c:pt>
                <c:pt idx="3400">
                  <c:v>429</c:v>
                </c:pt>
                <c:pt idx="3401">
                  <c:v>418</c:v>
                </c:pt>
                <c:pt idx="3402">
                  <c:v>192</c:v>
                </c:pt>
                <c:pt idx="3403">
                  <c:v>198</c:v>
                </c:pt>
                <c:pt idx="3404">
                  <c:v>724</c:v>
                </c:pt>
                <c:pt idx="3405">
                  <c:v>256</c:v>
                </c:pt>
                <c:pt idx="3406">
                  <c:v>279</c:v>
                </c:pt>
                <c:pt idx="3407">
                  <c:v>351</c:v>
                </c:pt>
                <c:pt idx="3408">
                  <c:v>621</c:v>
                </c:pt>
                <c:pt idx="3409">
                  <c:v>234</c:v>
                </c:pt>
                <c:pt idx="3410">
                  <c:v>228</c:v>
                </c:pt>
                <c:pt idx="3411">
                  <c:v>276</c:v>
                </c:pt>
                <c:pt idx="3412">
                  <c:v>159</c:v>
                </c:pt>
                <c:pt idx="3413">
                  <c:v>457</c:v>
                </c:pt>
                <c:pt idx="3414">
                  <c:v>699</c:v>
                </c:pt>
                <c:pt idx="3415">
                  <c:v>118</c:v>
                </c:pt>
                <c:pt idx="3416">
                  <c:v>437</c:v>
                </c:pt>
                <c:pt idx="3417">
                  <c:v>132</c:v>
                </c:pt>
                <c:pt idx="3418">
                  <c:v>461</c:v>
                </c:pt>
                <c:pt idx="3419">
                  <c:v>434</c:v>
                </c:pt>
                <c:pt idx="3420">
                  <c:v>474</c:v>
                </c:pt>
                <c:pt idx="3421">
                  <c:v>277</c:v>
                </c:pt>
                <c:pt idx="3422">
                  <c:v>455</c:v>
                </c:pt>
                <c:pt idx="3423">
                  <c:v>428</c:v>
                </c:pt>
                <c:pt idx="3424">
                  <c:v>373</c:v>
                </c:pt>
                <c:pt idx="3425">
                  <c:v>473</c:v>
                </c:pt>
                <c:pt idx="3426">
                  <c:v>88</c:v>
                </c:pt>
                <c:pt idx="3427">
                  <c:v>261</c:v>
                </c:pt>
                <c:pt idx="3428">
                  <c:v>439</c:v>
                </c:pt>
                <c:pt idx="3429">
                  <c:v>220</c:v>
                </c:pt>
                <c:pt idx="3430">
                  <c:v>69</c:v>
                </c:pt>
                <c:pt idx="3431">
                  <c:v>233</c:v>
                </c:pt>
                <c:pt idx="3432">
                  <c:v>148</c:v>
                </c:pt>
                <c:pt idx="3433">
                  <c:v>206</c:v>
                </c:pt>
                <c:pt idx="3434">
                  <c:v>593</c:v>
                </c:pt>
                <c:pt idx="3435">
                  <c:v>372</c:v>
                </c:pt>
                <c:pt idx="3436">
                  <c:v>53</c:v>
                </c:pt>
                <c:pt idx="3437">
                  <c:v>176</c:v>
                </c:pt>
                <c:pt idx="3438">
                  <c:v>149</c:v>
                </c:pt>
                <c:pt idx="3439">
                  <c:v>273</c:v>
                </c:pt>
                <c:pt idx="3440">
                  <c:v>433</c:v>
                </c:pt>
                <c:pt idx="3441">
                  <c:v>122</c:v>
                </c:pt>
                <c:pt idx="3442">
                  <c:v>612</c:v>
                </c:pt>
                <c:pt idx="3443">
                  <c:v>142</c:v>
                </c:pt>
                <c:pt idx="3444">
                  <c:v>454</c:v>
                </c:pt>
                <c:pt idx="3445">
                  <c:v>230</c:v>
                </c:pt>
                <c:pt idx="3446">
                  <c:v>556</c:v>
                </c:pt>
                <c:pt idx="3447">
                  <c:v>652</c:v>
                </c:pt>
                <c:pt idx="3448">
                  <c:v>382</c:v>
                </c:pt>
                <c:pt idx="3449">
                  <c:v>302</c:v>
                </c:pt>
                <c:pt idx="3450">
                  <c:v>492</c:v>
                </c:pt>
                <c:pt idx="3451">
                  <c:v>572</c:v>
                </c:pt>
                <c:pt idx="3452">
                  <c:v>138</c:v>
                </c:pt>
                <c:pt idx="3453">
                  <c:v>523</c:v>
                </c:pt>
                <c:pt idx="3454">
                  <c:v>749</c:v>
                </c:pt>
                <c:pt idx="3455">
                  <c:v>268</c:v>
                </c:pt>
                <c:pt idx="3456">
                  <c:v>51</c:v>
                </c:pt>
                <c:pt idx="3457">
                  <c:v>688</c:v>
                </c:pt>
                <c:pt idx="3458">
                  <c:v>480</c:v>
                </c:pt>
                <c:pt idx="3459">
                  <c:v>440</c:v>
                </c:pt>
                <c:pt idx="3460">
                  <c:v>296</c:v>
                </c:pt>
                <c:pt idx="3461">
                  <c:v>290</c:v>
                </c:pt>
                <c:pt idx="3462">
                  <c:v>57</c:v>
                </c:pt>
                <c:pt idx="3463">
                  <c:v>336</c:v>
                </c:pt>
                <c:pt idx="3464">
                  <c:v>697</c:v>
                </c:pt>
                <c:pt idx="3465">
                  <c:v>124</c:v>
                </c:pt>
                <c:pt idx="3466">
                  <c:v>227</c:v>
                </c:pt>
                <c:pt idx="3467">
                  <c:v>438</c:v>
                </c:pt>
                <c:pt idx="3468">
                  <c:v>630</c:v>
                </c:pt>
                <c:pt idx="3469">
                  <c:v>309</c:v>
                </c:pt>
                <c:pt idx="3470">
                  <c:v>642</c:v>
                </c:pt>
                <c:pt idx="3471">
                  <c:v>270</c:v>
                </c:pt>
                <c:pt idx="3472">
                  <c:v>401</c:v>
                </c:pt>
                <c:pt idx="3473">
                  <c:v>353</c:v>
                </c:pt>
                <c:pt idx="3474">
                  <c:v>641</c:v>
                </c:pt>
                <c:pt idx="3475">
                  <c:v>458</c:v>
                </c:pt>
                <c:pt idx="3476">
                  <c:v>571</c:v>
                </c:pt>
                <c:pt idx="3477">
                  <c:v>253</c:v>
                </c:pt>
                <c:pt idx="3478">
                  <c:v>472</c:v>
                </c:pt>
                <c:pt idx="3479">
                  <c:v>356</c:v>
                </c:pt>
                <c:pt idx="3480">
                  <c:v>598</c:v>
                </c:pt>
                <c:pt idx="3481">
                  <c:v>390</c:v>
                </c:pt>
                <c:pt idx="3482">
                  <c:v>332</c:v>
                </c:pt>
                <c:pt idx="3483">
                  <c:v>431</c:v>
                </c:pt>
                <c:pt idx="3484">
                  <c:v>511</c:v>
                </c:pt>
                <c:pt idx="3485">
                  <c:v>404</c:v>
                </c:pt>
                <c:pt idx="3486">
                  <c:v>340</c:v>
                </c:pt>
                <c:pt idx="3487">
                  <c:v>553</c:v>
                </c:pt>
                <c:pt idx="3488">
                  <c:v>254</c:v>
                </c:pt>
                <c:pt idx="3489">
                  <c:v>395</c:v>
                </c:pt>
                <c:pt idx="3490">
                  <c:v>378</c:v>
                </c:pt>
                <c:pt idx="3491">
                  <c:v>222</c:v>
                </c:pt>
                <c:pt idx="3492">
                  <c:v>59</c:v>
                </c:pt>
                <c:pt idx="3493">
                  <c:v>37</c:v>
                </c:pt>
                <c:pt idx="3494">
                  <c:v>430</c:v>
                </c:pt>
                <c:pt idx="3495">
                  <c:v>288</c:v>
                </c:pt>
                <c:pt idx="3496">
                  <c:v>348</c:v>
                </c:pt>
                <c:pt idx="3497">
                  <c:v>269</c:v>
                </c:pt>
                <c:pt idx="3498">
                  <c:v>275</c:v>
                </c:pt>
                <c:pt idx="3499">
                  <c:v>238</c:v>
                </c:pt>
                <c:pt idx="3500">
                  <c:v>196</c:v>
                </c:pt>
                <c:pt idx="3501">
                  <c:v>347</c:v>
                </c:pt>
                <c:pt idx="3502">
                  <c:v>700</c:v>
                </c:pt>
                <c:pt idx="3503">
                  <c:v>166</c:v>
                </c:pt>
                <c:pt idx="3504">
                  <c:v>351</c:v>
                </c:pt>
                <c:pt idx="3505">
                  <c:v>44</c:v>
                </c:pt>
                <c:pt idx="3506">
                  <c:v>509</c:v>
                </c:pt>
                <c:pt idx="3507">
                  <c:v>210</c:v>
                </c:pt>
                <c:pt idx="3508">
                  <c:v>362</c:v>
                </c:pt>
                <c:pt idx="3509">
                  <c:v>268</c:v>
                </c:pt>
                <c:pt idx="3510">
                  <c:v>197</c:v>
                </c:pt>
                <c:pt idx="3511">
                  <c:v>383</c:v>
                </c:pt>
                <c:pt idx="3512">
                  <c:v>386</c:v>
                </c:pt>
                <c:pt idx="3513">
                  <c:v>445</c:v>
                </c:pt>
                <c:pt idx="3514">
                  <c:v>600</c:v>
                </c:pt>
                <c:pt idx="3515">
                  <c:v>293</c:v>
                </c:pt>
                <c:pt idx="3516">
                  <c:v>314</c:v>
                </c:pt>
                <c:pt idx="3517">
                  <c:v>137</c:v>
                </c:pt>
                <c:pt idx="3518">
                  <c:v>674</c:v>
                </c:pt>
                <c:pt idx="3519">
                  <c:v>344</c:v>
                </c:pt>
                <c:pt idx="3520">
                  <c:v>51</c:v>
                </c:pt>
                <c:pt idx="3521">
                  <c:v>668</c:v>
                </c:pt>
                <c:pt idx="3522">
                  <c:v>625</c:v>
                </c:pt>
                <c:pt idx="3523">
                  <c:v>377</c:v>
                </c:pt>
                <c:pt idx="3524">
                  <c:v>147</c:v>
                </c:pt>
                <c:pt idx="3525">
                  <c:v>425</c:v>
                </c:pt>
                <c:pt idx="3526">
                  <c:v>41</c:v>
                </c:pt>
                <c:pt idx="3527">
                  <c:v>408</c:v>
                </c:pt>
                <c:pt idx="3528">
                  <c:v>66</c:v>
                </c:pt>
                <c:pt idx="3529">
                  <c:v>398</c:v>
                </c:pt>
                <c:pt idx="3530">
                  <c:v>30</c:v>
                </c:pt>
                <c:pt idx="3531">
                  <c:v>160</c:v>
                </c:pt>
                <c:pt idx="3532">
                  <c:v>606</c:v>
                </c:pt>
                <c:pt idx="3533">
                  <c:v>112</c:v>
                </c:pt>
                <c:pt idx="3534">
                  <c:v>482</c:v>
                </c:pt>
                <c:pt idx="3535">
                  <c:v>452</c:v>
                </c:pt>
                <c:pt idx="3536">
                  <c:v>257</c:v>
                </c:pt>
                <c:pt idx="3537">
                  <c:v>245</c:v>
                </c:pt>
                <c:pt idx="3538">
                  <c:v>246</c:v>
                </c:pt>
                <c:pt idx="3539">
                  <c:v>397</c:v>
                </c:pt>
                <c:pt idx="3540">
                  <c:v>123</c:v>
                </c:pt>
                <c:pt idx="3541">
                  <c:v>352</c:v>
                </c:pt>
                <c:pt idx="3542">
                  <c:v>407</c:v>
                </c:pt>
                <c:pt idx="3543">
                  <c:v>334</c:v>
                </c:pt>
                <c:pt idx="3544">
                  <c:v>199</c:v>
                </c:pt>
                <c:pt idx="3545">
                  <c:v>150</c:v>
                </c:pt>
                <c:pt idx="3546">
                  <c:v>235</c:v>
                </c:pt>
                <c:pt idx="3547">
                  <c:v>259</c:v>
                </c:pt>
                <c:pt idx="3548">
                  <c:v>487</c:v>
                </c:pt>
                <c:pt idx="3549">
                  <c:v>276</c:v>
                </c:pt>
                <c:pt idx="3550">
                  <c:v>87</c:v>
                </c:pt>
                <c:pt idx="3551">
                  <c:v>97</c:v>
                </c:pt>
                <c:pt idx="3552">
                  <c:v>229</c:v>
                </c:pt>
                <c:pt idx="3553">
                  <c:v>406</c:v>
                </c:pt>
                <c:pt idx="3554">
                  <c:v>198</c:v>
                </c:pt>
                <c:pt idx="3555">
                  <c:v>159</c:v>
                </c:pt>
                <c:pt idx="3556">
                  <c:v>297</c:v>
                </c:pt>
                <c:pt idx="3557">
                  <c:v>119</c:v>
                </c:pt>
                <c:pt idx="3558">
                  <c:v>361</c:v>
                </c:pt>
                <c:pt idx="3559">
                  <c:v>217</c:v>
                </c:pt>
                <c:pt idx="3560">
                  <c:v>528</c:v>
                </c:pt>
                <c:pt idx="3561">
                  <c:v>58</c:v>
                </c:pt>
                <c:pt idx="3562">
                  <c:v>432</c:v>
                </c:pt>
                <c:pt idx="3563">
                  <c:v>507</c:v>
                </c:pt>
                <c:pt idx="3564">
                  <c:v>391</c:v>
                </c:pt>
                <c:pt idx="3565">
                  <c:v>395</c:v>
                </c:pt>
                <c:pt idx="3566">
                  <c:v>524</c:v>
                </c:pt>
                <c:pt idx="3567">
                  <c:v>148</c:v>
                </c:pt>
                <c:pt idx="3568">
                  <c:v>41</c:v>
                </c:pt>
                <c:pt idx="3569">
                  <c:v>111</c:v>
                </c:pt>
                <c:pt idx="3570">
                  <c:v>68</c:v>
                </c:pt>
                <c:pt idx="3571">
                  <c:v>281</c:v>
                </c:pt>
                <c:pt idx="3572">
                  <c:v>69</c:v>
                </c:pt>
                <c:pt idx="3573">
                  <c:v>58</c:v>
                </c:pt>
                <c:pt idx="3574">
                  <c:v>57</c:v>
                </c:pt>
                <c:pt idx="3575">
                  <c:v>715</c:v>
                </c:pt>
                <c:pt idx="3576">
                  <c:v>95</c:v>
                </c:pt>
                <c:pt idx="3577">
                  <c:v>223</c:v>
                </c:pt>
                <c:pt idx="3578">
                  <c:v>92</c:v>
                </c:pt>
                <c:pt idx="3579">
                  <c:v>277</c:v>
                </c:pt>
                <c:pt idx="3580">
                  <c:v>99</c:v>
                </c:pt>
                <c:pt idx="3581">
                  <c:v>122</c:v>
                </c:pt>
                <c:pt idx="3582">
                  <c:v>183</c:v>
                </c:pt>
                <c:pt idx="3583">
                  <c:v>50</c:v>
                </c:pt>
                <c:pt idx="3584">
                  <c:v>268</c:v>
                </c:pt>
                <c:pt idx="3585">
                  <c:v>97</c:v>
                </c:pt>
                <c:pt idx="3586">
                  <c:v>316</c:v>
                </c:pt>
                <c:pt idx="3587">
                  <c:v>367</c:v>
                </c:pt>
                <c:pt idx="3588">
                  <c:v>36</c:v>
                </c:pt>
                <c:pt idx="3589">
                  <c:v>187</c:v>
                </c:pt>
                <c:pt idx="3590">
                  <c:v>254</c:v>
                </c:pt>
                <c:pt idx="3591">
                  <c:v>401</c:v>
                </c:pt>
                <c:pt idx="3592">
                  <c:v>654</c:v>
                </c:pt>
                <c:pt idx="3593">
                  <c:v>48</c:v>
                </c:pt>
                <c:pt idx="3594">
                  <c:v>83</c:v>
                </c:pt>
                <c:pt idx="3595">
                  <c:v>662</c:v>
                </c:pt>
                <c:pt idx="3596">
                  <c:v>82</c:v>
                </c:pt>
                <c:pt idx="3597">
                  <c:v>117</c:v>
                </c:pt>
                <c:pt idx="3598">
                  <c:v>118</c:v>
                </c:pt>
                <c:pt idx="3599">
                  <c:v>98</c:v>
                </c:pt>
                <c:pt idx="3600">
                  <c:v>35</c:v>
                </c:pt>
                <c:pt idx="3601">
                  <c:v>68</c:v>
                </c:pt>
                <c:pt idx="3602">
                  <c:v>334</c:v>
                </c:pt>
                <c:pt idx="3603">
                  <c:v>238</c:v>
                </c:pt>
                <c:pt idx="3604">
                  <c:v>54</c:v>
                </c:pt>
                <c:pt idx="3605">
                  <c:v>15</c:v>
                </c:pt>
                <c:pt idx="3606">
                  <c:v>223</c:v>
                </c:pt>
                <c:pt idx="3607">
                  <c:v>596</c:v>
                </c:pt>
                <c:pt idx="3608">
                  <c:v>267</c:v>
                </c:pt>
                <c:pt idx="3609">
                  <c:v>262</c:v>
                </c:pt>
                <c:pt idx="3610">
                  <c:v>162</c:v>
                </c:pt>
                <c:pt idx="3611">
                  <c:v>24</c:v>
                </c:pt>
                <c:pt idx="3612">
                  <c:v>333</c:v>
                </c:pt>
                <c:pt idx="3613">
                  <c:v>165</c:v>
                </c:pt>
                <c:pt idx="3614">
                  <c:v>200</c:v>
                </c:pt>
                <c:pt idx="3615">
                  <c:v>78</c:v>
                </c:pt>
                <c:pt idx="3616">
                  <c:v>658</c:v>
                </c:pt>
                <c:pt idx="3617">
                  <c:v>199</c:v>
                </c:pt>
                <c:pt idx="3618">
                  <c:v>466</c:v>
                </c:pt>
                <c:pt idx="3619">
                  <c:v>107</c:v>
                </c:pt>
                <c:pt idx="3620">
                  <c:v>114</c:v>
                </c:pt>
                <c:pt idx="3621">
                  <c:v>145</c:v>
                </c:pt>
                <c:pt idx="3622">
                  <c:v>163</c:v>
                </c:pt>
                <c:pt idx="3623">
                  <c:v>208</c:v>
                </c:pt>
                <c:pt idx="3624">
                  <c:v>230</c:v>
                </c:pt>
                <c:pt idx="3625">
                  <c:v>277</c:v>
                </c:pt>
                <c:pt idx="3626">
                  <c:v>79</c:v>
                </c:pt>
                <c:pt idx="3627">
                  <c:v>92</c:v>
                </c:pt>
                <c:pt idx="3628">
                  <c:v>725</c:v>
                </c:pt>
                <c:pt idx="3629">
                  <c:v>506</c:v>
                </c:pt>
                <c:pt idx="3630">
                  <c:v>25</c:v>
                </c:pt>
                <c:pt idx="3631">
                  <c:v>257</c:v>
                </c:pt>
                <c:pt idx="3632">
                  <c:v>490</c:v>
                </c:pt>
                <c:pt idx="3633">
                  <c:v>62</c:v>
                </c:pt>
                <c:pt idx="3634">
                  <c:v>72</c:v>
                </c:pt>
                <c:pt idx="3635">
                  <c:v>573</c:v>
                </c:pt>
                <c:pt idx="3636">
                  <c:v>409</c:v>
                </c:pt>
                <c:pt idx="3637">
                  <c:v>122</c:v>
                </c:pt>
                <c:pt idx="3638">
                  <c:v>214</c:v>
                </c:pt>
                <c:pt idx="3639">
                  <c:v>150</c:v>
                </c:pt>
                <c:pt idx="3640">
                  <c:v>90</c:v>
                </c:pt>
                <c:pt idx="3641">
                  <c:v>148</c:v>
                </c:pt>
                <c:pt idx="3642">
                  <c:v>61</c:v>
                </c:pt>
                <c:pt idx="3643">
                  <c:v>117</c:v>
                </c:pt>
                <c:pt idx="3644">
                  <c:v>54</c:v>
                </c:pt>
                <c:pt idx="3645">
                  <c:v>211</c:v>
                </c:pt>
                <c:pt idx="3646">
                  <c:v>437</c:v>
                </c:pt>
                <c:pt idx="3647">
                  <c:v>42</c:v>
                </c:pt>
                <c:pt idx="3648">
                  <c:v>377</c:v>
                </c:pt>
                <c:pt idx="3649">
                  <c:v>83</c:v>
                </c:pt>
                <c:pt idx="3650">
                  <c:v>62</c:v>
                </c:pt>
                <c:pt idx="3651">
                  <c:v>301</c:v>
                </c:pt>
                <c:pt idx="3652">
                  <c:v>90</c:v>
                </c:pt>
                <c:pt idx="3653">
                  <c:v>262</c:v>
                </c:pt>
                <c:pt idx="3654">
                  <c:v>315</c:v>
                </c:pt>
                <c:pt idx="3655">
                  <c:v>40</c:v>
                </c:pt>
                <c:pt idx="3656">
                  <c:v>394</c:v>
                </c:pt>
                <c:pt idx="3657">
                  <c:v>337</c:v>
                </c:pt>
                <c:pt idx="3658">
                  <c:v>278</c:v>
                </c:pt>
                <c:pt idx="3659">
                  <c:v>463</c:v>
                </c:pt>
                <c:pt idx="3660">
                  <c:v>167</c:v>
                </c:pt>
                <c:pt idx="3661">
                  <c:v>160</c:v>
                </c:pt>
                <c:pt idx="3662">
                  <c:v>51</c:v>
                </c:pt>
                <c:pt idx="3663">
                  <c:v>399</c:v>
                </c:pt>
                <c:pt idx="3664">
                  <c:v>80</c:v>
                </c:pt>
                <c:pt idx="3665">
                  <c:v>316</c:v>
                </c:pt>
                <c:pt idx="3666">
                  <c:v>568</c:v>
                </c:pt>
                <c:pt idx="3667">
                  <c:v>32</c:v>
                </c:pt>
                <c:pt idx="3668">
                  <c:v>300</c:v>
                </c:pt>
                <c:pt idx="3669">
                  <c:v>193</c:v>
                </c:pt>
                <c:pt idx="3670">
                  <c:v>89</c:v>
                </c:pt>
                <c:pt idx="3671">
                  <c:v>562</c:v>
                </c:pt>
                <c:pt idx="3672">
                  <c:v>38</c:v>
                </c:pt>
                <c:pt idx="3673">
                  <c:v>258</c:v>
                </c:pt>
                <c:pt idx="3674">
                  <c:v>71</c:v>
                </c:pt>
                <c:pt idx="3675">
                  <c:v>178</c:v>
                </c:pt>
                <c:pt idx="3676">
                  <c:v>53</c:v>
                </c:pt>
                <c:pt idx="3677">
                  <c:v>89</c:v>
                </c:pt>
                <c:pt idx="3678">
                  <c:v>63</c:v>
                </c:pt>
                <c:pt idx="3679">
                  <c:v>498</c:v>
                </c:pt>
                <c:pt idx="3680">
                  <c:v>284</c:v>
                </c:pt>
                <c:pt idx="3681">
                  <c:v>281</c:v>
                </c:pt>
                <c:pt idx="3682">
                  <c:v>190</c:v>
                </c:pt>
                <c:pt idx="3683">
                  <c:v>86</c:v>
                </c:pt>
                <c:pt idx="3684">
                  <c:v>375</c:v>
                </c:pt>
                <c:pt idx="3685">
                  <c:v>399</c:v>
                </c:pt>
                <c:pt idx="3686">
                  <c:v>58</c:v>
                </c:pt>
                <c:pt idx="3687">
                  <c:v>249</c:v>
                </c:pt>
                <c:pt idx="3688">
                  <c:v>496</c:v>
                </c:pt>
                <c:pt idx="3689">
                  <c:v>60</c:v>
                </c:pt>
                <c:pt idx="3690">
                  <c:v>236</c:v>
                </c:pt>
                <c:pt idx="3691">
                  <c:v>196</c:v>
                </c:pt>
                <c:pt idx="3692">
                  <c:v>270</c:v>
                </c:pt>
                <c:pt idx="3693">
                  <c:v>133</c:v>
                </c:pt>
                <c:pt idx="3694">
                  <c:v>135</c:v>
                </c:pt>
                <c:pt idx="3695">
                  <c:v>114</c:v>
                </c:pt>
                <c:pt idx="3696">
                  <c:v>500</c:v>
                </c:pt>
                <c:pt idx="3697">
                  <c:v>208</c:v>
                </c:pt>
                <c:pt idx="3698">
                  <c:v>288</c:v>
                </c:pt>
                <c:pt idx="3699">
                  <c:v>316</c:v>
                </c:pt>
                <c:pt idx="3700">
                  <c:v>607</c:v>
                </c:pt>
                <c:pt idx="3701">
                  <c:v>23</c:v>
                </c:pt>
                <c:pt idx="3702">
                  <c:v>166</c:v>
                </c:pt>
                <c:pt idx="3703">
                  <c:v>184</c:v>
                </c:pt>
                <c:pt idx="3704">
                  <c:v>61</c:v>
                </c:pt>
                <c:pt idx="3705">
                  <c:v>222</c:v>
                </c:pt>
                <c:pt idx="3706">
                  <c:v>253</c:v>
                </c:pt>
                <c:pt idx="3707">
                  <c:v>88</c:v>
                </c:pt>
                <c:pt idx="3708">
                  <c:v>142</c:v>
                </c:pt>
                <c:pt idx="3709">
                  <c:v>247</c:v>
                </c:pt>
                <c:pt idx="3710">
                  <c:v>39</c:v>
                </c:pt>
                <c:pt idx="3711">
                  <c:v>236</c:v>
                </c:pt>
                <c:pt idx="3712">
                  <c:v>39</c:v>
                </c:pt>
                <c:pt idx="3713">
                  <c:v>400</c:v>
                </c:pt>
                <c:pt idx="3714">
                  <c:v>231</c:v>
                </c:pt>
                <c:pt idx="3715">
                  <c:v>39</c:v>
                </c:pt>
                <c:pt idx="3716">
                  <c:v>64</c:v>
                </c:pt>
                <c:pt idx="3717">
                  <c:v>126</c:v>
                </c:pt>
                <c:pt idx="3718">
                  <c:v>199</c:v>
                </c:pt>
                <c:pt idx="3719">
                  <c:v>436</c:v>
                </c:pt>
                <c:pt idx="3720">
                  <c:v>50</c:v>
                </c:pt>
                <c:pt idx="3721">
                  <c:v>108</c:v>
                </c:pt>
                <c:pt idx="3722">
                  <c:v>65</c:v>
                </c:pt>
                <c:pt idx="3723">
                  <c:v>200</c:v>
                </c:pt>
                <c:pt idx="3724">
                  <c:v>91</c:v>
                </c:pt>
                <c:pt idx="3725">
                  <c:v>164</c:v>
                </c:pt>
                <c:pt idx="3726">
                  <c:v>205</c:v>
                </c:pt>
                <c:pt idx="3727">
                  <c:v>188</c:v>
                </c:pt>
                <c:pt idx="3728">
                  <c:v>214</c:v>
                </c:pt>
                <c:pt idx="3729">
                  <c:v>295</c:v>
                </c:pt>
                <c:pt idx="3730">
                  <c:v>38</c:v>
                </c:pt>
                <c:pt idx="3731">
                  <c:v>140</c:v>
                </c:pt>
                <c:pt idx="3732">
                  <c:v>219</c:v>
                </c:pt>
                <c:pt idx="3733">
                  <c:v>108</c:v>
                </c:pt>
                <c:pt idx="3734">
                  <c:v>94</c:v>
                </c:pt>
                <c:pt idx="3735">
                  <c:v>47</c:v>
                </c:pt>
                <c:pt idx="3736">
                  <c:v>152</c:v>
                </c:pt>
                <c:pt idx="3737">
                  <c:v>147</c:v>
                </c:pt>
                <c:pt idx="3738">
                  <c:v>413</c:v>
                </c:pt>
                <c:pt idx="3739">
                  <c:v>304</c:v>
                </c:pt>
                <c:pt idx="3740">
                  <c:v>102</c:v>
                </c:pt>
                <c:pt idx="3741">
                  <c:v>132</c:v>
                </c:pt>
                <c:pt idx="3742">
                  <c:v>40</c:v>
                </c:pt>
                <c:pt idx="3743">
                  <c:v>224</c:v>
                </c:pt>
                <c:pt idx="3744">
                  <c:v>244</c:v>
                </c:pt>
                <c:pt idx="3745">
                  <c:v>27</c:v>
                </c:pt>
                <c:pt idx="3746">
                  <c:v>95</c:v>
                </c:pt>
                <c:pt idx="3747">
                  <c:v>56</c:v>
                </c:pt>
                <c:pt idx="3748">
                  <c:v>329</c:v>
                </c:pt>
                <c:pt idx="3749">
                  <c:v>682</c:v>
                </c:pt>
                <c:pt idx="3750">
                  <c:v>57</c:v>
                </c:pt>
                <c:pt idx="3751">
                  <c:v>245</c:v>
                </c:pt>
                <c:pt idx="3752">
                  <c:v>292</c:v>
                </c:pt>
                <c:pt idx="3753">
                  <c:v>186</c:v>
                </c:pt>
                <c:pt idx="3754">
                  <c:v>55</c:v>
                </c:pt>
                <c:pt idx="3755">
                  <c:v>146</c:v>
                </c:pt>
                <c:pt idx="3756">
                  <c:v>41</c:v>
                </c:pt>
                <c:pt idx="3757">
                  <c:v>371</c:v>
                </c:pt>
                <c:pt idx="3758">
                  <c:v>291</c:v>
                </c:pt>
                <c:pt idx="3759">
                  <c:v>49</c:v>
                </c:pt>
                <c:pt idx="3760">
                  <c:v>520</c:v>
                </c:pt>
                <c:pt idx="3761">
                  <c:v>533</c:v>
                </c:pt>
                <c:pt idx="3762">
                  <c:v>302</c:v>
                </c:pt>
                <c:pt idx="3763">
                  <c:v>49</c:v>
                </c:pt>
                <c:pt idx="3764">
                  <c:v>92</c:v>
                </c:pt>
                <c:pt idx="3765">
                  <c:v>294</c:v>
                </c:pt>
                <c:pt idx="3766">
                  <c:v>139</c:v>
                </c:pt>
                <c:pt idx="3767">
                  <c:v>458</c:v>
                </c:pt>
                <c:pt idx="3768">
                  <c:v>269</c:v>
                </c:pt>
                <c:pt idx="3769">
                  <c:v>254</c:v>
                </c:pt>
                <c:pt idx="3770">
                  <c:v>26</c:v>
                </c:pt>
                <c:pt idx="3771">
                  <c:v>51</c:v>
                </c:pt>
                <c:pt idx="3772">
                  <c:v>231</c:v>
                </c:pt>
                <c:pt idx="3773">
                  <c:v>179</c:v>
                </c:pt>
                <c:pt idx="3774">
                  <c:v>312</c:v>
                </c:pt>
                <c:pt idx="3775">
                  <c:v>38</c:v>
                </c:pt>
                <c:pt idx="3776">
                  <c:v>66</c:v>
                </c:pt>
                <c:pt idx="3777">
                  <c:v>232</c:v>
                </c:pt>
                <c:pt idx="3778">
                  <c:v>363</c:v>
                </c:pt>
                <c:pt idx="3779">
                  <c:v>239</c:v>
                </c:pt>
                <c:pt idx="3780">
                  <c:v>78</c:v>
                </c:pt>
                <c:pt idx="3781">
                  <c:v>185</c:v>
                </c:pt>
                <c:pt idx="3782">
                  <c:v>38</c:v>
                </c:pt>
                <c:pt idx="3783">
                  <c:v>37</c:v>
                </c:pt>
                <c:pt idx="3784">
                  <c:v>271</c:v>
                </c:pt>
                <c:pt idx="3785">
                  <c:v>184</c:v>
                </c:pt>
                <c:pt idx="3786">
                  <c:v>224</c:v>
                </c:pt>
                <c:pt idx="3787">
                  <c:v>82</c:v>
                </c:pt>
                <c:pt idx="3788">
                  <c:v>592</c:v>
                </c:pt>
                <c:pt idx="3789">
                  <c:v>41</c:v>
                </c:pt>
                <c:pt idx="3790">
                  <c:v>80</c:v>
                </c:pt>
                <c:pt idx="3791">
                  <c:v>317</c:v>
                </c:pt>
                <c:pt idx="3792">
                  <c:v>179</c:v>
                </c:pt>
                <c:pt idx="3793">
                  <c:v>419</c:v>
                </c:pt>
                <c:pt idx="3794">
                  <c:v>269</c:v>
                </c:pt>
                <c:pt idx="3795">
                  <c:v>66</c:v>
                </c:pt>
                <c:pt idx="3796">
                  <c:v>674</c:v>
                </c:pt>
                <c:pt idx="3797">
                  <c:v>57</c:v>
                </c:pt>
                <c:pt idx="3798">
                  <c:v>184</c:v>
                </c:pt>
                <c:pt idx="3799">
                  <c:v>50</c:v>
                </c:pt>
                <c:pt idx="3800">
                  <c:v>349</c:v>
                </c:pt>
                <c:pt idx="3801">
                  <c:v>175</c:v>
                </c:pt>
                <c:pt idx="3802">
                  <c:v>120</c:v>
                </c:pt>
                <c:pt idx="3803">
                  <c:v>226</c:v>
                </c:pt>
                <c:pt idx="3804">
                  <c:v>240</c:v>
                </c:pt>
                <c:pt idx="3805">
                  <c:v>153</c:v>
                </c:pt>
                <c:pt idx="3806">
                  <c:v>287</c:v>
                </c:pt>
                <c:pt idx="3807">
                  <c:v>86</c:v>
                </c:pt>
                <c:pt idx="3808">
                  <c:v>78</c:v>
                </c:pt>
                <c:pt idx="3809">
                  <c:v>198</c:v>
                </c:pt>
                <c:pt idx="3810">
                  <c:v>252</c:v>
                </c:pt>
                <c:pt idx="3811">
                  <c:v>251</c:v>
                </c:pt>
                <c:pt idx="3812">
                  <c:v>33</c:v>
                </c:pt>
                <c:pt idx="3813">
                  <c:v>278</c:v>
                </c:pt>
                <c:pt idx="3814">
                  <c:v>76</c:v>
                </c:pt>
                <c:pt idx="3815">
                  <c:v>175</c:v>
                </c:pt>
                <c:pt idx="3816">
                  <c:v>232</c:v>
                </c:pt>
                <c:pt idx="3817">
                  <c:v>38</c:v>
                </c:pt>
                <c:pt idx="3818">
                  <c:v>180</c:v>
                </c:pt>
                <c:pt idx="3819">
                  <c:v>182</c:v>
                </c:pt>
                <c:pt idx="3820">
                  <c:v>34</c:v>
                </c:pt>
                <c:pt idx="3821">
                  <c:v>579</c:v>
                </c:pt>
                <c:pt idx="3822">
                  <c:v>48</c:v>
                </c:pt>
                <c:pt idx="3823">
                  <c:v>61</c:v>
                </c:pt>
                <c:pt idx="3824">
                  <c:v>215</c:v>
                </c:pt>
                <c:pt idx="3825">
                  <c:v>191</c:v>
                </c:pt>
                <c:pt idx="3826">
                  <c:v>285</c:v>
                </c:pt>
                <c:pt idx="3827">
                  <c:v>55</c:v>
                </c:pt>
                <c:pt idx="3828">
                  <c:v>232</c:v>
                </c:pt>
                <c:pt idx="3829">
                  <c:v>309</c:v>
                </c:pt>
                <c:pt idx="3830">
                  <c:v>390</c:v>
                </c:pt>
                <c:pt idx="3831">
                  <c:v>263</c:v>
                </c:pt>
                <c:pt idx="3832">
                  <c:v>44</c:v>
                </c:pt>
                <c:pt idx="3833">
                  <c:v>36</c:v>
                </c:pt>
                <c:pt idx="3834">
                  <c:v>196</c:v>
                </c:pt>
                <c:pt idx="3835">
                  <c:v>63</c:v>
                </c:pt>
                <c:pt idx="3836">
                  <c:v>198</c:v>
                </c:pt>
                <c:pt idx="3837">
                  <c:v>59</c:v>
                </c:pt>
                <c:pt idx="3838">
                  <c:v>218</c:v>
                </c:pt>
                <c:pt idx="3839">
                  <c:v>79</c:v>
                </c:pt>
                <c:pt idx="3840">
                  <c:v>251</c:v>
                </c:pt>
                <c:pt idx="3841">
                  <c:v>38</c:v>
                </c:pt>
                <c:pt idx="3842">
                  <c:v>23</c:v>
                </c:pt>
                <c:pt idx="3843">
                  <c:v>222</c:v>
                </c:pt>
                <c:pt idx="3844">
                  <c:v>155</c:v>
                </c:pt>
                <c:pt idx="3845">
                  <c:v>79</c:v>
                </c:pt>
                <c:pt idx="3846">
                  <c:v>331</c:v>
                </c:pt>
                <c:pt idx="3847">
                  <c:v>693</c:v>
                </c:pt>
                <c:pt idx="3848">
                  <c:v>260</c:v>
                </c:pt>
                <c:pt idx="3849">
                  <c:v>166</c:v>
                </c:pt>
                <c:pt idx="3850">
                  <c:v>76</c:v>
                </c:pt>
                <c:pt idx="3851">
                  <c:v>302</c:v>
                </c:pt>
                <c:pt idx="3852">
                  <c:v>104</c:v>
                </c:pt>
                <c:pt idx="3853">
                  <c:v>205</c:v>
                </c:pt>
                <c:pt idx="3854">
                  <c:v>237</c:v>
                </c:pt>
                <c:pt idx="3855">
                  <c:v>252</c:v>
                </c:pt>
                <c:pt idx="3856">
                  <c:v>102</c:v>
                </c:pt>
                <c:pt idx="3857">
                  <c:v>74</c:v>
                </c:pt>
                <c:pt idx="3858">
                  <c:v>73</c:v>
                </c:pt>
                <c:pt idx="3859">
                  <c:v>137</c:v>
                </c:pt>
                <c:pt idx="3860">
                  <c:v>103</c:v>
                </c:pt>
                <c:pt idx="3861">
                  <c:v>194</c:v>
                </c:pt>
                <c:pt idx="3862">
                  <c:v>61</c:v>
                </c:pt>
                <c:pt idx="3863">
                  <c:v>227</c:v>
                </c:pt>
                <c:pt idx="3864">
                  <c:v>51</c:v>
                </c:pt>
                <c:pt idx="3865">
                  <c:v>112</c:v>
                </c:pt>
                <c:pt idx="3866">
                  <c:v>147</c:v>
                </c:pt>
                <c:pt idx="3867">
                  <c:v>273</c:v>
                </c:pt>
                <c:pt idx="3868">
                  <c:v>72</c:v>
                </c:pt>
                <c:pt idx="3869">
                  <c:v>57</c:v>
                </c:pt>
                <c:pt idx="3870">
                  <c:v>336</c:v>
                </c:pt>
                <c:pt idx="3871">
                  <c:v>120</c:v>
                </c:pt>
                <c:pt idx="3872">
                  <c:v>70</c:v>
                </c:pt>
                <c:pt idx="3873">
                  <c:v>265</c:v>
                </c:pt>
                <c:pt idx="3874">
                  <c:v>231</c:v>
                </c:pt>
                <c:pt idx="3875">
                  <c:v>120</c:v>
                </c:pt>
                <c:pt idx="3876">
                  <c:v>52</c:v>
                </c:pt>
                <c:pt idx="3877">
                  <c:v>201</c:v>
                </c:pt>
                <c:pt idx="3878">
                  <c:v>113</c:v>
                </c:pt>
                <c:pt idx="3879">
                  <c:v>321</c:v>
                </c:pt>
                <c:pt idx="3880">
                  <c:v>120</c:v>
                </c:pt>
                <c:pt idx="3881">
                  <c:v>67</c:v>
                </c:pt>
                <c:pt idx="3882">
                  <c:v>388</c:v>
                </c:pt>
                <c:pt idx="3883">
                  <c:v>129</c:v>
                </c:pt>
                <c:pt idx="3884">
                  <c:v>222</c:v>
                </c:pt>
                <c:pt idx="3885">
                  <c:v>148</c:v>
                </c:pt>
                <c:pt idx="3886">
                  <c:v>239</c:v>
                </c:pt>
                <c:pt idx="3887">
                  <c:v>132</c:v>
                </c:pt>
                <c:pt idx="3888">
                  <c:v>145</c:v>
                </c:pt>
                <c:pt idx="3889">
                  <c:v>76</c:v>
                </c:pt>
                <c:pt idx="3890">
                  <c:v>113</c:v>
                </c:pt>
                <c:pt idx="3891">
                  <c:v>96</c:v>
                </c:pt>
                <c:pt idx="3892">
                  <c:v>199</c:v>
                </c:pt>
                <c:pt idx="3893">
                  <c:v>528</c:v>
                </c:pt>
                <c:pt idx="3894">
                  <c:v>202</c:v>
                </c:pt>
                <c:pt idx="3895">
                  <c:v>193</c:v>
                </c:pt>
                <c:pt idx="3896">
                  <c:v>43</c:v>
                </c:pt>
                <c:pt idx="3897">
                  <c:v>323</c:v>
                </c:pt>
                <c:pt idx="3898">
                  <c:v>53</c:v>
                </c:pt>
                <c:pt idx="3899">
                  <c:v>30</c:v>
                </c:pt>
                <c:pt idx="3900">
                  <c:v>76</c:v>
                </c:pt>
                <c:pt idx="3901">
                  <c:v>53</c:v>
                </c:pt>
                <c:pt idx="3902">
                  <c:v>213</c:v>
                </c:pt>
                <c:pt idx="3903">
                  <c:v>265</c:v>
                </c:pt>
                <c:pt idx="3904">
                  <c:v>293</c:v>
                </c:pt>
                <c:pt idx="3905">
                  <c:v>410</c:v>
                </c:pt>
                <c:pt idx="3906">
                  <c:v>321</c:v>
                </c:pt>
                <c:pt idx="3907">
                  <c:v>65</c:v>
                </c:pt>
                <c:pt idx="3908">
                  <c:v>23</c:v>
                </c:pt>
                <c:pt idx="3909">
                  <c:v>203</c:v>
                </c:pt>
                <c:pt idx="3910">
                  <c:v>180</c:v>
                </c:pt>
                <c:pt idx="3911">
                  <c:v>154</c:v>
                </c:pt>
                <c:pt idx="3912">
                  <c:v>43</c:v>
                </c:pt>
                <c:pt idx="3913">
                  <c:v>500</c:v>
                </c:pt>
                <c:pt idx="3914">
                  <c:v>22</c:v>
                </c:pt>
                <c:pt idx="3915">
                  <c:v>181</c:v>
                </c:pt>
                <c:pt idx="3916">
                  <c:v>69</c:v>
                </c:pt>
                <c:pt idx="3917">
                  <c:v>257</c:v>
                </c:pt>
                <c:pt idx="3918">
                  <c:v>111</c:v>
                </c:pt>
                <c:pt idx="3919">
                  <c:v>377</c:v>
                </c:pt>
                <c:pt idx="3920">
                  <c:v>266</c:v>
                </c:pt>
                <c:pt idx="3921">
                  <c:v>166</c:v>
                </c:pt>
                <c:pt idx="3922">
                  <c:v>84</c:v>
                </c:pt>
                <c:pt idx="3923">
                  <c:v>37</c:v>
                </c:pt>
                <c:pt idx="3924">
                  <c:v>447</c:v>
                </c:pt>
                <c:pt idx="3925">
                  <c:v>485</c:v>
                </c:pt>
                <c:pt idx="3926">
                  <c:v>446</c:v>
                </c:pt>
                <c:pt idx="3927">
                  <c:v>348</c:v>
                </c:pt>
                <c:pt idx="3928">
                  <c:v>334</c:v>
                </c:pt>
                <c:pt idx="3929">
                  <c:v>491</c:v>
                </c:pt>
                <c:pt idx="3930">
                  <c:v>303</c:v>
                </c:pt>
                <c:pt idx="3931">
                  <c:v>361</c:v>
                </c:pt>
                <c:pt idx="3932">
                  <c:v>40</c:v>
                </c:pt>
                <c:pt idx="3933">
                  <c:v>425</c:v>
                </c:pt>
                <c:pt idx="3934">
                  <c:v>106</c:v>
                </c:pt>
                <c:pt idx="3935">
                  <c:v>710</c:v>
                </c:pt>
                <c:pt idx="3936">
                  <c:v>272</c:v>
                </c:pt>
                <c:pt idx="3937">
                  <c:v>181</c:v>
                </c:pt>
                <c:pt idx="3938">
                  <c:v>186</c:v>
                </c:pt>
                <c:pt idx="3939">
                  <c:v>630</c:v>
                </c:pt>
                <c:pt idx="3940">
                  <c:v>301</c:v>
                </c:pt>
                <c:pt idx="3941">
                  <c:v>119</c:v>
                </c:pt>
                <c:pt idx="3942">
                  <c:v>624</c:v>
                </c:pt>
                <c:pt idx="3943">
                  <c:v>100</c:v>
                </c:pt>
                <c:pt idx="3944">
                  <c:v>238</c:v>
                </c:pt>
                <c:pt idx="3945">
                  <c:v>265</c:v>
                </c:pt>
                <c:pt idx="3946">
                  <c:v>232</c:v>
                </c:pt>
                <c:pt idx="3947">
                  <c:v>493</c:v>
                </c:pt>
                <c:pt idx="3948">
                  <c:v>82</c:v>
                </c:pt>
                <c:pt idx="3949">
                  <c:v>327</c:v>
                </c:pt>
                <c:pt idx="3950">
                  <c:v>371</c:v>
                </c:pt>
                <c:pt idx="3951">
                  <c:v>380</c:v>
                </c:pt>
                <c:pt idx="3952">
                  <c:v>292</c:v>
                </c:pt>
                <c:pt idx="3953">
                  <c:v>430</c:v>
                </c:pt>
                <c:pt idx="3954">
                  <c:v>394</c:v>
                </c:pt>
                <c:pt idx="3955">
                  <c:v>378</c:v>
                </c:pt>
                <c:pt idx="3956">
                  <c:v>322</c:v>
                </c:pt>
                <c:pt idx="3957">
                  <c:v>259</c:v>
                </c:pt>
                <c:pt idx="3958">
                  <c:v>229</c:v>
                </c:pt>
                <c:pt idx="3959">
                  <c:v>349</c:v>
                </c:pt>
                <c:pt idx="3960">
                  <c:v>397</c:v>
                </c:pt>
                <c:pt idx="3961">
                  <c:v>148</c:v>
                </c:pt>
                <c:pt idx="3962">
                  <c:v>370</c:v>
                </c:pt>
                <c:pt idx="3963">
                  <c:v>691</c:v>
                </c:pt>
                <c:pt idx="3964">
                  <c:v>95</c:v>
                </c:pt>
                <c:pt idx="3965">
                  <c:v>49</c:v>
                </c:pt>
                <c:pt idx="3966">
                  <c:v>112</c:v>
                </c:pt>
                <c:pt idx="3967">
                  <c:v>333</c:v>
                </c:pt>
                <c:pt idx="3968">
                  <c:v>170</c:v>
                </c:pt>
                <c:pt idx="3969">
                  <c:v>247</c:v>
                </c:pt>
                <c:pt idx="3970">
                  <c:v>568</c:v>
                </c:pt>
                <c:pt idx="3971">
                  <c:v>290</c:v>
                </c:pt>
                <c:pt idx="3972">
                  <c:v>119</c:v>
                </c:pt>
                <c:pt idx="3973">
                  <c:v>185</c:v>
                </c:pt>
                <c:pt idx="3974">
                  <c:v>303</c:v>
                </c:pt>
                <c:pt idx="3975">
                  <c:v>654</c:v>
                </c:pt>
                <c:pt idx="3976">
                  <c:v>117</c:v>
                </c:pt>
                <c:pt idx="3977">
                  <c:v>53</c:v>
                </c:pt>
                <c:pt idx="3978">
                  <c:v>86</c:v>
                </c:pt>
                <c:pt idx="3979">
                  <c:v>514</c:v>
                </c:pt>
                <c:pt idx="3980">
                  <c:v>126</c:v>
                </c:pt>
                <c:pt idx="3981">
                  <c:v>161</c:v>
                </c:pt>
                <c:pt idx="3982">
                  <c:v>548</c:v>
                </c:pt>
                <c:pt idx="3983">
                  <c:v>301</c:v>
                </c:pt>
                <c:pt idx="3984">
                  <c:v>232</c:v>
                </c:pt>
                <c:pt idx="3985">
                  <c:v>597</c:v>
                </c:pt>
                <c:pt idx="3986">
                  <c:v>325</c:v>
                </c:pt>
                <c:pt idx="3987">
                  <c:v>348</c:v>
                </c:pt>
                <c:pt idx="3988">
                  <c:v>333</c:v>
                </c:pt>
                <c:pt idx="3989">
                  <c:v>263</c:v>
                </c:pt>
                <c:pt idx="3990">
                  <c:v>513</c:v>
                </c:pt>
                <c:pt idx="3991">
                  <c:v>236</c:v>
                </c:pt>
                <c:pt idx="3992">
                  <c:v>336</c:v>
                </c:pt>
                <c:pt idx="3993">
                  <c:v>552</c:v>
                </c:pt>
                <c:pt idx="3994">
                  <c:v>255</c:v>
                </c:pt>
                <c:pt idx="3995">
                  <c:v>459</c:v>
                </c:pt>
                <c:pt idx="3996">
                  <c:v>219</c:v>
                </c:pt>
                <c:pt idx="3997">
                  <c:v>355</c:v>
                </c:pt>
                <c:pt idx="3998">
                  <c:v>387</c:v>
                </c:pt>
                <c:pt idx="3999">
                  <c:v>399</c:v>
                </c:pt>
                <c:pt idx="4000">
                  <c:v>695</c:v>
                </c:pt>
                <c:pt idx="4001">
                  <c:v>249</c:v>
                </c:pt>
                <c:pt idx="4002">
                  <c:v>614</c:v>
                </c:pt>
                <c:pt idx="4003">
                  <c:v>462</c:v>
                </c:pt>
                <c:pt idx="4004">
                  <c:v>326</c:v>
                </c:pt>
                <c:pt idx="4005">
                  <c:v>397</c:v>
                </c:pt>
                <c:pt idx="4006">
                  <c:v>262</c:v>
                </c:pt>
                <c:pt idx="4007">
                  <c:v>348</c:v>
                </c:pt>
                <c:pt idx="4008">
                  <c:v>623</c:v>
                </c:pt>
                <c:pt idx="4009">
                  <c:v>541</c:v>
                </c:pt>
                <c:pt idx="4010">
                  <c:v>406</c:v>
                </c:pt>
                <c:pt idx="4011">
                  <c:v>449</c:v>
                </c:pt>
                <c:pt idx="4012">
                  <c:v>71</c:v>
                </c:pt>
                <c:pt idx="4013">
                  <c:v>143</c:v>
                </c:pt>
                <c:pt idx="4014">
                  <c:v>209</c:v>
                </c:pt>
                <c:pt idx="4015">
                  <c:v>412</c:v>
                </c:pt>
                <c:pt idx="4016">
                  <c:v>336</c:v>
                </c:pt>
                <c:pt idx="4017">
                  <c:v>497</c:v>
                </c:pt>
                <c:pt idx="4018">
                  <c:v>652</c:v>
                </c:pt>
                <c:pt idx="4019">
                  <c:v>634</c:v>
                </c:pt>
                <c:pt idx="4020">
                  <c:v>554</c:v>
                </c:pt>
                <c:pt idx="4021">
                  <c:v>257</c:v>
                </c:pt>
                <c:pt idx="4022">
                  <c:v>714</c:v>
                </c:pt>
                <c:pt idx="4023">
                  <c:v>323</c:v>
                </c:pt>
                <c:pt idx="4024">
                  <c:v>359</c:v>
                </c:pt>
                <c:pt idx="4025">
                  <c:v>230</c:v>
                </c:pt>
                <c:pt idx="4026">
                  <c:v>294</c:v>
                </c:pt>
                <c:pt idx="4027">
                  <c:v>429</c:v>
                </c:pt>
                <c:pt idx="4028">
                  <c:v>99</c:v>
                </c:pt>
                <c:pt idx="4029">
                  <c:v>581</c:v>
                </c:pt>
                <c:pt idx="4030">
                  <c:v>583</c:v>
                </c:pt>
                <c:pt idx="4031">
                  <c:v>742</c:v>
                </c:pt>
                <c:pt idx="4032">
                  <c:v>681</c:v>
                </c:pt>
                <c:pt idx="4033">
                  <c:v>713</c:v>
                </c:pt>
                <c:pt idx="4034">
                  <c:v>674</c:v>
                </c:pt>
                <c:pt idx="4035">
                  <c:v>674</c:v>
                </c:pt>
                <c:pt idx="4036">
                  <c:v>747</c:v>
                </c:pt>
                <c:pt idx="4037">
                  <c:v>725</c:v>
                </c:pt>
                <c:pt idx="4038">
                  <c:v>371</c:v>
                </c:pt>
                <c:pt idx="4039">
                  <c:v>347</c:v>
                </c:pt>
                <c:pt idx="4040">
                  <c:v>444</c:v>
                </c:pt>
                <c:pt idx="4041">
                  <c:v>388</c:v>
                </c:pt>
                <c:pt idx="4042">
                  <c:v>574</c:v>
                </c:pt>
                <c:pt idx="4043">
                  <c:v>668</c:v>
                </c:pt>
                <c:pt idx="4044">
                  <c:v>555</c:v>
                </c:pt>
                <c:pt idx="4045">
                  <c:v>261</c:v>
                </c:pt>
                <c:pt idx="4046">
                  <c:v>594</c:v>
                </c:pt>
                <c:pt idx="4047">
                  <c:v>311</c:v>
                </c:pt>
                <c:pt idx="4048">
                  <c:v>375</c:v>
                </c:pt>
                <c:pt idx="4049">
                  <c:v>54</c:v>
                </c:pt>
                <c:pt idx="4050">
                  <c:v>211</c:v>
                </c:pt>
                <c:pt idx="4051">
                  <c:v>281</c:v>
                </c:pt>
                <c:pt idx="4052">
                  <c:v>385</c:v>
                </c:pt>
                <c:pt idx="4053">
                  <c:v>522</c:v>
                </c:pt>
                <c:pt idx="4054">
                  <c:v>306</c:v>
                </c:pt>
                <c:pt idx="4055">
                  <c:v>275</c:v>
                </c:pt>
                <c:pt idx="4056">
                  <c:v>209</c:v>
                </c:pt>
                <c:pt idx="4057">
                  <c:v>460</c:v>
                </c:pt>
                <c:pt idx="4058">
                  <c:v>203</c:v>
                </c:pt>
                <c:pt idx="4059">
                  <c:v>309</c:v>
                </c:pt>
                <c:pt idx="4060">
                  <c:v>45</c:v>
                </c:pt>
                <c:pt idx="4061">
                  <c:v>277</c:v>
                </c:pt>
                <c:pt idx="4062">
                  <c:v>299</c:v>
                </c:pt>
                <c:pt idx="4063">
                  <c:v>75</c:v>
                </c:pt>
                <c:pt idx="4064">
                  <c:v>526</c:v>
                </c:pt>
                <c:pt idx="4065">
                  <c:v>178</c:v>
                </c:pt>
                <c:pt idx="4066">
                  <c:v>114</c:v>
                </c:pt>
                <c:pt idx="4067">
                  <c:v>125</c:v>
                </c:pt>
                <c:pt idx="4068">
                  <c:v>73</c:v>
                </c:pt>
                <c:pt idx="4069">
                  <c:v>40</c:v>
                </c:pt>
                <c:pt idx="4070">
                  <c:v>42</c:v>
                </c:pt>
                <c:pt idx="4071">
                  <c:v>154</c:v>
                </c:pt>
                <c:pt idx="4072">
                  <c:v>132</c:v>
                </c:pt>
                <c:pt idx="4073">
                  <c:v>677</c:v>
                </c:pt>
                <c:pt idx="4074">
                  <c:v>488</c:v>
                </c:pt>
                <c:pt idx="4075">
                  <c:v>550</c:v>
                </c:pt>
                <c:pt idx="4076">
                  <c:v>472</c:v>
                </c:pt>
                <c:pt idx="4077">
                  <c:v>392</c:v>
                </c:pt>
                <c:pt idx="4078">
                  <c:v>485</c:v>
                </c:pt>
                <c:pt idx="4079">
                  <c:v>381</c:v>
                </c:pt>
                <c:pt idx="4080">
                  <c:v>223</c:v>
                </c:pt>
                <c:pt idx="4081">
                  <c:v>409</c:v>
                </c:pt>
                <c:pt idx="4082">
                  <c:v>445</c:v>
                </c:pt>
                <c:pt idx="4083">
                  <c:v>220</c:v>
                </c:pt>
                <c:pt idx="4084">
                  <c:v>301</c:v>
                </c:pt>
                <c:pt idx="4085">
                  <c:v>610</c:v>
                </c:pt>
                <c:pt idx="4086">
                  <c:v>656</c:v>
                </c:pt>
                <c:pt idx="4087">
                  <c:v>448</c:v>
                </c:pt>
                <c:pt idx="4088">
                  <c:v>42</c:v>
                </c:pt>
                <c:pt idx="4089">
                  <c:v>333</c:v>
                </c:pt>
                <c:pt idx="4090">
                  <c:v>95</c:v>
                </c:pt>
                <c:pt idx="4091">
                  <c:v>85</c:v>
                </c:pt>
                <c:pt idx="4092">
                  <c:v>436</c:v>
                </c:pt>
                <c:pt idx="4093">
                  <c:v>101</c:v>
                </c:pt>
                <c:pt idx="4094">
                  <c:v>449</c:v>
                </c:pt>
                <c:pt idx="4095">
                  <c:v>482</c:v>
                </c:pt>
                <c:pt idx="4096">
                  <c:v>371</c:v>
                </c:pt>
                <c:pt idx="4097">
                  <c:v>330</c:v>
                </c:pt>
                <c:pt idx="4098">
                  <c:v>211</c:v>
                </c:pt>
                <c:pt idx="4099">
                  <c:v>472</c:v>
                </c:pt>
                <c:pt idx="4100">
                  <c:v>528</c:v>
                </c:pt>
                <c:pt idx="4101">
                  <c:v>450</c:v>
                </c:pt>
                <c:pt idx="4102">
                  <c:v>456</c:v>
                </c:pt>
                <c:pt idx="4103">
                  <c:v>300</c:v>
                </c:pt>
                <c:pt idx="4104">
                  <c:v>333</c:v>
                </c:pt>
                <c:pt idx="4105">
                  <c:v>546</c:v>
                </c:pt>
                <c:pt idx="4106">
                  <c:v>342</c:v>
                </c:pt>
                <c:pt idx="4107">
                  <c:v>497</c:v>
                </c:pt>
                <c:pt idx="4108">
                  <c:v>449</c:v>
                </c:pt>
                <c:pt idx="4109">
                  <c:v>246</c:v>
                </c:pt>
                <c:pt idx="4110">
                  <c:v>586</c:v>
                </c:pt>
                <c:pt idx="4111">
                  <c:v>258</c:v>
                </c:pt>
                <c:pt idx="4112">
                  <c:v>225</c:v>
                </c:pt>
                <c:pt idx="4113">
                  <c:v>481</c:v>
                </c:pt>
                <c:pt idx="4114">
                  <c:v>545</c:v>
                </c:pt>
                <c:pt idx="4115">
                  <c:v>208</c:v>
                </c:pt>
                <c:pt idx="4116">
                  <c:v>269</c:v>
                </c:pt>
                <c:pt idx="4117">
                  <c:v>351</c:v>
                </c:pt>
                <c:pt idx="4118">
                  <c:v>487</c:v>
                </c:pt>
                <c:pt idx="4119">
                  <c:v>265</c:v>
                </c:pt>
                <c:pt idx="4120">
                  <c:v>624</c:v>
                </c:pt>
                <c:pt idx="4121">
                  <c:v>663</c:v>
                </c:pt>
                <c:pt idx="4122">
                  <c:v>515</c:v>
                </c:pt>
                <c:pt idx="4123">
                  <c:v>573</c:v>
                </c:pt>
                <c:pt idx="4124">
                  <c:v>699</c:v>
                </c:pt>
                <c:pt idx="4125">
                  <c:v>207</c:v>
                </c:pt>
                <c:pt idx="4126">
                  <c:v>332</c:v>
                </c:pt>
                <c:pt idx="4127">
                  <c:v>272</c:v>
                </c:pt>
                <c:pt idx="4128">
                  <c:v>510</c:v>
                </c:pt>
                <c:pt idx="4129">
                  <c:v>579</c:v>
                </c:pt>
                <c:pt idx="4130">
                  <c:v>303</c:v>
                </c:pt>
                <c:pt idx="4131">
                  <c:v>714</c:v>
                </c:pt>
                <c:pt idx="4132">
                  <c:v>575</c:v>
                </c:pt>
                <c:pt idx="4133">
                  <c:v>362</c:v>
                </c:pt>
                <c:pt idx="4134">
                  <c:v>304</c:v>
                </c:pt>
                <c:pt idx="4135">
                  <c:v>339</c:v>
                </c:pt>
                <c:pt idx="4136">
                  <c:v>358</c:v>
                </c:pt>
                <c:pt idx="4137">
                  <c:v>738</c:v>
                </c:pt>
                <c:pt idx="4138">
                  <c:v>573</c:v>
                </c:pt>
                <c:pt idx="4139">
                  <c:v>716</c:v>
                </c:pt>
                <c:pt idx="4140">
                  <c:v>624</c:v>
                </c:pt>
                <c:pt idx="4141">
                  <c:v>446</c:v>
                </c:pt>
                <c:pt idx="4142">
                  <c:v>257</c:v>
                </c:pt>
                <c:pt idx="4143">
                  <c:v>268</c:v>
                </c:pt>
                <c:pt idx="4144">
                  <c:v>593</c:v>
                </c:pt>
                <c:pt idx="4145">
                  <c:v>174</c:v>
                </c:pt>
                <c:pt idx="4146">
                  <c:v>174</c:v>
                </c:pt>
                <c:pt idx="4147">
                  <c:v>495</c:v>
                </c:pt>
                <c:pt idx="4148">
                  <c:v>276</c:v>
                </c:pt>
                <c:pt idx="4149">
                  <c:v>298</c:v>
                </c:pt>
                <c:pt idx="4150">
                  <c:v>398</c:v>
                </c:pt>
                <c:pt idx="4151">
                  <c:v>681</c:v>
                </c:pt>
                <c:pt idx="4152">
                  <c:v>663</c:v>
                </c:pt>
                <c:pt idx="4153">
                  <c:v>439</c:v>
                </c:pt>
                <c:pt idx="4154">
                  <c:v>8</c:v>
                </c:pt>
                <c:pt idx="4155">
                  <c:v>103</c:v>
                </c:pt>
                <c:pt idx="4156">
                  <c:v>47</c:v>
                </c:pt>
                <c:pt idx="4157">
                  <c:v>187</c:v>
                </c:pt>
                <c:pt idx="4158">
                  <c:v>217</c:v>
                </c:pt>
                <c:pt idx="4159">
                  <c:v>158</c:v>
                </c:pt>
                <c:pt idx="4160">
                  <c:v>179</c:v>
                </c:pt>
                <c:pt idx="4161">
                  <c:v>75</c:v>
                </c:pt>
                <c:pt idx="4162">
                  <c:v>185</c:v>
                </c:pt>
                <c:pt idx="4163">
                  <c:v>29</c:v>
                </c:pt>
                <c:pt idx="4164">
                  <c:v>263</c:v>
                </c:pt>
                <c:pt idx="4165">
                  <c:v>172</c:v>
                </c:pt>
                <c:pt idx="4166">
                  <c:v>128</c:v>
                </c:pt>
                <c:pt idx="4167">
                  <c:v>148</c:v>
                </c:pt>
                <c:pt idx="4168">
                  <c:v>146</c:v>
                </c:pt>
                <c:pt idx="4169">
                  <c:v>162</c:v>
                </c:pt>
                <c:pt idx="4170">
                  <c:v>232</c:v>
                </c:pt>
                <c:pt idx="4171">
                  <c:v>135</c:v>
                </c:pt>
                <c:pt idx="4172">
                  <c:v>108</c:v>
                </c:pt>
                <c:pt idx="4173">
                  <c:v>258</c:v>
                </c:pt>
                <c:pt idx="4174">
                  <c:v>520</c:v>
                </c:pt>
                <c:pt idx="4175">
                  <c:v>502</c:v>
                </c:pt>
                <c:pt idx="4176">
                  <c:v>155</c:v>
                </c:pt>
                <c:pt idx="4177">
                  <c:v>305</c:v>
                </c:pt>
                <c:pt idx="4178">
                  <c:v>368</c:v>
                </c:pt>
                <c:pt idx="4179">
                  <c:v>682</c:v>
                </c:pt>
                <c:pt idx="4180">
                  <c:v>100</c:v>
                </c:pt>
                <c:pt idx="4181">
                  <c:v>318</c:v>
                </c:pt>
                <c:pt idx="4182">
                  <c:v>97</c:v>
                </c:pt>
                <c:pt idx="4183">
                  <c:v>83</c:v>
                </c:pt>
                <c:pt idx="4184">
                  <c:v>184</c:v>
                </c:pt>
                <c:pt idx="4185">
                  <c:v>400</c:v>
                </c:pt>
                <c:pt idx="4186">
                  <c:v>119</c:v>
                </c:pt>
                <c:pt idx="4187">
                  <c:v>123</c:v>
                </c:pt>
                <c:pt idx="4188">
                  <c:v>182</c:v>
                </c:pt>
                <c:pt idx="4189">
                  <c:v>150</c:v>
                </c:pt>
                <c:pt idx="4190">
                  <c:v>120</c:v>
                </c:pt>
                <c:pt idx="4191">
                  <c:v>204</c:v>
                </c:pt>
                <c:pt idx="4192">
                  <c:v>145</c:v>
                </c:pt>
                <c:pt idx="4193">
                  <c:v>87</c:v>
                </c:pt>
                <c:pt idx="4194">
                  <c:v>132</c:v>
                </c:pt>
                <c:pt idx="4195">
                  <c:v>154</c:v>
                </c:pt>
                <c:pt idx="4196">
                  <c:v>192</c:v>
                </c:pt>
                <c:pt idx="4197">
                  <c:v>467</c:v>
                </c:pt>
                <c:pt idx="4198">
                  <c:v>269</c:v>
                </c:pt>
                <c:pt idx="4199">
                  <c:v>429</c:v>
                </c:pt>
                <c:pt idx="4200">
                  <c:v>156</c:v>
                </c:pt>
                <c:pt idx="4201">
                  <c:v>139</c:v>
                </c:pt>
                <c:pt idx="4202">
                  <c:v>35</c:v>
                </c:pt>
                <c:pt idx="4203">
                  <c:v>113</c:v>
                </c:pt>
                <c:pt idx="4204">
                  <c:v>370</c:v>
                </c:pt>
                <c:pt idx="4205">
                  <c:v>163</c:v>
                </c:pt>
                <c:pt idx="4206">
                  <c:v>193</c:v>
                </c:pt>
                <c:pt idx="4207">
                  <c:v>648</c:v>
                </c:pt>
                <c:pt idx="4208">
                  <c:v>153</c:v>
                </c:pt>
                <c:pt idx="4209">
                  <c:v>130</c:v>
                </c:pt>
                <c:pt idx="4210">
                  <c:v>278</c:v>
                </c:pt>
                <c:pt idx="4211">
                  <c:v>271</c:v>
                </c:pt>
                <c:pt idx="4212">
                  <c:v>297</c:v>
                </c:pt>
                <c:pt idx="4213">
                  <c:v>136</c:v>
                </c:pt>
                <c:pt idx="4214">
                  <c:v>388</c:v>
                </c:pt>
                <c:pt idx="4215">
                  <c:v>211</c:v>
                </c:pt>
                <c:pt idx="4216">
                  <c:v>122</c:v>
                </c:pt>
                <c:pt idx="4217">
                  <c:v>80</c:v>
                </c:pt>
                <c:pt idx="4218">
                  <c:v>67</c:v>
                </c:pt>
                <c:pt idx="4219">
                  <c:v>44</c:v>
                </c:pt>
                <c:pt idx="4220">
                  <c:v>152</c:v>
                </c:pt>
                <c:pt idx="4221">
                  <c:v>302</c:v>
                </c:pt>
                <c:pt idx="4222">
                  <c:v>113</c:v>
                </c:pt>
                <c:pt idx="4223">
                  <c:v>555</c:v>
                </c:pt>
                <c:pt idx="4224">
                  <c:v>133</c:v>
                </c:pt>
                <c:pt idx="4225">
                  <c:v>173</c:v>
                </c:pt>
                <c:pt idx="4226">
                  <c:v>117</c:v>
                </c:pt>
                <c:pt idx="4227">
                  <c:v>220</c:v>
                </c:pt>
                <c:pt idx="4228">
                  <c:v>130</c:v>
                </c:pt>
                <c:pt idx="4229">
                  <c:v>264</c:v>
                </c:pt>
                <c:pt idx="4230">
                  <c:v>443</c:v>
                </c:pt>
                <c:pt idx="4231">
                  <c:v>433</c:v>
                </c:pt>
                <c:pt idx="4232">
                  <c:v>462</c:v>
                </c:pt>
                <c:pt idx="4233">
                  <c:v>224</c:v>
                </c:pt>
                <c:pt idx="4234">
                  <c:v>219</c:v>
                </c:pt>
                <c:pt idx="4235">
                  <c:v>119</c:v>
                </c:pt>
                <c:pt idx="4236">
                  <c:v>261</c:v>
                </c:pt>
                <c:pt idx="4237">
                  <c:v>151</c:v>
                </c:pt>
                <c:pt idx="4238">
                  <c:v>160</c:v>
                </c:pt>
                <c:pt idx="4239">
                  <c:v>72</c:v>
                </c:pt>
                <c:pt idx="4240">
                  <c:v>254</c:v>
                </c:pt>
                <c:pt idx="4241">
                  <c:v>48</c:v>
                </c:pt>
                <c:pt idx="4242">
                  <c:v>69</c:v>
                </c:pt>
                <c:pt idx="4243">
                  <c:v>84</c:v>
                </c:pt>
                <c:pt idx="4244">
                  <c:v>140</c:v>
                </c:pt>
                <c:pt idx="4245">
                  <c:v>137</c:v>
                </c:pt>
                <c:pt idx="4246">
                  <c:v>147</c:v>
                </c:pt>
                <c:pt idx="4247">
                  <c:v>131</c:v>
                </c:pt>
                <c:pt idx="4248">
                  <c:v>24</c:v>
                </c:pt>
                <c:pt idx="4249">
                  <c:v>28</c:v>
                </c:pt>
                <c:pt idx="4250">
                  <c:v>24</c:v>
                </c:pt>
                <c:pt idx="4251">
                  <c:v>596</c:v>
                </c:pt>
                <c:pt idx="4252">
                  <c:v>56</c:v>
                </c:pt>
                <c:pt idx="4253">
                  <c:v>240</c:v>
                </c:pt>
                <c:pt idx="4254">
                  <c:v>151</c:v>
                </c:pt>
                <c:pt idx="4255">
                  <c:v>353</c:v>
                </c:pt>
                <c:pt idx="4256">
                  <c:v>116</c:v>
                </c:pt>
                <c:pt idx="4257">
                  <c:v>261</c:v>
                </c:pt>
                <c:pt idx="4258">
                  <c:v>204</c:v>
                </c:pt>
                <c:pt idx="4259">
                  <c:v>179</c:v>
                </c:pt>
                <c:pt idx="4260">
                  <c:v>120</c:v>
                </c:pt>
                <c:pt idx="4261">
                  <c:v>170</c:v>
                </c:pt>
                <c:pt idx="4262">
                  <c:v>162</c:v>
                </c:pt>
                <c:pt idx="4263">
                  <c:v>153</c:v>
                </c:pt>
                <c:pt idx="4264">
                  <c:v>127</c:v>
                </c:pt>
                <c:pt idx="4265">
                  <c:v>131</c:v>
                </c:pt>
                <c:pt idx="4266">
                  <c:v>109</c:v>
                </c:pt>
                <c:pt idx="4267">
                  <c:v>28</c:v>
                </c:pt>
                <c:pt idx="4268">
                  <c:v>71</c:v>
                </c:pt>
                <c:pt idx="4269">
                  <c:v>26</c:v>
                </c:pt>
                <c:pt idx="4270">
                  <c:v>28</c:v>
                </c:pt>
                <c:pt idx="4271">
                  <c:v>27</c:v>
                </c:pt>
                <c:pt idx="4272">
                  <c:v>121</c:v>
                </c:pt>
                <c:pt idx="4273">
                  <c:v>130</c:v>
                </c:pt>
                <c:pt idx="4274">
                  <c:v>187</c:v>
                </c:pt>
                <c:pt idx="4275">
                  <c:v>147</c:v>
                </c:pt>
                <c:pt idx="4276">
                  <c:v>220</c:v>
                </c:pt>
                <c:pt idx="4277">
                  <c:v>161</c:v>
                </c:pt>
                <c:pt idx="4278">
                  <c:v>91</c:v>
                </c:pt>
                <c:pt idx="4279">
                  <c:v>183</c:v>
                </c:pt>
                <c:pt idx="4280">
                  <c:v>78</c:v>
                </c:pt>
                <c:pt idx="4281">
                  <c:v>320</c:v>
                </c:pt>
                <c:pt idx="4282">
                  <c:v>152</c:v>
                </c:pt>
                <c:pt idx="4283">
                  <c:v>170</c:v>
                </c:pt>
                <c:pt idx="4284">
                  <c:v>10</c:v>
                </c:pt>
                <c:pt idx="4285">
                  <c:v>88</c:v>
                </c:pt>
                <c:pt idx="4286">
                  <c:v>268</c:v>
                </c:pt>
                <c:pt idx="4287">
                  <c:v>163</c:v>
                </c:pt>
                <c:pt idx="4288">
                  <c:v>87</c:v>
                </c:pt>
                <c:pt idx="4289">
                  <c:v>81</c:v>
                </c:pt>
                <c:pt idx="4290">
                  <c:v>210</c:v>
                </c:pt>
                <c:pt idx="4291">
                  <c:v>510</c:v>
                </c:pt>
                <c:pt idx="4292">
                  <c:v>130</c:v>
                </c:pt>
                <c:pt idx="4293">
                  <c:v>219</c:v>
                </c:pt>
                <c:pt idx="4294">
                  <c:v>58</c:v>
                </c:pt>
                <c:pt idx="4295">
                  <c:v>71</c:v>
                </c:pt>
                <c:pt idx="4296">
                  <c:v>102</c:v>
                </c:pt>
                <c:pt idx="4297">
                  <c:v>43</c:v>
                </c:pt>
                <c:pt idx="4298">
                  <c:v>503</c:v>
                </c:pt>
                <c:pt idx="4299">
                  <c:v>207</c:v>
                </c:pt>
                <c:pt idx="4300">
                  <c:v>307</c:v>
                </c:pt>
                <c:pt idx="4301">
                  <c:v>416</c:v>
                </c:pt>
                <c:pt idx="4302">
                  <c:v>116</c:v>
                </c:pt>
                <c:pt idx="4303">
                  <c:v>276</c:v>
                </c:pt>
                <c:pt idx="4304">
                  <c:v>325</c:v>
                </c:pt>
                <c:pt idx="4305">
                  <c:v>70</c:v>
                </c:pt>
                <c:pt idx="4306">
                  <c:v>84</c:v>
                </c:pt>
                <c:pt idx="4307">
                  <c:v>81</c:v>
                </c:pt>
                <c:pt idx="4308">
                  <c:v>19</c:v>
                </c:pt>
                <c:pt idx="4309">
                  <c:v>122</c:v>
                </c:pt>
                <c:pt idx="4310">
                  <c:v>77</c:v>
                </c:pt>
                <c:pt idx="4311">
                  <c:v>325</c:v>
                </c:pt>
                <c:pt idx="4312">
                  <c:v>88</c:v>
                </c:pt>
                <c:pt idx="4313">
                  <c:v>131</c:v>
                </c:pt>
                <c:pt idx="4314">
                  <c:v>16</c:v>
                </c:pt>
                <c:pt idx="4315">
                  <c:v>102</c:v>
                </c:pt>
                <c:pt idx="4316">
                  <c:v>40</c:v>
                </c:pt>
                <c:pt idx="4317">
                  <c:v>33</c:v>
                </c:pt>
                <c:pt idx="4318">
                  <c:v>431</c:v>
                </c:pt>
                <c:pt idx="4319">
                  <c:v>157</c:v>
                </c:pt>
                <c:pt idx="4320">
                  <c:v>430</c:v>
                </c:pt>
                <c:pt idx="4321">
                  <c:v>38</c:v>
                </c:pt>
                <c:pt idx="4322">
                  <c:v>544</c:v>
                </c:pt>
                <c:pt idx="4323">
                  <c:v>280</c:v>
                </c:pt>
                <c:pt idx="4324">
                  <c:v>175</c:v>
                </c:pt>
                <c:pt idx="4325">
                  <c:v>519</c:v>
                </c:pt>
                <c:pt idx="4326">
                  <c:v>541</c:v>
                </c:pt>
                <c:pt idx="4327">
                  <c:v>19</c:v>
                </c:pt>
                <c:pt idx="4328">
                  <c:v>10</c:v>
                </c:pt>
                <c:pt idx="4329">
                  <c:v>261</c:v>
                </c:pt>
                <c:pt idx="4330">
                  <c:v>195</c:v>
                </c:pt>
                <c:pt idx="4331">
                  <c:v>213</c:v>
                </c:pt>
                <c:pt idx="4332">
                  <c:v>331</c:v>
                </c:pt>
                <c:pt idx="4333">
                  <c:v>54</c:v>
                </c:pt>
                <c:pt idx="4334">
                  <c:v>37</c:v>
                </c:pt>
                <c:pt idx="4335">
                  <c:v>211</c:v>
                </c:pt>
                <c:pt idx="4336">
                  <c:v>609</c:v>
                </c:pt>
                <c:pt idx="4337">
                  <c:v>288</c:v>
                </c:pt>
                <c:pt idx="4338">
                  <c:v>327</c:v>
                </c:pt>
                <c:pt idx="4339">
                  <c:v>28</c:v>
                </c:pt>
                <c:pt idx="4340">
                  <c:v>19</c:v>
                </c:pt>
                <c:pt idx="4341">
                  <c:v>92</c:v>
                </c:pt>
                <c:pt idx="4342">
                  <c:v>10</c:v>
                </c:pt>
                <c:pt idx="4343">
                  <c:v>70</c:v>
                </c:pt>
                <c:pt idx="4344">
                  <c:v>318</c:v>
                </c:pt>
                <c:pt idx="4345">
                  <c:v>74</c:v>
                </c:pt>
                <c:pt idx="4346">
                  <c:v>267</c:v>
                </c:pt>
                <c:pt idx="4347">
                  <c:v>46</c:v>
                </c:pt>
                <c:pt idx="4348">
                  <c:v>23</c:v>
                </c:pt>
                <c:pt idx="4349">
                  <c:v>33</c:v>
                </c:pt>
                <c:pt idx="4350">
                  <c:v>10</c:v>
                </c:pt>
                <c:pt idx="4351">
                  <c:v>164</c:v>
                </c:pt>
                <c:pt idx="4352">
                  <c:v>208</c:v>
                </c:pt>
                <c:pt idx="4353">
                  <c:v>87</c:v>
                </c:pt>
                <c:pt idx="4354">
                  <c:v>384</c:v>
                </c:pt>
                <c:pt idx="4355">
                  <c:v>536</c:v>
                </c:pt>
                <c:pt idx="4356">
                  <c:v>251</c:v>
                </c:pt>
                <c:pt idx="4357">
                  <c:v>34</c:v>
                </c:pt>
                <c:pt idx="4358">
                  <c:v>41</c:v>
                </c:pt>
                <c:pt idx="4359">
                  <c:v>176</c:v>
                </c:pt>
                <c:pt idx="4360">
                  <c:v>174</c:v>
                </c:pt>
                <c:pt idx="4361">
                  <c:v>324</c:v>
                </c:pt>
                <c:pt idx="4362">
                  <c:v>168</c:v>
                </c:pt>
                <c:pt idx="4363">
                  <c:v>119</c:v>
                </c:pt>
                <c:pt idx="4364">
                  <c:v>20</c:v>
                </c:pt>
                <c:pt idx="4365">
                  <c:v>162</c:v>
                </c:pt>
                <c:pt idx="4366">
                  <c:v>168</c:v>
                </c:pt>
                <c:pt idx="4367">
                  <c:v>480</c:v>
                </c:pt>
                <c:pt idx="4368">
                  <c:v>246</c:v>
                </c:pt>
                <c:pt idx="4369">
                  <c:v>250</c:v>
                </c:pt>
                <c:pt idx="4370">
                  <c:v>186</c:v>
                </c:pt>
                <c:pt idx="4371">
                  <c:v>123</c:v>
                </c:pt>
                <c:pt idx="4372">
                  <c:v>162</c:v>
                </c:pt>
                <c:pt idx="4373">
                  <c:v>24</c:v>
                </c:pt>
                <c:pt idx="4374">
                  <c:v>88</c:v>
                </c:pt>
                <c:pt idx="4375">
                  <c:v>47</c:v>
                </c:pt>
                <c:pt idx="4376">
                  <c:v>132</c:v>
                </c:pt>
                <c:pt idx="4377">
                  <c:v>157</c:v>
                </c:pt>
                <c:pt idx="4378">
                  <c:v>139</c:v>
                </c:pt>
                <c:pt idx="4379">
                  <c:v>156</c:v>
                </c:pt>
                <c:pt idx="4380">
                  <c:v>118</c:v>
                </c:pt>
                <c:pt idx="4381">
                  <c:v>235</c:v>
                </c:pt>
                <c:pt idx="4382">
                  <c:v>439</c:v>
                </c:pt>
                <c:pt idx="4383">
                  <c:v>58</c:v>
                </c:pt>
                <c:pt idx="4384">
                  <c:v>244</c:v>
                </c:pt>
                <c:pt idx="4385">
                  <c:v>179</c:v>
                </c:pt>
                <c:pt idx="4386">
                  <c:v>610</c:v>
                </c:pt>
                <c:pt idx="4387">
                  <c:v>166</c:v>
                </c:pt>
                <c:pt idx="4388">
                  <c:v>130</c:v>
                </c:pt>
                <c:pt idx="4389">
                  <c:v>203</c:v>
                </c:pt>
                <c:pt idx="4390">
                  <c:v>131</c:v>
                </c:pt>
                <c:pt idx="4391">
                  <c:v>168</c:v>
                </c:pt>
                <c:pt idx="4392">
                  <c:v>170</c:v>
                </c:pt>
                <c:pt idx="4393">
                  <c:v>321</c:v>
                </c:pt>
                <c:pt idx="4394">
                  <c:v>169</c:v>
                </c:pt>
                <c:pt idx="4395">
                  <c:v>199</c:v>
                </c:pt>
                <c:pt idx="4396">
                  <c:v>93</c:v>
                </c:pt>
                <c:pt idx="4397">
                  <c:v>183</c:v>
                </c:pt>
                <c:pt idx="4398">
                  <c:v>196</c:v>
                </c:pt>
                <c:pt idx="4399">
                  <c:v>187</c:v>
                </c:pt>
                <c:pt idx="4400">
                  <c:v>261</c:v>
                </c:pt>
                <c:pt idx="4401">
                  <c:v>304</c:v>
                </c:pt>
                <c:pt idx="4402">
                  <c:v>160</c:v>
                </c:pt>
                <c:pt idx="4403">
                  <c:v>182</c:v>
                </c:pt>
                <c:pt idx="4404">
                  <c:v>187</c:v>
                </c:pt>
                <c:pt idx="4405">
                  <c:v>253</c:v>
                </c:pt>
                <c:pt idx="4406">
                  <c:v>722</c:v>
                </c:pt>
                <c:pt idx="4407">
                  <c:v>45</c:v>
                </c:pt>
                <c:pt idx="4408">
                  <c:v>142</c:v>
                </c:pt>
                <c:pt idx="4409">
                  <c:v>178</c:v>
                </c:pt>
                <c:pt idx="4410">
                  <c:v>227</c:v>
                </c:pt>
                <c:pt idx="4411">
                  <c:v>450</c:v>
                </c:pt>
                <c:pt idx="4412">
                  <c:v>168</c:v>
                </c:pt>
                <c:pt idx="4413">
                  <c:v>194</c:v>
                </c:pt>
                <c:pt idx="4414">
                  <c:v>231</c:v>
                </c:pt>
                <c:pt idx="4415">
                  <c:v>617</c:v>
                </c:pt>
                <c:pt idx="4416">
                  <c:v>228</c:v>
                </c:pt>
                <c:pt idx="4417">
                  <c:v>187</c:v>
                </c:pt>
                <c:pt idx="4418">
                  <c:v>338</c:v>
                </c:pt>
                <c:pt idx="4419">
                  <c:v>734</c:v>
                </c:pt>
                <c:pt idx="4420">
                  <c:v>219</c:v>
                </c:pt>
                <c:pt idx="4421">
                  <c:v>129</c:v>
                </c:pt>
                <c:pt idx="4422">
                  <c:v>199</c:v>
                </c:pt>
                <c:pt idx="4423">
                  <c:v>105</c:v>
                </c:pt>
                <c:pt idx="4424">
                  <c:v>147</c:v>
                </c:pt>
                <c:pt idx="4425">
                  <c:v>132</c:v>
                </c:pt>
                <c:pt idx="4426">
                  <c:v>392</c:v>
                </c:pt>
                <c:pt idx="4427">
                  <c:v>213</c:v>
                </c:pt>
                <c:pt idx="4428">
                  <c:v>61</c:v>
                </c:pt>
                <c:pt idx="4429">
                  <c:v>172</c:v>
                </c:pt>
                <c:pt idx="4430">
                  <c:v>153</c:v>
                </c:pt>
                <c:pt idx="4431">
                  <c:v>489</c:v>
                </c:pt>
                <c:pt idx="4432">
                  <c:v>157</c:v>
                </c:pt>
                <c:pt idx="4433">
                  <c:v>191</c:v>
                </c:pt>
                <c:pt idx="4434">
                  <c:v>290</c:v>
                </c:pt>
                <c:pt idx="4435">
                  <c:v>299</c:v>
                </c:pt>
                <c:pt idx="4436">
                  <c:v>167</c:v>
                </c:pt>
                <c:pt idx="4437">
                  <c:v>176</c:v>
                </c:pt>
                <c:pt idx="4438">
                  <c:v>155</c:v>
                </c:pt>
                <c:pt idx="4439">
                  <c:v>210</c:v>
                </c:pt>
                <c:pt idx="4440">
                  <c:v>107</c:v>
                </c:pt>
                <c:pt idx="4441">
                  <c:v>76</c:v>
                </c:pt>
                <c:pt idx="4442">
                  <c:v>513</c:v>
                </c:pt>
                <c:pt idx="4443">
                  <c:v>83</c:v>
                </c:pt>
                <c:pt idx="4444">
                  <c:v>474</c:v>
                </c:pt>
                <c:pt idx="4445">
                  <c:v>504</c:v>
                </c:pt>
                <c:pt idx="4446">
                  <c:v>355</c:v>
                </c:pt>
                <c:pt idx="4447">
                  <c:v>114</c:v>
                </c:pt>
                <c:pt idx="4448">
                  <c:v>25</c:v>
                </c:pt>
                <c:pt idx="4449">
                  <c:v>158</c:v>
                </c:pt>
                <c:pt idx="4450">
                  <c:v>201</c:v>
                </c:pt>
                <c:pt idx="4451">
                  <c:v>166</c:v>
                </c:pt>
                <c:pt idx="4452">
                  <c:v>163</c:v>
                </c:pt>
                <c:pt idx="4453">
                  <c:v>304</c:v>
                </c:pt>
                <c:pt idx="4454">
                  <c:v>289</c:v>
                </c:pt>
                <c:pt idx="4455">
                  <c:v>215</c:v>
                </c:pt>
                <c:pt idx="4456">
                  <c:v>359</c:v>
                </c:pt>
                <c:pt idx="4457">
                  <c:v>175</c:v>
                </c:pt>
                <c:pt idx="4458">
                  <c:v>81</c:v>
                </c:pt>
                <c:pt idx="4459">
                  <c:v>125</c:v>
                </c:pt>
                <c:pt idx="4460">
                  <c:v>163</c:v>
                </c:pt>
                <c:pt idx="4461">
                  <c:v>114</c:v>
                </c:pt>
                <c:pt idx="4462">
                  <c:v>255</c:v>
                </c:pt>
                <c:pt idx="4463">
                  <c:v>443</c:v>
                </c:pt>
                <c:pt idx="4464">
                  <c:v>414</c:v>
                </c:pt>
                <c:pt idx="4465">
                  <c:v>267</c:v>
                </c:pt>
                <c:pt idx="4466">
                  <c:v>165</c:v>
                </c:pt>
                <c:pt idx="4467">
                  <c:v>186</c:v>
                </c:pt>
                <c:pt idx="4468">
                  <c:v>126</c:v>
                </c:pt>
                <c:pt idx="4469">
                  <c:v>90</c:v>
                </c:pt>
                <c:pt idx="4470">
                  <c:v>193</c:v>
                </c:pt>
                <c:pt idx="4471">
                  <c:v>76</c:v>
                </c:pt>
                <c:pt idx="4472">
                  <c:v>384</c:v>
                </c:pt>
                <c:pt idx="4473">
                  <c:v>161</c:v>
                </c:pt>
                <c:pt idx="4474">
                  <c:v>116</c:v>
                </c:pt>
                <c:pt idx="4475">
                  <c:v>524</c:v>
                </c:pt>
                <c:pt idx="4476">
                  <c:v>65</c:v>
                </c:pt>
                <c:pt idx="4477">
                  <c:v>561</c:v>
                </c:pt>
                <c:pt idx="4478">
                  <c:v>165</c:v>
                </c:pt>
                <c:pt idx="4479">
                  <c:v>200</c:v>
                </c:pt>
                <c:pt idx="4480">
                  <c:v>225</c:v>
                </c:pt>
                <c:pt idx="4481">
                  <c:v>93</c:v>
                </c:pt>
                <c:pt idx="4482">
                  <c:v>198</c:v>
                </c:pt>
                <c:pt idx="4483">
                  <c:v>579</c:v>
                </c:pt>
                <c:pt idx="4484">
                  <c:v>216</c:v>
                </c:pt>
                <c:pt idx="4485">
                  <c:v>233</c:v>
                </c:pt>
                <c:pt idx="4486">
                  <c:v>206</c:v>
                </c:pt>
                <c:pt idx="4487">
                  <c:v>94</c:v>
                </c:pt>
                <c:pt idx="4488">
                  <c:v>75</c:v>
                </c:pt>
                <c:pt idx="4489">
                  <c:v>342</c:v>
                </c:pt>
                <c:pt idx="4490">
                  <c:v>26</c:v>
                </c:pt>
                <c:pt idx="4491">
                  <c:v>244</c:v>
                </c:pt>
                <c:pt idx="4492">
                  <c:v>228</c:v>
                </c:pt>
                <c:pt idx="4493">
                  <c:v>214</c:v>
                </c:pt>
                <c:pt idx="4494">
                  <c:v>119</c:v>
                </c:pt>
                <c:pt idx="4495">
                  <c:v>189</c:v>
                </c:pt>
                <c:pt idx="4496">
                  <c:v>82</c:v>
                </c:pt>
                <c:pt idx="4497">
                  <c:v>278</c:v>
                </c:pt>
                <c:pt idx="4498">
                  <c:v>41</c:v>
                </c:pt>
                <c:pt idx="4499">
                  <c:v>23</c:v>
                </c:pt>
                <c:pt idx="4500">
                  <c:v>167</c:v>
                </c:pt>
                <c:pt idx="4501">
                  <c:v>362</c:v>
                </c:pt>
                <c:pt idx="4502">
                  <c:v>255</c:v>
                </c:pt>
                <c:pt idx="4503">
                  <c:v>167</c:v>
                </c:pt>
                <c:pt idx="4504">
                  <c:v>148</c:v>
                </c:pt>
                <c:pt idx="4505">
                  <c:v>22</c:v>
                </c:pt>
                <c:pt idx="4506">
                  <c:v>168</c:v>
                </c:pt>
                <c:pt idx="4507">
                  <c:v>128</c:v>
                </c:pt>
                <c:pt idx="4508">
                  <c:v>33</c:v>
                </c:pt>
                <c:pt idx="4509">
                  <c:v>276</c:v>
                </c:pt>
                <c:pt idx="4510">
                  <c:v>127</c:v>
                </c:pt>
                <c:pt idx="4511">
                  <c:v>319</c:v>
                </c:pt>
                <c:pt idx="4512">
                  <c:v>170</c:v>
                </c:pt>
                <c:pt idx="4513">
                  <c:v>88</c:v>
                </c:pt>
                <c:pt idx="4514">
                  <c:v>139</c:v>
                </c:pt>
                <c:pt idx="4515">
                  <c:v>37</c:v>
                </c:pt>
                <c:pt idx="4516">
                  <c:v>53</c:v>
                </c:pt>
                <c:pt idx="4517">
                  <c:v>433</c:v>
                </c:pt>
                <c:pt idx="4518">
                  <c:v>235</c:v>
                </c:pt>
                <c:pt idx="4519">
                  <c:v>28</c:v>
                </c:pt>
                <c:pt idx="4520">
                  <c:v>392</c:v>
                </c:pt>
                <c:pt idx="4521">
                  <c:v>31</c:v>
                </c:pt>
                <c:pt idx="4522">
                  <c:v>150</c:v>
                </c:pt>
                <c:pt idx="4523">
                  <c:v>22</c:v>
                </c:pt>
                <c:pt idx="4524">
                  <c:v>211</c:v>
                </c:pt>
                <c:pt idx="4525">
                  <c:v>430</c:v>
                </c:pt>
                <c:pt idx="4526">
                  <c:v>116</c:v>
                </c:pt>
                <c:pt idx="4527">
                  <c:v>45</c:v>
                </c:pt>
                <c:pt idx="4528">
                  <c:v>53</c:v>
                </c:pt>
                <c:pt idx="4529">
                  <c:v>293</c:v>
                </c:pt>
                <c:pt idx="4530">
                  <c:v>37</c:v>
                </c:pt>
                <c:pt idx="4531">
                  <c:v>187</c:v>
                </c:pt>
                <c:pt idx="4532">
                  <c:v>395</c:v>
                </c:pt>
                <c:pt idx="4533">
                  <c:v>213</c:v>
                </c:pt>
                <c:pt idx="4534">
                  <c:v>43</c:v>
                </c:pt>
                <c:pt idx="4535">
                  <c:v>88</c:v>
                </c:pt>
                <c:pt idx="4536">
                  <c:v>287</c:v>
                </c:pt>
                <c:pt idx="4537">
                  <c:v>293</c:v>
                </c:pt>
                <c:pt idx="4538">
                  <c:v>121</c:v>
                </c:pt>
                <c:pt idx="4539">
                  <c:v>78</c:v>
                </c:pt>
                <c:pt idx="4540">
                  <c:v>63</c:v>
                </c:pt>
                <c:pt idx="4541">
                  <c:v>59</c:v>
                </c:pt>
                <c:pt idx="4542">
                  <c:v>33</c:v>
                </c:pt>
                <c:pt idx="4543">
                  <c:v>260</c:v>
                </c:pt>
                <c:pt idx="4544">
                  <c:v>304</c:v>
                </c:pt>
                <c:pt idx="4545">
                  <c:v>89</c:v>
                </c:pt>
                <c:pt idx="4546">
                  <c:v>84</c:v>
                </c:pt>
                <c:pt idx="4547">
                  <c:v>28</c:v>
                </c:pt>
                <c:pt idx="4548">
                  <c:v>308</c:v>
                </c:pt>
                <c:pt idx="4549">
                  <c:v>35</c:v>
                </c:pt>
                <c:pt idx="4550">
                  <c:v>24</c:v>
                </c:pt>
                <c:pt idx="4551">
                  <c:v>62</c:v>
                </c:pt>
                <c:pt idx="4552">
                  <c:v>222</c:v>
                </c:pt>
                <c:pt idx="4553">
                  <c:v>116</c:v>
                </c:pt>
                <c:pt idx="4554">
                  <c:v>161</c:v>
                </c:pt>
                <c:pt idx="4555">
                  <c:v>630</c:v>
                </c:pt>
                <c:pt idx="4556">
                  <c:v>19</c:v>
                </c:pt>
                <c:pt idx="4557">
                  <c:v>88</c:v>
                </c:pt>
                <c:pt idx="4558">
                  <c:v>135</c:v>
                </c:pt>
                <c:pt idx="4559">
                  <c:v>174</c:v>
                </c:pt>
                <c:pt idx="4560">
                  <c:v>89</c:v>
                </c:pt>
                <c:pt idx="4561">
                  <c:v>186</c:v>
                </c:pt>
                <c:pt idx="4562">
                  <c:v>129</c:v>
                </c:pt>
                <c:pt idx="4563">
                  <c:v>54</c:v>
                </c:pt>
                <c:pt idx="4564">
                  <c:v>41</c:v>
                </c:pt>
                <c:pt idx="4565">
                  <c:v>224</c:v>
                </c:pt>
                <c:pt idx="4566">
                  <c:v>137</c:v>
                </c:pt>
                <c:pt idx="4567">
                  <c:v>140</c:v>
                </c:pt>
                <c:pt idx="4568">
                  <c:v>95</c:v>
                </c:pt>
                <c:pt idx="4569">
                  <c:v>52</c:v>
                </c:pt>
                <c:pt idx="4570">
                  <c:v>310</c:v>
                </c:pt>
                <c:pt idx="4571">
                  <c:v>254</c:v>
                </c:pt>
                <c:pt idx="4572">
                  <c:v>145</c:v>
                </c:pt>
                <c:pt idx="4573">
                  <c:v>26</c:v>
                </c:pt>
                <c:pt idx="4574">
                  <c:v>181</c:v>
                </c:pt>
                <c:pt idx="4575">
                  <c:v>127</c:v>
                </c:pt>
                <c:pt idx="4576">
                  <c:v>282</c:v>
                </c:pt>
                <c:pt idx="4577">
                  <c:v>86</c:v>
                </c:pt>
                <c:pt idx="4578">
                  <c:v>60</c:v>
                </c:pt>
                <c:pt idx="4579">
                  <c:v>90</c:v>
                </c:pt>
                <c:pt idx="4580">
                  <c:v>24</c:v>
                </c:pt>
                <c:pt idx="4581">
                  <c:v>623</c:v>
                </c:pt>
                <c:pt idx="4582">
                  <c:v>133</c:v>
                </c:pt>
                <c:pt idx="4583">
                  <c:v>100</c:v>
                </c:pt>
                <c:pt idx="4584">
                  <c:v>184</c:v>
                </c:pt>
                <c:pt idx="4585">
                  <c:v>145</c:v>
                </c:pt>
                <c:pt idx="4586">
                  <c:v>172</c:v>
                </c:pt>
                <c:pt idx="4587">
                  <c:v>178</c:v>
                </c:pt>
                <c:pt idx="4588">
                  <c:v>190</c:v>
                </c:pt>
                <c:pt idx="4589">
                  <c:v>27</c:v>
                </c:pt>
                <c:pt idx="4590">
                  <c:v>371</c:v>
                </c:pt>
                <c:pt idx="4591">
                  <c:v>190</c:v>
                </c:pt>
                <c:pt idx="4592">
                  <c:v>254</c:v>
                </c:pt>
                <c:pt idx="4593">
                  <c:v>590</c:v>
                </c:pt>
                <c:pt idx="4594">
                  <c:v>197</c:v>
                </c:pt>
                <c:pt idx="4595">
                  <c:v>159</c:v>
                </c:pt>
                <c:pt idx="4596">
                  <c:v>224</c:v>
                </c:pt>
                <c:pt idx="4597">
                  <c:v>130</c:v>
                </c:pt>
                <c:pt idx="4598">
                  <c:v>76</c:v>
                </c:pt>
                <c:pt idx="4599">
                  <c:v>26</c:v>
                </c:pt>
                <c:pt idx="4600">
                  <c:v>503</c:v>
                </c:pt>
                <c:pt idx="4601">
                  <c:v>160</c:v>
                </c:pt>
                <c:pt idx="4602">
                  <c:v>185</c:v>
                </c:pt>
                <c:pt idx="4603">
                  <c:v>171</c:v>
                </c:pt>
                <c:pt idx="4604">
                  <c:v>191</c:v>
                </c:pt>
                <c:pt idx="4605">
                  <c:v>48</c:v>
                </c:pt>
                <c:pt idx="4606">
                  <c:v>160</c:v>
                </c:pt>
                <c:pt idx="4607">
                  <c:v>25</c:v>
                </c:pt>
                <c:pt idx="4608">
                  <c:v>152</c:v>
                </c:pt>
                <c:pt idx="4609">
                  <c:v>118</c:v>
                </c:pt>
                <c:pt idx="4610">
                  <c:v>171</c:v>
                </c:pt>
                <c:pt idx="4611">
                  <c:v>290</c:v>
                </c:pt>
                <c:pt idx="4612">
                  <c:v>70</c:v>
                </c:pt>
                <c:pt idx="4613">
                  <c:v>75</c:v>
                </c:pt>
                <c:pt idx="4614">
                  <c:v>35</c:v>
                </c:pt>
                <c:pt idx="4615">
                  <c:v>243</c:v>
                </c:pt>
                <c:pt idx="4616">
                  <c:v>41</c:v>
                </c:pt>
                <c:pt idx="4617">
                  <c:v>27</c:v>
                </c:pt>
                <c:pt idx="4618">
                  <c:v>288</c:v>
                </c:pt>
                <c:pt idx="4619">
                  <c:v>71</c:v>
                </c:pt>
                <c:pt idx="4620">
                  <c:v>113</c:v>
                </c:pt>
                <c:pt idx="4621">
                  <c:v>234</c:v>
                </c:pt>
                <c:pt idx="4622">
                  <c:v>157</c:v>
                </c:pt>
                <c:pt idx="4623">
                  <c:v>163</c:v>
                </c:pt>
                <c:pt idx="4624">
                  <c:v>249</c:v>
                </c:pt>
                <c:pt idx="4625">
                  <c:v>172</c:v>
                </c:pt>
                <c:pt idx="4626">
                  <c:v>339</c:v>
                </c:pt>
                <c:pt idx="4627">
                  <c:v>283</c:v>
                </c:pt>
                <c:pt idx="4628">
                  <c:v>113</c:v>
                </c:pt>
                <c:pt idx="4629">
                  <c:v>127</c:v>
                </c:pt>
                <c:pt idx="4630">
                  <c:v>27</c:v>
                </c:pt>
                <c:pt idx="4631">
                  <c:v>304</c:v>
                </c:pt>
                <c:pt idx="4632">
                  <c:v>114</c:v>
                </c:pt>
                <c:pt idx="4633">
                  <c:v>96</c:v>
                </c:pt>
                <c:pt idx="4634">
                  <c:v>24</c:v>
                </c:pt>
                <c:pt idx="4635">
                  <c:v>616</c:v>
                </c:pt>
                <c:pt idx="4636">
                  <c:v>185</c:v>
                </c:pt>
                <c:pt idx="4637">
                  <c:v>468</c:v>
                </c:pt>
                <c:pt idx="4638">
                  <c:v>309</c:v>
                </c:pt>
                <c:pt idx="4639">
                  <c:v>54</c:v>
                </c:pt>
                <c:pt idx="4640">
                  <c:v>356</c:v>
                </c:pt>
                <c:pt idx="4641">
                  <c:v>462</c:v>
                </c:pt>
                <c:pt idx="4642">
                  <c:v>96</c:v>
                </c:pt>
                <c:pt idx="4643">
                  <c:v>362</c:v>
                </c:pt>
                <c:pt idx="4644">
                  <c:v>190</c:v>
                </c:pt>
                <c:pt idx="4645">
                  <c:v>217</c:v>
                </c:pt>
                <c:pt idx="4646">
                  <c:v>165</c:v>
                </c:pt>
                <c:pt idx="4647">
                  <c:v>190</c:v>
                </c:pt>
                <c:pt idx="4648">
                  <c:v>217</c:v>
                </c:pt>
                <c:pt idx="4649">
                  <c:v>210</c:v>
                </c:pt>
                <c:pt idx="4650">
                  <c:v>153</c:v>
                </c:pt>
                <c:pt idx="4651">
                  <c:v>160</c:v>
                </c:pt>
                <c:pt idx="4652">
                  <c:v>152</c:v>
                </c:pt>
                <c:pt idx="4653">
                  <c:v>283</c:v>
                </c:pt>
                <c:pt idx="4654">
                  <c:v>116</c:v>
                </c:pt>
                <c:pt idx="4655">
                  <c:v>110</c:v>
                </c:pt>
                <c:pt idx="4656">
                  <c:v>233</c:v>
                </c:pt>
                <c:pt idx="4657">
                  <c:v>201</c:v>
                </c:pt>
                <c:pt idx="4658">
                  <c:v>138</c:v>
                </c:pt>
                <c:pt idx="4659">
                  <c:v>157</c:v>
                </c:pt>
                <c:pt idx="4660">
                  <c:v>358</c:v>
                </c:pt>
                <c:pt idx="4661">
                  <c:v>239</c:v>
                </c:pt>
                <c:pt idx="4662">
                  <c:v>119</c:v>
                </c:pt>
                <c:pt idx="4663">
                  <c:v>148</c:v>
                </c:pt>
                <c:pt idx="4664">
                  <c:v>295</c:v>
                </c:pt>
                <c:pt idx="4665">
                  <c:v>52</c:v>
                </c:pt>
                <c:pt idx="4666">
                  <c:v>634</c:v>
                </c:pt>
                <c:pt idx="4667">
                  <c:v>108</c:v>
                </c:pt>
                <c:pt idx="4668">
                  <c:v>214</c:v>
                </c:pt>
                <c:pt idx="4669">
                  <c:v>282</c:v>
                </c:pt>
                <c:pt idx="4670">
                  <c:v>69</c:v>
                </c:pt>
                <c:pt idx="4671">
                  <c:v>35</c:v>
                </c:pt>
                <c:pt idx="4672">
                  <c:v>272</c:v>
                </c:pt>
                <c:pt idx="4673">
                  <c:v>142</c:v>
                </c:pt>
                <c:pt idx="4674">
                  <c:v>284</c:v>
                </c:pt>
                <c:pt idx="4675">
                  <c:v>158</c:v>
                </c:pt>
                <c:pt idx="4676">
                  <c:v>305</c:v>
                </c:pt>
                <c:pt idx="4677">
                  <c:v>168</c:v>
                </c:pt>
                <c:pt idx="4678">
                  <c:v>32</c:v>
                </c:pt>
                <c:pt idx="4679">
                  <c:v>98</c:v>
                </c:pt>
                <c:pt idx="4680">
                  <c:v>116</c:v>
                </c:pt>
                <c:pt idx="4681">
                  <c:v>231</c:v>
                </c:pt>
                <c:pt idx="4682">
                  <c:v>52</c:v>
                </c:pt>
                <c:pt idx="4683">
                  <c:v>267</c:v>
                </c:pt>
                <c:pt idx="4684">
                  <c:v>200</c:v>
                </c:pt>
                <c:pt idx="4685">
                  <c:v>449</c:v>
                </c:pt>
                <c:pt idx="4686">
                  <c:v>116</c:v>
                </c:pt>
                <c:pt idx="4687">
                  <c:v>302</c:v>
                </c:pt>
                <c:pt idx="4688">
                  <c:v>162</c:v>
                </c:pt>
                <c:pt idx="4689">
                  <c:v>94</c:v>
                </c:pt>
                <c:pt idx="4690">
                  <c:v>74</c:v>
                </c:pt>
                <c:pt idx="4691">
                  <c:v>68</c:v>
                </c:pt>
                <c:pt idx="4692">
                  <c:v>128</c:v>
                </c:pt>
                <c:pt idx="4693">
                  <c:v>444</c:v>
                </c:pt>
                <c:pt idx="4694">
                  <c:v>245</c:v>
                </c:pt>
                <c:pt idx="4695">
                  <c:v>617</c:v>
                </c:pt>
                <c:pt idx="4696">
                  <c:v>132</c:v>
                </c:pt>
                <c:pt idx="4697">
                  <c:v>204</c:v>
                </c:pt>
                <c:pt idx="4698">
                  <c:v>117</c:v>
                </c:pt>
                <c:pt idx="4699">
                  <c:v>201</c:v>
                </c:pt>
                <c:pt idx="4700">
                  <c:v>204</c:v>
                </c:pt>
                <c:pt idx="4701">
                  <c:v>28</c:v>
                </c:pt>
                <c:pt idx="4702">
                  <c:v>386</c:v>
                </c:pt>
                <c:pt idx="4703">
                  <c:v>141</c:v>
                </c:pt>
                <c:pt idx="4704">
                  <c:v>270</c:v>
                </c:pt>
                <c:pt idx="4705">
                  <c:v>128</c:v>
                </c:pt>
                <c:pt idx="4706">
                  <c:v>79</c:v>
                </c:pt>
                <c:pt idx="4707">
                  <c:v>398</c:v>
                </c:pt>
                <c:pt idx="4708">
                  <c:v>150</c:v>
                </c:pt>
                <c:pt idx="4709">
                  <c:v>124</c:v>
                </c:pt>
                <c:pt idx="4710">
                  <c:v>248</c:v>
                </c:pt>
                <c:pt idx="4711">
                  <c:v>199</c:v>
                </c:pt>
                <c:pt idx="4712">
                  <c:v>106</c:v>
                </c:pt>
                <c:pt idx="4713">
                  <c:v>136</c:v>
                </c:pt>
                <c:pt idx="4714">
                  <c:v>86</c:v>
                </c:pt>
                <c:pt idx="4715">
                  <c:v>223</c:v>
                </c:pt>
                <c:pt idx="4716">
                  <c:v>124</c:v>
                </c:pt>
                <c:pt idx="4717">
                  <c:v>395</c:v>
                </c:pt>
                <c:pt idx="4718">
                  <c:v>110</c:v>
                </c:pt>
                <c:pt idx="4719">
                  <c:v>242</c:v>
                </c:pt>
                <c:pt idx="4720">
                  <c:v>484</c:v>
                </c:pt>
                <c:pt idx="4721">
                  <c:v>140</c:v>
                </c:pt>
                <c:pt idx="4722">
                  <c:v>64</c:v>
                </c:pt>
                <c:pt idx="4723">
                  <c:v>10</c:v>
                </c:pt>
                <c:pt idx="4724">
                  <c:v>124</c:v>
                </c:pt>
                <c:pt idx="4725">
                  <c:v>273</c:v>
                </c:pt>
                <c:pt idx="4726">
                  <c:v>129</c:v>
                </c:pt>
                <c:pt idx="4727">
                  <c:v>74</c:v>
                </c:pt>
                <c:pt idx="4728">
                  <c:v>740</c:v>
                </c:pt>
                <c:pt idx="4729">
                  <c:v>324</c:v>
                </c:pt>
                <c:pt idx="4730">
                  <c:v>172</c:v>
                </c:pt>
                <c:pt idx="4731">
                  <c:v>177</c:v>
                </c:pt>
                <c:pt idx="4732">
                  <c:v>703</c:v>
                </c:pt>
                <c:pt idx="4733">
                  <c:v>85</c:v>
                </c:pt>
                <c:pt idx="4734">
                  <c:v>284</c:v>
                </c:pt>
                <c:pt idx="4735">
                  <c:v>495</c:v>
                </c:pt>
                <c:pt idx="4736">
                  <c:v>361</c:v>
                </c:pt>
                <c:pt idx="4737">
                  <c:v>261</c:v>
                </c:pt>
                <c:pt idx="4738">
                  <c:v>366</c:v>
                </c:pt>
                <c:pt idx="4739">
                  <c:v>74</c:v>
                </c:pt>
                <c:pt idx="4740">
                  <c:v>59</c:v>
                </c:pt>
                <c:pt idx="4741">
                  <c:v>557</c:v>
                </c:pt>
                <c:pt idx="4742">
                  <c:v>609</c:v>
                </c:pt>
                <c:pt idx="4743">
                  <c:v>425</c:v>
                </c:pt>
                <c:pt idx="4744">
                  <c:v>143</c:v>
                </c:pt>
                <c:pt idx="4745">
                  <c:v>11</c:v>
                </c:pt>
                <c:pt idx="4746">
                  <c:v>232</c:v>
                </c:pt>
                <c:pt idx="4747">
                  <c:v>104</c:v>
                </c:pt>
                <c:pt idx="4748">
                  <c:v>78</c:v>
                </c:pt>
                <c:pt idx="4749">
                  <c:v>250</c:v>
                </c:pt>
                <c:pt idx="4750">
                  <c:v>127</c:v>
                </c:pt>
                <c:pt idx="4751">
                  <c:v>142</c:v>
                </c:pt>
                <c:pt idx="4752">
                  <c:v>163</c:v>
                </c:pt>
                <c:pt idx="4753">
                  <c:v>144</c:v>
                </c:pt>
                <c:pt idx="4754">
                  <c:v>293</c:v>
                </c:pt>
                <c:pt idx="4755">
                  <c:v>333</c:v>
                </c:pt>
                <c:pt idx="4756">
                  <c:v>407</c:v>
                </c:pt>
                <c:pt idx="4757">
                  <c:v>26</c:v>
                </c:pt>
                <c:pt idx="4758">
                  <c:v>173</c:v>
                </c:pt>
                <c:pt idx="4759">
                  <c:v>219</c:v>
                </c:pt>
                <c:pt idx="4760">
                  <c:v>197</c:v>
                </c:pt>
                <c:pt idx="4761">
                  <c:v>158</c:v>
                </c:pt>
                <c:pt idx="4762">
                  <c:v>112</c:v>
                </c:pt>
                <c:pt idx="4763">
                  <c:v>224</c:v>
                </c:pt>
                <c:pt idx="4764">
                  <c:v>174</c:v>
                </c:pt>
                <c:pt idx="4765">
                  <c:v>159</c:v>
                </c:pt>
                <c:pt idx="4766">
                  <c:v>147</c:v>
                </c:pt>
                <c:pt idx="4767">
                  <c:v>144</c:v>
                </c:pt>
                <c:pt idx="4768">
                  <c:v>140</c:v>
                </c:pt>
                <c:pt idx="4769">
                  <c:v>143</c:v>
                </c:pt>
                <c:pt idx="4770">
                  <c:v>246</c:v>
                </c:pt>
                <c:pt idx="4771">
                  <c:v>420</c:v>
                </c:pt>
                <c:pt idx="4772">
                  <c:v>28</c:v>
                </c:pt>
                <c:pt idx="4773">
                  <c:v>28</c:v>
                </c:pt>
                <c:pt idx="4774">
                  <c:v>298</c:v>
                </c:pt>
                <c:pt idx="4775">
                  <c:v>198</c:v>
                </c:pt>
                <c:pt idx="4776">
                  <c:v>112</c:v>
                </c:pt>
                <c:pt idx="4777">
                  <c:v>283</c:v>
                </c:pt>
                <c:pt idx="4778">
                  <c:v>226</c:v>
                </c:pt>
                <c:pt idx="4779">
                  <c:v>171</c:v>
                </c:pt>
                <c:pt idx="4780">
                  <c:v>151</c:v>
                </c:pt>
                <c:pt idx="4781">
                  <c:v>132</c:v>
                </c:pt>
                <c:pt idx="4782">
                  <c:v>182</c:v>
                </c:pt>
                <c:pt idx="4783">
                  <c:v>131</c:v>
                </c:pt>
                <c:pt idx="4784">
                  <c:v>182</c:v>
                </c:pt>
                <c:pt idx="4785">
                  <c:v>226</c:v>
                </c:pt>
                <c:pt idx="4786">
                  <c:v>228</c:v>
                </c:pt>
                <c:pt idx="4787">
                  <c:v>157</c:v>
                </c:pt>
                <c:pt idx="4788">
                  <c:v>144</c:v>
                </c:pt>
                <c:pt idx="4789">
                  <c:v>120</c:v>
                </c:pt>
                <c:pt idx="4790">
                  <c:v>69</c:v>
                </c:pt>
                <c:pt idx="4791">
                  <c:v>200</c:v>
                </c:pt>
                <c:pt idx="4792">
                  <c:v>24</c:v>
                </c:pt>
                <c:pt idx="4793">
                  <c:v>212</c:v>
                </c:pt>
                <c:pt idx="4794">
                  <c:v>296</c:v>
                </c:pt>
                <c:pt idx="4795">
                  <c:v>166</c:v>
                </c:pt>
                <c:pt idx="4796">
                  <c:v>178</c:v>
                </c:pt>
                <c:pt idx="4797">
                  <c:v>168</c:v>
                </c:pt>
                <c:pt idx="4798">
                  <c:v>425</c:v>
                </c:pt>
                <c:pt idx="4799">
                  <c:v>30</c:v>
                </c:pt>
                <c:pt idx="4800">
                  <c:v>177</c:v>
                </c:pt>
                <c:pt idx="4801">
                  <c:v>277</c:v>
                </c:pt>
                <c:pt idx="4802">
                  <c:v>119</c:v>
                </c:pt>
                <c:pt idx="4803">
                  <c:v>227</c:v>
                </c:pt>
                <c:pt idx="4804">
                  <c:v>164</c:v>
                </c:pt>
                <c:pt idx="4805">
                  <c:v>160</c:v>
                </c:pt>
                <c:pt idx="4806">
                  <c:v>166</c:v>
                </c:pt>
                <c:pt idx="4807">
                  <c:v>80</c:v>
                </c:pt>
                <c:pt idx="4808">
                  <c:v>70</c:v>
                </c:pt>
                <c:pt idx="4809">
                  <c:v>159</c:v>
                </c:pt>
                <c:pt idx="4810">
                  <c:v>180</c:v>
                </c:pt>
                <c:pt idx="4811">
                  <c:v>70</c:v>
                </c:pt>
                <c:pt idx="4812">
                  <c:v>522</c:v>
                </c:pt>
                <c:pt idx="4813">
                  <c:v>348</c:v>
                </c:pt>
                <c:pt idx="4814">
                  <c:v>135</c:v>
                </c:pt>
                <c:pt idx="4815">
                  <c:v>184</c:v>
                </c:pt>
                <c:pt idx="4816">
                  <c:v>437</c:v>
                </c:pt>
                <c:pt idx="4817">
                  <c:v>122</c:v>
                </c:pt>
                <c:pt idx="4818">
                  <c:v>127</c:v>
                </c:pt>
                <c:pt idx="4819">
                  <c:v>120</c:v>
                </c:pt>
                <c:pt idx="4820">
                  <c:v>140</c:v>
                </c:pt>
                <c:pt idx="4821">
                  <c:v>489</c:v>
                </c:pt>
                <c:pt idx="4822">
                  <c:v>24</c:v>
                </c:pt>
                <c:pt idx="4823">
                  <c:v>133</c:v>
                </c:pt>
                <c:pt idx="4824">
                  <c:v>283</c:v>
                </c:pt>
                <c:pt idx="4825">
                  <c:v>152</c:v>
                </c:pt>
                <c:pt idx="4826">
                  <c:v>637</c:v>
                </c:pt>
                <c:pt idx="4827">
                  <c:v>185</c:v>
                </c:pt>
                <c:pt idx="4828">
                  <c:v>229</c:v>
                </c:pt>
                <c:pt idx="4829">
                  <c:v>130</c:v>
                </c:pt>
                <c:pt idx="4830">
                  <c:v>166</c:v>
                </c:pt>
                <c:pt idx="4831">
                  <c:v>124</c:v>
                </c:pt>
                <c:pt idx="4832">
                  <c:v>187</c:v>
                </c:pt>
                <c:pt idx="4833">
                  <c:v>96</c:v>
                </c:pt>
                <c:pt idx="4834">
                  <c:v>378</c:v>
                </c:pt>
                <c:pt idx="4835">
                  <c:v>179</c:v>
                </c:pt>
                <c:pt idx="4836">
                  <c:v>529</c:v>
                </c:pt>
                <c:pt idx="4837">
                  <c:v>168</c:v>
                </c:pt>
                <c:pt idx="4838">
                  <c:v>121</c:v>
                </c:pt>
                <c:pt idx="4839">
                  <c:v>142</c:v>
                </c:pt>
                <c:pt idx="4840">
                  <c:v>234</c:v>
                </c:pt>
                <c:pt idx="4841">
                  <c:v>135</c:v>
                </c:pt>
                <c:pt idx="4842">
                  <c:v>109</c:v>
                </c:pt>
                <c:pt idx="4843">
                  <c:v>183</c:v>
                </c:pt>
                <c:pt idx="4844">
                  <c:v>345</c:v>
                </c:pt>
                <c:pt idx="4845">
                  <c:v>203</c:v>
                </c:pt>
                <c:pt idx="4846">
                  <c:v>165</c:v>
                </c:pt>
                <c:pt idx="4847">
                  <c:v>111</c:v>
                </c:pt>
                <c:pt idx="4848">
                  <c:v>115</c:v>
                </c:pt>
                <c:pt idx="4849">
                  <c:v>170</c:v>
                </c:pt>
                <c:pt idx="4850">
                  <c:v>305</c:v>
                </c:pt>
                <c:pt idx="4851">
                  <c:v>199</c:v>
                </c:pt>
                <c:pt idx="4852">
                  <c:v>26</c:v>
                </c:pt>
                <c:pt idx="4853">
                  <c:v>173</c:v>
                </c:pt>
                <c:pt idx="4854">
                  <c:v>229</c:v>
                </c:pt>
                <c:pt idx="4855">
                  <c:v>170</c:v>
                </c:pt>
                <c:pt idx="4856">
                  <c:v>155</c:v>
                </c:pt>
                <c:pt idx="4857">
                  <c:v>133</c:v>
                </c:pt>
                <c:pt idx="4858">
                  <c:v>350</c:v>
                </c:pt>
                <c:pt idx="4859">
                  <c:v>163</c:v>
                </c:pt>
                <c:pt idx="4860">
                  <c:v>170</c:v>
                </c:pt>
                <c:pt idx="4861">
                  <c:v>443</c:v>
                </c:pt>
                <c:pt idx="4862">
                  <c:v>215</c:v>
                </c:pt>
                <c:pt idx="4863">
                  <c:v>247</c:v>
                </c:pt>
                <c:pt idx="4864">
                  <c:v>180</c:v>
                </c:pt>
                <c:pt idx="4865">
                  <c:v>295</c:v>
                </c:pt>
                <c:pt idx="4866">
                  <c:v>533</c:v>
                </c:pt>
                <c:pt idx="4867">
                  <c:v>121</c:v>
                </c:pt>
                <c:pt idx="4868">
                  <c:v>181</c:v>
                </c:pt>
                <c:pt idx="4869">
                  <c:v>216</c:v>
                </c:pt>
                <c:pt idx="4870">
                  <c:v>210</c:v>
                </c:pt>
                <c:pt idx="4871">
                  <c:v>189</c:v>
                </c:pt>
                <c:pt idx="4872">
                  <c:v>183</c:v>
                </c:pt>
                <c:pt idx="4873">
                  <c:v>299</c:v>
                </c:pt>
                <c:pt idx="4874">
                  <c:v>140</c:v>
                </c:pt>
                <c:pt idx="4875">
                  <c:v>240</c:v>
                </c:pt>
                <c:pt idx="4876">
                  <c:v>226</c:v>
                </c:pt>
                <c:pt idx="4877">
                  <c:v>123</c:v>
                </c:pt>
                <c:pt idx="4878">
                  <c:v>242</c:v>
                </c:pt>
                <c:pt idx="4879">
                  <c:v>107</c:v>
                </c:pt>
                <c:pt idx="4880">
                  <c:v>190</c:v>
                </c:pt>
                <c:pt idx="4881">
                  <c:v>168</c:v>
                </c:pt>
                <c:pt idx="4882">
                  <c:v>228</c:v>
                </c:pt>
                <c:pt idx="4883">
                  <c:v>159</c:v>
                </c:pt>
                <c:pt idx="4884">
                  <c:v>177</c:v>
                </c:pt>
                <c:pt idx="4885">
                  <c:v>176</c:v>
                </c:pt>
                <c:pt idx="4886">
                  <c:v>515</c:v>
                </c:pt>
                <c:pt idx="4887">
                  <c:v>159</c:v>
                </c:pt>
                <c:pt idx="4888">
                  <c:v>140</c:v>
                </c:pt>
                <c:pt idx="4889">
                  <c:v>152</c:v>
                </c:pt>
                <c:pt idx="4890">
                  <c:v>212</c:v>
                </c:pt>
                <c:pt idx="4891">
                  <c:v>235</c:v>
                </c:pt>
                <c:pt idx="4892">
                  <c:v>426</c:v>
                </c:pt>
                <c:pt idx="4893">
                  <c:v>185</c:v>
                </c:pt>
                <c:pt idx="4894">
                  <c:v>266</c:v>
                </c:pt>
                <c:pt idx="4895">
                  <c:v>220</c:v>
                </c:pt>
                <c:pt idx="4896">
                  <c:v>361</c:v>
                </c:pt>
                <c:pt idx="4897">
                  <c:v>196</c:v>
                </c:pt>
                <c:pt idx="4898">
                  <c:v>138</c:v>
                </c:pt>
                <c:pt idx="4899">
                  <c:v>143</c:v>
                </c:pt>
                <c:pt idx="4900">
                  <c:v>172</c:v>
                </c:pt>
                <c:pt idx="4901">
                  <c:v>204</c:v>
                </c:pt>
                <c:pt idx="4902">
                  <c:v>217</c:v>
                </c:pt>
                <c:pt idx="4903">
                  <c:v>180</c:v>
                </c:pt>
                <c:pt idx="4904">
                  <c:v>145</c:v>
                </c:pt>
                <c:pt idx="4905">
                  <c:v>121</c:v>
                </c:pt>
                <c:pt idx="4906">
                  <c:v>101</c:v>
                </c:pt>
                <c:pt idx="4907">
                  <c:v>146</c:v>
                </c:pt>
                <c:pt idx="4908">
                  <c:v>213</c:v>
                </c:pt>
                <c:pt idx="4909">
                  <c:v>192</c:v>
                </c:pt>
                <c:pt idx="4910">
                  <c:v>229</c:v>
                </c:pt>
                <c:pt idx="4911">
                  <c:v>168</c:v>
                </c:pt>
                <c:pt idx="4912">
                  <c:v>199</c:v>
                </c:pt>
                <c:pt idx="4913">
                  <c:v>209</c:v>
                </c:pt>
                <c:pt idx="4914">
                  <c:v>83</c:v>
                </c:pt>
                <c:pt idx="4915">
                  <c:v>152</c:v>
                </c:pt>
                <c:pt idx="4916">
                  <c:v>157</c:v>
                </c:pt>
                <c:pt idx="4917">
                  <c:v>30</c:v>
                </c:pt>
                <c:pt idx="4918">
                  <c:v>422</c:v>
                </c:pt>
                <c:pt idx="4919">
                  <c:v>640</c:v>
                </c:pt>
                <c:pt idx="4920">
                  <c:v>84</c:v>
                </c:pt>
                <c:pt idx="4921">
                  <c:v>180</c:v>
                </c:pt>
                <c:pt idx="4922">
                  <c:v>211</c:v>
                </c:pt>
                <c:pt idx="4923">
                  <c:v>187</c:v>
                </c:pt>
                <c:pt idx="4924">
                  <c:v>145</c:v>
                </c:pt>
                <c:pt idx="4925">
                  <c:v>96</c:v>
                </c:pt>
                <c:pt idx="4926">
                  <c:v>137</c:v>
                </c:pt>
                <c:pt idx="4927">
                  <c:v>154</c:v>
                </c:pt>
                <c:pt idx="4928">
                  <c:v>179</c:v>
                </c:pt>
                <c:pt idx="4929">
                  <c:v>139</c:v>
                </c:pt>
                <c:pt idx="4930">
                  <c:v>130</c:v>
                </c:pt>
                <c:pt idx="4931">
                  <c:v>243</c:v>
                </c:pt>
                <c:pt idx="4932">
                  <c:v>176</c:v>
                </c:pt>
                <c:pt idx="4933">
                  <c:v>359</c:v>
                </c:pt>
                <c:pt idx="4934">
                  <c:v>227</c:v>
                </c:pt>
                <c:pt idx="4935">
                  <c:v>163</c:v>
                </c:pt>
                <c:pt idx="4936">
                  <c:v>191</c:v>
                </c:pt>
                <c:pt idx="4937">
                  <c:v>186</c:v>
                </c:pt>
                <c:pt idx="4938">
                  <c:v>175</c:v>
                </c:pt>
                <c:pt idx="4939">
                  <c:v>102</c:v>
                </c:pt>
                <c:pt idx="4940">
                  <c:v>150</c:v>
                </c:pt>
                <c:pt idx="4941">
                  <c:v>457</c:v>
                </c:pt>
                <c:pt idx="4942">
                  <c:v>183</c:v>
                </c:pt>
                <c:pt idx="4943">
                  <c:v>21</c:v>
                </c:pt>
                <c:pt idx="4944">
                  <c:v>118</c:v>
                </c:pt>
                <c:pt idx="4945">
                  <c:v>210</c:v>
                </c:pt>
                <c:pt idx="4946">
                  <c:v>95</c:v>
                </c:pt>
                <c:pt idx="4947">
                  <c:v>247</c:v>
                </c:pt>
                <c:pt idx="4948">
                  <c:v>163</c:v>
                </c:pt>
                <c:pt idx="4949">
                  <c:v>265</c:v>
                </c:pt>
                <c:pt idx="4950">
                  <c:v>109</c:v>
                </c:pt>
                <c:pt idx="4951">
                  <c:v>444</c:v>
                </c:pt>
                <c:pt idx="4952">
                  <c:v>229</c:v>
                </c:pt>
                <c:pt idx="4953">
                  <c:v>171</c:v>
                </c:pt>
                <c:pt idx="4954">
                  <c:v>143</c:v>
                </c:pt>
                <c:pt idx="4955">
                  <c:v>165</c:v>
                </c:pt>
                <c:pt idx="4956">
                  <c:v>220</c:v>
                </c:pt>
                <c:pt idx="4957">
                  <c:v>277</c:v>
                </c:pt>
                <c:pt idx="4958">
                  <c:v>224</c:v>
                </c:pt>
                <c:pt idx="4959">
                  <c:v>276</c:v>
                </c:pt>
                <c:pt idx="4960">
                  <c:v>164</c:v>
                </c:pt>
                <c:pt idx="4961">
                  <c:v>160</c:v>
                </c:pt>
                <c:pt idx="4962">
                  <c:v>143</c:v>
                </c:pt>
                <c:pt idx="4963">
                  <c:v>271</c:v>
                </c:pt>
                <c:pt idx="4964">
                  <c:v>229</c:v>
                </c:pt>
                <c:pt idx="4965">
                  <c:v>187</c:v>
                </c:pt>
                <c:pt idx="4966">
                  <c:v>137</c:v>
                </c:pt>
                <c:pt idx="4967">
                  <c:v>149</c:v>
                </c:pt>
                <c:pt idx="4968">
                  <c:v>145</c:v>
                </c:pt>
                <c:pt idx="4969">
                  <c:v>190</c:v>
                </c:pt>
                <c:pt idx="4970">
                  <c:v>195</c:v>
                </c:pt>
                <c:pt idx="4971">
                  <c:v>508</c:v>
                </c:pt>
                <c:pt idx="4972">
                  <c:v>135</c:v>
                </c:pt>
                <c:pt idx="4973">
                  <c:v>147</c:v>
                </c:pt>
                <c:pt idx="4974">
                  <c:v>158</c:v>
                </c:pt>
                <c:pt idx="4975">
                  <c:v>198</c:v>
                </c:pt>
                <c:pt idx="4976">
                  <c:v>112</c:v>
                </c:pt>
                <c:pt idx="4977">
                  <c:v>166</c:v>
                </c:pt>
                <c:pt idx="4978">
                  <c:v>274</c:v>
                </c:pt>
                <c:pt idx="4979">
                  <c:v>252</c:v>
                </c:pt>
                <c:pt idx="4980">
                  <c:v>261</c:v>
                </c:pt>
                <c:pt idx="4981">
                  <c:v>189</c:v>
                </c:pt>
                <c:pt idx="4982">
                  <c:v>377</c:v>
                </c:pt>
                <c:pt idx="4983">
                  <c:v>220</c:v>
                </c:pt>
                <c:pt idx="4984">
                  <c:v>132</c:v>
                </c:pt>
                <c:pt idx="4985">
                  <c:v>133</c:v>
                </c:pt>
                <c:pt idx="4986">
                  <c:v>214</c:v>
                </c:pt>
                <c:pt idx="4987">
                  <c:v>351</c:v>
                </c:pt>
                <c:pt idx="4988">
                  <c:v>192</c:v>
                </c:pt>
                <c:pt idx="4989">
                  <c:v>141</c:v>
                </c:pt>
                <c:pt idx="4990">
                  <c:v>331</c:v>
                </c:pt>
                <c:pt idx="4991">
                  <c:v>122</c:v>
                </c:pt>
                <c:pt idx="4992">
                  <c:v>175</c:v>
                </c:pt>
                <c:pt idx="4993">
                  <c:v>201</c:v>
                </c:pt>
                <c:pt idx="4994">
                  <c:v>196</c:v>
                </c:pt>
                <c:pt idx="4995">
                  <c:v>184</c:v>
                </c:pt>
                <c:pt idx="4996">
                  <c:v>303</c:v>
                </c:pt>
                <c:pt idx="4997">
                  <c:v>149</c:v>
                </c:pt>
                <c:pt idx="4998">
                  <c:v>395</c:v>
                </c:pt>
                <c:pt idx="4999">
                  <c:v>167</c:v>
                </c:pt>
                <c:pt idx="5000">
                  <c:v>406</c:v>
                </c:pt>
                <c:pt idx="5001">
                  <c:v>154</c:v>
                </c:pt>
                <c:pt idx="5002">
                  <c:v>327</c:v>
                </c:pt>
                <c:pt idx="5003">
                  <c:v>266</c:v>
                </c:pt>
                <c:pt idx="5004">
                  <c:v>260</c:v>
                </c:pt>
                <c:pt idx="5005">
                  <c:v>119</c:v>
                </c:pt>
                <c:pt idx="5006">
                  <c:v>401</c:v>
                </c:pt>
                <c:pt idx="5007">
                  <c:v>139</c:v>
                </c:pt>
                <c:pt idx="5008">
                  <c:v>93</c:v>
                </c:pt>
                <c:pt idx="5009">
                  <c:v>183</c:v>
                </c:pt>
                <c:pt idx="5010">
                  <c:v>230</c:v>
                </c:pt>
                <c:pt idx="5011">
                  <c:v>294</c:v>
                </c:pt>
                <c:pt idx="5012">
                  <c:v>146</c:v>
                </c:pt>
                <c:pt idx="5013">
                  <c:v>174</c:v>
                </c:pt>
                <c:pt idx="5014">
                  <c:v>110</c:v>
                </c:pt>
                <c:pt idx="5015">
                  <c:v>212</c:v>
                </c:pt>
                <c:pt idx="5016">
                  <c:v>251</c:v>
                </c:pt>
                <c:pt idx="5017">
                  <c:v>408</c:v>
                </c:pt>
                <c:pt idx="5018">
                  <c:v>133</c:v>
                </c:pt>
                <c:pt idx="5019">
                  <c:v>132</c:v>
                </c:pt>
                <c:pt idx="5020">
                  <c:v>207</c:v>
                </c:pt>
                <c:pt idx="5021">
                  <c:v>198</c:v>
                </c:pt>
                <c:pt idx="5022">
                  <c:v>279</c:v>
                </c:pt>
                <c:pt idx="5023">
                  <c:v>276</c:v>
                </c:pt>
                <c:pt idx="5024">
                  <c:v>107</c:v>
                </c:pt>
                <c:pt idx="5025">
                  <c:v>173</c:v>
                </c:pt>
                <c:pt idx="5026">
                  <c:v>138</c:v>
                </c:pt>
                <c:pt idx="5027">
                  <c:v>186</c:v>
                </c:pt>
                <c:pt idx="5028">
                  <c:v>488</c:v>
                </c:pt>
                <c:pt idx="5029">
                  <c:v>408</c:v>
                </c:pt>
                <c:pt idx="5030">
                  <c:v>175</c:v>
                </c:pt>
                <c:pt idx="5031">
                  <c:v>489</c:v>
                </c:pt>
                <c:pt idx="5032">
                  <c:v>143</c:v>
                </c:pt>
                <c:pt idx="5033">
                  <c:v>674</c:v>
                </c:pt>
                <c:pt idx="5034">
                  <c:v>428</c:v>
                </c:pt>
                <c:pt idx="5035">
                  <c:v>170</c:v>
                </c:pt>
                <c:pt idx="5036">
                  <c:v>136</c:v>
                </c:pt>
                <c:pt idx="5037">
                  <c:v>222</c:v>
                </c:pt>
                <c:pt idx="5038">
                  <c:v>175</c:v>
                </c:pt>
                <c:pt idx="5039">
                  <c:v>162</c:v>
                </c:pt>
                <c:pt idx="5040">
                  <c:v>183</c:v>
                </c:pt>
                <c:pt idx="5041">
                  <c:v>156</c:v>
                </c:pt>
                <c:pt idx="5042">
                  <c:v>349</c:v>
                </c:pt>
                <c:pt idx="5043">
                  <c:v>198</c:v>
                </c:pt>
                <c:pt idx="5044">
                  <c:v>173</c:v>
                </c:pt>
                <c:pt idx="5045">
                  <c:v>236</c:v>
                </c:pt>
                <c:pt idx="5046">
                  <c:v>174</c:v>
                </c:pt>
                <c:pt idx="5047">
                  <c:v>220</c:v>
                </c:pt>
                <c:pt idx="5048">
                  <c:v>152</c:v>
                </c:pt>
                <c:pt idx="5049">
                  <c:v>160</c:v>
                </c:pt>
                <c:pt idx="5050">
                  <c:v>206</c:v>
                </c:pt>
                <c:pt idx="5051">
                  <c:v>385</c:v>
                </c:pt>
                <c:pt idx="5052">
                  <c:v>111</c:v>
                </c:pt>
                <c:pt idx="5053">
                  <c:v>92</c:v>
                </c:pt>
                <c:pt idx="5054">
                  <c:v>193</c:v>
                </c:pt>
                <c:pt idx="5055">
                  <c:v>626</c:v>
                </c:pt>
                <c:pt idx="5056">
                  <c:v>147</c:v>
                </c:pt>
                <c:pt idx="5057">
                  <c:v>147</c:v>
                </c:pt>
                <c:pt idx="5058">
                  <c:v>196</c:v>
                </c:pt>
                <c:pt idx="5059">
                  <c:v>151</c:v>
                </c:pt>
                <c:pt idx="5060">
                  <c:v>199</c:v>
                </c:pt>
                <c:pt idx="5061">
                  <c:v>102</c:v>
                </c:pt>
                <c:pt idx="5062">
                  <c:v>216</c:v>
                </c:pt>
                <c:pt idx="5063">
                  <c:v>458</c:v>
                </c:pt>
                <c:pt idx="5064">
                  <c:v>697</c:v>
                </c:pt>
                <c:pt idx="5065">
                  <c:v>288</c:v>
                </c:pt>
                <c:pt idx="5066">
                  <c:v>238</c:v>
                </c:pt>
                <c:pt idx="5067">
                  <c:v>163</c:v>
                </c:pt>
                <c:pt idx="5068">
                  <c:v>222</c:v>
                </c:pt>
                <c:pt idx="5069">
                  <c:v>208</c:v>
                </c:pt>
                <c:pt idx="5070">
                  <c:v>146</c:v>
                </c:pt>
                <c:pt idx="5071">
                  <c:v>140</c:v>
                </c:pt>
                <c:pt idx="5072">
                  <c:v>249</c:v>
                </c:pt>
                <c:pt idx="5073">
                  <c:v>130</c:v>
                </c:pt>
                <c:pt idx="5074">
                  <c:v>208</c:v>
                </c:pt>
                <c:pt idx="5075">
                  <c:v>171</c:v>
                </c:pt>
                <c:pt idx="5076">
                  <c:v>141</c:v>
                </c:pt>
                <c:pt idx="5077">
                  <c:v>172</c:v>
                </c:pt>
                <c:pt idx="5078">
                  <c:v>198</c:v>
                </c:pt>
                <c:pt idx="5079">
                  <c:v>190</c:v>
                </c:pt>
                <c:pt idx="5080">
                  <c:v>160</c:v>
                </c:pt>
                <c:pt idx="5081">
                  <c:v>162</c:v>
                </c:pt>
                <c:pt idx="5082">
                  <c:v>617</c:v>
                </c:pt>
                <c:pt idx="5083">
                  <c:v>148</c:v>
                </c:pt>
                <c:pt idx="5084">
                  <c:v>204</c:v>
                </c:pt>
                <c:pt idx="5085">
                  <c:v>176</c:v>
                </c:pt>
                <c:pt idx="5086">
                  <c:v>236</c:v>
                </c:pt>
                <c:pt idx="5087">
                  <c:v>230</c:v>
                </c:pt>
                <c:pt idx="5088">
                  <c:v>159</c:v>
                </c:pt>
                <c:pt idx="5089">
                  <c:v>152</c:v>
                </c:pt>
                <c:pt idx="5090">
                  <c:v>394</c:v>
                </c:pt>
                <c:pt idx="5091">
                  <c:v>111</c:v>
                </c:pt>
                <c:pt idx="5092">
                  <c:v>199</c:v>
                </c:pt>
                <c:pt idx="5093">
                  <c:v>239</c:v>
                </c:pt>
                <c:pt idx="5094">
                  <c:v>150</c:v>
                </c:pt>
                <c:pt idx="5095">
                  <c:v>175</c:v>
                </c:pt>
                <c:pt idx="5096">
                  <c:v>309</c:v>
                </c:pt>
                <c:pt idx="5097">
                  <c:v>120</c:v>
                </c:pt>
                <c:pt idx="5098">
                  <c:v>355</c:v>
                </c:pt>
                <c:pt idx="5099">
                  <c:v>327</c:v>
                </c:pt>
                <c:pt idx="5100">
                  <c:v>140</c:v>
                </c:pt>
                <c:pt idx="5101">
                  <c:v>163</c:v>
                </c:pt>
                <c:pt idx="5102">
                  <c:v>137</c:v>
                </c:pt>
                <c:pt idx="5103">
                  <c:v>187</c:v>
                </c:pt>
                <c:pt idx="5104">
                  <c:v>256</c:v>
                </c:pt>
                <c:pt idx="5105">
                  <c:v>254</c:v>
                </c:pt>
                <c:pt idx="5106">
                  <c:v>196</c:v>
                </c:pt>
                <c:pt idx="5107">
                  <c:v>696</c:v>
                </c:pt>
                <c:pt idx="5108">
                  <c:v>255</c:v>
                </c:pt>
                <c:pt idx="5109">
                  <c:v>137</c:v>
                </c:pt>
                <c:pt idx="5110">
                  <c:v>154</c:v>
                </c:pt>
                <c:pt idx="5111">
                  <c:v>216</c:v>
                </c:pt>
                <c:pt idx="5112">
                  <c:v>170</c:v>
                </c:pt>
                <c:pt idx="5113">
                  <c:v>165</c:v>
                </c:pt>
                <c:pt idx="5114">
                  <c:v>247</c:v>
                </c:pt>
                <c:pt idx="5115">
                  <c:v>349</c:v>
                </c:pt>
                <c:pt idx="5116">
                  <c:v>134</c:v>
                </c:pt>
                <c:pt idx="5117">
                  <c:v>161</c:v>
                </c:pt>
                <c:pt idx="5118">
                  <c:v>584</c:v>
                </c:pt>
                <c:pt idx="5119">
                  <c:v>165</c:v>
                </c:pt>
                <c:pt idx="5120">
                  <c:v>49</c:v>
                </c:pt>
                <c:pt idx="5121">
                  <c:v>91</c:v>
                </c:pt>
                <c:pt idx="5122">
                  <c:v>141</c:v>
                </c:pt>
                <c:pt idx="5123">
                  <c:v>171</c:v>
                </c:pt>
                <c:pt idx="5124">
                  <c:v>235</c:v>
                </c:pt>
                <c:pt idx="5125">
                  <c:v>280</c:v>
                </c:pt>
                <c:pt idx="5126">
                  <c:v>179</c:v>
                </c:pt>
                <c:pt idx="5127">
                  <c:v>538</c:v>
                </c:pt>
                <c:pt idx="5128">
                  <c:v>118</c:v>
                </c:pt>
                <c:pt idx="5129">
                  <c:v>532</c:v>
                </c:pt>
                <c:pt idx="5130">
                  <c:v>161</c:v>
                </c:pt>
                <c:pt idx="5131">
                  <c:v>184</c:v>
                </c:pt>
                <c:pt idx="5132">
                  <c:v>118</c:v>
                </c:pt>
                <c:pt idx="5133">
                  <c:v>197</c:v>
                </c:pt>
                <c:pt idx="5134">
                  <c:v>127</c:v>
                </c:pt>
                <c:pt idx="5135">
                  <c:v>124</c:v>
                </c:pt>
                <c:pt idx="5136">
                  <c:v>306</c:v>
                </c:pt>
                <c:pt idx="5137">
                  <c:v>173</c:v>
                </c:pt>
                <c:pt idx="5138">
                  <c:v>219</c:v>
                </c:pt>
                <c:pt idx="5139">
                  <c:v>46</c:v>
                </c:pt>
                <c:pt idx="5140">
                  <c:v>103</c:v>
                </c:pt>
                <c:pt idx="5141">
                  <c:v>304</c:v>
                </c:pt>
                <c:pt idx="5142">
                  <c:v>149</c:v>
                </c:pt>
                <c:pt idx="5143">
                  <c:v>93</c:v>
                </c:pt>
                <c:pt idx="5144">
                  <c:v>265</c:v>
                </c:pt>
                <c:pt idx="5145">
                  <c:v>117</c:v>
                </c:pt>
                <c:pt idx="5146">
                  <c:v>303</c:v>
                </c:pt>
                <c:pt idx="5147">
                  <c:v>120</c:v>
                </c:pt>
                <c:pt idx="5148">
                  <c:v>132</c:v>
                </c:pt>
                <c:pt idx="5149">
                  <c:v>216</c:v>
                </c:pt>
                <c:pt idx="5150">
                  <c:v>582</c:v>
                </c:pt>
                <c:pt idx="5151">
                  <c:v>174</c:v>
                </c:pt>
                <c:pt idx="5152">
                  <c:v>139</c:v>
                </c:pt>
                <c:pt idx="5153">
                  <c:v>409</c:v>
                </c:pt>
                <c:pt idx="5154">
                  <c:v>69</c:v>
                </c:pt>
                <c:pt idx="5155">
                  <c:v>395</c:v>
                </c:pt>
                <c:pt idx="5156">
                  <c:v>216</c:v>
                </c:pt>
                <c:pt idx="5157">
                  <c:v>156</c:v>
                </c:pt>
                <c:pt idx="5158">
                  <c:v>175</c:v>
                </c:pt>
                <c:pt idx="5159">
                  <c:v>173</c:v>
                </c:pt>
                <c:pt idx="5160">
                  <c:v>159</c:v>
                </c:pt>
                <c:pt idx="5161">
                  <c:v>130</c:v>
                </c:pt>
                <c:pt idx="5162">
                  <c:v>149</c:v>
                </c:pt>
                <c:pt idx="5163">
                  <c:v>245</c:v>
                </c:pt>
                <c:pt idx="5164">
                  <c:v>125</c:v>
                </c:pt>
                <c:pt idx="5165">
                  <c:v>546</c:v>
                </c:pt>
                <c:pt idx="5166">
                  <c:v>386</c:v>
                </c:pt>
                <c:pt idx="5167">
                  <c:v>104</c:v>
                </c:pt>
                <c:pt idx="5168">
                  <c:v>392</c:v>
                </c:pt>
                <c:pt idx="5169">
                  <c:v>88</c:v>
                </c:pt>
                <c:pt idx="5170">
                  <c:v>444</c:v>
                </c:pt>
                <c:pt idx="5171">
                  <c:v>139</c:v>
                </c:pt>
                <c:pt idx="5172">
                  <c:v>83</c:v>
                </c:pt>
                <c:pt idx="5173">
                  <c:v>139</c:v>
                </c:pt>
                <c:pt idx="5174">
                  <c:v>418</c:v>
                </c:pt>
                <c:pt idx="5175">
                  <c:v>153</c:v>
                </c:pt>
                <c:pt idx="5176">
                  <c:v>148</c:v>
                </c:pt>
                <c:pt idx="5177">
                  <c:v>444</c:v>
                </c:pt>
                <c:pt idx="5178">
                  <c:v>203</c:v>
                </c:pt>
                <c:pt idx="5179">
                  <c:v>143</c:v>
                </c:pt>
                <c:pt idx="5180">
                  <c:v>326</c:v>
                </c:pt>
                <c:pt idx="5181">
                  <c:v>141</c:v>
                </c:pt>
                <c:pt idx="5182">
                  <c:v>130</c:v>
                </c:pt>
                <c:pt idx="5183">
                  <c:v>168</c:v>
                </c:pt>
                <c:pt idx="5184">
                  <c:v>136</c:v>
                </c:pt>
                <c:pt idx="5185">
                  <c:v>296</c:v>
                </c:pt>
                <c:pt idx="5186">
                  <c:v>159</c:v>
                </c:pt>
                <c:pt idx="5187">
                  <c:v>173</c:v>
                </c:pt>
                <c:pt idx="5188">
                  <c:v>319</c:v>
                </c:pt>
                <c:pt idx="5189">
                  <c:v>108</c:v>
                </c:pt>
                <c:pt idx="5190">
                  <c:v>142</c:v>
                </c:pt>
                <c:pt idx="5191">
                  <c:v>138</c:v>
                </c:pt>
                <c:pt idx="5192">
                  <c:v>91</c:v>
                </c:pt>
                <c:pt idx="5193">
                  <c:v>321</c:v>
                </c:pt>
                <c:pt idx="5194">
                  <c:v>99</c:v>
                </c:pt>
                <c:pt idx="5195">
                  <c:v>207</c:v>
                </c:pt>
                <c:pt idx="5196">
                  <c:v>157</c:v>
                </c:pt>
                <c:pt idx="5197">
                  <c:v>141</c:v>
                </c:pt>
                <c:pt idx="5198">
                  <c:v>156</c:v>
                </c:pt>
                <c:pt idx="5199">
                  <c:v>168</c:v>
                </c:pt>
                <c:pt idx="5200">
                  <c:v>451</c:v>
                </c:pt>
                <c:pt idx="5201">
                  <c:v>442</c:v>
                </c:pt>
                <c:pt idx="5202">
                  <c:v>318</c:v>
                </c:pt>
                <c:pt idx="5203">
                  <c:v>123</c:v>
                </c:pt>
                <c:pt idx="5204">
                  <c:v>192</c:v>
                </c:pt>
                <c:pt idx="5205">
                  <c:v>184</c:v>
                </c:pt>
                <c:pt idx="5206">
                  <c:v>109</c:v>
                </c:pt>
                <c:pt idx="5207">
                  <c:v>138</c:v>
                </c:pt>
                <c:pt idx="5208">
                  <c:v>145</c:v>
                </c:pt>
                <c:pt idx="5209">
                  <c:v>204</c:v>
                </c:pt>
                <c:pt idx="5210">
                  <c:v>133</c:v>
                </c:pt>
                <c:pt idx="5211">
                  <c:v>588</c:v>
                </c:pt>
                <c:pt idx="5212">
                  <c:v>238</c:v>
                </c:pt>
                <c:pt idx="5213">
                  <c:v>130</c:v>
                </c:pt>
                <c:pt idx="5214">
                  <c:v>132</c:v>
                </c:pt>
                <c:pt idx="5215">
                  <c:v>95</c:v>
                </c:pt>
                <c:pt idx="5216">
                  <c:v>149</c:v>
                </c:pt>
                <c:pt idx="5217">
                  <c:v>166</c:v>
                </c:pt>
                <c:pt idx="5218">
                  <c:v>356</c:v>
                </c:pt>
                <c:pt idx="5219">
                  <c:v>178</c:v>
                </c:pt>
                <c:pt idx="5220">
                  <c:v>257</c:v>
                </c:pt>
                <c:pt idx="5221">
                  <c:v>122</c:v>
                </c:pt>
                <c:pt idx="5222">
                  <c:v>478</c:v>
                </c:pt>
                <c:pt idx="5223">
                  <c:v>146</c:v>
                </c:pt>
                <c:pt idx="5224">
                  <c:v>151</c:v>
                </c:pt>
                <c:pt idx="5225">
                  <c:v>107</c:v>
                </c:pt>
                <c:pt idx="5226">
                  <c:v>127</c:v>
                </c:pt>
                <c:pt idx="5227">
                  <c:v>73</c:v>
                </c:pt>
                <c:pt idx="5228">
                  <c:v>374</c:v>
                </c:pt>
                <c:pt idx="5229">
                  <c:v>572</c:v>
                </c:pt>
                <c:pt idx="5230">
                  <c:v>76</c:v>
                </c:pt>
                <c:pt idx="5231">
                  <c:v>132</c:v>
                </c:pt>
                <c:pt idx="5232">
                  <c:v>592</c:v>
                </c:pt>
                <c:pt idx="5233">
                  <c:v>184</c:v>
                </c:pt>
                <c:pt idx="5234">
                  <c:v>123</c:v>
                </c:pt>
                <c:pt idx="5235">
                  <c:v>177</c:v>
                </c:pt>
                <c:pt idx="5236">
                  <c:v>265</c:v>
                </c:pt>
                <c:pt idx="5237">
                  <c:v>133</c:v>
                </c:pt>
                <c:pt idx="5238">
                  <c:v>284</c:v>
                </c:pt>
                <c:pt idx="5239">
                  <c:v>308</c:v>
                </c:pt>
                <c:pt idx="5240">
                  <c:v>165</c:v>
                </c:pt>
                <c:pt idx="5241">
                  <c:v>107</c:v>
                </c:pt>
                <c:pt idx="5242">
                  <c:v>98</c:v>
                </c:pt>
                <c:pt idx="5243">
                  <c:v>175</c:v>
                </c:pt>
                <c:pt idx="5244">
                  <c:v>132</c:v>
                </c:pt>
                <c:pt idx="5245">
                  <c:v>266</c:v>
                </c:pt>
                <c:pt idx="5246">
                  <c:v>142</c:v>
                </c:pt>
                <c:pt idx="5247">
                  <c:v>131</c:v>
                </c:pt>
                <c:pt idx="5248">
                  <c:v>110</c:v>
                </c:pt>
                <c:pt idx="5249">
                  <c:v>164</c:v>
                </c:pt>
                <c:pt idx="5250">
                  <c:v>168</c:v>
                </c:pt>
                <c:pt idx="5251">
                  <c:v>174</c:v>
                </c:pt>
                <c:pt idx="5252">
                  <c:v>106</c:v>
                </c:pt>
                <c:pt idx="5253">
                  <c:v>171</c:v>
                </c:pt>
                <c:pt idx="5254">
                  <c:v>361</c:v>
                </c:pt>
                <c:pt idx="5255">
                  <c:v>247</c:v>
                </c:pt>
                <c:pt idx="5256">
                  <c:v>114</c:v>
                </c:pt>
                <c:pt idx="5257">
                  <c:v>113</c:v>
                </c:pt>
                <c:pt idx="5258">
                  <c:v>100</c:v>
                </c:pt>
                <c:pt idx="5259">
                  <c:v>424</c:v>
                </c:pt>
                <c:pt idx="5260">
                  <c:v>424</c:v>
                </c:pt>
                <c:pt idx="5261">
                  <c:v>165</c:v>
                </c:pt>
                <c:pt idx="5262">
                  <c:v>74</c:v>
                </c:pt>
                <c:pt idx="5263">
                  <c:v>452</c:v>
                </c:pt>
                <c:pt idx="5264">
                  <c:v>224</c:v>
                </c:pt>
                <c:pt idx="5265">
                  <c:v>86</c:v>
                </c:pt>
                <c:pt idx="5266">
                  <c:v>729</c:v>
                </c:pt>
                <c:pt idx="5267">
                  <c:v>639</c:v>
                </c:pt>
                <c:pt idx="5268">
                  <c:v>220</c:v>
                </c:pt>
                <c:pt idx="5269">
                  <c:v>196</c:v>
                </c:pt>
                <c:pt idx="5270">
                  <c:v>121</c:v>
                </c:pt>
                <c:pt idx="5271">
                  <c:v>98</c:v>
                </c:pt>
                <c:pt idx="5272">
                  <c:v>158</c:v>
                </c:pt>
                <c:pt idx="5273">
                  <c:v>315</c:v>
                </c:pt>
                <c:pt idx="5274">
                  <c:v>214</c:v>
                </c:pt>
                <c:pt idx="5275">
                  <c:v>416</c:v>
                </c:pt>
                <c:pt idx="5276">
                  <c:v>391</c:v>
                </c:pt>
                <c:pt idx="5277">
                  <c:v>331</c:v>
                </c:pt>
                <c:pt idx="5278">
                  <c:v>139</c:v>
                </c:pt>
                <c:pt idx="5279">
                  <c:v>136</c:v>
                </c:pt>
                <c:pt idx="5280">
                  <c:v>119</c:v>
                </c:pt>
                <c:pt idx="5281">
                  <c:v>570</c:v>
                </c:pt>
                <c:pt idx="5282">
                  <c:v>409</c:v>
                </c:pt>
                <c:pt idx="5283">
                  <c:v>412</c:v>
                </c:pt>
                <c:pt idx="5284">
                  <c:v>132</c:v>
                </c:pt>
                <c:pt idx="5285">
                  <c:v>192</c:v>
                </c:pt>
                <c:pt idx="5286">
                  <c:v>150</c:v>
                </c:pt>
                <c:pt idx="5287">
                  <c:v>664</c:v>
                </c:pt>
                <c:pt idx="5288">
                  <c:v>390</c:v>
                </c:pt>
                <c:pt idx="5289">
                  <c:v>227</c:v>
                </c:pt>
                <c:pt idx="5290">
                  <c:v>453</c:v>
                </c:pt>
                <c:pt idx="5291">
                  <c:v>380</c:v>
                </c:pt>
                <c:pt idx="5292">
                  <c:v>181</c:v>
                </c:pt>
                <c:pt idx="5293">
                  <c:v>260</c:v>
                </c:pt>
                <c:pt idx="5294">
                  <c:v>129</c:v>
                </c:pt>
                <c:pt idx="5295">
                  <c:v>158</c:v>
                </c:pt>
                <c:pt idx="5296">
                  <c:v>176</c:v>
                </c:pt>
                <c:pt idx="5297">
                  <c:v>173</c:v>
                </c:pt>
                <c:pt idx="5298">
                  <c:v>367</c:v>
                </c:pt>
                <c:pt idx="5299">
                  <c:v>330</c:v>
                </c:pt>
                <c:pt idx="5300">
                  <c:v>360</c:v>
                </c:pt>
                <c:pt idx="5301">
                  <c:v>174</c:v>
                </c:pt>
                <c:pt idx="5302">
                  <c:v>653</c:v>
                </c:pt>
                <c:pt idx="5303">
                  <c:v>352</c:v>
                </c:pt>
                <c:pt idx="5304">
                  <c:v>141</c:v>
                </c:pt>
                <c:pt idx="5305">
                  <c:v>252</c:v>
                </c:pt>
                <c:pt idx="5306">
                  <c:v>446</c:v>
                </c:pt>
                <c:pt idx="5307">
                  <c:v>367</c:v>
                </c:pt>
                <c:pt idx="5308">
                  <c:v>332</c:v>
                </c:pt>
                <c:pt idx="5309">
                  <c:v>177</c:v>
                </c:pt>
                <c:pt idx="5310">
                  <c:v>424</c:v>
                </c:pt>
                <c:pt idx="5311">
                  <c:v>348</c:v>
                </c:pt>
                <c:pt idx="5312">
                  <c:v>129</c:v>
                </c:pt>
                <c:pt idx="5313">
                  <c:v>143</c:v>
                </c:pt>
                <c:pt idx="5314">
                  <c:v>273</c:v>
                </c:pt>
                <c:pt idx="5315">
                  <c:v>275</c:v>
                </c:pt>
                <c:pt idx="5316">
                  <c:v>322</c:v>
                </c:pt>
                <c:pt idx="5317">
                  <c:v>262</c:v>
                </c:pt>
                <c:pt idx="5318">
                  <c:v>161</c:v>
                </c:pt>
                <c:pt idx="5319">
                  <c:v>325</c:v>
                </c:pt>
                <c:pt idx="5320">
                  <c:v>127</c:v>
                </c:pt>
                <c:pt idx="5321">
                  <c:v>165</c:v>
                </c:pt>
                <c:pt idx="5322">
                  <c:v>356</c:v>
                </c:pt>
                <c:pt idx="5323">
                  <c:v>199</c:v>
                </c:pt>
                <c:pt idx="5324">
                  <c:v>214</c:v>
                </c:pt>
                <c:pt idx="5325">
                  <c:v>371</c:v>
                </c:pt>
                <c:pt idx="5326">
                  <c:v>186</c:v>
                </c:pt>
                <c:pt idx="5327">
                  <c:v>270</c:v>
                </c:pt>
                <c:pt idx="5328">
                  <c:v>424</c:v>
                </c:pt>
                <c:pt idx="5329">
                  <c:v>113</c:v>
                </c:pt>
                <c:pt idx="5330">
                  <c:v>102</c:v>
                </c:pt>
                <c:pt idx="5331">
                  <c:v>214</c:v>
                </c:pt>
                <c:pt idx="5332">
                  <c:v>173</c:v>
                </c:pt>
                <c:pt idx="5333">
                  <c:v>130</c:v>
                </c:pt>
                <c:pt idx="5334">
                  <c:v>253</c:v>
                </c:pt>
                <c:pt idx="5335">
                  <c:v>373</c:v>
                </c:pt>
                <c:pt idx="5336">
                  <c:v>157</c:v>
                </c:pt>
                <c:pt idx="5337">
                  <c:v>517</c:v>
                </c:pt>
                <c:pt idx="5338">
                  <c:v>270</c:v>
                </c:pt>
                <c:pt idx="5339">
                  <c:v>385</c:v>
                </c:pt>
                <c:pt idx="5340">
                  <c:v>131</c:v>
                </c:pt>
                <c:pt idx="5341">
                  <c:v>252</c:v>
                </c:pt>
                <c:pt idx="5342">
                  <c:v>174</c:v>
                </c:pt>
                <c:pt idx="5343">
                  <c:v>212</c:v>
                </c:pt>
                <c:pt idx="5344">
                  <c:v>325</c:v>
                </c:pt>
                <c:pt idx="5345">
                  <c:v>608</c:v>
                </c:pt>
                <c:pt idx="5346">
                  <c:v>125</c:v>
                </c:pt>
                <c:pt idx="5347">
                  <c:v>262</c:v>
                </c:pt>
                <c:pt idx="5348">
                  <c:v>399</c:v>
                </c:pt>
                <c:pt idx="5349">
                  <c:v>73</c:v>
                </c:pt>
                <c:pt idx="5350">
                  <c:v>31</c:v>
                </c:pt>
                <c:pt idx="5351">
                  <c:v>417</c:v>
                </c:pt>
                <c:pt idx="5352">
                  <c:v>53</c:v>
                </c:pt>
                <c:pt idx="5353">
                  <c:v>605</c:v>
                </c:pt>
                <c:pt idx="5354">
                  <c:v>388</c:v>
                </c:pt>
                <c:pt idx="5355">
                  <c:v>443</c:v>
                </c:pt>
                <c:pt idx="5356">
                  <c:v>262</c:v>
                </c:pt>
                <c:pt idx="5357">
                  <c:v>489</c:v>
                </c:pt>
                <c:pt idx="5358">
                  <c:v>132</c:v>
                </c:pt>
                <c:pt idx="5359">
                  <c:v>140</c:v>
                </c:pt>
                <c:pt idx="5360">
                  <c:v>152</c:v>
                </c:pt>
                <c:pt idx="5361">
                  <c:v>157</c:v>
                </c:pt>
                <c:pt idx="5362">
                  <c:v>233</c:v>
                </c:pt>
                <c:pt idx="5363">
                  <c:v>126</c:v>
                </c:pt>
                <c:pt idx="5364">
                  <c:v>279</c:v>
                </c:pt>
                <c:pt idx="5365">
                  <c:v>504</c:v>
                </c:pt>
                <c:pt idx="5366">
                  <c:v>226</c:v>
                </c:pt>
                <c:pt idx="5367">
                  <c:v>427</c:v>
                </c:pt>
                <c:pt idx="5368">
                  <c:v>441</c:v>
                </c:pt>
                <c:pt idx="5369">
                  <c:v>234</c:v>
                </c:pt>
                <c:pt idx="5370">
                  <c:v>349</c:v>
                </c:pt>
                <c:pt idx="5371">
                  <c:v>1</c:v>
                </c:pt>
                <c:pt idx="5372">
                  <c:v>399</c:v>
                </c:pt>
                <c:pt idx="5373">
                  <c:v>156</c:v>
                </c:pt>
                <c:pt idx="5374">
                  <c:v>169</c:v>
                </c:pt>
                <c:pt idx="5375">
                  <c:v>39</c:v>
                </c:pt>
                <c:pt idx="5376">
                  <c:v>317</c:v>
                </c:pt>
                <c:pt idx="5377">
                  <c:v>237</c:v>
                </c:pt>
                <c:pt idx="5378">
                  <c:v>202</c:v>
                </c:pt>
                <c:pt idx="5379">
                  <c:v>433</c:v>
                </c:pt>
                <c:pt idx="5380">
                  <c:v>628</c:v>
                </c:pt>
                <c:pt idx="5381">
                  <c:v>556</c:v>
                </c:pt>
                <c:pt idx="5382">
                  <c:v>328</c:v>
                </c:pt>
                <c:pt idx="5383">
                  <c:v>356</c:v>
                </c:pt>
                <c:pt idx="5384">
                  <c:v>476</c:v>
                </c:pt>
                <c:pt idx="5385">
                  <c:v>667</c:v>
                </c:pt>
                <c:pt idx="5386">
                  <c:v>125</c:v>
                </c:pt>
                <c:pt idx="5387">
                  <c:v>350</c:v>
                </c:pt>
                <c:pt idx="5388">
                  <c:v>620</c:v>
                </c:pt>
                <c:pt idx="5389">
                  <c:v>134</c:v>
                </c:pt>
                <c:pt idx="5390">
                  <c:v>295</c:v>
                </c:pt>
                <c:pt idx="5391">
                  <c:v>346</c:v>
                </c:pt>
                <c:pt idx="5392">
                  <c:v>305</c:v>
                </c:pt>
                <c:pt idx="5393">
                  <c:v>376</c:v>
                </c:pt>
                <c:pt idx="5394">
                  <c:v>142</c:v>
                </c:pt>
                <c:pt idx="5395">
                  <c:v>287</c:v>
                </c:pt>
                <c:pt idx="5396">
                  <c:v>125</c:v>
                </c:pt>
                <c:pt idx="5397">
                  <c:v>537</c:v>
                </c:pt>
                <c:pt idx="5398">
                  <c:v>171</c:v>
                </c:pt>
                <c:pt idx="5399">
                  <c:v>330</c:v>
                </c:pt>
                <c:pt idx="5400">
                  <c:v>260</c:v>
                </c:pt>
                <c:pt idx="5401">
                  <c:v>273</c:v>
                </c:pt>
                <c:pt idx="5402">
                  <c:v>125</c:v>
                </c:pt>
                <c:pt idx="5403">
                  <c:v>216</c:v>
                </c:pt>
                <c:pt idx="5404">
                  <c:v>134</c:v>
                </c:pt>
                <c:pt idx="5405">
                  <c:v>140</c:v>
                </c:pt>
                <c:pt idx="5406">
                  <c:v>602</c:v>
                </c:pt>
                <c:pt idx="5407">
                  <c:v>121</c:v>
                </c:pt>
                <c:pt idx="5408">
                  <c:v>572</c:v>
                </c:pt>
                <c:pt idx="5409">
                  <c:v>173</c:v>
                </c:pt>
                <c:pt idx="5410">
                  <c:v>178</c:v>
                </c:pt>
                <c:pt idx="5411">
                  <c:v>302</c:v>
                </c:pt>
                <c:pt idx="5412">
                  <c:v>373</c:v>
                </c:pt>
                <c:pt idx="5413">
                  <c:v>130</c:v>
                </c:pt>
                <c:pt idx="5414">
                  <c:v>38</c:v>
                </c:pt>
                <c:pt idx="5415">
                  <c:v>367</c:v>
                </c:pt>
                <c:pt idx="5416">
                  <c:v>114</c:v>
                </c:pt>
                <c:pt idx="5417">
                  <c:v>135</c:v>
                </c:pt>
                <c:pt idx="5418">
                  <c:v>463</c:v>
                </c:pt>
                <c:pt idx="5419">
                  <c:v>300</c:v>
                </c:pt>
                <c:pt idx="5420">
                  <c:v>84</c:v>
                </c:pt>
                <c:pt idx="5421">
                  <c:v>106</c:v>
                </c:pt>
                <c:pt idx="5422">
                  <c:v>174</c:v>
                </c:pt>
                <c:pt idx="5423">
                  <c:v>706</c:v>
                </c:pt>
                <c:pt idx="5424">
                  <c:v>157</c:v>
                </c:pt>
                <c:pt idx="5425">
                  <c:v>52</c:v>
                </c:pt>
                <c:pt idx="5426">
                  <c:v>232</c:v>
                </c:pt>
                <c:pt idx="5427">
                  <c:v>100</c:v>
                </c:pt>
                <c:pt idx="5428">
                  <c:v>352</c:v>
                </c:pt>
                <c:pt idx="5429">
                  <c:v>517</c:v>
                </c:pt>
                <c:pt idx="5430">
                  <c:v>329</c:v>
                </c:pt>
                <c:pt idx="5431">
                  <c:v>131</c:v>
                </c:pt>
                <c:pt idx="5432">
                  <c:v>108</c:v>
                </c:pt>
                <c:pt idx="5433">
                  <c:v>532</c:v>
                </c:pt>
                <c:pt idx="5434">
                  <c:v>200</c:v>
                </c:pt>
                <c:pt idx="5435">
                  <c:v>332</c:v>
                </c:pt>
                <c:pt idx="5436">
                  <c:v>193</c:v>
                </c:pt>
                <c:pt idx="5437">
                  <c:v>288</c:v>
                </c:pt>
                <c:pt idx="5438">
                  <c:v>545</c:v>
                </c:pt>
                <c:pt idx="5439">
                  <c:v>548</c:v>
                </c:pt>
                <c:pt idx="5440">
                  <c:v>268</c:v>
                </c:pt>
                <c:pt idx="5441">
                  <c:v>176</c:v>
                </c:pt>
                <c:pt idx="5442">
                  <c:v>490</c:v>
                </c:pt>
                <c:pt idx="5443">
                  <c:v>53</c:v>
                </c:pt>
                <c:pt idx="5444">
                  <c:v>227</c:v>
                </c:pt>
                <c:pt idx="5445">
                  <c:v>364</c:v>
                </c:pt>
                <c:pt idx="5446">
                  <c:v>277</c:v>
                </c:pt>
                <c:pt idx="5447">
                  <c:v>560</c:v>
                </c:pt>
                <c:pt idx="5448">
                  <c:v>327</c:v>
                </c:pt>
                <c:pt idx="5449">
                  <c:v>141</c:v>
                </c:pt>
                <c:pt idx="5450">
                  <c:v>127</c:v>
                </c:pt>
                <c:pt idx="5451">
                  <c:v>167</c:v>
                </c:pt>
                <c:pt idx="5452">
                  <c:v>559</c:v>
                </c:pt>
                <c:pt idx="5453">
                  <c:v>40</c:v>
                </c:pt>
                <c:pt idx="5454">
                  <c:v>244</c:v>
                </c:pt>
                <c:pt idx="5455">
                  <c:v>181</c:v>
                </c:pt>
                <c:pt idx="5456">
                  <c:v>335</c:v>
                </c:pt>
                <c:pt idx="5457">
                  <c:v>127</c:v>
                </c:pt>
                <c:pt idx="5458">
                  <c:v>187</c:v>
                </c:pt>
                <c:pt idx="5459">
                  <c:v>438</c:v>
                </c:pt>
                <c:pt idx="5460">
                  <c:v>360</c:v>
                </c:pt>
                <c:pt idx="5461">
                  <c:v>287</c:v>
                </c:pt>
                <c:pt idx="5462">
                  <c:v>375</c:v>
                </c:pt>
                <c:pt idx="5463">
                  <c:v>130</c:v>
                </c:pt>
                <c:pt idx="5464">
                  <c:v>183</c:v>
                </c:pt>
                <c:pt idx="5465">
                  <c:v>215</c:v>
                </c:pt>
                <c:pt idx="5466">
                  <c:v>92</c:v>
                </c:pt>
                <c:pt idx="5467">
                  <c:v>1</c:v>
                </c:pt>
                <c:pt idx="5468">
                  <c:v>98</c:v>
                </c:pt>
                <c:pt idx="5469">
                  <c:v>278</c:v>
                </c:pt>
                <c:pt idx="5470">
                  <c:v>331</c:v>
                </c:pt>
                <c:pt idx="5471">
                  <c:v>106</c:v>
                </c:pt>
                <c:pt idx="5472">
                  <c:v>691</c:v>
                </c:pt>
                <c:pt idx="5473">
                  <c:v>126</c:v>
                </c:pt>
                <c:pt idx="5474">
                  <c:v>178</c:v>
                </c:pt>
                <c:pt idx="5475">
                  <c:v>56</c:v>
                </c:pt>
                <c:pt idx="5476">
                  <c:v>54</c:v>
                </c:pt>
                <c:pt idx="5477">
                  <c:v>252</c:v>
                </c:pt>
                <c:pt idx="5478">
                  <c:v>454</c:v>
                </c:pt>
                <c:pt idx="5479">
                  <c:v>561</c:v>
                </c:pt>
                <c:pt idx="5480">
                  <c:v>400</c:v>
                </c:pt>
                <c:pt idx="5481">
                  <c:v>180</c:v>
                </c:pt>
                <c:pt idx="5482">
                  <c:v>445</c:v>
                </c:pt>
                <c:pt idx="5483">
                  <c:v>74</c:v>
                </c:pt>
                <c:pt idx="5484">
                  <c:v>633</c:v>
                </c:pt>
                <c:pt idx="5485">
                  <c:v>656</c:v>
                </c:pt>
                <c:pt idx="5486">
                  <c:v>121</c:v>
                </c:pt>
                <c:pt idx="5487">
                  <c:v>181</c:v>
                </c:pt>
                <c:pt idx="5488">
                  <c:v>147</c:v>
                </c:pt>
                <c:pt idx="5489">
                  <c:v>211</c:v>
                </c:pt>
                <c:pt idx="5490">
                  <c:v>615</c:v>
                </c:pt>
                <c:pt idx="5491">
                  <c:v>19</c:v>
                </c:pt>
                <c:pt idx="5492">
                  <c:v>419</c:v>
                </c:pt>
                <c:pt idx="5493">
                  <c:v>192</c:v>
                </c:pt>
                <c:pt idx="5494">
                  <c:v>417</c:v>
                </c:pt>
                <c:pt idx="5495">
                  <c:v>249</c:v>
                </c:pt>
                <c:pt idx="5496">
                  <c:v>125</c:v>
                </c:pt>
                <c:pt idx="5497">
                  <c:v>534</c:v>
                </c:pt>
                <c:pt idx="5498">
                  <c:v>115</c:v>
                </c:pt>
                <c:pt idx="5499">
                  <c:v>180</c:v>
                </c:pt>
                <c:pt idx="5500">
                  <c:v>246</c:v>
                </c:pt>
                <c:pt idx="5501">
                  <c:v>651</c:v>
                </c:pt>
                <c:pt idx="5502">
                  <c:v>124</c:v>
                </c:pt>
                <c:pt idx="5503">
                  <c:v>253</c:v>
                </c:pt>
                <c:pt idx="5504">
                  <c:v>175</c:v>
                </c:pt>
                <c:pt idx="5505">
                  <c:v>126</c:v>
                </c:pt>
                <c:pt idx="5506">
                  <c:v>196</c:v>
                </c:pt>
                <c:pt idx="5507">
                  <c:v>100</c:v>
                </c:pt>
                <c:pt idx="5508">
                  <c:v>457</c:v>
                </c:pt>
                <c:pt idx="5509">
                  <c:v>457</c:v>
                </c:pt>
                <c:pt idx="5510">
                  <c:v>266</c:v>
                </c:pt>
                <c:pt idx="5511">
                  <c:v>148</c:v>
                </c:pt>
                <c:pt idx="5512">
                  <c:v>389</c:v>
                </c:pt>
                <c:pt idx="5513">
                  <c:v>157</c:v>
                </c:pt>
                <c:pt idx="5514">
                  <c:v>139</c:v>
                </c:pt>
                <c:pt idx="5515">
                  <c:v>231</c:v>
                </c:pt>
                <c:pt idx="5516">
                  <c:v>102</c:v>
                </c:pt>
                <c:pt idx="5517">
                  <c:v>110</c:v>
                </c:pt>
                <c:pt idx="5518">
                  <c:v>115</c:v>
                </c:pt>
                <c:pt idx="5519">
                  <c:v>362</c:v>
                </c:pt>
                <c:pt idx="5520">
                  <c:v>261</c:v>
                </c:pt>
                <c:pt idx="5521">
                  <c:v>248</c:v>
                </c:pt>
                <c:pt idx="5522">
                  <c:v>550</c:v>
                </c:pt>
                <c:pt idx="5523">
                  <c:v>177</c:v>
                </c:pt>
                <c:pt idx="5524">
                  <c:v>150</c:v>
                </c:pt>
                <c:pt idx="5525">
                  <c:v>276</c:v>
                </c:pt>
                <c:pt idx="5526">
                  <c:v>533</c:v>
                </c:pt>
                <c:pt idx="5527">
                  <c:v>163</c:v>
                </c:pt>
                <c:pt idx="5528">
                  <c:v>664</c:v>
                </c:pt>
                <c:pt idx="5529">
                  <c:v>111</c:v>
                </c:pt>
                <c:pt idx="5530">
                  <c:v>524</c:v>
                </c:pt>
                <c:pt idx="5531">
                  <c:v>103</c:v>
                </c:pt>
                <c:pt idx="5532">
                  <c:v>158</c:v>
                </c:pt>
                <c:pt idx="5533">
                  <c:v>710</c:v>
                </c:pt>
                <c:pt idx="5534">
                  <c:v>145</c:v>
                </c:pt>
                <c:pt idx="5535">
                  <c:v>309</c:v>
                </c:pt>
                <c:pt idx="5536">
                  <c:v>315</c:v>
                </c:pt>
                <c:pt idx="5537">
                  <c:v>166</c:v>
                </c:pt>
                <c:pt idx="5538">
                  <c:v>271</c:v>
                </c:pt>
                <c:pt idx="5539">
                  <c:v>100</c:v>
                </c:pt>
                <c:pt idx="5540">
                  <c:v>250</c:v>
                </c:pt>
                <c:pt idx="5541">
                  <c:v>91</c:v>
                </c:pt>
                <c:pt idx="5542">
                  <c:v>172</c:v>
                </c:pt>
                <c:pt idx="5543">
                  <c:v>146</c:v>
                </c:pt>
                <c:pt idx="5544">
                  <c:v>158</c:v>
                </c:pt>
                <c:pt idx="5545">
                  <c:v>120</c:v>
                </c:pt>
                <c:pt idx="5546">
                  <c:v>121</c:v>
                </c:pt>
                <c:pt idx="5547">
                  <c:v>336</c:v>
                </c:pt>
                <c:pt idx="5548">
                  <c:v>286</c:v>
                </c:pt>
                <c:pt idx="5549">
                  <c:v>530</c:v>
                </c:pt>
                <c:pt idx="5550">
                  <c:v>337</c:v>
                </c:pt>
                <c:pt idx="5551">
                  <c:v>157</c:v>
                </c:pt>
                <c:pt idx="5552">
                  <c:v>642</c:v>
                </c:pt>
                <c:pt idx="5553">
                  <c:v>454</c:v>
                </c:pt>
                <c:pt idx="5554">
                  <c:v>422</c:v>
                </c:pt>
                <c:pt idx="5555">
                  <c:v>672</c:v>
                </c:pt>
                <c:pt idx="5556">
                  <c:v>227</c:v>
                </c:pt>
                <c:pt idx="5557">
                  <c:v>208</c:v>
                </c:pt>
                <c:pt idx="5558">
                  <c:v>427</c:v>
                </c:pt>
                <c:pt idx="5559">
                  <c:v>169</c:v>
                </c:pt>
                <c:pt idx="5560">
                  <c:v>148</c:v>
                </c:pt>
                <c:pt idx="5561">
                  <c:v>492</c:v>
                </c:pt>
                <c:pt idx="5562">
                  <c:v>165</c:v>
                </c:pt>
                <c:pt idx="5563">
                  <c:v>113</c:v>
                </c:pt>
                <c:pt idx="5564">
                  <c:v>275</c:v>
                </c:pt>
                <c:pt idx="5565">
                  <c:v>187</c:v>
                </c:pt>
                <c:pt idx="5566">
                  <c:v>427</c:v>
                </c:pt>
                <c:pt idx="5567">
                  <c:v>178</c:v>
                </c:pt>
                <c:pt idx="5568">
                  <c:v>479</c:v>
                </c:pt>
                <c:pt idx="5569">
                  <c:v>317</c:v>
                </c:pt>
                <c:pt idx="5570">
                  <c:v>147</c:v>
                </c:pt>
                <c:pt idx="5571">
                  <c:v>482</c:v>
                </c:pt>
                <c:pt idx="5572">
                  <c:v>112</c:v>
                </c:pt>
                <c:pt idx="5573">
                  <c:v>30</c:v>
                </c:pt>
                <c:pt idx="5574">
                  <c:v>71</c:v>
                </c:pt>
                <c:pt idx="5575">
                  <c:v>398</c:v>
                </c:pt>
                <c:pt idx="5576">
                  <c:v>230</c:v>
                </c:pt>
                <c:pt idx="5577">
                  <c:v>185</c:v>
                </c:pt>
                <c:pt idx="5578">
                  <c:v>195</c:v>
                </c:pt>
                <c:pt idx="5579">
                  <c:v>265</c:v>
                </c:pt>
                <c:pt idx="5580">
                  <c:v>236</c:v>
                </c:pt>
                <c:pt idx="5581">
                  <c:v>463</c:v>
                </c:pt>
                <c:pt idx="5582">
                  <c:v>356</c:v>
                </c:pt>
                <c:pt idx="5583">
                  <c:v>120</c:v>
                </c:pt>
                <c:pt idx="5584">
                  <c:v>154</c:v>
                </c:pt>
                <c:pt idx="5585">
                  <c:v>281</c:v>
                </c:pt>
                <c:pt idx="5586">
                  <c:v>559</c:v>
                </c:pt>
                <c:pt idx="5587">
                  <c:v>320</c:v>
                </c:pt>
                <c:pt idx="5588">
                  <c:v>163</c:v>
                </c:pt>
                <c:pt idx="5589">
                  <c:v>114</c:v>
                </c:pt>
                <c:pt idx="5590">
                  <c:v>587</c:v>
                </c:pt>
                <c:pt idx="5591">
                  <c:v>264</c:v>
                </c:pt>
                <c:pt idx="5592">
                  <c:v>544</c:v>
                </c:pt>
                <c:pt idx="5593">
                  <c:v>203</c:v>
                </c:pt>
                <c:pt idx="5594">
                  <c:v>133</c:v>
                </c:pt>
                <c:pt idx="5595">
                  <c:v>166</c:v>
                </c:pt>
                <c:pt idx="5596">
                  <c:v>628</c:v>
                </c:pt>
                <c:pt idx="5597">
                  <c:v>42</c:v>
                </c:pt>
                <c:pt idx="5598">
                  <c:v>144</c:v>
                </c:pt>
                <c:pt idx="5599">
                  <c:v>227</c:v>
                </c:pt>
                <c:pt idx="5600">
                  <c:v>127</c:v>
                </c:pt>
                <c:pt idx="5601">
                  <c:v>466</c:v>
                </c:pt>
                <c:pt idx="5602">
                  <c:v>275</c:v>
                </c:pt>
                <c:pt idx="5603">
                  <c:v>68</c:v>
                </c:pt>
                <c:pt idx="5604">
                  <c:v>446</c:v>
                </c:pt>
                <c:pt idx="5605">
                  <c:v>115</c:v>
                </c:pt>
                <c:pt idx="5606">
                  <c:v>553</c:v>
                </c:pt>
                <c:pt idx="5607">
                  <c:v>389</c:v>
                </c:pt>
                <c:pt idx="5608">
                  <c:v>580</c:v>
                </c:pt>
                <c:pt idx="5609">
                  <c:v>478</c:v>
                </c:pt>
                <c:pt idx="5610">
                  <c:v>211</c:v>
                </c:pt>
                <c:pt idx="5611">
                  <c:v>149</c:v>
                </c:pt>
                <c:pt idx="5612">
                  <c:v>261</c:v>
                </c:pt>
                <c:pt idx="5613">
                  <c:v>103</c:v>
                </c:pt>
                <c:pt idx="5614">
                  <c:v>416</c:v>
                </c:pt>
                <c:pt idx="5615">
                  <c:v>303</c:v>
                </c:pt>
                <c:pt idx="5616">
                  <c:v>535</c:v>
                </c:pt>
                <c:pt idx="5617">
                  <c:v>311</c:v>
                </c:pt>
                <c:pt idx="5618">
                  <c:v>321</c:v>
                </c:pt>
                <c:pt idx="5619">
                  <c:v>424</c:v>
                </c:pt>
                <c:pt idx="5620">
                  <c:v>453</c:v>
                </c:pt>
                <c:pt idx="5621">
                  <c:v>122</c:v>
                </c:pt>
                <c:pt idx="5622">
                  <c:v>206</c:v>
                </c:pt>
                <c:pt idx="5623">
                  <c:v>288</c:v>
                </c:pt>
                <c:pt idx="5624">
                  <c:v>256</c:v>
                </c:pt>
                <c:pt idx="5625">
                  <c:v>409</c:v>
                </c:pt>
                <c:pt idx="5626">
                  <c:v>173</c:v>
                </c:pt>
                <c:pt idx="5627">
                  <c:v>148</c:v>
                </c:pt>
                <c:pt idx="5628">
                  <c:v>126</c:v>
                </c:pt>
                <c:pt idx="5629">
                  <c:v>1</c:v>
                </c:pt>
                <c:pt idx="5630">
                  <c:v>115</c:v>
                </c:pt>
                <c:pt idx="5631">
                  <c:v>302</c:v>
                </c:pt>
                <c:pt idx="5632">
                  <c:v>123</c:v>
                </c:pt>
                <c:pt idx="5633">
                  <c:v>91</c:v>
                </c:pt>
                <c:pt idx="5634">
                  <c:v>416</c:v>
                </c:pt>
                <c:pt idx="5635">
                  <c:v>113</c:v>
                </c:pt>
                <c:pt idx="5636">
                  <c:v>286</c:v>
                </c:pt>
                <c:pt idx="5637">
                  <c:v>675</c:v>
                </c:pt>
                <c:pt idx="5638">
                  <c:v>132</c:v>
                </c:pt>
                <c:pt idx="5639">
                  <c:v>436</c:v>
                </c:pt>
                <c:pt idx="5640">
                  <c:v>445</c:v>
                </c:pt>
                <c:pt idx="5641">
                  <c:v>449</c:v>
                </c:pt>
                <c:pt idx="5642">
                  <c:v>430</c:v>
                </c:pt>
                <c:pt idx="5643">
                  <c:v>263</c:v>
                </c:pt>
                <c:pt idx="5644">
                  <c:v>79</c:v>
                </c:pt>
                <c:pt idx="5645">
                  <c:v>36</c:v>
                </c:pt>
                <c:pt idx="5646">
                  <c:v>134</c:v>
                </c:pt>
                <c:pt idx="5647">
                  <c:v>229</c:v>
                </c:pt>
                <c:pt idx="5648">
                  <c:v>455</c:v>
                </c:pt>
                <c:pt idx="5649">
                  <c:v>201</c:v>
                </c:pt>
                <c:pt idx="5650">
                  <c:v>86</c:v>
                </c:pt>
                <c:pt idx="5651">
                  <c:v>149</c:v>
                </c:pt>
                <c:pt idx="5652">
                  <c:v>105</c:v>
                </c:pt>
                <c:pt idx="5653">
                  <c:v>271</c:v>
                </c:pt>
                <c:pt idx="5654">
                  <c:v>531</c:v>
                </c:pt>
                <c:pt idx="5655">
                  <c:v>376</c:v>
                </c:pt>
                <c:pt idx="5656">
                  <c:v>326</c:v>
                </c:pt>
                <c:pt idx="5657">
                  <c:v>153</c:v>
                </c:pt>
                <c:pt idx="5658">
                  <c:v>122</c:v>
                </c:pt>
                <c:pt idx="5659">
                  <c:v>62</c:v>
                </c:pt>
                <c:pt idx="5660">
                  <c:v>59</c:v>
                </c:pt>
                <c:pt idx="5661">
                  <c:v>105</c:v>
                </c:pt>
                <c:pt idx="5662">
                  <c:v>36</c:v>
                </c:pt>
                <c:pt idx="5663">
                  <c:v>335</c:v>
                </c:pt>
                <c:pt idx="5664">
                  <c:v>134</c:v>
                </c:pt>
                <c:pt idx="5665">
                  <c:v>237</c:v>
                </c:pt>
                <c:pt idx="5666">
                  <c:v>135</c:v>
                </c:pt>
                <c:pt idx="5667">
                  <c:v>580</c:v>
                </c:pt>
                <c:pt idx="5668">
                  <c:v>160</c:v>
                </c:pt>
                <c:pt idx="5669">
                  <c:v>304</c:v>
                </c:pt>
                <c:pt idx="5670">
                  <c:v>653</c:v>
                </c:pt>
                <c:pt idx="5671">
                  <c:v>266</c:v>
                </c:pt>
                <c:pt idx="5672">
                  <c:v>344</c:v>
                </c:pt>
                <c:pt idx="5673">
                  <c:v>486</c:v>
                </c:pt>
                <c:pt idx="5674">
                  <c:v>187</c:v>
                </c:pt>
                <c:pt idx="5675">
                  <c:v>173</c:v>
                </c:pt>
                <c:pt idx="5676">
                  <c:v>595</c:v>
                </c:pt>
                <c:pt idx="5677">
                  <c:v>329</c:v>
                </c:pt>
                <c:pt idx="5678">
                  <c:v>119</c:v>
                </c:pt>
                <c:pt idx="5679">
                  <c:v>649</c:v>
                </c:pt>
                <c:pt idx="5680">
                  <c:v>678</c:v>
                </c:pt>
                <c:pt idx="5681">
                  <c:v>316</c:v>
                </c:pt>
                <c:pt idx="5682">
                  <c:v>414</c:v>
                </c:pt>
                <c:pt idx="5683">
                  <c:v>106</c:v>
                </c:pt>
                <c:pt idx="5684">
                  <c:v>89</c:v>
                </c:pt>
                <c:pt idx="5685">
                  <c:v>113</c:v>
                </c:pt>
                <c:pt idx="5686">
                  <c:v>142</c:v>
                </c:pt>
                <c:pt idx="5687">
                  <c:v>160</c:v>
                </c:pt>
                <c:pt idx="5688">
                  <c:v>317</c:v>
                </c:pt>
                <c:pt idx="5689">
                  <c:v>137</c:v>
                </c:pt>
                <c:pt idx="5690">
                  <c:v>296</c:v>
                </c:pt>
                <c:pt idx="5691">
                  <c:v>159</c:v>
                </c:pt>
                <c:pt idx="5692">
                  <c:v>140</c:v>
                </c:pt>
                <c:pt idx="5693">
                  <c:v>184</c:v>
                </c:pt>
                <c:pt idx="5694">
                  <c:v>137</c:v>
                </c:pt>
                <c:pt idx="5695">
                  <c:v>207</c:v>
                </c:pt>
                <c:pt idx="5696">
                  <c:v>334</c:v>
                </c:pt>
                <c:pt idx="5697">
                  <c:v>161</c:v>
                </c:pt>
                <c:pt idx="5698">
                  <c:v>385</c:v>
                </c:pt>
                <c:pt idx="5699">
                  <c:v>399</c:v>
                </c:pt>
                <c:pt idx="5700">
                  <c:v>98</c:v>
                </c:pt>
                <c:pt idx="5701">
                  <c:v>260</c:v>
                </c:pt>
                <c:pt idx="5702">
                  <c:v>112</c:v>
                </c:pt>
                <c:pt idx="5703">
                  <c:v>111</c:v>
                </c:pt>
                <c:pt idx="5704">
                  <c:v>190</c:v>
                </c:pt>
                <c:pt idx="5705">
                  <c:v>154</c:v>
                </c:pt>
                <c:pt idx="5706">
                  <c:v>148</c:v>
                </c:pt>
                <c:pt idx="5707">
                  <c:v>262</c:v>
                </c:pt>
                <c:pt idx="5708">
                  <c:v>75</c:v>
                </c:pt>
                <c:pt idx="5709">
                  <c:v>141</c:v>
                </c:pt>
                <c:pt idx="5710">
                  <c:v>325</c:v>
                </c:pt>
                <c:pt idx="5711">
                  <c:v>123</c:v>
                </c:pt>
                <c:pt idx="5712">
                  <c:v>270</c:v>
                </c:pt>
                <c:pt idx="5713">
                  <c:v>726</c:v>
                </c:pt>
                <c:pt idx="5714">
                  <c:v>288</c:v>
                </c:pt>
                <c:pt idx="5715">
                  <c:v>237</c:v>
                </c:pt>
                <c:pt idx="5716">
                  <c:v>148</c:v>
                </c:pt>
                <c:pt idx="5717">
                  <c:v>221</c:v>
                </c:pt>
                <c:pt idx="5718">
                  <c:v>155</c:v>
                </c:pt>
                <c:pt idx="5719">
                  <c:v>289</c:v>
                </c:pt>
                <c:pt idx="5720">
                  <c:v>156</c:v>
                </c:pt>
                <c:pt idx="5721">
                  <c:v>127</c:v>
                </c:pt>
                <c:pt idx="5722">
                  <c:v>179</c:v>
                </c:pt>
                <c:pt idx="5723">
                  <c:v>114</c:v>
                </c:pt>
                <c:pt idx="5724">
                  <c:v>91</c:v>
                </c:pt>
                <c:pt idx="5725">
                  <c:v>184</c:v>
                </c:pt>
                <c:pt idx="5726">
                  <c:v>128</c:v>
                </c:pt>
                <c:pt idx="5727">
                  <c:v>447</c:v>
                </c:pt>
                <c:pt idx="5728">
                  <c:v>550</c:v>
                </c:pt>
                <c:pt idx="5729">
                  <c:v>105</c:v>
                </c:pt>
                <c:pt idx="5730">
                  <c:v>405</c:v>
                </c:pt>
                <c:pt idx="5731">
                  <c:v>502</c:v>
                </c:pt>
                <c:pt idx="5732">
                  <c:v>156</c:v>
                </c:pt>
                <c:pt idx="5733">
                  <c:v>501</c:v>
                </c:pt>
                <c:pt idx="5734">
                  <c:v>699</c:v>
                </c:pt>
                <c:pt idx="5735">
                  <c:v>189</c:v>
                </c:pt>
                <c:pt idx="5736">
                  <c:v>163</c:v>
                </c:pt>
                <c:pt idx="5737">
                  <c:v>107</c:v>
                </c:pt>
                <c:pt idx="5738">
                  <c:v>132</c:v>
                </c:pt>
                <c:pt idx="5739">
                  <c:v>86</c:v>
                </c:pt>
                <c:pt idx="5740">
                  <c:v>462</c:v>
                </c:pt>
                <c:pt idx="5741">
                  <c:v>126</c:v>
                </c:pt>
                <c:pt idx="5742">
                  <c:v>543</c:v>
                </c:pt>
                <c:pt idx="5743">
                  <c:v>125</c:v>
                </c:pt>
                <c:pt idx="5744">
                  <c:v>651</c:v>
                </c:pt>
                <c:pt idx="5745">
                  <c:v>381</c:v>
                </c:pt>
                <c:pt idx="5746">
                  <c:v>333</c:v>
                </c:pt>
                <c:pt idx="5747">
                  <c:v>161</c:v>
                </c:pt>
                <c:pt idx="5748">
                  <c:v>137</c:v>
                </c:pt>
                <c:pt idx="5749">
                  <c:v>97</c:v>
                </c:pt>
                <c:pt idx="5750">
                  <c:v>161</c:v>
                </c:pt>
                <c:pt idx="5751">
                  <c:v>327</c:v>
                </c:pt>
                <c:pt idx="5752">
                  <c:v>139</c:v>
                </c:pt>
                <c:pt idx="5753">
                  <c:v>96</c:v>
                </c:pt>
                <c:pt idx="5754">
                  <c:v>205</c:v>
                </c:pt>
                <c:pt idx="5755">
                  <c:v>169</c:v>
                </c:pt>
                <c:pt idx="5756">
                  <c:v>505</c:v>
                </c:pt>
                <c:pt idx="5757">
                  <c:v>662</c:v>
                </c:pt>
                <c:pt idx="5758">
                  <c:v>202</c:v>
                </c:pt>
                <c:pt idx="5759">
                  <c:v>207</c:v>
                </c:pt>
                <c:pt idx="5760">
                  <c:v>427</c:v>
                </c:pt>
                <c:pt idx="5761">
                  <c:v>155</c:v>
                </c:pt>
                <c:pt idx="5762">
                  <c:v>128</c:v>
                </c:pt>
                <c:pt idx="5763">
                  <c:v>271</c:v>
                </c:pt>
                <c:pt idx="5764">
                  <c:v>173</c:v>
                </c:pt>
                <c:pt idx="5765">
                  <c:v>154</c:v>
                </c:pt>
                <c:pt idx="5766">
                  <c:v>237</c:v>
                </c:pt>
                <c:pt idx="5767">
                  <c:v>209</c:v>
                </c:pt>
                <c:pt idx="5768">
                  <c:v>103</c:v>
                </c:pt>
                <c:pt idx="5769">
                  <c:v>218</c:v>
                </c:pt>
                <c:pt idx="5770">
                  <c:v>134</c:v>
                </c:pt>
                <c:pt idx="5771">
                  <c:v>223</c:v>
                </c:pt>
                <c:pt idx="5772">
                  <c:v>120</c:v>
                </c:pt>
                <c:pt idx="5773">
                  <c:v>222</c:v>
                </c:pt>
                <c:pt idx="5774">
                  <c:v>433</c:v>
                </c:pt>
                <c:pt idx="5775">
                  <c:v>98</c:v>
                </c:pt>
                <c:pt idx="5776">
                  <c:v>152</c:v>
                </c:pt>
                <c:pt idx="5777">
                  <c:v>105</c:v>
                </c:pt>
                <c:pt idx="5778">
                  <c:v>112</c:v>
                </c:pt>
                <c:pt idx="5779">
                  <c:v>201</c:v>
                </c:pt>
                <c:pt idx="5780">
                  <c:v>436</c:v>
                </c:pt>
                <c:pt idx="5781">
                  <c:v>104</c:v>
                </c:pt>
                <c:pt idx="5782">
                  <c:v>467</c:v>
                </c:pt>
                <c:pt idx="5783">
                  <c:v>174</c:v>
                </c:pt>
                <c:pt idx="5784">
                  <c:v>121</c:v>
                </c:pt>
                <c:pt idx="5785">
                  <c:v>140</c:v>
                </c:pt>
                <c:pt idx="5786">
                  <c:v>94</c:v>
                </c:pt>
                <c:pt idx="5787">
                  <c:v>521</c:v>
                </c:pt>
                <c:pt idx="5788">
                  <c:v>616</c:v>
                </c:pt>
                <c:pt idx="5789">
                  <c:v>183</c:v>
                </c:pt>
                <c:pt idx="5790">
                  <c:v>113</c:v>
                </c:pt>
                <c:pt idx="5791">
                  <c:v>494</c:v>
                </c:pt>
                <c:pt idx="5792">
                  <c:v>130</c:v>
                </c:pt>
                <c:pt idx="5793">
                  <c:v>109</c:v>
                </c:pt>
                <c:pt idx="5794">
                  <c:v>215</c:v>
                </c:pt>
                <c:pt idx="5795">
                  <c:v>92</c:v>
                </c:pt>
                <c:pt idx="5796">
                  <c:v>513</c:v>
                </c:pt>
                <c:pt idx="5797">
                  <c:v>740</c:v>
                </c:pt>
                <c:pt idx="5798">
                  <c:v>619</c:v>
                </c:pt>
                <c:pt idx="5799">
                  <c:v>101</c:v>
                </c:pt>
                <c:pt idx="5800">
                  <c:v>311</c:v>
                </c:pt>
                <c:pt idx="5801">
                  <c:v>249</c:v>
                </c:pt>
                <c:pt idx="5802">
                  <c:v>125</c:v>
                </c:pt>
                <c:pt idx="5803">
                  <c:v>98</c:v>
                </c:pt>
                <c:pt idx="5804">
                  <c:v>180</c:v>
                </c:pt>
                <c:pt idx="5805">
                  <c:v>140</c:v>
                </c:pt>
                <c:pt idx="5806">
                  <c:v>168</c:v>
                </c:pt>
                <c:pt idx="5807">
                  <c:v>219</c:v>
                </c:pt>
                <c:pt idx="5808">
                  <c:v>175</c:v>
                </c:pt>
                <c:pt idx="5809">
                  <c:v>561</c:v>
                </c:pt>
                <c:pt idx="5810">
                  <c:v>395</c:v>
                </c:pt>
                <c:pt idx="5811">
                  <c:v>74</c:v>
                </c:pt>
                <c:pt idx="5812">
                  <c:v>173</c:v>
                </c:pt>
                <c:pt idx="5813">
                  <c:v>351</c:v>
                </c:pt>
                <c:pt idx="5814">
                  <c:v>114</c:v>
                </c:pt>
                <c:pt idx="5815">
                  <c:v>181</c:v>
                </c:pt>
                <c:pt idx="5816">
                  <c:v>121</c:v>
                </c:pt>
                <c:pt idx="5817">
                  <c:v>311</c:v>
                </c:pt>
                <c:pt idx="5818">
                  <c:v>267</c:v>
                </c:pt>
                <c:pt idx="5819">
                  <c:v>391</c:v>
                </c:pt>
                <c:pt idx="5820">
                  <c:v>108</c:v>
                </c:pt>
                <c:pt idx="5821">
                  <c:v>55</c:v>
                </c:pt>
                <c:pt idx="5822">
                  <c:v>272</c:v>
                </c:pt>
                <c:pt idx="5823">
                  <c:v>185</c:v>
                </c:pt>
                <c:pt idx="5824">
                  <c:v>177</c:v>
                </c:pt>
                <c:pt idx="5825">
                  <c:v>164</c:v>
                </c:pt>
                <c:pt idx="5826">
                  <c:v>132</c:v>
                </c:pt>
                <c:pt idx="5827">
                  <c:v>243</c:v>
                </c:pt>
                <c:pt idx="5828">
                  <c:v>277</c:v>
                </c:pt>
                <c:pt idx="5829">
                  <c:v>102</c:v>
                </c:pt>
                <c:pt idx="5830">
                  <c:v>138</c:v>
                </c:pt>
                <c:pt idx="5831">
                  <c:v>342</c:v>
                </c:pt>
                <c:pt idx="5832">
                  <c:v>516</c:v>
                </c:pt>
                <c:pt idx="5833">
                  <c:v>118</c:v>
                </c:pt>
                <c:pt idx="5834">
                  <c:v>93</c:v>
                </c:pt>
                <c:pt idx="5835">
                  <c:v>600</c:v>
                </c:pt>
                <c:pt idx="5836">
                  <c:v>158</c:v>
                </c:pt>
                <c:pt idx="5837">
                  <c:v>113</c:v>
                </c:pt>
                <c:pt idx="5838">
                  <c:v>167</c:v>
                </c:pt>
                <c:pt idx="5839">
                  <c:v>127</c:v>
                </c:pt>
                <c:pt idx="5840">
                  <c:v>691</c:v>
                </c:pt>
                <c:pt idx="5841">
                  <c:v>118</c:v>
                </c:pt>
                <c:pt idx="5842">
                  <c:v>247</c:v>
                </c:pt>
                <c:pt idx="5843">
                  <c:v>156</c:v>
                </c:pt>
                <c:pt idx="5844">
                  <c:v>138</c:v>
                </c:pt>
                <c:pt idx="5845">
                  <c:v>346</c:v>
                </c:pt>
                <c:pt idx="5846">
                  <c:v>147</c:v>
                </c:pt>
                <c:pt idx="5847">
                  <c:v>129</c:v>
                </c:pt>
                <c:pt idx="5848">
                  <c:v>199</c:v>
                </c:pt>
                <c:pt idx="5849">
                  <c:v>503</c:v>
                </c:pt>
                <c:pt idx="5850">
                  <c:v>252</c:v>
                </c:pt>
                <c:pt idx="5851">
                  <c:v>150</c:v>
                </c:pt>
                <c:pt idx="5852">
                  <c:v>184</c:v>
                </c:pt>
                <c:pt idx="5853">
                  <c:v>170</c:v>
                </c:pt>
                <c:pt idx="5854">
                  <c:v>118</c:v>
                </c:pt>
                <c:pt idx="5855">
                  <c:v>155</c:v>
                </c:pt>
                <c:pt idx="5856">
                  <c:v>326</c:v>
                </c:pt>
                <c:pt idx="5857">
                  <c:v>86</c:v>
                </c:pt>
                <c:pt idx="5858">
                  <c:v>447</c:v>
                </c:pt>
                <c:pt idx="5859">
                  <c:v>140</c:v>
                </c:pt>
                <c:pt idx="5860">
                  <c:v>173</c:v>
                </c:pt>
                <c:pt idx="5861">
                  <c:v>139</c:v>
                </c:pt>
                <c:pt idx="5862">
                  <c:v>257</c:v>
                </c:pt>
                <c:pt idx="5863">
                  <c:v>130</c:v>
                </c:pt>
                <c:pt idx="5864">
                  <c:v>255</c:v>
                </c:pt>
                <c:pt idx="5865">
                  <c:v>531</c:v>
                </c:pt>
                <c:pt idx="5866">
                  <c:v>249</c:v>
                </c:pt>
                <c:pt idx="5867">
                  <c:v>656</c:v>
                </c:pt>
                <c:pt idx="5868">
                  <c:v>122</c:v>
                </c:pt>
                <c:pt idx="5869">
                  <c:v>171</c:v>
                </c:pt>
                <c:pt idx="5870">
                  <c:v>26</c:v>
                </c:pt>
                <c:pt idx="5871">
                  <c:v>390</c:v>
                </c:pt>
                <c:pt idx="5872">
                  <c:v>202</c:v>
                </c:pt>
                <c:pt idx="5873">
                  <c:v>164</c:v>
                </c:pt>
                <c:pt idx="5874">
                  <c:v>103</c:v>
                </c:pt>
                <c:pt idx="5875">
                  <c:v>237</c:v>
                </c:pt>
                <c:pt idx="5876">
                  <c:v>95</c:v>
                </c:pt>
                <c:pt idx="5877">
                  <c:v>181</c:v>
                </c:pt>
                <c:pt idx="5878">
                  <c:v>484</c:v>
                </c:pt>
                <c:pt idx="5879">
                  <c:v>522</c:v>
                </c:pt>
                <c:pt idx="5880">
                  <c:v>122</c:v>
                </c:pt>
                <c:pt idx="5881">
                  <c:v>133</c:v>
                </c:pt>
                <c:pt idx="5882">
                  <c:v>93</c:v>
                </c:pt>
                <c:pt idx="5883">
                  <c:v>606</c:v>
                </c:pt>
                <c:pt idx="5884">
                  <c:v>136</c:v>
                </c:pt>
                <c:pt idx="5885">
                  <c:v>219</c:v>
                </c:pt>
                <c:pt idx="5886">
                  <c:v>130</c:v>
                </c:pt>
                <c:pt idx="5887">
                  <c:v>184</c:v>
                </c:pt>
                <c:pt idx="5888">
                  <c:v>525</c:v>
                </c:pt>
                <c:pt idx="5889">
                  <c:v>130</c:v>
                </c:pt>
                <c:pt idx="5890">
                  <c:v>124</c:v>
                </c:pt>
                <c:pt idx="5891">
                  <c:v>97</c:v>
                </c:pt>
                <c:pt idx="5892">
                  <c:v>426</c:v>
                </c:pt>
                <c:pt idx="5893">
                  <c:v>424</c:v>
                </c:pt>
                <c:pt idx="5894">
                  <c:v>157</c:v>
                </c:pt>
                <c:pt idx="5895">
                  <c:v>129</c:v>
                </c:pt>
                <c:pt idx="5896">
                  <c:v>216</c:v>
                </c:pt>
                <c:pt idx="5897">
                  <c:v>135</c:v>
                </c:pt>
                <c:pt idx="5898">
                  <c:v>104</c:v>
                </c:pt>
                <c:pt idx="5899">
                  <c:v>99</c:v>
                </c:pt>
                <c:pt idx="5900">
                  <c:v>347</c:v>
                </c:pt>
                <c:pt idx="5901">
                  <c:v>225</c:v>
                </c:pt>
                <c:pt idx="5902">
                  <c:v>149</c:v>
                </c:pt>
                <c:pt idx="5903">
                  <c:v>168</c:v>
                </c:pt>
                <c:pt idx="5904">
                  <c:v>243</c:v>
                </c:pt>
                <c:pt idx="5905">
                  <c:v>196</c:v>
                </c:pt>
                <c:pt idx="5906">
                  <c:v>117</c:v>
                </c:pt>
                <c:pt idx="5907">
                  <c:v>79</c:v>
                </c:pt>
                <c:pt idx="5908">
                  <c:v>187</c:v>
                </c:pt>
                <c:pt idx="5909">
                  <c:v>124</c:v>
                </c:pt>
                <c:pt idx="5910">
                  <c:v>114</c:v>
                </c:pt>
                <c:pt idx="5911">
                  <c:v>134</c:v>
                </c:pt>
                <c:pt idx="5912">
                  <c:v>108</c:v>
                </c:pt>
                <c:pt idx="5913">
                  <c:v>163</c:v>
                </c:pt>
                <c:pt idx="5914">
                  <c:v>614</c:v>
                </c:pt>
                <c:pt idx="5915">
                  <c:v>178</c:v>
                </c:pt>
                <c:pt idx="5916">
                  <c:v>89</c:v>
                </c:pt>
                <c:pt idx="5917">
                  <c:v>151</c:v>
                </c:pt>
                <c:pt idx="5918">
                  <c:v>151</c:v>
                </c:pt>
                <c:pt idx="5919">
                  <c:v>148</c:v>
                </c:pt>
                <c:pt idx="5920">
                  <c:v>124</c:v>
                </c:pt>
                <c:pt idx="5921">
                  <c:v>372</c:v>
                </c:pt>
                <c:pt idx="5922">
                  <c:v>194</c:v>
                </c:pt>
                <c:pt idx="5923">
                  <c:v>129</c:v>
                </c:pt>
                <c:pt idx="5924">
                  <c:v>166</c:v>
                </c:pt>
                <c:pt idx="5925">
                  <c:v>166</c:v>
                </c:pt>
                <c:pt idx="5926">
                  <c:v>112</c:v>
                </c:pt>
                <c:pt idx="5927">
                  <c:v>114</c:v>
                </c:pt>
                <c:pt idx="5928">
                  <c:v>413</c:v>
                </c:pt>
                <c:pt idx="5929">
                  <c:v>436</c:v>
                </c:pt>
                <c:pt idx="5930">
                  <c:v>132</c:v>
                </c:pt>
                <c:pt idx="5931">
                  <c:v>474</c:v>
                </c:pt>
                <c:pt idx="5932">
                  <c:v>199</c:v>
                </c:pt>
                <c:pt idx="5933">
                  <c:v>398</c:v>
                </c:pt>
                <c:pt idx="5934">
                  <c:v>129</c:v>
                </c:pt>
                <c:pt idx="5935">
                  <c:v>138</c:v>
                </c:pt>
                <c:pt idx="5936">
                  <c:v>156</c:v>
                </c:pt>
                <c:pt idx="5937">
                  <c:v>213</c:v>
                </c:pt>
                <c:pt idx="5938">
                  <c:v>131</c:v>
                </c:pt>
                <c:pt idx="5939">
                  <c:v>121</c:v>
                </c:pt>
                <c:pt idx="5940">
                  <c:v>106</c:v>
                </c:pt>
                <c:pt idx="5941">
                  <c:v>520</c:v>
                </c:pt>
                <c:pt idx="5942">
                  <c:v>117</c:v>
                </c:pt>
                <c:pt idx="5943">
                  <c:v>348</c:v>
                </c:pt>
                <c:pt idx="5944">
                  <c:v>517</c:v>
                </c:pt>
                <c:pt idx="5945">
                  <c:v>169</c:v>
                </c:pt>
                <c:pt idx="5946">
                  <c:v>139</c:v>
                </c:pt>
                <c:pt idx="5947">
                  <c:v>126</c:v>
                </c:pt>
                <c:pt idx="5948">
                  <c:v>84</c:v>
                </c:pt>
                <c:pt idx="5949">
                  <c:v>147</c:v>
                </c:pt>
                <c:pt idx="5950">
                  <c:v>59</c:v>
                </c:pt>
                <c:pt idx="5951">
                  <c:v>133</c:v>
                </c:pt>
                <c:pt idx="5952">
                  <c:v>739</c:v>
                </c:pt>
                <c:pt idx="5953">
                  <c:v>72</c:v>
                </c:pt>
                <c:pt idx="5954">
                  <c:v>137</c:v>
                </c:pt>
                <c:pt idx="5955">
                  <c:v>145</c:v>
                </c:pt>
                <c:pt idx="5956">
                  <c:v>258</c:v>
                </c:pt>
                <c:pt idx="5957">
                  <c:v>168</c:v>
                </c:pt>
                <c:pt idx="5958">
                  <c:v>304</c:v>
                </c:pt>
                <c:pt idx="5959">
                  <c:v>749</c:v>
                </c:pt>
                <c:pt idx="5960">
                  <c:v>432</c:v>
                </c:pt>
                <c:pt idx="5961">
                  <c:v>200</c:v>
                </c:pt>
                <c:pt idx="5962">
                  <c:v>129</c:v>
                </c:pt>
                <c:pt idx="5963">
                  <c:v>134</c:v>
                </c:pt>
                <c:pt idx="5964">
                  <c:v>163</c:v>
                </c:pt>
                <c:pt idx="5965">
                  <c:v>156</c:v>
                </c:pt>
                <c:pt idx="5966">
                  <c:v>133</c:v>
                </c:pt>
                <c:pt idx="5967">
                  <c:v>434</c:v>
                </c:pt>
                <c:pt idx="5968">
                  <c:v>219</c:v>
                </c:pt>
                <c:pt idx="5969">
                  <c:v>423</c:v>
                </c:pt>
                <c:pt idx="5970">
                  <c:v>320</c:v>
                </c:pt>
                <c:pt idx="5971">
                  <c:v>76</c:v>
                </c:pt>
                <c:pt idx="5972">
                  <c:v>174</c:v>
                </c:pt>
                <c:pt idx="5973">
                  <c:v>189</c:v>
                </c:pt>
                <c:pt idx="5974">
                  <c:v>65</c:v>
                </c:pt>
                <c:pt idx="5975">
                  <c:v>336</c:v>
                </c:pt>
                <c:pt idx="5976">
                  <c:v>115</c:v>
                </c:pt>
                <c:pt idx="5977">
                  <c:v>297</c:v>
                </c:pt>
                <c:pt idx="5978">
                  <c:v>195</c:v>
                </c:pt>
                <c:pt idx="5979">
                  <c:v>308</c:v>
                </c:pt>
                <c:pt idx="5980">
                  <c:v>43</c:v>
                </c:pt>
                <c:pt idx="5981">
                  <c:v>198</c:v>
                </c:pt>
                <c:pt idx="5982">
                  <c:v>114</c:v>
                </c:pt>
                <c:pt idx="5983">
                  <c:v>331</c:v>
                </c:pt>
                <c:pt idx="5984">
                  <c:v>185</c:v>
                </c:pt>
                <c:pt idx="5985">
                  <c:v>155</c:v>
                </c:pt>
                <c:pt idx="5986">
                  <c:v>126</c:v>
                </c:pt>
                <c:pt idx="5987">
                  <c:v>302</c:v>
                </c:pt>
                <c:pt idx="5988">
                  <c:v>1</c:v>
                </c:pt>
                <c:pt idx="5989">
                  <c:v>87</c:v>
                </c:pt>
                <c:pt idx="5990">
                  <c:v>93</c:v>
                </c:pt>
                <c:pt idx="5991">
                  <c:v>419</c:v>
                </c:pt>
                <c:pt idx="5992">
                  <c:v>704</c:v>
                </c:pt>
                <c:pt idx="5993">
                  <c:v>146</c:v>
                </c:pt>
                <c:pt idx="5994">
                  <c:v>395</c:v>
                </c:pt>
                <c:pt idx="5995">
                  <c:v>302</c:v>
                </c:pt>
                <c:pt idx="5996">
                  <c:v>171</c:v>
                </c:pt>
                <c:pt idx="5997">
                  <c:v>203</c:v>
                </c:pt>
                <c:pt idx="5998">
                  <c:v>280</c:v>
                </c:pt>
                <c:pt idx="5999">
                  <c:v>580</c:v>
                </c:pt>
                <c:pt idx="6000">
                  <c:v>684</c:v>
                </c:pt>
                <c:pt idx="6001">
                  <c:v>210</c:v>
                </c:pt>
                <c:pt idx="6002">
                  <c:v>83</c:v>
                </c:pt>
                <c:pt idx="6003">
                  <c:v>65</c:v>
                </c:pt>
                <c:pt idx="6004">
                  <c:v>240</c:v>
                </c:pt>
                <c:pt idx="6005">
                  <c:v>742</c:v>
                </c:pt>
                <c:pt idx="6006">
                  <c:v>57</c:v>
                </c:pt>
                <c:pt idx="6007">
                  <c:v>634</c:v>
                </c:pt>
                <c:pt idx="6008">
                  <c:v>290</c:v>
                </c:pt>
                <c:pt idx="6009">
                  <c:v>120</c:v>
                </c:pt>
                <c:pt idx="6010">
                  <c:v>309</c:v>
                </c:pt>
                <c:pt idx="6011">
                  <c:v>287</c:v>
                </c:pt>
                <c:pt idx="6012">
                  <c:v>379</c:v>
                </c:pt>
                <c:pt idx="6013">
                  <c:v>636</c:v>
                </c:pt>
                <c:pt idx="6014">
                  <c:v>179</c:v>
                </c:pt>
                <c:pt idx="6015">
                  <c:v>161</c:v>
                </c:pt>
                <c:pt idx="6016">
                  <c:v>256</c:v>
                </c:pt>
                <c:pt idx="6017">
                  <c:v>110</c:v>
                </c:pt>
                <c:pt idx="6018">
                  <c:v>107</c:v>
                </c:pt>
                <c:pt idx="6019">
                  <c:v>1</c:v>
                </c:pt>
                <c:pt idx="6020">
                  <c:v>269</c:v>
                </c:pt>
                <c:pt idx="6021">
                  <c:v>561</c:v>
                </c:pt>
                <c:pt idx="6022">
                  <c:v>265</c:v>
                </c:pt>
                <c:pt idx="6023">
                  <c:v>194</c:v>
                </c:pt>
                <c:pt idx="6024">
                  <c:v>215</c:v>
                </c:pt>
                <c:pt idx="6025">
                  <c:v>350</c:v>
                </c:pt>
                <c:pt idx="6026">
                  <c:v>213</c:v>
                </c:pt>
                <c:pt idx="6027">
                  <c:v>155</c:v>
                </c:pt>
                <c:pt idx="6028">
                  <c:v>166</c:v>
                </c:pt>
                <c:pt idx="6029">
                  <c:v>154</c:v>
                </c:pt>
                <c:pt idx="6030">
                  <c:v>99</c:v>
                </c:pt>
                <c:pt idx="6031">
                  <c:v>104</c:v>
                </c:pt>
                <c:pt idx="6032">
                  <c:v>125</c:v>
                </c:pt>
                <c:pt idx="6033">
                  <c:v>110</c:v>
                </c:pt>
                <c:pt idx="6034">
                  <c:v>95</c:v>
                </c:pt>
                <c:pt idx="6035">
                  <c:v>141</c:v>
                </c:pt>
                <c:pt idx="6036">
                  <c:v>112</c:v>
                </c:pt>
                <c:pt idx="6037">
                  <c:v>170</c:v>
                </c:pt>
                <c:pt idx="6038">
                  <c:v>214</c:v>
                </c:pt>
                <c:pt idx="6039">
                  <c:v>283</c:v>
                </c:pt>
                <c:pt idx="6040">
                  <c:v>87</c:v>
                </c:pt>
                <c:pt idx="6041">
                  <c:v>212</c:v>
                </c:pt>
                <c:pt idx="6042">
                  <c:v>108</c:v>
                </c:pt>
                <c:pt idx="6043">
                  <c:v>350</c:v>
                </c:pt>
                <c:pt idx="6044">
                  <c:v>121</c:v>
                </c:pt>
                <c:pt idx="6045">
                  <c:v>163</c:v>
                </c:pt>
                <c:pt idx="6046">
                  <c:v>229</c:v>
                </c:pt>
                <c:pt idx="6047">
                  <c:v>356</c:v>
                </c:pt>
                <c:pt idx="6048">
                  <c:v>151</c:v>
                </c:pt>
                <c:pt idx="6049">
                  <c:v>191</c:v>
                </c:pt>
                <c:pt idx="6050">
                  <c:v>181</c:v>
                </c:pt>
                <c:pt idx="6051">
                  <c:v>128</c:v>
                </c:pt>
                <c:pt idx="6052">
                  <c:v>250</c:v>
                </c:pt>
                <c:pt idx="6053">
                  <c:v>146</c:v>
                </c:pt>
                <c:pt idx="6054">
                  <c:v>79</c:v>
                </c:pt>
                <c:pt idx="6055">
                  <c:v>257</c:v>
                </c:pt>
                <c:pt idx="6056">
                  <c:v>417</c:v>
                </c:pt>
                <c:pt idx="6057">
                  <c:v>162</c:v>
                </c:pt>
                <c:pt idx="6058">
                  <c:v>634</c:v>
                </c:pt>
                <c:pt idx="6059">
                  <c:v>245</c:v>
                </c:pt>
                <c:pt idx="6060">
                  <c:v>622</c:v>
                </c:pt>
                <c:pt idx="6061">
                  <c:v>153</c:v>
                </c:pt>
                <c:pt idx="6062">
                  <c:v>111</c:v>
                </c:pt>
                <c:pt idx="6063">
                  <c:v>349</c:v>
                </c:pt>
                <c:pt idx="6064">
                  <c:v>232</c:v>
                </c:pt>
                <c:pt idx="6065">
                  <c:v>150</c:v>
                </c:pt>
                <c:pt idx="6066">
                  <c:v>256</c:v>
                </c:pt>
                <c:pt idx="6067">
                  <c:v>79</c:v>
                </c:pt>
                <c:pt idx="6068">
                  <c:v>192</c:v>
                </c:pt>
                <c:pt idx="6069">
                  <c:v>96</c:v>
                </c:pt>
                <c:pt idx="6070">
                  <c:v>146</c:v>
                </c:pt>
                <c:pt idx="6071">
                  <c:v>118</c:v>
                </c:pt>
                <c:pt idx="6072">
                  <c:v>399</c:v>
                </c:pt>
                <c:pt idx="6073">
                  <c:v>148</c:v>
                </c:pt>
                <c:pt idx="6074">
                  <c:v>105</c:v>
                </c:pt>
                <c:pt idx="6075">
                  <c:v>174</c:v>
                </c:pt>
                <c:pt idx="6076">
                  <c:v>266</c:v>
                </c:pt>
                <c:pt idx="6077">
                  <c:v>266</c:v>
                </c:pt>
                <c:pt idx="6078">
                  <c:v>140</c:v>
                </c:pt>
                <c:pt idx="6079">
                  <c:v>369</c:v>
                </c:pt>
                <c:pt idx="6080">
                  <c:v>454</c:v>
                </c:pt>
                <c:pt idx="6081">
                  <c:v>196</c:v>
                </c:pt>
                <c:pt idx="6082">
                  <c:v>123</c:v>
                </c:pt>
                <c:pt idx="6083">
                  <c:v>100</c:v>
                </c:pt>
                <c:pt idx="6084">
                  <c:v>410</c:v>
                </c:pt>
                <c:pt idx="6085">
                  <c:v>447</c:v>
                </c:pt>
                <c:pt idx="6086">
                  <c:v>161</c:v>
                </c:pt>
                <c:pt idx="6087">
                  <c:v>127</c:v>
                </c:pt>
                <c:pt idx="6088">
                  <c:v>228</c:v>
                </c:pt>
                <c:pt idx="6089">
                  <c:v>315</c:v>
                </c:pt>
                <c:pt idx="6090">
                  <c:v>258</c:v>
                </c:pt>
                <c:pt idx="6091">
                  <c:v>186</c:v>
                </c:pt>
                <c:pt idx="6092">
                  <c:v>119</c:v>
                </c:pt>
                <c:pt idx="6093">
                  <c:v>142</c:v>
                </c:pt>
                <c:pt idx="6094">
                  <c:v>744</c:v>
                </c:pt>
                <c:pt idx="6095">
                  <c:v>256</c:v>
                </c:pt>
                <c:pt idx="6096">
                  <c:v>108</c:v>
                </c:pt>
                <c:pt idx="6097">
                  <c:v>120</c:v>
                </c:pt>
                <c:pt idx="6098">
                  <c:v>131</c:v>
                </c:pt>
                <c:pt idx="6099">
                  <c:v>275</c:v>
                </c:pt>
                <c:pt idx="6100">
                  <c:v>94</c:v>
                </c:pt>
                <c:pt idx="6101">
                  <c:v>592</c:v>
                </c:pt>
                <c:pt idx="6102">
                  <c:v>429</c:v>
                </c:pt>
                <c:pt idx="6103">
                  <c:v>352</c:v>
                </c:pt>
                <c:pt idx="6104">
                  <c:v>271</c:v>
                </c:pt>
                <c:pt idx="6105">
                  <c:v>280</c:v>
                </c:pt>
                <c:pt idx="6106">
                  <c:v>245</c:v>
                </c:pt>
                <c:pt idx="6107">
                  <c:v>206</c:v>
                </c:pt>
                <c:pt idx="6108">
                  <c:v>168</c:v>
                </c:pt>
                <c:pt idx="6109">
                  <c:v>131</c:v>
                </c:pt>
                <c:pt idx="6110">
                  <c:v>137</c:v>
                </c:pt>
                <c:pt idx="6111">
                  <c:v>228</c:v>
                </c:pt>
                <c:pt idx="6112">
                  <c:v>147</c:v>
                </c:pt>
                <c:pt idx="6113">
                  <c:v>94</c:v>
                </c:pt>
                <c:pt idx="6114">
                  <c:v>212</c:v>
                </c:pt>
                <c:pt idx="6115">
                  <c:v>455</c:v>
                </c:pt>
                <c:pt idx="6116">
                  <c:v>119</c:v>
                </c:pt>
                <c:pt idx="6117">
                  <c:v>178</c:v>
                </c:pt>
                <c:pt idx="6118">
                  <c:v>162</c:v>
                </c:pt>
                <c:pt idx="6119">
                  <c:v>394</c:v>
                </c:pt>
                <c:pt idx="6120">
                  <c:v>291</c:v>
                </c:pt>
                <c:pt idx="6121">
                  <c:v>224</c:v>
                </c:pt>
                <c:pt idx="6122">
                  <c:v>161</c:v>
                </c:pt>
                <c:pt idx="6123">
                  <c:v>275</c:v>
                </c:pt>
                <c:pt idx="6124">
                  <c:v>633</c:v>
                </c:pt>
                <c:pt idx="6125">
                  <c:v>154</c:v>
                </c:pt>
                <c:pt idx="6126">
                  <c:v>382</c:v>
                </c:pt>
                <c:pt idx="6127">
                  <c:v>113</c:v>
                </c:pt>
                <c:pt idx="6128">
                  <c:v>481</c:v>
                </c:pt>
                <c:pt idx="6129">
                  <c:v>184</c:v>
                </c:pt>
                <c:pt idx="6130">
                  <c:v>494</c:v>
                </c:pt>
                <c:pt idx="6131">
                  <c:v>173</c:v>
                </c:pt>
                <c:pt idx="6132">
                  <c:v>87</c:v>
                </c:pt>
                <c:pt idx="6133">
                  <c:v>185</c:v>
                </c:pt>
                <c:pt idx="6134">
                  <c:v>233</c:v>
                </c:pt>
                <c:pt idx="6135">
                  <c:v>121</c:v>
                </c:pt>
                <c:pt idx="6136">
                  <c:v>123</c:v>
                </c:pt>
                <c:pt idx="6137">
                  <c:v>185</c:v>
                </c:pt>
                <c:pt idx="6138">
                  <c:v>49</c:v>
                </c:pt>
                <c:pt idx="6139">
                  <c:v>138</c:v>
                </c:pt>
                <c:pt idx="6140">
                  <c:v>147</c:v>
                </c:pt>
                <c:pt idx="6141">
                  <c:v>213</c:v>
                </c:pt>
                <c:pt idx="6142">
                  <c:v>143</c:v>
                </c:pt>
                <c:pt idx="6143">
                  <c:v>249</c:v>
                </c:pt>
                <c:pt idx="6144">
                  <c:v>94</c:v>
                </c:pt>
                <c:pt idx="6145">
                  <c:v>125</c:v>
                </c:pt>
                <c:pt idx="6146">
                  <c:v>137</c:v>
                </c:pt>
                <c:pt idx="6147">
                  <c:v>146</c:v>
                </c:pt>
                <c:pt idx="6148">
                  <c:v>157</c:v>
                </c:pt>
                <c:pt idx="6149">
                  <c:v>217</c:v>
                </c:pt>
                <c:pt idx="6150">
                  <c:v>162</c:v>
                </c:pt>
                <c:pt idx="6151">
                  <c:v>110</c:v>
                </c:pt>
                <c:pt idx="6152">
                  <c:v>87</c:v>
                </c:pt>
                <c:pt idx="6153">
                  <c:v>142</c:v>
                </c:pt>
                <c:pt idx="6154">
                  <c:v>98</c:v>
                </c:pt>
                <c:pt idx="6155">
                  <c:v>148</c:v>
                </c:pt>
                <c:pt idx="6156">
                  <c:v>208</c:v>
                </c:pt>
                <c:pt idx="6157">
                  <c:v>127</c:v>
                </c:pt>
                <c:pt idx="6158">
                  <c:v>217</c:v>
                </c:pt>
                <c:pt idx="6159">
                  <c:v>290</c:v>
                </c:pt>
                <c:pt idx="6160">
                  <c:v>150</c:v>
                </c:pt>
                <c:pt idx="6161">
                  <c:v>233</c:v>
                </c:pt>
                <c:pt idx="6162">
                  <c:v>146</c:v>
                </c:pt>
                <c:pt idx="6163">
                  <c:v>385</c:v>
                </c:pt>
                <c:pt idx="6164">
                  <c:v>263</c:v>
                </c:pt>
                <c:pt idx="6165">
                  <c:v>210</c:v>
                </c:pt>
                <c:pt idx="6166">
                  <c:v>102</c:v>
                </c:pt>
                <c:pt idx="6167">
                  <c:v>335</c:v>
                </c:pt>
                <c:pt idx="6168">
                  <c:v>373</c:v>
                </c:pt>
                <c:pt idx="6169">
                  <c:v>133</c:v>
                </c:pt>
                <c:pt idx="6170">
                  <c:v>75</c:v>
                </c:pt>
                <c:pt idx="6171">
                  <c:v>715</c:v>
                </c:pt>
                <c:pt idx="6172">
                  <c:v>123</c:v>
                </c:pt>
                <c:pt idx="6173">
                  <c:v>297</c:v>
                </c:pt>
                <c:pt idx="6174">
                  <c:v>597</c:v>
                </c:pt>
                <c:pt idx="6175">
                  <c:v>379</c:v>
                </c:pt>
                <c:pt idx="6176">
                  <c:v>735</c:v>
                </c:pt>
                <c:pt idx="6177">
                  <c:v>173</c:v>
                </c:pt>
                <c:pt idx="6178">
                  <c:v>183</c:v>
                </c:pt>
                <c:pt idx="6179">
                  <c:v>82</c:v>
                </c:pt>
                <c:pt idx="6180">
                  <c:v>121</c:v>
                </c:pt>
                <c:pt idx="6181">
                  <c:v>163</c:v>
                </c:pt>
                <c:pt idx="6182">
                  <c:v>148</c:v>
                </c:pt>
                <c:pt idx="6183">
                  <c:v>193</c:v>
                </c:pt>
                <c:pt idx="6184">
                  <c:v>159</c:v>
                </c:pt>
                <c:pt idx="6185">
                  <c:v>115</c:v>
                </c:pt>
                <c:pt idx="6186">
                  <c:v>223</c:v>
                </c:pt>
                <c:pt idx="6187">
                  <c:v>10</c:v>
                </c:pt>
                <c:pt idx="6188">
                  <c:v>312</c:v>
                </c:pt>
                <c:pt idx="6189">
                  <c:v>125</c:v>
                </c:pt>
                <c:pt idx="6190">
                  <c:v>114</c:v>
                </c:pt>
                <c:pt idx="6191">
                  <c:v>304</c:v>
                </c:pt>
                <c:pt idx="6192">
                  <c:v>68</c:v>
                </c:pt>
                <c:pt idx="6193">
                  <c:v>247</c:v>
                </c:pt>
                <c:pt idx="6194">
                  <c:v>130</c:v>
                </c:pt>
                <c:pt idx="6195">
                  <c:v>548</c:v>
                </c:pt>
                <c:pt idx="6196">
                  <c:v>280</c:v>
                </c:pt>
                <c:pt idx="6197">
                  <c:v>84</c:v>
                </c:pt>
                <c:pt idx="6198">
                  <c:v>729</c:v>
                </c:pt>
                <c:pt idx="6199">
                  <c:v>683</c:v>
                </c:pt>
                <c:pt idx="6200">
                  <c:v>141</c:v>
                </c:pt>
                <c:pt idx="6201">
                  <c:v>114</c:v>
                </c:pt>
                <c:pt idx="6202">
                  <c:v>261</c:v>
                </c:pt>
                <c:pt idx="6203">
                  <c:v>87</c:v>
                </c:pt>
                <c:pt idx="6204">
                  <c:v>108</c:v>
                </c:pt>
                <c:pt idx="6205">
                  <c:v>203</c:v>
                </c:pt>
                <c:pt idx="6206">
                  <c:v>371</c:v>
                </c:pt>
                <c:pt idx="6207">
                  <c:v>105</c:v>
                </c:pt>
                <c:pt idx="6208">
                  <c:v>145</c:v>
                </c:pt>
                <c:pt idx="6209">
                  <c:v>208</c:v>
                </c:pt>
                <c:pt idx="6210">
                  <c:v>154</c:v>
                </c:pt>
                <c:pt idx="6211">
                  <c:v>294</c:v>
                </c:pt>
                <c:pt idx="6212">
                  <c:v>149</c:v>
                </c:pt>
                <c:pt idx="6213">
                  <c:v>348</c:v>
                </c:pt>
                <c:pt idx="6214">
                  <c:v>345</c:v>
                </c:pt>
                <c:pt idx="6215">
                  <c:v>137</c:v>
                </c:pt>
                <c:pt idx="6216">
                  <c:v>181</c:v>
                </c:pt>
                <c:pt idx="6217">
                  <c:v>265</c:v>
                </c:pt>
                <c:pt idx="6218">
                  <c:v>700</c:v>
                </c:pt>
                <c:pt idx="6219">
                  <c:v>459</c:v>
                </c:pt>
                <c:pt idx="6220">
                  <c:v>146</c:v>
                </c:pt>
                <c:pt idx="6221">
                  <c:v>224</c:v>
                </c:pt>
                <c:pt idx="6222">
                  <c:v>746</c:v>
                </c:pt>
                <c:pt idx="6223">
                  <c:v>394</c:v>
                </c:pt>
                <c:pt idx="6224">
                  <c:v>487</c:v>
                </c:pt>
                <c:pt idx="6225">
                  <c:v>208</c:v>
                </c:pt>
                <c:pt idx="6226">
                  <c:v>80</c:v>
                </c:pt>
                <c:pt idx="6227">
                  <c:v>226</c:v>
                </c:pt>
                <c:pt idx="6228">
                  <c:v>232</c:v>
                </c:pt>
                <c:pt idx="6229">
                  <c:v>184</c:v>
                </c:pt>
                <c:pt idx="6230">
                  <c:v>130</c:v>
                </c:pt>
                <c:pt idx="6231">
                  <c:v>121</c:v>
                </c:pt>
                <c:pt idx="6232">
                  <c:v>571</c:v>
                </c:pt>
                <c:pt idx="6233">
                  <c:v>179</c:v>
                </c:pt>
                <c:pt idx="6234">
                  <c:v>133</c:v>
                </c:pt>
                <c:pt idx="6235">
                  <c:v>140</c:v>
                </c:pt>
                <c:pt idx="6236">
                  <c:v>128</c:v>
                </c:pt>
                <c:pt idx="6237">
                  <c:v>81</c:v>
                </c:pt>
                <c:pt idx="6238">
                  <c:v>118</c:v>
                </c:pt>
                <c:pt idx="6239">
                  <c:v>148</c:v>
                </c:pt>
                <c:pt idx="6240">
                  <c:v>158</c:v>
                </c:pt>
                <c:pt idx="6241">
                  <c:v>202</c:v>
                </c:pt>
                <c:pt idx="6242">
                  <c:v>163</c:v>
                </c:pt>
                <c:pt idx="6243">
                  <c:v>269</c:v>
                </c:pt>
                <c:pt idx="6244">
                  <c:v>79</c:v>
                </c:pt>
                <c:pt idx="6245">
                  <c:v>157</c:v>
                </c:pt>
                <c:pt idx="6246">
                  <c:v>536</c:v>
                </c:pt>
                <c:pt idx="6247">
                  <c:v>72</c:v>
                </c:pt>
                <c:pt idx="6248">
                  <c:v>257</c:v>
                </c:pt>
                <c:pt idx="6249">
                  <c:v>101</c:v>
                </c:pt>
                <c:pt idx="6250">
                  <c:v>95</c:v>
                </c:pt>
                <c:pt idx="6251">
                  <c:v>122</c:v>
                </c:pt>
                <c:pt idx="6252">
                  <c:v>322</c:v>
                </c:pt>
                <c:pt idx="6253">
                  <c:v>180</c:v>
                </c:pt>
                <c:pt idx="6254">
                  <c:v>114</c:v>
                </c:pt>
                <c:pt idx="6255">
                  <c:v>451</c:v>
                </c:pt>
                <c:pt idx="6256">
                  <c:v>422</c:v>
                </c:pt>
                <c:pt idx="6257">
                  <c:v>510</c:v>
                </c:pt>
                <c:pt idx="6258">
                  <c:v>149</c:v>
                </c:pt>
                <c:pt idx="6259">
                  <c:v>133</c:v>
                </c:pt>
                <c:pt idx="6260">
                  <c:v>110</c:v>
                </c:pt>
                <c:pt idx="6261">
                  <c:v>73</c:v>
                </c:pt>
                <c:pt idx="6262">
                  <c:v>381</c:v>
                </c:pt>
                <c:pt idx="6263">
                  <c:v>477</c:v>
                </c:pt>
                <c:pt idx="6264">
                  <c:v>388</c:v>
                </c:pt>
                <c:pt idx="6265">
                  <c:v>120</c:v>
                </c:pt>
                <c:pt idx="6266">
                  <c:v>382</c:v>
                </c:pt>
                <c:pt idx="6267">
                  <c:v>178</c:v>
                </c:pt>
                <c:pt idx="6268">
                  <c:v>250</c:v>
                </c:pt>
                <c:pt idx="6269">
                  <c:v>177</c:v>
                </c:pt>
                <c:pt idx="6270">
                  <c:v>248</c:v>
                </c:pt>
                <c:pt idx="6271">
                  <c:v>143</c:v>
                </c:pt>
                <c:pt idx="6272">
                  <c:v>502</c:v>
                </c:pt>
                <c:pt idx="6273">
                  <c:v>370</c:v>
                </c:pt>
                <c:pt idx="6274">
                  <c:v>186</c:v>
                </c:pt>
                <c:pt idx="6275">
                  <c:v>532</c:v>
                </c:pt>
                <c:pt idx="6276">
                  <c:v>150</c:v>
                </c:pt>
                <c:pt idx="6277">
                  <c:v>159</c:v>
                </c:pt>
                <c:pt idx="6278">
                  <c:v>353</c:v>
                </c:pt>
                <c:pt idx="6279">
                  <c:v>489</c:v>
                </c:pt>
                <c:pt idx="6280">
                  <c:v>145</c:v>
                </c:pt>
                <c:pt idx="6281">
                  <c:v>476</c:v>
                </c:pt>
                <c:pt idx="6282">
                  <c:v>110</c:v>
                </c:pt>
                <c:pt idx="6283">
                  <c:v>230</c:v>
                </c:pt>
                <c:pt idx="6284">
                  <c:v>386</c:v>
                </c:pt>
                <c:pt idx="6285">
                  <c:v>216</c:v>
                </c:pt>
                <c:pt idx="6286">
                  <c:v>358</c:v>
                </c:pt>
                <c:pt idx="6287">
                  <c:v>209</c:v>
                </c:pt>
                <c:pt idx="6288">
                  <c:v>152</c:v>
                </c:pt>
                <c:pt idx="6289">
                  <c:v>134</c:v>
                </c:pt>
                <c:pt idx="6290">
                  <c:v>231</c:v>
                </c:pt>
                <c:pt idx="6291">
                  <c:v>183</c:v>
                </c:pt>
                <c:pt idx="6292">
                  <c:v>62</c:v>
                </c:pt>
                <c:pt idx="6293">
                  <c:v>120</c:v>
                </c:pt>
                <c:pt idx="6294">
                  <c:v>221</c:v>
                </c:pt>
                <c:pt idx="6295">
                  <c:v>238</c:v>
                </c:pt>
                <c:pt idx="6296">
                  <c:v>335</c:v>
                </c:pt>
                <c:pt idx="6297">
                  <c:v>440</c:v>
                </c:pt>
                <c:pt idx="6298">
                  <c:v>145</c:v>
                </c:pt>
                <c:pt idx="6299">
                  <c:v>119</c:v>
                </c:pt>
                <c:pt idx="6300">
                  <c:v>154</c:v>
                </c:pt>
                <c:pt idx="6301">
                  <c:v>525</c:v>
                </c:pt>
                <c:pt idx="6302">
                  <c:v>183</c:v>
                </c:pt>
                <c:pt idx="6303">
                  <c:v>174</c:v>
                </c:pt>
                <c:pt idx="6304">
                  <c:v>141</c:v>
                </c:pt>
                <c:pt idx="6305">
                  <c:v>158</c:v>
                </c:pt>
                <c:pt idx="6306">
                  <c:v>230</c:v>
                </c:pt>
                <c:pt idx="6307">
                  <c:v>248</c:v>
                </c:pt>
                <c:pt idx="6308">
                  <c:v>201</c:v>
                </c:pt>
                <c:pt idx="6309">
                  <c:v>413</c:v>
                </c:pt>
                <c:pt idx="6310">
                  <c:v>137</c:v>
                </c:pt>
                <c:pt idx="6311">
                  <c:v>117</c:v>
                </c:pt>
                <c:pt idx="6312">
                  <c:v>425</c:v>
                </c:pt>
                <c:pt idx="6313">
                  <c:v>274</c:v>
                </c:pt>
                <c:pt idx="6314">
                  <c:v>177</c:v>
                </c:pt>
                <c:pt idx="6315">
                  <c:v>117</c:v>
                </c:pt>
                <c:pt idx="6316">
                  <c:v>162</c:v>
                </c:pt>
                <c:pt idx="6317">
                  <c:v>125</c:v>
                </c:pt>
                <c:pt idx="6318">
                  <c:v>188</c:v>
                </c:pt>
                <c:pt idx="6319">
                  <c:v>271</c:v>
                </c:pt>
                <c:pt idx="6320">
                  <c:v>161</c:v>
                </c:pt>
                <c:pt idx="6321">
                  <c:v>189</c:v>
                </c:pt>
                <c:pt idx="6322">
                  <c:v>148</c:v>
                </c:pt>
                <c:pt idx="6323">
                  <c:v>139</c:v>
                </c:pt>
                <c:pt idx="6324">
                  <c:v>73</c:v>
                </c:pt>
                <c:pt idx="6325">
                  <c:v>162</c:v>
                </c:pt>
                <c:pt idx="6326">
                  <c:v>198</c:v>
                </c:pt>
                <c:pt idx="6327">
                  <c:v>118</c:v>
                </c:pt>
                <c:pt idx="6328">
                  <c:v>181</c:v>
                </c:pt>
                <c:pt idx="6329">
                  <c:v>166</c:v>
                </c:pt>
                <c:pt idx="6330">
                  <c:v>264</c:v>
                </c:pt>
                <c:pt idx="6331">
                  <c:v>301</c:v>
                </c:pt>
                <c:pt idx="6332">
                  <c:v>194</c:v>
                </c:pt>
                <c:pt idx="6333">
                  <c:v>263</c:v>
                </c:pt>
                <c:pt idx="6334">
                  <c:v>509</c:v>
                </c:pt>
                <c:pt idx="6335">
                  <c:v>111</c:v>
                </c:pt>
                <c:pt idx="6336">
                  <c:v>118</c:v>
                </c:pt>
                <c:pt idx="6337">
                  <c:v>186</c:v>
                </c:pt>
                <c:pt idx="6338">
                  <c:v>109</c:v>
                </c:pt>
                <c:pt idx="6339">
                  <c:v>339</c:v>
                </c:pt>
                <c:pt idx="6340">
                  <c:v>64</c:v>
                </c:pt>
                <c:pt idx="6341">
                  <c:v>133</c:v>
                </c:pt>
                <c:pt idx="6342">
                  <c:v>94</c:v>
                </c:pt>
                <c:pt idx="6343">
                  <c:v>141</c:v>
                </c:pt>
                <c:pt idx="6344">
                  <c:v>235</c:v>
                </c:pt>
                <c:pt idx="6345">
                  <c:v>99</c:v>
                </c:pt>
                <c:pt idx="6346">
                  <c:v>163</c:v>
                </c:pt>
                <c:pt idx="6347">
                  <c:v>56</c:v>
                </c:pt>
                <c:pt idx="6348">
                  <c:v>322</c:v>
                </c:pt>
                <c:pt idx="6349">
                  <c:v>143</c:v>
                </c:pt>
                <c:pt idx="6350">
                  <c:v>172</c:v>
                </c:pt>
                <c:pt idx="6351">
                  <c:v>231</c:v>
                </c:pt>
                <c:pt idx="6352">
                  <c:v>259</c:v>
                </c:pt>
                <c:pt idx="6353">
                  <c:v>325</c:v>
                </c:pt>
                <c:pt idx="6354">
                  <c:v>151</c:v>
                </c:pt>
                <c:pt idx="6355">
                  <c:v>155</c:v>
                </c:pt>
                <c:pt idx="6356">
                  <c:v>200</c:v>
                </c:pt>
                <c:pt idx="6357">
                  <c:v>242</c:v>
                </c:pt>
                <c:pt idx="6358">
                  <c:v>185</c:v>
                </c:pt>
                <c:pt idx="6359">
                  <c:v>642</c:v>
                </c:pt>
                <c:pt idx="6360">
                  <c:v>133</c:v>
                </c:pt>
                <c:pt idx="6361">
                  <c:v>260</c:v>
                </c:pt>
                <c:pt idx="6362">
                  <c:v>242</c:v>
                </c:pt>
                <c:pt idx="6363">
                  <c:v>249</c:v>
                </c:pt>
                <c:pt idx="6364">
                  <c:v>234</c:v>
                </c:pt>
                <c:pt idx="6365">
                  <c:v>92</c:v>
                </c:pt>
                <c:pt idx="6366">
                  <c:v>183</c:v>
                </c:pt>
                <c:pt idx="6367">
                  <c:v>200</c:v>
                </c:pt>
                <c:pt idx="6368">
                  <c:v>654</c:v>
                </c:pt>
                <c:pt idx="6369">
                  <c:v>310</c:v>
                </c:pt>
                <c:pt idx="6370">
                  <c:v>333</c:v>
                </c:pt>
                <c:pt idx="6371">
                  <c:v>132</c:v>
                </c:pt>
                <c:pt idx="6372">
                  <c:v>137</c:v>
                </c:pt>
                <c:pt idx="6373">
                  <c:v>196</c:v>
                </c:pt>
                <c:pt idx="6374">
                  <c:v>120</c:v>
                </c:pt>
                <c:pt idx="6375">
                  <c:v>208</c:v>
                </c:pt>
                <c:pt idx="6376">
                  <c:v>115</c:v>
                </c:pt>
                <c:pt idx="6377">
                  <c:v>273</c:v>
                </c:pt>
                <c:pt idx="6378">
                  <c:v>152</c:v>
                </c:pt>
                <c:pt idx="6379">
                  <c:v>222</c:v>
                </c:pt>
                <c:pt idx="6380">
                  <c:v>211</c:v>
                </c:pt>
                <c:pt idx="6381">
                  <c:v>267</c:v>
                </c:pt>
                <c:pt idx="6382">
                  <c:v>152</c:v>
                </c:pt>
                <c:pt idx="6383">
                  <c:v>239</c:v>
                </c:pt>
                <c:pt idx="6384">
                  <c:v>209</c:v>
                </c:pt>
                <c:pt idx="6385">
                  <c:v>165</c:v>
                </c:pt>
                <c:pt idx="6386">
                  <c:v>154</c:v>
                </c:pt>
                <c:pt idx="6387">
                  <c:v>390</c:v>
                </c:pt>
                <c:pt idx="6388">
                  <c:v>540</c:v>
                </c:pt>
                <c:pt idx="6389">
                  <c:v>77</c:v>
                </c:pt>
                <c:pt idx="6390">
                  <c:v>246</c:v>
                </c:pt>
                <c:pt idx="6391">
                  <c:v>298</c:v>
                </c:pt>
                <c:pt idx="6392">
                  <c:v>267</c:v>
                </c:pt>
                <c:pt idx="6393">
                  <c:v>78</c:v>
                </c:pt>
                <c:pt idx="6394">
                  <c:v>210</c:v>
                </c:pt>
                <c:pt idx="6395">
                  <c:v>124</c:v>
                </c:pt>
                <c:pt idx="6396">
                  <c:v>209</c:v>
                </c:pt>
                <c:pt idx="6397">
                  <c:v>132</c:v>
                </c:pt>
                <c:pt idx="6398">
                  <c:v>276</c:v>
                </c:pt>
                <c:pt idx="6399">
                  <c:v>55</c:v>
                </c:pt>
                <c:pt idx="6400">
                  <c:v>179</c:v>
                </c:pt>
                <c:pt idx="6401">
                  <c:v>159</c:v>
                </c:pt>
                <c:pt idx="6402">
                  <c:v>90</c:v>
                </c:pt>
                <c:pt idx="6403">
                  <c:v>128</c:v>
                </c:pt>
                <c:pt idx="6404">
                  <c:v>487</c:v>
                </c:pt>
                <c:pt idx="6405">
                  <c:v>131</c:v>
                </c:pt>
                <c:pt idx="6406">
                  <c:v>132</c:v>
                </c:pt>
                <c:pt idx="6407">
                  <c:v>81</c:v>
                </c:pt>
                <c:pt idx="6408">
                  <c:v>48</c:v>
                </c:pt>
                <c:pt idx="6409">
                  <c:v>97</c:v>
                </c:pt>
                <c:pt idx="6410">
                  <c:v>106</c:v>
                </c:pt>
                <c:pt idx="6411">
                  <c:v>223</c:v>
                </c:pt>
                <c:pt idx="6412">
                  <c:v>200</c:v>
                </c:pt>
                <c:pt idx="6413">
                  <c:v>148</c:v>
                </c:pt>
                <c:pt idx="6414">
                  <c:v>144</c:v>
                </c:pt>
                <c:pt idx="6415">
                  <c:v>126</c:v>
                </c:pt>
                <c:pt idx="6416">
                  <c:v>121</c:v>
                </c:pt>
                <c:pt idx="6417">
                  <c:v>164</c:v>
                </c:pt>
                <c:pt idx="6418">
                  <c:v>144</c:v>
                </c:pt>
                <c:pt idx="6419">
                  <c:v>114</c:v>
                </c:pt>
                <c:pt idx="6420">
                  <c:v>71</c:v>
                </c:pt>
                <c:pt idx="6421">
                  <c:v>122</c:v>
                </c:pt>
                <c:pt idx="6422">
                  <c:v>210</c:v>
                </c:pt>
                <c:pt idx="6423">
                  <c:v>244</c:v>
                </c:pt>
                <c:pt idx="6424">
                  <c:v>414</c:v>
                </c:pt>
                <c:pt idx="6425">
                  <c:v>119</c:v>
                </c:pt>
                <c:pt idx="6426">
                  <c:v>749</c:v>
                </c:pt>
                <c:pt idx="6427">
                  <c:v>151</c:v>
                </c:pt>
                <c:pt idx="6428">
                  <c:v>283</c:v>
                </c:pt>
                <c:pt idx="6429">
                  <c:v>276</c:v>
                </c:pt>
                <c:pt idx="6430">
                  <c:v>344</c:v>
                </c:pt>
                <c:pt idx="6431">
                  <c:v>247</c:v>
                </c:pt>
                <c:pt idx="6432">
                  <c:v>60</c:v>
                </c:pt>
                <c:pt idx="6433">
                  <c:v>621</c:v>
                </c:pt>
                <c:pt idx="6434">
                  <c:v>150</c:v>
                </c:pt>
                <c:pt idx="6435">
                  <c:v>314</c:v>
                </c:pt>
                <c:pt idx="6436">
                  <c:v>153</c:v>
                </c:pt>
                <c:pt idx="6437">
                  <c:v>129</c:v>
                </c:pt>
                <c:pt idx="6438">
                  <c:v>175</c:v>
                </c:pt>
                <c:pt idx="6439">
                  <c:v>98</c:v>
                </c:pt>
                <c:pt idx="6440">
                  <c:v>315</c:v>
                </c:pt>
                <c:pt idx="6441">
                  <c:v>283</c:v>
                </c:pt>
                <c:pt idx="6442">
                  <c:v>511</c:v>
                </c:pt>
                <c:pt idx="6443">
                  <c:v>54</c:v>
                </c:pt>
                <c:pt idx="6444">
                  <c:v>146</c:v>
                </c:pt>
                <c:pt idx="6445">
                  <c:v>282</c:v>
                </c:pt>
                <c:pt idx="6446">
                  <c:v>106</c:v>
                </c:pt>
                <c:pt idx="6447">
                  <c:v>386</c:v>
                </c:pt>
                <c:pt idx="6448">
                  <c:v>127</c:v>
                </c:pt>
                <c:pt idx="6449">
                  <c:v>206</c:v>
                </c:pt>
                <c:pt idx="6450">
                  <c:v>147</c:v>
                </c:pt>
                <c:pt idx="6451">
                  <c:v>97</c:v>
                </c:pt>
                <c:pt idx="6452">
                  <c:v>243</c:v>
                </c:pt>
                <c:pt idx="6453">
                  <c:v>138</c:v>
                </c:pt>
                <c:pt idx="6454">
                  <c:v>102</c:v>
                </c:pt>
                <c:pt idx="6455">
                  <c:v>95</c:v>
                </c:pt>
                <c:pt idx="6456">
                  <c:v>191</c:v>
                </c:pt>
                <c:pt idx="6457">
                  <c:v>150</c:v>
                </c:pt>
                <c:pt idx="6458">
                  <c:v>125</c:v>
                </c:pt>
                <c:pt idx="6459">
                  <c:v>161</c:v>
                </c:pt>
                <c:pt idx="6460">
                  <c:v>168</c:v>
                </c:pt>
                <c:pt idx="6461">
                  <c:v>157</c:v>
                </c:pt>
                <c:pt idx="6462">
                  <c:v>237</c:v>
                </c:pt>
                <c:pt idx="6463">
                  <c:v>105</c:v>
                </c:pt>
                <c:pt idx="6464">
                  <c:v>131</c:v>
                </c:pt>
                <c:pt idx="6465">
                  <c:v>126</c:v>
                </c:pt>
                <c:pt idx="6466">
                  <c:v>128</c:v>
                </c:pt>
                <c:pt idx="6467">
                  <c:v>161</c:v>
                </c:pt>
                <c:pt idx="6468">
                  <c:v>166</c:v>
                </c:pt>
                <c:pt idx="6469">
                  <c:v>169</c:v>
                </c:pt>
                <c:pt idx="6470">
                  <c:v>250</c:v>
                </c:pt>
                <c:pt idx="6471">
                  <c:v>115</c:v>
                </c:pt>
                <c:pt idx="6472">
                  <c:v>224</c:v>
                </c:pt>
                <c:pt idx="6473">
                  <c:v>53</c:v>
                </c:pt>
                <c:pt idx="6474">
                  <c:v>192</c:v>
                </c:pt>
                <c:pt idx="6475">
                  <c:v>232</c:v>
                </c:pt>
                <c:pt idx="6476">
                  <c:v>138</c:v>
                </c:pt>
                <c:pt idx="6477">
                  <c:v>239</c:v>
                </c:pt>
                <c:pt idx="6478">
                  <c:v>130</c:v>
                </c:pt>
                <c:pt idx="6479">
                  <c:v>214</c:v>
                </c:pt>
                <c:pt idx="6480">
                  <c:v>152</c:v>
                </c:pt>
                <c:pt idx="6481">
                  <c:v>118</c:v>
                </c:pt>
                <c:pt idx="6482">
                  <c:v>244</c:v>
                </c:pt>
                <c:pt idx="6483">
                  <c:v>371</c:v>
                </c:pt>
                <c:pt idx="6484">
                  <c:v>172</c:v>
                </c:pt>
                <c:pt idx="6485">
                  <c:v>253</c:v>
                </c:pt>
                <c:pt idx="6486">
                  <c:v>274</c:v>
                </c:pt>
                <c:pt idx="6487">
                  <c:v>177</c:v>
                </c:pt>
                <c:pt idx="6488">
                  <c:v>123</c:v>
                </c:pt>
                <c:pt idx="6489">
                  <c:v>314</c:v>
                </c:pt>
                <c:pt idx="6490">
                  <c:v>114</c:v>
                </c:pt>
                <c:pt idx="6491">
                  <c:v>162</c:v>
                </c:pt>
                <c:pt idx="6492">
                  <c:v>120</c:v>
                </c:pt>
                <c:pt idx="6493">
                  <c:v>239</c:v>
                </c:pt>
                <c:pt idx="6494">
                  <c:v>606</c:v>
                </c:pt>
                <c:pt idx="6495">
                  <c:v>276</c:v>
                </c:pt>
                <c:pt idx="6496">
                  <c:v>165</c:v>
                </c:pt>
                <c:pt idx="6497">
                  <c:v>110</c:v>
                </c:pt>
                <c:pt idx="6498">
                  <c:v>125</c:v>
                </c:pt>
                <c:pt idx="6499">
                  <c:v>122</c:v>
                </c:pt>
                <c:pt idx="6500">
                  <c:v>259</c:v>
                </c:pt>
                <c:pt idx="6501">
                  <c:v>120</c:v>
                </c:pt>
                <c:pt idx="6502">
                  <c:v>232</c:v>
                </c:pt>
                <c:pt idx="6503">
                  <c:v>351</c:v>
                </c:pt>
                <c:pt idx="6504">
                  <c:v>128</c:v>
                </c:pt>
                <c:pt idx="6505">
                  <c:v>151</c:v>
                </c:pt>
                <c:pt idx="6506">
                  <c:v>187</c:v>
                </c:pt>
                <c:pt idx="6507">
                  <c:v>352</c:v>
                </c:pt>
                <c:pt idx="6508">
                  <c:v>137</c:v>
                </c:pt>
                <c:pt idx="6509">
                  <c:v>80</c:v>
                </c:pt>
                <c:pt idx="6510">
                  <c:v>158</c:v>
                </c:pt>
                <c:pt idx="6511">
                  <c:v>131</c:v>
                </c:pt>
                <c:pt idx="6512">
                  <c:v>141</c:v>
                </c:pt>
                <c:pt idx="6513">
                  <c:v>480</c:v>
                </c:pt>
                <c:pt idx="6514">
                  <c:v>653</c:v>
                </c:pt>
                <c:pt idx="6515">
                  <c:v>131</c:v>
                </c:pt>
                <c:pt idx="6516">
                  <c:v>382</c:v>
                </c:pt>
                <c:pt idx="6517">
                  <c:v>357</c:v>
                </c:pt>
                <c:pt idx="6518">
                  <c:v>220</c:v>
                </c:pt>
                <c:pt idx="6519">
                  <c:v>214</c:v>
                </c:pt>
                <c:pt idx="6520">
                  <c:v>110</c:v>
                </c:pt>
                <c:pt idx="6521">
                  <c:v>104</c:v>
                </c:pt>
                <c:pt idx="6522">
                  <c:v>154</c:v>
                </c:pt>
                <c:pt idx="6523">
                  <c:v>199</c:v>
                </c:pt>
                <c:pt idx="6524">
                  <c:v>456</c:v>
                </c:pt>
                <c:pt idx="6525">
                  <c:v>476</c:v>
                </c:pt>
                <c:pt idx="6526">
                  <c:v>573</c:v>
                </c:pt>
                <c:pt idx="6527">
                  <c:v>128</c:v>
                </c:pt>
                <c:pt idx="6528">
                  <c:v>413</c:v>
                </c:pt>
                <c:pt idx="6529">
                  <c:v>322</c:v>
                </c:pt>
                <c:pt idx="6530">
                  <c:v>154</c:v>
                </c:pt>
                <c:pt idx="6531">
                  <c:v>569</c:v>
                </c:pt>
                <c:pt idx="6532">
                  <c:v>447</c:v>
                </c:pt>
                <c:pt idx="6533">
                  <c:v>319</c:v>
                </c:pt>
                <c:pt idx="6534">
                  <c:v>282</c:v>
                </c:pt>
                <c:pt idx="6535">
                  <c:v>531</c:v>
                </c:pt>
                <c:pt idx="6536">
                  <c:v>134</c:v>
                </c:pt>
                <c:pt idx="6537">
                  <c:v>188</c:v>
                </c:pt>
                <c:pt idx="6538">
                  <c:v>146</c:v>
                </c:pt>
                <c:pt idx="6539">
                  <c:v>134</c:v>
                </c:pt>
                <c:pt idx="6540">
                  <c:v>163</c:v>
                </c:pt>
                <c:pt idx="6541">
                  <c:v>588</c:v>
                </c:pt>
                <c:pt idx="6542">
                  <c:v>291</c:v>
                </c:pt>
                <c:pt idx="6543">
                  <c:v>195</c:v>
                </c:pt>
                <c:pt idx="6544">
                  <c:v>115</c:v>
                </c:pt>
                <c:pt idx="6545">
                  <c:v>650</c:v>
                </c:pt>
                <c:pt idx="6546">
                  <c:v>24</c:v>
                </c:pt>
                <c:pt idx="6547">
                  <c:v>331</c:v>
                </c:pt>
                <c:pt idx="6548">
                  <c:v>641</c:v>
                </c:pt>
                <c:pt idx="6549">
                  <c:v>149</c:v>
                </c:pt>
                <c:pt idx="6550">
                  <c:v>167</c:v>
                </c:pt>
                <c:pt idx="6551">
                  <c:v>103</c:v>
                </c:pt>
                <c:pt idx="6552">
                  <c:v>205</c:v>
                </c:pt>
                <c:pt idx="6553">
                  <c:v>262</c:v>
                </c:pt>
                <c:pt idx="6554">
                  <c:v>209</c:v>
                </c:pt>
                <c:pt idx="6555">
                  <c:v>375</c:v>
                </c:pt>
                <c:pt idx="6556">
                  <c:v>421</c:v>
                </c:pt>
                <c:pt idx="6557">
                  <c:v>218</c:v>
                </c:pt>
                <c:pt idx="6558">
                  <c:v>463</c:v>
                </c:pt>
                <c:pt idx="6559">
                  <c:v>142</c:v>
                </c:pt>
                <c:pt idx="6560">
                  <c:v>217</c:v>
                </c:pt>
                <c:pt idx="6561">
                  <c:v>186</c:v>
                </c:pt>
                <c:pt idx="6562">
                  <c:v>116</c:v>
                </c:pt>
                <c:pt idx="6563">
                  <c:v>169</c:v>
                </c:pt>
                <c:pt idx="6564">
                  <c:v>173</c:v>
                </c:pt>
                <c:pt idx="6565">
                  <c:v>89</c:v>
                </c:pt>
                <c:pt idx="6566">
                  <c:v>164</c:v>
                </c:pt>
                <c:pt idx="6567">
                  <c:v>142</c:v>
                </c:pt>
                <c:pt idx="6568">
                  <c:v>241</c:v>
                </c:pt>
                <c:pt idx="6569">
                  <c:v>121</c:v>
                </c:pt>
                <c:pt idx="6570">
                  <c:v>148</c:v>
                </c:pt>
                <c:pt idx="6571">
                  <c:v>103</c:v>
                </c:pt>
                <c:pt idx="6572">
                  <c:v>306</c:v>
                </c:pt>
                <c:pt idx="6573">
                  <c:v>542</c:v>
                </c:pt>
                <c:pt idx="6574">
                  <c:v>249</c:v>
                </c:pt>
                <c:pt idx="6575">
                  <c:v>141</c:v>
                </c:pt>
                <c:pt idx="6576">
                  <c:v>573</c:v>
                </c:pt>
                <c:pt idx="6577">
                  <c:v>28</c:v>
                </c:pt>
                <c:pt idx="6578">
                  <c:v>130</c:v>
                </c:pt>
                <c:pt idx="6579">
                  <c:v>141</c:v>
                </c:pt>
                <c:pt idx="6580">
                  <c:v>143</c:v>
                </c:pt>
                <c:pt idx="6581">
                  <c:v>98</c:v>
                </c:pt>
                <c:pt idx="6582">
                  <c:v>352</c:v>
                </c:pt>
                <c:pt idx="6583">
                  <c:v>69</c:v>
                </c:pt>
                <c:pt idx="6584">
                  <c:v>562</c:v>
                </c:pt>
                <c:pt idx="6585">
                  <c:v>249</c:v>
                </c:pt>
                <c:pt idx="6586">
                  <c:v>317</c:v>
                </c:pt>
                <c:pt idx="6587">
                  <c:v>125</c:v>
                </c:pt>
                <c:pt idx="6588">
                  <c:v>65</c:v>
                </c:pt>
                <c:pt idx="6589">
                  <c:v>365</c:v>
                </c:pt>
                <c:pt idx="6590">
                  <c:v>40</c:v>
                </c:pt>
                <c:pt idx="6591">
                  <c:v>185</c:v>
                </c:pt>
                <c:pt idx="6592">
                  <c:v>213</c:v>
                </c:pt>
                <c:pt idx="6593">
                  <c:v>402</c:v>
                </c:pt>
                <c:pt idx="6594">
                  <c:v>100</c:v>
                </c:pt>
                <c:pt idx="6595">
                  <c:v>248</c:v>
                </c:pt>
                <c:pt idx="6596">
                  <c:v>194</c:v>
                </c:pt>
                <c:pt idx="6597">
                  <c:v>95</c:v>
                </c:pt>
                <c:pt idx="6598">
                  <c:v>86</c:v>
                </c:pt>
                <c:pt idx="6599">
                  <c:v>428</c:v>
                </c:pt>
                <c:pt idx="6600">
                  <c:v>208</c:v>
                </c:pt>
                <c:pt idx="6601">
                  <c:v>34</c:v>
                </c:pt>
                <c:pt idx="6602">
                  <c:v>141</c:v>
                </c:pt>
                <c:pt idx="6603">
                  <c:v>230</c:v>
                </c:pt>
                <c:pt idx="6604">
                  <c:v>414</c:v>
                </c:pt>
                <c:pt idx="6605">
                  <c:v>243</c:v>
                </c:pt>
                <c:pt idx="6606">
                  <c:v>103</c:v>
                </c:pt>
                <c:pt idx="6607">
                  <c:v>209</c:v>
                </c:pt>
                <c:pt idx="6608">
                  <c:v>181</c:v>
                </c:pt>
                <c:pt idx="6609">
                  <c:v>162</c:v>
                </c:pt>
                <c:pt idx="6610">
                  <c:v>227</c:v>
                </c:pt>
                <c:pt idx="6611">
                  <c:v>390</c:v>
                </c:pt>
                <c:pt idx="6612">
                  <c:v>102</c:v>
                </c:pt>
                <c:pt idx="6613">
                  <c:v>105</c:v>
                </c:pt>
                <c:pt idx="6614">
                  <c:v>320</c:v>
                </c:pt>
                <c:pt idx="6615">
                  <c:v>85</c:v>
                </c:pt>
                <c:pt idx="6616">
                  <c:v>278</c:v>
                </c:pt>
                <c:pt idx="6617">
                  <c:v>114</c:v>
                </c:pt>
                <c:pt idx="6618">
                  <c:v>512</c:v>
                </c:pt>
                <c:pt idx="6619">
                  <c:v>472</c:v>
                </c:pt>
                <c:pt idx="6620">
                  <c:v>173</c:v>
                </c:pt>
                <c:pt idx="6621">
                  <c:v>76</c:v>
                </c:pt>
                <c:pt idx="6622">
                  <c:v>88</c:v>
                </c:pt>
                <c:pt idx="6623">
                  <c:v>504</c:v>
                </c:pt>
                <c:pt idx="6624">
                  <c:v>86</c:v>
                </c:pt>
                <c:pt idx="6625">
                  <c:v>328</c:v>
                </c:pt>
                <c:pt idx="6626">
                  <c:v>211</c:v>
                </c:pt>
                <c:pt idx="6627">
                  <c:v>258</c:v>
                </c:pt>
                <c:pt idx="6628">
                  <c:v>76</c:v>
                </c:pt>
                <c:pt idx="6629">
                  <c:v>294</c:v>
                </c:pt>
                <c:pt idx="6630">
                  <c:v>129</c:v>
                </c:pt>
                <c:pt idx="6631">
                  <c:v>740</c:v>
                </c:pt>
                <c:pt idx="6632">
                  <c:v>555</c:v>
                </c:pt>
                <c:pt idx="6633">
                  <c:v>215</c:v>
                </c:pt>
                <c:pt idx="6634">
                  <c:v>287</c:v>
                </c:pt>
                <c:pt idx="6635">
                  <c:v>159</c:v>
                </c:pt>
                <c:pt idx="6636">
                  <c:v>82</c:v>
                </c:pt>
                <c:pt idx="6637">
                  <c:v>60</c:v>
                </c:pt>
                <c:pt idx="6638">
                  <c:v>161</c:v>
                </c:pt>
                <c:pt idx="6639">
                  <c:v>228</c:v>
                </c:pt>
                <c:pt idx="6640">
                  <c:v>692</c:v>
                </c:pt>
                <c:pt idx="6641">
                  <c:v>244</c:v>
                </c:pt>
                <c:pt idx="6642">
                  <c:v>124</c:v>
                </c:pt>
                <c:pt idx="6643">
                  <c:v>258</c:v>
                </c:pt>
                <c:pt idx="6644">
                  <c:v>215</c:v>
                </c:pt>
                <c:pt idx="6645">
                  <c:v>331</c:v>
                </c:pt>
                <c:pt idx="6646">
                  <c:v>111</c:v>
                </c:pt>
                <c:pt idx="6647">
                  <c:v>234</c:v>
                </c:pt>
                <c:pt idx="6648">
                  <c:v>347</c:v>
                </c:pt>
                <c:pt idx="6649">
                  <c:v>366</c:v>
                </c:pt>
                <c:pt idx="6650">
                  <c:v>308</c:v>
                </c:pt>
                <c:pt idx="6651">
                  <c:v>208</c:v>
                </c:pt>
                <c:pt idx="6652">
                  <c:v>316</c:v>
                </c:pt>
                <c:pt idx="6653">
                  <c:v>542</c:v>
                </c:pt>
                <c:pt idx="6654">
                  <c:v>504</c:v>
                </c:pt>
                <c:pt idx="6655">
                  <c:v>146</c:v>
                </c:pt>
                <c:pt idx="6656">
                  <c:v>360</c:v>
                </c:pt>
                <c:pt idx="6657">
                  <c:v>222</c:v>
                </c:pt>
                <c:pt idx="6658">
                  <c:v>333</c:v>
                </c:pt>
                <c:pt idx="6659">
                  <c:v>359</c:v>
                </c:pt>
                <c:pt idx="6660">
                  <c:v>534</c:v>
                </c:pt>
                <c:pt idx="6661">
                  <c:v>194</c:v>
                </c:pt>
                <c:pt idx="6662">
                  <c:v>611</c:v>
                </c:pt>
                <c:pt idx="6663">
                  <c:v>94</c:v>
                </c:pt>
                <c:pt idx="6664">
                  <c:v>366</c:v>
                </c:pt>
                <c:pt idx="6665">
                  <c:v>459</c:v>
                </c:pt>
                <c:pt idx="6666">
                  <c:v>628</c:v>
                </c:pt>
                <c:pt idx="6667">
                  <c:v>322</c:v>
                </c:pt>
                <c:pt idx="6668">
                  <c:v>432</c:v>
                </c:pt>
                <c:pt idx="6669">
                  <c:v>357</c:v>
                </c:pt>
                <c:pt idx="6670">
                  <c:v>490</c:v>
                </c:pt>
                <c:pt idx="6671">
                  <c:v>276</c:v>
                </c:pt>
                <c:pt idx="6672">
                  <c:v>351</c:v>
                </c:pt>
                <c:pt idx="6673">
                  <c:v>342</c:v>
                </c:pt>
                <c:pt idx="6674">
                  <c:v>223</c:v>
                </c:pt>
                <c:pt idx="6675">
                  <c:v>506</c:v>
                </c:pt>
                <c:pt idx="6676">
                  <c:v>346</c:v>
                </c:pt>
                <c:pt idx="6677">
                  <c:v>357</c:v>
                </c:pt>
                <c:pt idx="6678">
                  <c:v>419</c:v>
                </c:pt>
                <c:pt idx="6679">
                  <c:v>352</c:v>
                </c:pt>
                <c:pt idx="6680">
                  <c:v>315</c:v>
                </c:pt>
                <c:pt idx="6681">
                  <c:v>120</c:v>
                </c:pt>
                <c:pt idx="6682">
                  <c:v>131</c:v>
                </c:pt>
                <c:pt idx="6683">
                  <c:v>172</c:v>
                </c:pt>
                <c:pt idx="6684">
                  <c:v>163</c:v>
                </c:pt>
                <c:pt idx="6685">
                  <c:v>143</c:v>
                </c:pt>
                <c:pt idx="6686">
                  <c:v>111</c:v>
                </c:pt>
                <c:pt idx="6687">
                  <c:v>119</c:v>
                </c:pt>
                <c:pt idx="6688">
                  <c:v>124</c:v>
                </c:pt>
                <c:pt idx="6689">
                  <c:v>119</c:v>
                </c:pt>
                <c:pt idx="6690">
                  <c:v>116</c:v>
                </c:pt>
                <c:pt idx="6691">
                  <c:v>355</c:v>
                </c:pt>
                <c:pt idx="6692">
                  <c:v>252</c:v>
                </c:pt>
                <c:pt idx="6693">
                  <c:v>571</c:v>
                </c:pt>
                <c:pt idx="6694">
                  <c:v>407</c:v>
                </c:pt>
                <c:pt idx="6695">
                  <c:v>231</c:v>
                </c:pt>
                <c:pt idx="6696">
                  <c:v>290</c:v>
                </c:pt>
                <c:pt idx="6697">
                  <c:v>280</c:v>
                </c:pt>
                <c:pt idx="6698">
                  <c:v>341</c:v>
                </c:pt>
                <c:pt idx="6699">
                  <c:v>251</c:v>
                </c:pt>
                <c:pt idx="6700">
                  <c:v>233</c:v>
                </c:pt>
                <c:pt idx="6701">
                  <c:v>714</c:v>
                </c:pt>
                <c:pt idx="6702">
                  <c:v>646</c:v>
                </c:pt>
                <c:pt idx="6703">
                  <c:v>234</c:v>
                </c:pt>
                <c:pt idx="6704">
                  <c:v>604</c:v>
                </c:pt>
                <c:pt idx="6705">
                  <c:v>360</c:v>
                </c:pt>
                <c:pt idx="6706">
                  <c:v>182</c:v>
                </c:pt>
                <c:pt idx="6707">
                  <c:v>300</c:v>
                </c:pt>
                <c:pt idx="6708">
                  <c:v>229</c:v>
                </c:pt>
                <c:pt idx="6709">
                  <c:v>201</c:v>
                </c:pt>
                <c:pt idx="6710">
                  <c:v>223</c:v>
                </c:pt>
                <c:pt idx="6711">
                  <c:v>183</c:v>
                </c:pt>
                <c:pt idx="6712">
                  <c:v>210</c:v>
                </c:pt>
                <c:pt idx="6713">
                  <c:v>164</c:v>
                </c:pt>
                <c:pt idx="6714">
                  <c:v>124</c:v>
                </c:pt>
                <c:pt idx="6715">
                  <c:v>267</c:v>
                </c:pt>
                <c:pt idx="6716">
                  <c:v>228</c:v>
                </c:pt>
                <c:pt idx="6717">
                  <c:v>232</c:v>
                </c:pt>
                <c:pt idx="6718">
                  <c:v>220</c:v>
                </c:pt>
                <c:pt idx="6719">
                  <c:v>28</c:v>
                </c:pt>
                <c:pt idx="6720">
                  <c:v>395</c:v>
                </c:pt>
                <c:pt idx="6721">
                  <c:v>528</c:v>
                </c:pt>
                <c:pt idx="6722">
                  <c:v>301</c:v>
                </c:pt>
                <c:pt idx="6723">
                  <c:v>496</c:v>
                </c:pt>
                <c:pt idx="6724">
                  <c:v>70</c:v>
                </c:pt>
                <c:pt idx="6725">
                  <c:v>221</c:v>
                </c:pt>
                <c:pt idx="6726">
                  <c:v>355</c:v>
                </c:pt>
                <c:pt idx="6727">
                  <c:v>147</c:v>
                </c:pt>
                <c:pt idx="6728">
                  <c:v>238</c:v>
                </c:pt>
                <c:pt idx="6729">
                  <c:v>236</c:v>
                </c:pt>
                <c:pt idx="6730">
                  <c:v>109</c:v>
                </c:pt>
                <c:pt idx="6731">
                  <c:v>108</c:v>
                </c:pt>
                <c:pt idx="6732">
                  <c:v>209</c:v>
                </c:pt>
                <c:pt idx="6733">
                  <c:v>187</c:v>
                </c:pt>
                <c:pt idx="6734">
                  <c:v>203</c:v>
                </c:pt>
                <c:pt idx="6735">
                  <c:v>108</c:v>
                </c:pt>
                <c:pt idx="6736">
                  <c:v>316</c:v>
                </c:pt>
                <c:pt idx="6737">
                  <c:v>133</c:v>
                </c:pt>
                <c:pt idx="6738">
                  <c:v>237</c:v>
                </c:pt>
                <c:pt idx="6739">
                  <c:v>539</c:v>
                </c:pt>
                <c:pt idx="6740">
                  <c:v>215</c:v>
                </c:pt>
                <c:pt idx="6741">
                  <c:v>293</c:v>
                </c:pt>
                <c:pt idx="6742">
                  <c:v>19</c:v>
                </c:pt>
                <c:pt idx="6743">
                  <c:v>354</c:v>
                </c:pt>
                <c:pt idx="6744">
                  <c:v>200</c:v>
                </c:pt>
                <c:pt idx="6745">
                  <c:v>186</c:v>
                </c:pt>
                <c:pt idx="6746">
                  <c:v>239</c:v>
                </c:pt>
                <c:pt idx="6747">
                  <c:v>138</c:v>
                </c:pt>
                <c:pt idx="6748">
                  <c:v>144</c:v>
                </c:pt>
                <c:pt idx="6749">
                  <c:v>172</c:v>
                </c:pt>
                <c:pt idx="6750">
                  <c:v>210</c:v>
                </c:pt>
                <c:pt idx="6751">
                  <c:v>123</c:v>
                </c:pt>
                <c:pt idx="6752">
                  <c:v>46</c:v>
                </c:pt>
                <c:pt idx="6753">
                  <c:v>599</c:v>
                </c:pt>
                <c:pt idx="6754">
                  <c:v>260</c:v>
                </c:pt>
                <c:pt idx="6755">
                  <c:v>477</c:v>
                </c:pt>
                <c:pt idx="6756">
                  <c:v>657</c:v>
                </c:pt>
                <c:pt idx="6757">
                  <c:v>187</c:v>
                </c:pt>
                <c:pt idx="6758">
                  <c:v>177</c:v>
                </c:pt>
                <c:pt idx="6759">
                  <c:v>196</c:v>
                </c:pt>
                <c:pt idx="6760">
                  <c:v>105</c:v>
                </c:pt>
                <c:pt idx="6761">
                  <c:v>136</c:v>
                </c:pt>
                <c:pt idx="6762">
                  <c:v>24</c:v>
                </c:pt>
                <c:pt idx="6763">
                  <c:v>223</c:v>
                </c:pt>
                <c:pt idx="6764">
                  <c:v>189</c:v>
                </c:pt>
                <c:pt idx="6765">
                  <c:v>170</c:v>
                </c:pt>
                <c:pt idx="6766">
                  <c:v>71</c:v>
                </c:pt>
                <c:pt idx="6767">
                  <c:v>79</c:v>
                </c:pt>
                <c:pt idx="6768">
                  <c:v>165</c:v>
                </c:pt>
                <c:pt idx="6769">
                  <c:v>49</c:v>
                </c:pt>
                <c:pt idx="6770">
                  <c:v>183</c:v>
                </c:pt>
                <c:pt idx="6771">
                  <c:v>105</c:v>
                </c:pt>
                <c:pt idx="6772">
                  <c:v>168</c:v>
                </c:pt>
                <c:pt idx="6773">
                  <c:v>215</c:v>
                </c:pt>
                <c:pt idx="6774">
                  <c:v>90</c:v>
                </c:pt>
                <c:pt idx="6775">
                  <c:v>70</c:v>
                </c:pt>
                <c:pt idx="6776">
                  <c:v>96</c:v>
                </c:pt>
                <c:pt idx="6777">
                  <c:v>300</c:v>
                </c:pt>
                <c:pt idx="6778">
                  <c:v>119</c:v>
                </c:pt>
                <c:pt idx="6779">
                  <c:v>45</c:v>
                </c:pt>
                <c:pt idx="6780">
                  <c:v>361</c:v>
                </c:pt>
                <c:pt idx="6781">
                  <c:v>25</c:v>
                </c:pt>
                <c:pt idx="6782">
                  <c:v>25</c:v>
                </c:pt>
                <c:pt idx="6783">
                  <c:v>26</c:v>
                </c:pt>
                <c:pt idx="6784">
                  <c:v>117</c:v>
                </c:pt>
                <c:pt idx="6785">
                  <c:v>180</c:v>
                </c:pt>
                <c:pt idx="6786">
                  <c:v>121</c:v>
                </c:pt>
                <c:pt idx="6787">
                  <c:v>132</c:v>
                </c:pt>
                <c:pt idx="6788">
                  <c:v>166</c:v>
                </c:pt>
                <c:pt idx="6789">
                  <c:v>59</c:v>
                </c:pt>
                <c:pt idx="6790">
                  <c:v>141</c:v>
                </c:pt>
                <c:pt idx="6791">
                  <c:v>167</c:v>
                </c:pt>
                <c:pt idx="6792">
                  <c:v>127</c:v>
                </c:pt>
                <c:pt idx="6793">
                  <c:v>74</c:v>
                </c:pt>
                <c:pt idx="6794">
                  <c:v>192</c:v>
                </c:pt>
                <c:pt idx="6795">
                  <c:v>25</c:v>
                </c:pt>
                <c:pt idx="6796">
                  <c:v>41</c:v>
                </c:pt>
                <c:pt idx="6797">
                  <c:v>25</c:v>
                </c:pt>
                <c:pt idx="6798">
                  <c:v>55</c:v>
                </c:pt>
                <c:pt idx="6799">
                  <c:v>28</c:v>
                </c:pt>
                <c:pt idx="6800">
                  <c:v>217</c:v>
                </c:pt>
                <c:pt idx="6801">
                  <c:v>146</c:v>
                </c:pt>
                <c:pt idx="6802">
                  <c:v>133</c:v>
                </c:pt>
                <c:pt idx="6803">
                  <c:v>257</c:v>
                </c:pt>
                <c:pt idx="6804">
                  <c:v>202</c:v>
                </c:pt>
                <c:pt idx="6805">
                  <c:v>154</c:v>
                </c:pt>
                <c:pt idx="6806">
                  <c:v>171</c:v>
                </c:pt>
                <c:pt idx="6807">
                  <c:v>112</c:v>
                </c:pt>
                <c:pt idx="6808">
                  <c:v>249</c:v>
                </c:pt>
                <c:pt idx="6809">
                  <c:v>162</c:v>
                </c:pt>
                <c:pt idx="6810">
                  <c:v>94</c:v>
                </c:pt>
                <c:pt idx="6811">
                  <c:v>381</c:v>
                </c:pt>
                <c:pt idx="6812">
                  <c:v>154</c:v>
                </c:pt>
                <c:pt idx="6813">
                  <c:v>29</c:v>
                </c:pt>
                <c:pt idx="6814">
                  <c:v>26</c:v>
                </c:pt>
                <c:pt idx="6815">
                  <c:v>29</c:v>
                </c:pt>
                <c:pt idx="6816">
                  <c:v>78</c:v>
                </c:pt>
                <c:pt idx="6817">
                  <c:v>42</c:v>
                </c:pt>
                <c:pt idx="6818">
                  <c:v>264</c:v>
                </c:pt>
                <c:pt idx="6819">
                  <c:v>135</c:v>
                </c:pt>
                <c:pt idx="6820">
                  <c:v>158</c:v>
                </c:pt>
                <c:pt idx="6821">
                  <c:v>142</c:v>
                </c:pt>
                <c:pt idx="6822">
                  <c:v>149</c:v>
                </c:pt>
                <c:pt idx="6823">
                  <c:v>127</c:v>
                </c:pt>
                <c:pt idx="6824">
                  <c:v>106</c:v>
                </c:pt>
                <c:pt idx="6825">
                  <c:v>139</c:v>
                </c:pt>
                <c:pt idx="6826">
                  <c:v>128</c:v>
                </c:pt>
                <c:pt idx="6827">
                  <c:v>170</c:v>
                </c:pt>
                <c:pt idx="6828">
                  <c:v>215</c:v>
                </c:pt>
                <c:pt idx="6829">
                  <c:v>191</c:v>
                </c:pt>
                <c:pt idx="6830">
                  <c:v>85</c:v>
                </c:pt>
                <c:pt idx="6831">
                  <c:v>28</c:v>
                </c:pt>
                <c:pt idx="6832">
                  <c:v>23</c:v>
                </c:pt>
                <c:pt idx="6833">
                  <c:v>169</c:v>
                </c:pt>
                <c:pt idx="6834">
                  <c:v>38</c:v>
                </c:pt>
                <c:pt idx="6835">
                  <c:v>163</c:v>
                </c:pt>
                <c:pt idx="6836">
                  <c:v>131</c:v>
                </c:pt>
                <c:pt idx="6837">
                  <c:v>234</c:v>
                </c:pt>
                <c:pt idx="6838">
                  <c:v>129</c:v>
                </c:pt>
                <c:pt idx="6839">
                  <c:v>221</c:v>
                </c:pt>
                <c:pt idx="6840">
                  <c:v>198</c:v>
                </c:pt>
                <c:pt idx="6841">
                  <c:v>193</c:v>
                </c:pt>
                <c:pt idx="6842">
                  <c:v>142</c:v>
                </c:pt>
                <c:pt idx="6843">
                  <c:v>222</c:v>
                </c:pt>
                <c:pt idx="6844">
                  <c:v>103</c:v>
                </c:pt>
                <c:pt idx="6845">
                  <c:v>71</c:v>
                </c:pt>
                <c:pt idx="6846">
                  <c:v>199</c:v>
                </c:pt>
                <c:pt idx="6847">
                  <c:v>89</c:v>
                </c:pt>
                <c:pt idx="6848">
                  <c:v>26</c:v>
                </c:pt>
                <c:pt idx="6849">
                  <c:v>25</c:v>
                </c:pt>
                <c:pt idx="6850">
                  <c:v>49</c:v>
                </c:pt>
                <c:pt idx="6851">
                  <c:v>32</c:v>
                </c:pt>
                <c:pt idx="6852">
                  <c:v>26</c:v>
                </c:pt>
                <c:pt idx="6853">
                  <c:v>142</c:v>
                </c:pt>
                <c:pt idx="6854">
                  <c:v>134</c:v>
                </c:pt>
                <c:pt idx="6855">
                  <c:v>137</c:v>
                </c:pt>
                <c:pt idx="6856">
                  <c:v>174</c:v>
                </c:pt>
                <c:pt idx="6857">
                  <c:v>149</c:v>
                </c:pt>
                <c:pt idx="6858">
                  <c:v>162</c:v>
                </c:pt>
                <c:pt idx="6859">
                  <c:v>246</c:v>
                </c:pt>
                <c:pt idx="6860">
                  <c:v>153</c:v>
                </c:pt>
                <c:pt idx="6861">
                  <c:v>50</c:v>
                </c:pt>
                <c:pt idx="6862">
                  <c:v>25</c:v>
                </c:pt>
                <c:pt idx="6863">
                  <c:v>28</c:v>
                </c:pt>
                <c:pt idx="6864">
                  <c:v>25</c:v>
                </c:pt>
                <c:pt idx="6865">
                  <c:v>76</c:v>
                </c:pt>
                <c:pt idx="6866">
                  <c:v>179</c:v>
                </c:pt>
                <c:pt idx="6867">
                  <c:v>140</c:v>
                </c:pt>
                <c:pt idx="6868">
                  <c:v>144</c:v>
                </c:pt>
                <c:pt idx="6869">
                  <c:v>127</c:v>
                </c:pt>
                <c:pt idx="6870">
                  <c:v>187</c:v>
                </c:pt>
                <c:pt idx="6871">
                  <c:v>185</c:v>
                </c:pt>
                <c:pt idx="6872">
                  <c:v>147</c:v>
                </c:pt>
                <c:pt idx="6873">
                  <c:v>215</c:v>
                </c:pt>
                <c:pt idx="6874">
                  <c:v>162</c:v>
                </c:pt>
                <c:pt idx="6875">
                  <c:v>178</c:v>
                </c:pt>
                <c:pt idx="6876">
                  <c:v>420</c:v>
                </c:pt>
                <c:pt idx="6877">
                  <c:v>26</c:v>
                </c:pt>
                <c:pt idx="6878">
                  <c:v>26</c:v>
                </c:pt>
                <c:pt idx="6879">
                  <c:v>29</c:v>
                </c:pt>
                <c:pt idx="6880">
                  <c:v>25</c:v>
                </c:pt>
                <c:pt idx="6881">
                  <c:v>74</c:v>
                </c:pt>
                <c:pt idx="6882">
                  <c:v>152</c:v>
                </c:pt>
                <c:pt idx="6883">
                  <c:v>269</c:v>
                </c:pt>
                <c:pt idx="6884">
                  <c:v>262</c:v>
                </c:pt>
                <c:pt idx="6885">
                  <c:v>156</c:v>
                </c:pt>
                <c:pt idx="6886">
                  <c:v>178</c:v>
                </c:pt>
                <c:pt idx="6887">
                  <c:v>202</c:v>
                </c:pt>
                <c:pt idx="6888">
                  <c:v>155</c:v>
                </c:pt>
                <c:pt idx="6889">
                  <c:v>165</c:v>
                </c:pt>
                <c:pt idx="6890">
                  <c:v>219</c:v>
                </c:pt>
                <c:pt idx="6891">
                  <c:v>175</c:v>
                </c:pt>
                <c:pt idx="6892">
                  <c:v>417</c:v>
                </c:pt>
                <c:pt idx="6893">
                  <c:v>105</c:v>
                </c:pt>
                <c:pt idx="6894">
                  <c:v>25</c:v>
                </c:pt>
                <c:pt idx="6895">
                  <c:v>133</c:v>
                </c:pt>
                <c:pt idx="6896">
                  <c:v>24</c:v>
                </c:pt>
                <c:pt idx="6897">
                  <c:v>143</c:v>
                </c:pt>
                <c:pt idx="6898">
                  <c:v>78</c:v>
                </c:pt>
                <c:pt idx="6899">
                  <c:v>303</c:v>
                </c:pt>
                <c:pt idx="6900">
                  <c:v>187</c:v>
                </c:pt>
                <c:pt idx="6901">
                  <c:v>145</c:v>
                </c:pt>
                <c:pt idx="6902">
                  <c:v>161</c:v>
                </c:pt>
                <c:pt idx="6903">
                  <c:v>165</c:v>
                </c:pt>
                <c:pt idx="6904">
                  <c:v>172</c:v>
                </c:pt>
                <c:pt idx="6905">
                  <c:v>145</c:v>
                </c:pt>
                <c:pt idx="6906">
                  <c:v>187</c:v>
                </c:pt>
                <c:pt idx="6907">
                  <c:v>207</c:v>
                </c:pt>
                <c:pt idx="6908">
                  <c:v>78</c:v>
                </c:pt>
                <c:pt idx="6909">
                  <c:v>220</c:v>
                </c:pt>
                <c:pt idx="6910">
                  <c:v>56</c:v>
                </c:pt>
                <c:pt idx="6911">
                  <c:v>26</c:v>
                </c:pt>
                <c:pt idx="6912">
                  <c:v>294</c:v>
                </c:pt>
                <c:pt idx="6913">
                  <c:v>192</c:v>
                </c:pt>
                <c:pt idx="6914">
                  <c:v>140</c:v>
                </c:pt>
                <c:pt idx="6915">
                  <c:v>219</c:v>
                </c:pt>
                <c:pt idx="6916">
                  <c:v>205</c:v>
                </c:pt>
                <c:pt idx="6917">
                  <c:v>150</c:v>
                </c:pt>
                <c:pt idx="6918">
                  <c:v>225</c:v>
                </c:pt>
                <c:pt idx="6919">
                  <c:v>142</c:v>
                </c:pt>
                <c:pt idx="6920">
                  <c:v>159</c:v>
                </c:pt>
                <c:pt idx="6921">
                  <c:v>177</c:v>
                </c:pt>
                <c:pt idx="6922">
                  <c:v>145</c:v>
                </c:pt>
                <c:pt idx="6923">
                  <c:v>164</c:v>
                </c:pt>
                <c:pt idx="6924">
                  <c:v>135</c:v>
                </c:pt>
                <c:pt idx="6925">
                  <c:v>143</c:v>
                </c:pt>
                <c:pt idx="6926">
                  <c:v>26</c:v>
                </c:pt>
                <c:pt idx="6927">
                  <c:v>33</c:v>
                </c:pt>
                <c:pt idx="6928">
                  <c:v>24</c:v>
                </c:pt>
                <c:pt idx="6929">
                  <c:v>262</c:v>
                </c:pt>
                <c:pt idx="6930">
                  <c:v>163</c:v>
                </c:pt>
                <c:pt idx="6931">
                  <c:v>163</c:v>
                </c:pt>
                <c:pt idx="6932">
                  <c:v>173</c:v>
                </c:pt>
                <c:pt idx="6933">
                  <c:v>107</c:v>
                </c:pt>
                <c:pt idx="6934">
                  <c:v>214</c:v>
                </c:pt>
                <c:pt idx="6935">
                  <c:v>166</c:v>
                </c:pt>
                <c:pt idx="6936">
                  <c:v>134</c:v>
                </c:pt>
                <c:pt idx="6937">
                  <c:v>100</c:v>
                </c:pt>
                <c:pt idx="6938">
                  <c:v>200</c:v>
                </c:pt>
                <c:pt idx="6939">
                  <c:v>177</c:v>
                </c:pt>
                <c:pt idx="6940">
                  <c:v>24</c:v>
                </c:pt>
                <c:pt idx="6941">
                  <c:v>26</c:v>
                </c:pt>
                <c:pt idx="6942">
                  <c:v>26</c:v>
                </c:pt>
                <c:pt idx="6943">
                  <c:v>124</c:v>
                </c:pt>
                <c:pt idx="6944">
                  <c:v>435</c:v>
                </c:pt>
                <c:pt idx="6945">
                  <c:v>217</c:v>
                </c:pt>
                <c:pt idx="6946">
                  <c:v>138</c:v>
                </c:pt>
                <c:pt idx="6947">
                  <c:v>188</c:v>
                </c:pt>
                <c:pt idx="6948">
                  <c:v>221</c:v>
                </c:pt>
                <c:pt idx="6949">
                  <c:v>173</c:v>
                </c:pt>
                <c:pt idx="6950">
                  <c:v>201</c:v>
                </c:pt>
                <c:pt idx="6951">
                  <c:v>452</c:v>
                </c:pt>
                <c:pt idx="6952">
                  <c:v>169</c:v>
                </c:pt>
                <c:pt idx="6953">
                  <c:v>238</c:v>
                </c:pt>
                <c:pt idx="6954">
                  <c:v>271</c:v>
                </c:pt>
                <c:pt idx="6955">
                  <c:v>130</c:v>
                </c:pt>
                <c:pt idx="6956">
                  <c:v>26</c:v>
                </c:pt>
                <c:pt idx="6957">
                  <c:v>59</c:v>
                </c:pt>
                <c:pt idx="6958">
                  <c:v>477</c:v>
                </c:pt>
                <c:pt idx="6959">
                  <c:v>139</c:v>
                </c:pt>
                <c:pt idx="6960">
                  <c:v>111</c:v>
                </c:pt>
                <c:pt idx="6961">
                  <c:v>210</c:v>
                </c:pt>
                <c:pt idx="6962">
                  <c:v>235</c:v>
                </c:pt>
                <c:pt idx="6963">
                  <c:v>186</c:v>
                </c:pt>
                <c:pt idx="6964">
                  <c:v>239</c:v>
                </c:pt>
                <c:pt idx="6965">
                  <c:v>203</c:v>
                </c:pt>
                <c:pt idx="6966">
                  <c:v>76</c:v>
                </c:pt>
                <c:pt idx="6967">
                  <c:v>157</c:v>
                </c:pt>
                <c:pt idx="6968">
                  <c:v>53</c:v>
                </c:pt>
                <c:pt idx="6969">
                  <c:v>88</c:v>
                </c:pt>
                <c:pt idx="6970">
                  <c:v>227</c:v>
                </c:pt>
                <c:pt idx="6971">
                  <c:v>308</c:v>
                </c:pt>
                <c:pt idx="6972">
                  <c:v>238</c:v>
                </c:pt>
                <c:pt idx="6973">
                  <c:v>262</c:v>
                </c:pt>
                <c:pt idx="6974">
                  <c:v>214</c:v>
                </c:pt>
                <c:pt idx="6975">
                  <c:v>188</c:v>
                </c:pt>
                <c:pt idx="6976">
                  <c:v>25</c:v>
                </c:pt>
                <c:pt idx="6977">
                  <c:v>54</c:v>
                </c:pt>
                <c:pt idx="6978">
                  <c:v>105</c:v>
                </c:pt>
                <c:pt idx="6979">
                  <c:v>180</c:v>
                </c:pt>
                <c:pt idx="6980">
                  <c:v>211</c:v>
                </c:pt>
                <c:pt idx="6981">
                  <c:v>121</c:v>
                </c:pt>
                <c:pt idx="6982">
                  <c:v>239</c:v>
                </c:pt>
                <c:pt idx="6983">
                  <c:v>71</c:v>
                </c:pt>
                <c:pt idx="6984">
                  <c:v>94</c:v>
                </c:pt>
                <c:pt idx="6985">
                  <c:v>28</c:v>
                </c:pt>
                <c:pt idx="6986">
                  <c:v>541</c:v>
                </c:pt>
                <c:pt idx="6987">
                  <c:v>101</c:v>
                </c:pt>
                <c:pt idx="6988">
                  <c:v>83</c:v>
                </c:pt>
                <c:pt idx="6989">
                  <c:v>52</c:v>
                </c:pt>
                <c:pt idx="6990">
                  <c:v>232</c:v>
                </c:pt>
                <c:pt idx="6991">
                  <c:v>216</c:v>
                </c:pt>
                <c:pt idx="6992">
                  <c:v>196</c:v>
                </c:pt>
                <c:pt idx="6993">
                  <c:v>67</c:v>
                </c:pt>
                <c:pt idx="6994">
                  <c:v>180</c:v>
                </c:pt>
                <c:pt idx="6995">
                  <c:v>196</c:v>
                </c:pt>
                <c:pt idx="6996">
                  <c:v>153</c:v>
                </c:pt>
                <c:pt idx="6997">
                  <c:v>71</c:v>
                </c:pt>
                <c:pt idx="6998">
                  <c:v>233</c:v>
                </c:pt>
                <c:pt idx="6999">
                  <c:v>251</c:v>
                </c:pt>
                <c:pt idx="7000">
                  <c:v>92</c:v>
                </c:pt>
                <c:pt idx="7001">
                  <c:v>106</c:v>
                </c:pt>
                <c:pt idx="7002">
                  <c:v>141</c:v>
                </c:pt>
                <c:pt idx="7003">
                  <c:v>45</c:v>
                </c:pt>
                <c:pt idx="7004">
                  <c:v>25</c:v>
                </c:pt>
                <c:pt idx="7005">
                  <c:v>275</c:v>
                </c:pt>
                <c:pt idx="7006">
                  <c:v>93</c:v>
                </c:pt>
                <c:pt idx="7007">
                  <c:v>281</c:v>
                </c:pt>
                <c:pt idx="7008">
                  <c:v>382</c:v>
                </c:pt>
                <c:pt idx="7009">
                  <c:v>135</c:v>
                </c:pt>
                <c:pt idx="7010">
                  <c:v>71</c:v>
                </c:pt>
                <c:pt idx="7011">
                  <c:v>173</c:v>
                </c:pt>
                <c:pt idx="7012">
                  <c:v>94</c:v>
                </c:pt>
                <c:pt idx="7013">
                  <c:v>165</c:v>
                </c:pt>
                <c:pt idx="7014">
                  <c:v>211</c:v>
                </c:pt>
                <c:pt idx="7015">
                  <c:v>71</c:v>
                </c:pt>
                <c:pt idx="7016">
                  <c:v>235</c:v>
                </c:pt>
                <c:pt idx="7017">
                  <c:v>144</c:v>
                </c:pt>
                <c:pt idx="7018">
                  <c:v>151</c:v>
                </c:pt>
                <c:pt idx="7019">
                  <c:v>140</c:v>
                </c:pt>
                <c:pt idx="7020">
                  <c:v>25</c:v>
                </c:pt>
                <c:pt idx="7021">
                  <c:v>287</c:v>
                </c:pt>
                <c:pt idx="7022">
                  <c:v>35</c:v>
                </c:pt>
                <c:pt idx="7023">
                  <c:v>250</c:v>
                </c:pt>
                <c:pt idx="7024">
                  <c:v>61</c:v>
                </c:pt>
                <c:pt idx="7025">
                  <c:v>148</c:v>
                </c:pt>
                <c:pt idx="7026">
                  <c:v>244</c:v>
                </c:pt>
                <c:pt idx="7027">
                  <c:v>189</c:v>
                </c:pt>
                <c:pt idx="7028">
                  <c:v>154</c:v>
                </c:pt>
                <c:pt idx="7029">
                  <c:v>165</c:v>
                </c:pt>
                <c:pt idx="7030">
                  <c:v>263</c:v>
                </c:pt>
                <c:pt idx="7031">
                  <c:v>84</c:v>
                </c:pt>
                <c:pt idx="7032">
                  <c:v>228</c:v>
                </c:pt>
                <c:pt idx="7033">
                  <c:v>138</c:v>
                </c:pt>
                <c:pt idx="7034">
                  <c:v>25</c:v>
                </c:pt>
                <c:pt idx="7035">
                  <c:v>50</c:v>
                </c:pt>
                <c:pt idx="7036">
                  <c:v>277</c:v>
                </c:pt>
                <c:pt idx="7037">
                  <c:v>488</c:v>
                </c:pt>
                <c:pt idx="7038">
                  <c:v>25</c:v>
                </c:pt>
                <c:pt idx="7039">
                  <c:v>134</c:v>
                </c:pt>
                <c:pt idx="7040">
                  <c:v>128</c:v>
                </c:pt>
                <c:pt idx="7041">
                  <c:v>158</c:v>
                </c:pt>
                <c:pt idx="7042">
                  <c:v>187</c:v>
                </c:pt>
                <c:pt idx="7043">
                  <c:v>108</c:v>
                </c:pt>
                <c:pt idx="7044">
                  <c:v>89</c:v>
                </c:pt>
                <c:pt idx="7045">
                  <c:v>72</c:v>
                </c:pt>
                <c:pt idx="7046">
                  <c:v>96</c:v>
                </c:pt>
                <c:pt idx="7047">
                  <c:v>140</c:v>
                </c:pt>
                <c:pt idx="7048">
                  <c:v>147</c:v>
                </c:pt>
                <c:pt idx="7049">
                  <c:v>618</c:v>
                </c:pt>
                <c:pt idx="7050">
                  <c:v>355</c:v>
                </c:pt>
                <c:pt idx="7051">
                  <c:v>169</c:v>
                </c:pt>
                <c:pt idx="7052">
                  <c:v>211</c:v>
                </c:pt>
                <c:pt idx="7053">
                  <c:v>272</c:v>
                </c:pt>
                <c:pt idx="7054">
                  <c:v>294</c:v>
                </c:pt>
                <c:pt idx="7055">
                  <c:v>218</c:v>
                </c:pt>
                <c:pt idx="7056">
                  <c:v>89</c:v>
                </c:pt>
                <c:pt idx="7057">
                  <c:v>162</c:v>
                </c:pt>
                <c:pt idx="7058">
                  <c:v>183</c:v>
                </c:pt>
                <c:pt idx="7059">
                  <c:v>158</c:v>
                </c:pt>
                <c:pt idx="7060">
                  <c:v>140</c:v>
                </c:pt>
                <c:pt idx="7061">
                  <c:v>186</c:v>
                </c:pt>
                <c:pt idx="7062">
                  <c:v>281</c:v>
                </c:pt>
                <c:pt idx="7063">
                  <c:v>24</c:v>
                </c:pt>
                <c:pt idx="7064">
                  <c:v>65</c:v>
                </c:pt>
                <c:pt idx="7065">
                  <c:v>268</c:v>
                </c:pt>
                <c:pt idx="7066">
                  <c:v>59</c:v>
                </c:pt>
                <c:pt idx="7067">
                  <c:v>168</c:v>
                </c:pt>
                <c:pt idx="7068">
                  <c:v>204</c:v>
                </c:pt>
                <c:pt idx="7069">
                  <c:v>130</c:v>
                </c:pt>
                <c:pt idx="7070">
                  <c:v>192</c:v>
                </c:pt>
                <c:pt idx="7071">
                  <c:v>19</c:v>
                </c:pt>
                <c:pt idx="7072">
                  <c:v>588</c:v>
                </c:pt>
                <c:pt idx="7073">
                  <c:v>148</c:v>
                </c:pt>
                <c:pt idx="7074">
                  <c:v>58</c:v>
                </c:pt>
                <c:pt idx="7075">
                  <c:v>737</c:v>
                </c:pt>
                <c:pt idx="7076">
                  <c:v>268</c:v>
                </c:pt>
                <c:pt idx="7077">
                  <c:v>111</c:v>
                </c:pt>
                <c:pt idx="7078">
                  <c:v>442</c:v>
                </c:pt>
                <c:pt idx="7079">
                  <c:v>180</c:v>
                </c:pt>
                <c:pt idx="7080">
                  <c:v>170</c:v>
                </c:pt>
                <c:pt idx="7081">
                  <c:v>102</c:v>
                </c:pt>
                <c:pt idx="7082">
                  <c:v>93</c:v>
                </c:pt>
                <c:pt idx="7083">
                  <c:v>110</c:v>
                </c:pt>
                <c:pt idx="7084">
                  <c:v>443</c:v>
                </c:pt>
                <c:pt idx="7085">
                  <c:v>270</c:v>
                </c:pt>
                <c:pt idx="7086">
                  <c:v>111</c:v>
                </c:pt>
                <c:pt idx="7087">
                  <c:v>99</c:v>
                </c:pt>
                <c:pt idx="7088">
                  <c:v>127</c:v>
                </c:pt>
                <c:pt idx="7089">
                  <c:v>110</c:v>
                </c:pt>
                <c:pt idx="7090">
                  <c:v>110</c:v>
                </c:pt>
                <c:pt idx="7091">
                  <c:v>209</c:v>
                </c:pt>
                <c:pt idx="7092">
                  <c:v>163</c:v>
                </c:pt>
                <c:pt idx="7093">
                  <c:v>203</c:v>
                </c:pt>
                <c:pt idx="7094">
                  <c:v>197</c:v>
                </c:pt>
                <c:pt idx="7095">
                  <c:v>208</c:v>
                </c:pt>
                <c:pt idx="7096">
                  <c:v>203</c:v>
                </c:pt>
                <c:pt idx="7097">
                  <c:v>203</c:v>
                </c:pt>
                <c:pt idx="7098">
                  <c:v>29</c:v>
                </c:pt>
                <c:pt idx="7099">
                  <c:v>96</c:v>
                </c:pt>
                <c:pt idx="7100">
                  <c:v>98</c:v>
                </c:pt>
                <c:pt idx="7101">
                  <c:v>244</c:v>
                </c:pt>
                <c:pt idx="7102">
                  <c:v>160</c:v>
                </c:pt>
                <c:pt idx="7103">
                  <c:v>419</c:v>
                </c:pt>
                <c:pt idx="7104">
                  <c:v>28</c:v>
                </c:pt>
                <c:pt idx="7105">
                  <c:v>581</c:v>
                </c:pt>
                <c:pt idx="7106">
                  <c:v>124</c:v>
                </c:pt>
                <c:pt idx="7107">
                  <c:v>155</c:v>
                </c:pt>
                <c:pt idx="7108">
                  <c:v>214</c:v>
                </c:pt>
                <c:pt idx="7109">
                  <c:v>52</c:v>
                </c:pt>
                <c:pt idx="7110">
                  <c:v>222</c:v>
                </c:pt>
                <c:pt idx="7111">
                  <c:v>335</c:v>
                </c:pt>
                <c:pt idx="7112">
                  <c:v>176</c:v>
                </c:pt>
                <c:pt idx="7113">
                  <c:v>269</c:v>
                </c:pt>
                <c:pt idx="7114">
                  <c:v>397</c:v>
                </c:pt>
                <c:pt idx="7115">
                  <c:v>32</c:v>
                </c:pt>
                <c:pt idx="7116">
                  <c:v>30</c:v>
                </c:pt>
                <c:pt idx="7117">
                  <c:v>241</c:v>
                </c:pt>
                <c:pt idx="7118">
                  <c:v>165</c:v>
                </c:pt>
                <c:pt idx="7119">
                  <c:v>200</c:v>
                </c:pt>
                <c:pt idx="7120">
                  <c:v>158</c:v>
                </c:pt>
                <c:pt idx="7121">
                  <c:v>246</c:v>
                </c:pt>
                <c:pt idx="7122">
                  <c:v>200</c:v>
                </c:pt>
                <c:pt idx="7123">
                  <c:v>174</c:v>
                </c:pt>
                <c:pt idx="7124">
                  <c:v>106</c:v>
                </c:pt>
                <c:pt idx="7125">
                  <c:v>174</c:v>
                </c:pt>
                <c:pt idx="7126">
                  <c:v>218</c:v>
                </c:pt>
                <c:pt idx="7127">
                  <c:v>23</c:v>
                </c:pt>
                <c:pt idx="7128">
                  <c:v>107</c:v>
                </c:pt>
                <c:pt idx="7129">
                  <c:v>164</c:v>
                </c:pt>
                <c:pt idx="7130">
                  <c:v>344</c:v>
                </c:pt>
                <c:pt idx="7131">
                  <c:v>210</c:v>
                </c:pt>
                <c:pt idx="7132">
                  <c:v>191</c:v>
                </c:pt>
                <c:pt idx="7133">
                  <c:v>282</c:v>
                </c:pt>
                <c:pt idx="7134">
                  <c:v>219</c:v>
                </c:pt>
                <c:pt idx="7135">
                  <c:v>111</c:v>
                </c:pt>
                <c:pt idx="7136">
                  <c:v>479</c:v>
                </c:pt>
                <c:pt idx="7137">
                  <c:v>241</c:v>
                </c:pt>
                <c:pt idx="7138">
                  <c:v>73</c:v>
                </c:pt>
                <c:pt idx="7139">
                  <c:v>232</c:v>
                </c:pt>
                <c:pt idx="7140">
                  <c:v>111</c:v>
                </c:pt>
                <c:pt idx="7141">
                  <c:v>260</c:v>
                </c:pt>
                <c:pt idx="7142">
                  <c:v>184</c:v>
                </c:pt>
                <c:pt idx="7143">
                  <c:v>198</c:v>
                </c:pt>
                <c:pt idx="7144">
                  <c:v>168</c:v>
                </c:pt>
                <c:pt idx="7145">
                  <c:v>160</c:v>
                </c:pt>
                <c:pt idx="7146">
                  <c:v>233</c:v>
                </c:pt>
                <c:pt idx="7147">
                  <c:v>266</c:v>
                </c:pt>
                <c:pt idx="7148">
                  <c:v>175</c:v>
                </c:pt>
                <c:pt idx="7149">
                  <c:v>604</c:v>
                </c:pt>
                <c:pt idx="7150">
                  <c:v>88</c:v>
                </c:pt>
                <c:pt idx="7151">
                  <c:v>98</c:v>
                </c:pt>
                <c:pt idx="7152">
                  <c:v>249</c:v>
                </c:pt>
                <c:pt idx="7153">
                  <c:v>438</c:v>
                </c:pt>
                <c:pt idx="7154">
                  <c:v>163</c:v>
                </c:pt>
                <c:pt idx="7155">
                  <c:v>296</c:v>
                </c:pt>
                <c:pt idx="7156">
                  <c:v>242</c:v>
                </c:pt>
                <c:pt idx="7157">
                  <c:v>388</c:v>
                </c:pt>
                <c:pt idx="7158">
                  <c:v>223</c:v>
                </c:pt>
                <c:pt idx="7159">
                  <c:v>156</c:v>
                </c:pt>
                <c:pt idx="7160">
                  <c:v>76</c:v>
                </c:pt>
                <c:pt idx="7161">
                  <c:v>131</c:v>
                </c:pt>
                <c:pt idx="7162">
                  <c:v>190</c:v>
                </c:pt>
                <c:pt idx="7163">
                  <c:v>154</c:v>
                </c:pt>
                <c:pt idx="7164">
                  <c:v>75</c:v>
                </c:pt>
                <c:pt idx="7165">
                  <c:v>100</c:v>
                </c:pt>
                <c:pt idx="7166">
                  <c:v>159</c:v>
                </c:pt>
                <c:pt idx="7167">
                  <c:v>518</c:v>
                </c:pt>
                <c:pt idx="7168">
                  <c:v>174</c:v>
                </c:pt>
                <c:pt idx="7169">
                  <c:v>503</c:v>
                </c:pt>
                <c:pt idx="7170">
                  <c:v>428</c:v>
                </c:pt>
                <c:pt idx="7171">
                  <c:v>190</c:v>
                </c:pt>
                <c:pt idx="7172">
                  <c:v>121</c:v>
                </c:pt>
                <c:pt idx="7173">
                  <c:v>277</c:v>
                </c:pt>
                <c:pt idx="7174">
                  <c:v>292</c:v>
                </c:pt>
                <c:pt idx="7175">
                  <c:v>145</c:v>
                </c:pt>
                <c:pt idx="7176">
                  <c:v>130</c:v>
                </c:pt>
                <c:pt idx="7177">
                  <c:v>395</c:v>
                </c:pt>
                <c:pt idx="7178">
                  <c:v>60</c:v>
                </c:pt>
                <c:pt idx="7179">
                  <c:v>210</c:v>
                </c:pt>
                <c:pt idx="7180">
                  <c:v>111</c:v>
                </c:pt>
                <c:pt idx="7181">
                  <c:v>95</c:v>
                </c:pt>
                <c:pt idx="7182">
                  <c:v>262</c:v>
                </c:pt>
                <c:pt idx="7183">
                  <c:v>115</c:v>
                </c:pt>
                <c:pt idx="7184">
                  <c:v>136</c:v>
                </c:pt>
                <c:pt idx="7185">
                  <c:v>233</c:v>
                </c:pt>
                <c:pt idx="7186">
                  <c:v>179</c:v>
                </c:pt>
                <c:pt idx="7187">
                  <c:v>92</c:v>
                </c:pt>
                <c:pt idx="7188">
                  <c:v>679</c:v>
                </c:pt>
                <c:pt idx="7189">
                  <c:v>593</c:v>
                </c:pt>
                <c:pt idx="7190">
                  <c:v>601</c:v>
                </c:pt>
                <c:pt idx="7191">
                  <c:v>257</c:v>
                </c:pt>
                <c:pt idx="7192">
                  <c:v>304</c:v>
                </c:pt>
                <c:pt idx="7193">
                  <c:v>269</c:v>
                </c:pt>
                <c:pt idx="7194">
                  <c:v>111</c:v>
                </c:pt>
                <c:pt idx="7195">
                  <c:v>229</c:v>
                </c:pt>
                <c:pt idx="7196">
                  <c:v>309</c:v>
                </c:pt>
                <c:pt idx="7197">
                  <c:v>165</c:v>
                </c:pt>
                <c:pt idx="7198">
                  <c:v>228</c:v>
                </c:pt>
                <c:pt idx="7199">
                  <c:v>204</c:v>
                </c:pt>
                <c:pt idx="7200">
                  <c:v>434</c:v>
                </c:pt>
                <c:pt idx="7201">
                  <c:v>161</c:v>
                </c:pt>
                <c:pt idx="7202">
                  <c:v>300</c:v>
                </c:pt>
                <c:pt idx="7203">
                  <c:v>285</c:v>
                </c:pt>
                <c:pt idx="7204">
                  <c:v>135</c:v>
                </c:pt>
                <c:pt idx="7205">
                  <c:v>194</c:v>
                </c:pt>
                <c:pt idx="7206">
                  <c:v>204</c:v>
                </c:pt>
                <c:pt idx="7207">
                  <c:v>159</c:v>
                </c:pt>
                <c:pt idx="7208">
                  <c:v>215</c:v>
                </c:pt>
                <c:pt idx="7209">
                  <c:v>202</c:v>
                </c:pt>
                <c:pt idx="7210">
                  <c:v>167</c:v>
                </c:pt>
                <c:pt idx="7211">
                  <c:v>155</c:v>
                </c:pt>
                <c:pt idx="7212">
                  <c:v>153</c:v>
                </c:pt>
                <c:pt idx="7213">
                  <c:v>131</c:v>
                </c:pt>
                <c:pt idx="7214">
                  <c:v>132</c:v>
                </c:pt>
                <c:pt idx="7215">
                  <c:v>131</c:v>
                </c:pt>
                <c:pt idx="7216">
                  <c:v>143</c:v>
                </c:pt>
                <c:pt idx="7217">
                  <c:v>192</c:v>
                </c:pt>
                <c:pt idx="7218">
                  <c:v>256</c:v>
                </c:pt>
                <c:pt idx="7219">
                  <c:v>559</c:v>
                </c:pt>
                <c:pt idx="7220">
                  <c:v>211</c:v>
                </c:pt>
                <c:pt idx="7221">
                  <c:v>748</c:v>
                </c:pt>
                <c:pt idx="7222">
                  <c:v>96</c:v>
                </c:pt>
                <c:pt idx="7223">
                  <c:v>228</c:v>
                </c:pt>
                <c:pt idx="7224">
                  <c:v>98</c:v>
                </c:pt>
                <c:pt idx="7225">
                  <c:v>273</c:v>
                </c:pt>
                <c:pt idx="7226">
                  <c:v>130</c:v>
                </c:pt>
                <c:pt idx="7227">
                  <c:v>210</c:v>
                </c:pt>
                <c:pt idx="7228">
                  <c:v>208</c:v>
                </c:pt>
                <c:pt idx="7229">
                  <c:v>110</c:v>
                </c:pt>
                <c:pt idx="7230">
                  <c:v>209</c:v>
                </c:pt>
                <c:pt idx="7231">
                  <c:v>81</c:v>
                </c:pt>
                <c:pt idx="7232">
                  <c:v>118</c:v>
                </c:pt>
                <c:pt idx="7233">
                  <c:v>222</c:v>
                </c:pt>
                <c:pt idx="7234">
                  <c:v>58</c:v>
                </c:pt>
                <c:pt idx="7235">
                  <c:v>93</c:v>
                </c:pt>
                <c:pt idx="7236">
                  <c:v>55</c:v>
                </c:pt>
                <c:pt idx="7237">
                  <c:v>87</c:v>
                </c:pt>
                <c:pt idx="7238">
                  <c:v>44</c:v>
                </c:pt>
                <c:pt idx="7239">
                  <c:v>364</c:v>
                </c:pt>
                <c:pt idx="7240">
                  <c:v>196</c:v>
                </c:pt>
                <c:pt idx="7241">
                  <c:v>610</c:v>
                </c:pt>
                <c:pt idx="7242">
                  <c:v>160</c:v>
                </c:pt>
                <c:pt idx="7243">
                  <c:v>255</c:v>
                </c:pt>
                <c:pt idx="7244">
                  <c:v>148</c:v>
                </c:pt>
                <c:pt idx="7245">
                  <c:v>161</c:v>
                </c:pt>
                <c:pt idx="7246">
                  <c:v>123</c:v>
                </c:pt>
                <c:pt idx="7247">
                  <c:v>154</c:v>
                </c:pt>
                <c:pt idx="7248">
                  <c:v>207</c:v>
                </c:pt>
                <c:pt idx="7249">
                  <c:v>105</c:v>
                </c:pt>
                <c:pt idx="7250">
                  <c:v>185</c:v>
                </c:pt>
                <c:pt idx="7251">
                  <c:v>128</c:v>
                </c:pt>
                <c:pt idx="7252">
                  <c:v>157</c:v>
                </c:pt>
                <c:pt idx="7253">
                  <c:v>106</c:v>
                </c:pt>
                <c:pt idx="7254">
                  <c:v>205</c:v>
                </c:pt>
                <c:pt idx="7255">
                  <c:v>74</c:v>
                </c:pt>
                <c:pt idx="7256">
                  <c:v>267</c:v>
                </c:pt>
                <c:pt idx="7257">
                  <c:v>421</c:v>
                </c:pt>
                <c:pt idx="7258">
                  <c:v>137</c:v>
                </c:pt>
                <c:pt idx="7259">
                  <c:v>173</c:v>
                </c:pt>
                <c:pt idx="7260">
                  <c:v>172</c:v>
                </c:pt>
                <c:pt idx="7261">
                  <c:v>470</c:v>
                </c:pt>
                <c:pt idx="7262">
                  <c:v>249</c:v>
                </c:pt>
                <c:pt idx="7263">
                  <c:v>134</c:v>
                </c:pt>
                <c:pt idx="7264">
                  <c:v>361</c:v>
                </c:pt>
                <c:pt idx="7265">
                  <c:v>700</c:v>
                </c:pt>
                <c:pt idx="7266">
                  <c:v>172</c:v>
                </c:pt>
                <c:pt idx="7267">
                  <c:v>143</c:v>
                </c:pt>
                <c:pt idx="7268">
                  <c:v>268</c:v>
                </c:pt>
                <c:pt idx="7269">
                  <c:v>113</c:v>
                </c:pt>
                <c:pt idx="7270">
                  <c:v>351</c:v>
                </c:pt>
                <c:pt idx="7271">
                  <c:v>266</c:v>
                </c:pt>
                <c:pt idx="7272">
                  <c:v>80</c:v>
                </c:pt>
                <c:pt idx="7273">
                  <c:v>156</c:v>
                </c:pt>
                <c:pt idx="7274">
                  <c:v>375</c:v>
                </c:pt>
                <c:pt idx="7275">
                  <c:v>156</c:v>
                </c:pt>
                <c:pt idx="7276">
                  <c:v>193</c:v>
                </c:pt>
                <c:pt idx="7277">
                  <c:v>172</c:v>
                </c:pt>
                <c:pt idx="7278">
                  <c:v>135</c:v>
                </c:pt>
                <c:pt idx="7279">
                  <c:v>234</c:v>
                </c:pt>
                <c:pt idx="7280">
                  <c:v>137</c:v>
                </c:pt>
                <c:pt idx="7281">
                  <c:v>213</c:v>
                </c:pt>
                <c:pt idx="7282">
                  <c:v>155</c:v>
                </c:pt>
                <c:pt idx="7283">
                  <c:v>142</c:v>
                </c:pt>
                <c:pt idx="7284">
                  <c:v>96</c:v>
                </c:pt>
                <c:pt idx="7285">
                  <c:v>93</c:v>
                </c:pt>
                <c:pt idx="7286">
                  <c:v>221</c:v>
                </c:pt>
                <c:pt idx="7287">
                  <c:v>600</c:v>
                </c:pt>
                <c:pt idx="7288">
                  <c:v>441</c:v>
                </c:pt>
                <c:pt idx="7289">
                  <c:v>96</c:v>
                </c:pt>
                <c:pt idx="7290">
                  <c:v>98</c:v>
                </c:pt>
                <c:pt idx="7291">
                  <c:v>272</c:v>
                </c:pt>
                <c:pt idx="7292">
                  <c:v>164</c:v>
                </c:pt>
                <c:pt idx="7293">
                  <c:v>232</c:v>
                </c:pt>
                <c:pt idx="7294">
                  <c:v>122</c:v>
                </c:pt>
                <c:pt idx="7295">
                  <c:v>234</c:v>
                </c:pt>
                <c:pt idx="7296">
                  <c:v>69</c:v>
                </c:pt>
                <c:pt idx="7297">
                  <c:v>191</c:v>
                </c:pt>
                <c:pt idx="7298">
                  <c:v>181</c:v>
                </c:pt>
                <c:pt idx="7299">
                  <c:v>145</c:v>
                </c:pt>
                <c:pt idx="7300">
                  <c:v>205</c:v>
                </c:pt>
                <c:pt idx="7301">
                  <c:v>58</c:v>
                </c:pt>
                <c:pt idx="7302">
                  <c:v>202</c:v>
                </c:pt>
                <c:pt idx="7303">
                  <c:v>154</c:v>
                </c:pt>
                <c:pt idx="7304">
                  <c:v>204</c:v>
                </c:pt>
                <c:pt idx="7305">
                  <c:v>159</c:v>
                </c:pt>
                <c:pt idx="7306">
                  <c:v>221</c:v>
                </c:pt>
                <c:pt idx="7307">
                  <c:v>536</c:v>
                </c:pt>
                <c:pt idx="7308">
                  <c:v>377</c:v>
                </c:pt>
                <c:pt idx="7309">
                  <c:v>125</c:v>
                </c:pt>
                <c:pt idx="7310">
                  <c:v>668</c:v>
                </c:pt>
                <c:pt idx="7311">
                  <c:v>256</c:v>
                </c:pt>
                <c:pt idx="7312">
                  <c:v>183</c:v>
                </c:pt>
                <c:pt idx="7313">
                  <c:v>160</c:v>
                </c:pt>
                <c:pt idx="7314">
                  <c:v>196</c:v>
                </c:pt>
                <c:pt idx="7315">
                  <c:v>159</c:v>
                </c:pt>
                <c:pt idx="7316">
                  <c:v>88</c:v>
                </c:pt>
                <c:pt idx="7317">
                  <c:v>277</c:v>
                </c:pt>
                <c:pt idx="7318">
                  <c:v>488</c:v>
                </c:pt>
                <c:pt idx="7319">
                  <c:v>198</c:v>
                </c:pt>
                <c:pt idx="7320">
                  <c:v>156</c:v>
                </c:pt>
                <c:pt idx="7321">
                  <c:v>39</c:v>
                </c:pt>
                <c:pt idx="7322">
                  <c:v>380</c:v>
                </c:pt>
                <c:pt idx="7323">
                  <c:v>467</c:v>
                </c:pt>
                <c:pt idx="7324">
                  <c:v>196</c:v>
                </c:pt>
                <c:pt idx="7325">
                  <c:v>234</c:v>
                </c:pt>
                <c:pt idx="7326">
                  <c:v>255</c:v>
                </c:pt>
                <c:pt idx="7327">
                  <c:v>126</c:v>
                </c:pt>
                <c:pt idx="7328">
                  <c:v>192</c:v>
                </c:pt>
                <c:pt idx="7329">
                  <c:v>138</c:v>
                </c:pt>
                <c:pt idx="7330">
                  <c:v>267</c:v>
                </c:pt>
                <c:pt idx="7331">
                  <c:v>266</c:v>
                </c:pt>
                <c:pt idx="7332">
                  <c:v>156</c:v>
                </c:pt>
                <c:pt idx="7333">
                  <c:v>217</c:v>
                </c:pt>
                <c:pt idx="7334">
                  <c:v>155</c:v>
                </c:pt>
                <c:pt idx="7335">
                  <c:v>156</c:v>
                </c:pt>
                <c:pt idx="7336">
                  <c:v>84</c:v>
                </c:pt>
                <c:pt idx="7337">
                  <c:v>221</c:v>
                </c:pt>
                <c:pt idx="7338">
                  <c:v>168</c:v>
                </c:pt>
                <c:pt idx="7339">
                  <c:v>124</c:v>
                </c:pt>
                <c:pt idx="7340">
                  <c:v>170</c:v>
                </c:pt>
                <c:pt idx="7341">
                  <c:v>119</c:v>
                </c:pt>
                <c:pt idx="7342">
                  <c:v>202</c:v>
                </c:pt>
                <c:pt idx="7343">
                  <c:v>135</c:v>
                </c:pt>
                <c:pt idx="7344">
                  <c:v>251</c:v>
                </c:pt>
                <c:pt idx="7345">
                  <c:v>96</c:v>
                </c:pt>
                <c:pt idx="7346">
                  <c:v>98</c:v>
                </c:pt>
                <c:pt idx="7347">
                  <c:v>156</c:v>
                </c:pt>
                <c:pt idx="7348">
                  <c:v>26</c:v>
                </c:pt>
                <c:pt idx="7349">
                  <c:v>360</c:v>
                </c:pt>
                <c:pt idx="7350">
                  <c:v>143</c:v>
                </c:pt>
                <c:pt idx="7351">
                  <c:v>223</c:v>
                </c:pt>
                <c:pt idx="7352">
                  <c:v>123</c:v>
                </c:pt>
                <c:pt idx="7353">
                  <c:v>214</c:v>
                </c:pt>
                <c:pt idx="7354">
                  <c:v>54</c:v>
                </c:pt>
                <c:pt idx="7355">
                  <c:v>126</c:v>
                </c:pt>
                <c:pt idx="7356">
                  <c:v>212</c:v>
                </c:pt>
                <c:pt idx="7357">
                  <c:v>325</c:v>
                </c:pt>
                <c:pt idx="7358">
                  <c:v>154</c:v>
                </c:pt>
                <c:pt idx="7359">
                  <c:v>99</c:v>
                </c:pt>
                <c:pt idx="7360">
                  <c:v>115</c:v>
                </c:pt>
                <c:pt idx="7361">
                  <c:v>145</c:v>
                </c:pt>
                <c:pt idx="7362">
                  <c:v>172</c:v>
                </c:pt>
                <c:pt idx="7363">
                  <c:v>631</c:v>
                </c:pt>
                <c:pt idx="7364">
                  <c:v>246</c:v>
                </c:pt>
                <c:pt idx="7365">
                  <c:v>196</c:v>
                </c:pt>
                <c:pt idx="7366">
                  <c:v>256</c:v>
                </c:pt>
                <c:pt idx="7367">
                  <c:v>244</c:v>
                </c:pt>
                <c:pt idx="7368">
                  <c:v>175</c:v>
                </c:pt>
                <c:pt idx="7369">
                  <c:v>136</c:v>
                </c:pt>
                <c:pt idx="7370">
                  <c:v>157</c:v>
                </c:pt>
                <c:pt idx="7371">
                  <c:v>125</c:v>
                </c:pt>
                <c:pt idx="7372">
                  <c:v>125</c:v>
                </c:pt>
                <c:pt idx="7373">
                  <c:v>168</c:v>
                </c:pt>
                <c:pt idx="7374">
                  <c:v>55</c:v>
                </c:pt>
                <c:pt idx="7375">
                  <c:v>176</c:v>
                </c:pt>
                <c:pt idx="7376">
                  <c:v>179</c:v>
                </c:pt>
                <c:pt idx="7377">
                  <c:v>163</c:v>
                </c:pt>
                <c:pt idx="7378">
                  <c:v>481</c:v>
                </c:pt>
                <c:pt idx="7379">
                  <c:v>213</c:v>
                </c:pt>
                <c:pt idx="7380">
                  <c:v>408</c:v>
                </c:pt>
                <c:pt idx="7381">
                  <c:v>358</c:v>
                </c:pt>
                <c:pt idx="7382">
                  <c:v>512</c:v>
                </c:pt>
                <c:pt idx="7383">
                  <c:v>242</c:v>
                </c:pt>
                <c:pt idx="7384">
                  <c:v>212</c:v>
                </c:pt>
                <c:pt idx="7385">
                  <c:v>156</c:v>
                </c:pt>
                <c:pt idx="7386">
                  <c:v>221</c:v>
                </c:pt>
                <c:pt idx="7387">
                  <c:v>193</c:v>
                </c:pt>
                <c:pt idx="7388">
                  <c:v>675</c:v>
                </c:pt>
                <c:pt idx="7389">
                  <c:v>294</c:v>
                </c:pt>
                <c:pt idx="7390">
                  <c:v>135</c:v>
                </c:pt>
                <c:pt idx="7391">
                  <c:v>199</c:v>
                </c:pt>
                <c:pt idx="7392">
                  <c:v>184</c:v>
                </c:pt>
                <c:pt idx="7393">
                  <c:v>171</c:v>
                </c:pt>
                <c:pt idx="7394">
                  <c:v>153</c:v>
                </c:pt>
                <c:pt idx="7395">
                  <c:v>172</c:v>
                </c:pt>
                <c:pt idx="7396">
                  <c:v>122</c:v>
                </c:pt>
                <c:pt idx="7397">
                  <c:v>192</c:v>
                </c:pt>
                <c:pt idx="7398">
                  <c:v>226</c:v>
                </c:pt>
                <c:pt idx="7399">
                  <c:v>364</c:v>
                </c:pt>
                <c:pt idx="7400">
                  <c:v>19</c:v>
                </c:pt>
                <c:pt idx="7401">
                  <c:v>110</c:v>
                </c:pt>
                <c:pt idx="7402">
                  <c:v>235</c:v>
                </c:pt>
                <c:pt idx="7403">
                  <c:v>36</c:v>
                </c:pt>
                <c:pt idx="7404">
                  <c:v>411</c:v>
                </c:pt>
                <c:pt idx="7405">
                  <c:v>242</c:v>
                </c:pt>
                <c:pt idx="7406">
                  <c:v>276</c:v>
                </c:pt>
                <c:pt idx="7407">
                  <c:v>133</c:v>
                </c:pt>
                <c:pt idx="7408">
                  <c:v>156</c:v>
                </c:pt>
                <c:pt idx="7409">
                  <c:v>196</c:v>
                </c:pt>
                <c:pt idx="7410">
                  <c:v>144</c:v>
                </c:pt>
                <c:pt idx="7411">
                  <c:v>192</c:v>
                </c:pt>
                <c:pt idx="7412">
                  <c:v>298</c:v>
                </c:pt>
                <c:pt idx="7413">
                  <c:v>156</c:v>
                </c:pt>
                <c:pt idx="7414">
                  <c:v>425</c:v>
                </c:pt>
                <c:pt idx="7415">
                  <c:v>113</c:v>
                </c:pt>
                <c:pt idx="7416">
                  <c:v>219</c:v>
                </c:pt>
                <c:pt idx="7417">
                  <c:v>615</c:v>
                </c:pt>
                <c:pt idx="7418">
                  <c:v>285</c:v>
                </c:pt>
                <c:pt idx="7419">
                  <c:v>156</c:v>
                </c:pt>
                <c:pt idx="7420">
                  <c:v>181</c:v>
                </c:pt>
                <c:pt idx="7421">
                  <c:v>171</c:v>
                </c:pt>
                <c:pt idx="7422">
                  <c:v>160</c:v>
                </c:pt>
                <c:pt idx="7423">
                  <c:v>204</c:v>
                </c:pt>
                <c:pt idx="7424">
                  <c:v>185</c:v>
                </c:pt>
                <c:pt idx="7425">
                  <c:v>241</c:v>
                </c:pt>
                <c:pt idx="7426">
                  <c:v>131</c:v>
                </c:pt>
                <c:pt idx="7427">
                  <c:v>46</c:v>
                </c:pt>
                <c:pt idx="7428">
                  <c:v>108</c:v>
                </c:pt>
                <c:pt idx="7429">
                  <c:v>77</c:v>
                </c:pt>
                <c:pt idx="7430">
                  <c:v>209</c:v>
                </c:pt>
                <c:pt idx="7431">
                  <c:v>29</c:v>
                </c:pt>
                <c:pt idx="7432">
                  <c:v>102</c:v>
                </c:pt>
                <c:pt idx="7433">
                  <c:v>208</c:v>
                </c:pt>
                <c:pt idx="7434">
                  <c:v>294</c:v>
                </c:pt>
                <c:pt idx="7435">
                  <c:v>206</c:v>
                </c:pt>
                <c:pt idx="7436">
                  <c:v>110</c:v>
                </c:pt>
                <c:pt idx="7437">
                  <c:v>29</c:v>
                </c:pt>
                <c:pt idx="7438">
                  <c:v>238</c:v>
                </c:pt>
                <c:pt idx="7439">
                  <c:v>80</c:v>
                </c:pt>
                <c:pt idx="7440">
                  <c:v>175</c:v>
                </c:pt>
                <c:pt idx="7441">
                  <c:v>607</c:v>
                </c:pt>
                <c:pt idx="7442">
                  <c:v>175</c:v>
                </c:pt>
                <c:pt idx="7443">
                  <c:v>112</c:v>
                </c:pt>
                <c:pt idx="7444">
                  <c:v>222</c:v>
                </c:pt>
                <c:pt idx="7445">
                  <c:v>343</c:v>
                </c:pt>
                <c:pt idx="7446">
                  <c:v>90</c:v>
                </c:pt>
                <c:pt idx="7447">
                  <c:v>105</c:v>
                </c:pt>
                <c:pt idx="7448">
                  <c:v>146</c:v>
                </c:pt>
                <c:pt idx="7449">
                  <c:v>53</c:v>
                </c:pt>
                <c:pt idx="7450">
                  <c:v>222</c:v>
                </c:pt>
                <c:pt idx="7451">
                  <c:v>176</c:v>
                </c:pt>
                <c:pt idx="7452">
                  <c:v>252</c:v>
                </c:pt>
                <c:pt idx="7453">
                  <c:v>655</c:v>
                </c:pt>
                <c:pt idx="7454">
                  <c:v>255</c:v>
                </c:pt>
                <c:pt idx="7455">
                  <c:v>259</c:v>
                </c:pt>
                <c:pt idx="7456">
                  <c:v>185</c:v>
                </c:pt>
                <c:pt idx="7457">
                  <c:v>199</c:v>
                </c:pt>
                <c:pt idx="7458">
                  <c:v>106</c:v>
                </c:pt>
                <c:pt idx="7459">
                  <c:v>94</c:v>
                </c:pt>
                <c:pt idx="7460">
                  <c:v>235</c:v>
                </c:pt>
                <c:pt idx="7461">
                  <c:v>361</c:v>
                </c:pt>
                <c:pt idx="7462">
                  <c:v>114</c:v>
                </c:pt>
                <c:pt idx="7463">
                  <c:v>231</c:v>
                </c:pt>
                <c:pt idx="7464">
                  <c:v>221</c:v>
                </c:pt>
                <c:pt idx="7465">
                  <c:v>168</c:v>
                </c:pt>
                <c:pt idx="7466">
                  <c:v>265</c:v>
                </c:pt>
                <c:pt idx="7467">
                  <c:v>87</c:v>
                </c:pt>
                <c:pt idx="7468">
                  <c:v>96</c:v>
                </c:pt>
                <c:pt idx="7469">
                  <c:v>113</c:v>
                </c:pt>
                <c:pt idx="7470">
                  <c:v>131</c:v>
                </c:pt>
                <c:pt idx="7471">
                  <c:v>106</c:v>
                </c:pt>
                <c:pt idx="7472">
                  <c:v>269</c:v>
                </c:pt>
                <c:pt idx="7473">
                  <c:v>287</c:v>
                </c:pt>
                <c:pt idx="7474">
                  <c:v>460</c:v>
                </c:pt>
                <c:pt idx="7475">
                  <c:v>141</c:v>
                </c:pt>
                <c:pt idx="7476">
                  <c:v>116</c:v>
                </c:pt>
                <c:pt idx="7477">
                  <c:v>172</c:v>
                </c:pt>
                <c:pt idx="7478">
                  <c:v>160</c:v>
                </c:pt>
                <c:pt idx="7479">
                  <c:v>204</c:v>
                </c:pt>
                <c:pt idx="7480">
                  <c:v>218</c:v>
                </c:pt>
                <c:pt idx="7481">
                  <c:v>210</c:v>
                </c:pt>
                <c:pt idx="7482">
                  <c:v>131</c:v>
                </c:pt>
                <c:pt idx="7483">
                  <c:v>266</c:v>
                </c:pt>
                <c:pt idx="7484">
                  <c:v>174</c:v>
                </c:pt>
                <c:pt idx="7485">
                  <c:v>207</c:v>
                </c:pt>
                <c:pt idx="7486">
                  <c:v>244</c:v>
                </c:pt>
                <c:pt idx="7487">
                  <c:v>160</c:v>
                </c:pt>
                <c:pt idx="7488">
                  <c:v>26</c:v>
                </c:pt>
                <c:pt idx="7489">
                  <c:v>635</c:v>
                </c:pt>
                <c:pt idx="7490">
                  <c:v>104</c:v>
                </c:pt>
                <c:pt idx="7491">
                  <c:v>182</c:v>
                </c:pt>
                <c:pt idx="7492">
                  <c:v>231</c:v>
                </c:pt>
                <c:pt idx="7493">
                  <c:v>102</c:v>
                </c:pt>
                <c:pt idx="7494">
                  <c:v>121</c:v>
                </c:pt>
                <c:pt idx="7495">
                  <c:v>230</c:v>
                </c:pt>
                <c:pt idx="7496">
                  <c:v>96</c:v>
                </c:pt>
                <c:pt idx="7497">
                  <c:v>85</c:v>
                </c:pt>
                <c:pt idx="7498">
                  <c:v>233</c:v>
                </c:pt>
                <c:pt idx="7499">
                  <c:v>136</c:v>
                </c:pt>
                <c:pt idx="7500">
                  <c:v>181</c:v>
                </c:pt>
                <c:pt idx="7501">
                  <c:v>59</c:v>
                </c:pt>
                <c:pt idx="7502">
                  <c:v>354</c:v>
                </c:pt>
                <c:pt idx="7503">
                  <c:v>102</c:v>
                </c:pt>
                <c:pt idx="7504">
                  <c:v>161</c:v>
                </c:pt>
                <c:pt idx="7505">
                  <c:v>64</c:v>
                </c:pt>
                <c:pt idx="7506">
                  <c:v>672</c:v>
                </c:pt>
                <c:pt idx="7507">
                  <c:v>271</c:v>
                </c:pt>
                <c:pt idx="7508">
                  <c:v>190</c:v>
                </c:pt>
                <c:pt idx="7509">
                  <c:v>212</c:v>
                </c:pt>
                <c:pt idx="7510">
                  <c:v>159</c:v>
                </c:pt>
                <c:pt idx="7511">
                  <c:v>110</c:v>
                </c:pt>
                <c:pt idx="7512">
                  <c:v>131</c:v>
                </c:pt>
                <c:pt idx="7513">
                  <c:v>166</c:v>
                </c:pt>
                <c:pt idx="7514">
                  <c:v>151</c:v>
                </c:pt>
                <c:pt idx="7515">
                  <c:v>156</c:v>
                </c:pt>
                <c:pt idx="7516">
                  <c:v>116</c:v>
                </c:pt>
                <c:pt idx="7517">
                  <c:v>275</c:v>
                </c:pt>
                <c:pt idx="7518">
                  <c:v>156</c:v>
                </c:pt>
                <c:pt idx="7519">
                  <c:v>204</c:v>
                </c:pt>
                <c:pt idx="7520">
                  <c:v>188</c:v>
                </c:pt>
                <c:pt idx="7521">
                  <c:v>232</c:v>
                </c:pt>
                <c:pt idx="7522">
                  <c:v>131</c:v>
                </c:pt>
                <c:pt idx="7523">
                  <c:v>146</c:v>
                </c:pt>
                <c:pt idx="7524">
                  <c:v>236</c:v>
                </c:pt>
                <c:pt idx="7525">
                  <c:v>184</c:v>
                </c:pt>
                <c:pt idx="7526">
                  <c:v>232</c:v>
                </c:pt>
                <c:pt idx="7527">
                  <c:v>77</c:v>
                </c:pt>
                <c:pt idx="7528">
                  <c:v>444</c:v>
                </c:pt>
                <c:pt idx="7529">
                  <c:v>132</c:v>
                </c:pt>
                <c:pt idx="7530">
                  <c:v>192</c:v>
                </c:pt>
                <c:pt idx="7531">
                  <c:v>145</c:v>
                </c:pt>
                <c:pt idx="7532">
                  <c:v>428</c:v>
                </c:pt>
                <c:pt idx="7533">
                  <c:v>155</c:v>
                </c:pt>
                <c:pt idx="7534">
                  <c:v>184</c:v>
                </c:pt>
                <c:pt idx="7535">
                  <c:v>199</c:v>
                </c:pt>
                <c:pt idx="7536">
                  <c:v>186</c:v>
                </c:pt>
                <c:pt idx="7537">
                  <c:v>549</c:v>
                </c:pt>
                <c:pt idx="7538">
                  <c:v>160</c:v>
                </c:pt>
                <c:pt idx="7539">
                  <c:v>297</c:v>
                </c:pt>
                <c:pt idx="7540">
                  <c:v>113</c:v>
                </c:pt>
                <c:pt idx="7541">
                  <c:v>119</c:v>
                </c:pt>
                <c:pt idx="7542">
                  <c:v>184</c:v>
                </c:pt>
                <c:pt idx="7543">
                  <c:v>141</c:v>
                </c:pt>
                <c:pt idx="7544">
                  <c:v>185</c:v>
                </c:pt>
                <c:pt idx="7545">
                  <c:v>122</c:v>
                </c:pt>
                <c:pt idx="7546">
                  <c:v>168</c:v>
                </c:pt>
                <c:pt idx="7547">
                  <c:v>115</c:v>
                </c:pt>
                <c:pt idx="7548">
                  <c:v>184</c:v>
                </c:pt>
                <c:pt idx="7549">
                  <c:v>114</c:v>
                </c:pt>
                <c:pt idx="7550">
                  <c:v>127</c:v>
                </c:pt>
                <c:pt idx="7551">
                  <c:v>95</c:v>
                </c:pt>
                <c:pt idx="7552">
                  <c:v>470</c:v>
                </c:pt>
                <c:pt idx="7553">
                  <c:v>188</c:v>
                </c:pt>
                <c:pt idx="7554">
                  <c:v>433</c:v>
                </c:pt>
                <c:pt idx="7555">
                  <c:v>506</c:v>
                </c:pt>
                <c:pt idx="7556">
                  <c:v>102</c:v>
                </c:pt>
                <c:pt idx="7557">
                  <c:v>60</c:v>
                </c:pt>
                <c:pt idx="7558">
                  <c:v>148</c:v>
                </c:pt>
                <c:pt idx="7559">
                  <c:v>442</c:v>
                </c:pt>
                <c:pt idx="7560">
                  <c:v>129</c:v>
                </c:pt>
                <c:pt idx="7561">
                  <c:v>212</c:v>
                </c:pt>
                <c:pt idx="7562">
                  <c:v>168</c:v>
                </c:pt>
                <c:pt idx="7563">
                  <c:v>195</c:v>
                </c:pt>
                <c:pt idx="7564">
                  <c:v>479</c:v>
                </c:pt>
                <c:pt idx="7565">
                  <c:v>140</c:v>
                </c:pt>
                <c:pt idx="7566">
                  <c:v>83</c:v>
                </c:pt>
                <c:pt idx="7567">
                  <c:v>197</c:v>
                </c:pt>
                <c:pt idx="7568">
                  <c:v>182</c:v>
                </c:pt>
                <c:pt idx="7569">
                  <c:v>158</c:v>
                </c:pt>
                <c:pt idx="7570">
                  <c:v>135</c:v>
                </c:pt>
                <c:pt idx="7571">
                  <c:v>154</c:v>
                </c:pt>
                <c:pt idx="7572">
                  <c:v>204</c:v>
                </c:pt>
                <c:pt idx="7573">
                  <c:v>538</c:v>
                </c:pt>
                <c:pt idx="7574">
                  <c:v>187</c:v>
                </c:pt>
                <c:pt idx="7575">
                  <c:v>280</c:v>
                </c:pt>
                <c:pt idx="7576">
                  <c:v>26</c:v>
                </c:pt>
                <c:pt idx="7577">
                  <c:v>328</c:v>
                </c:pt>
                <c:pt idx="7578">
                  <c:v>129</c:v>
                </c:pt>
                <c:pt idx="7579">
                  <c:v>126</c:v>
                </c:pt>
                <c:pt idx="7580">
                  <c:v>108</c:v>
                </c:pt>
                <c:pt idx="7581">
                  <c:v>147</c:v>
                </c:pt>
                <c:pt idx="7582">
                  <c:v>278</c:v>
                </c:pt>
                <c:pt idx="7583">
                  <c:v>108</c:v>
                </c:pt>
                <c:pt idx="7584">
                  <c:v>142</c:v>
                </c:pt>
                <c:pt idx="7585">
                  <c:v>180</c:v>
                </c:pt>
                <c:pt idx="7586">
                  <c:v>87</c:v>
                </c:pt>
                <c:pt idx="7587">
                  <c:v>161</c:v>
                </c:pt>
                <c:pt idx="7588">
                  <c:v>251</c:v>
                </c:pt>
                <c:pt idx="7589">
                  <c:v>163</c:v>
                </c:pt>
                <c:pt idx="7590">
                  <c:v>184</c:v>
                </c:pt>
                <c:pt idx="7591">
                  <c:v>184</c:v>
                </c:pt>
                <c:pt idx="7592">
                  <c:v>133</c:v>
                </c:pt>
                <c:pt idx="7593">
                  <c:v>651</c:v>
                </c:pt>
                <c:pt idx="7594">
                  <c:v>311</c:v>
                </c:pt>
                <c:pt idx="7595">
                  <c:v>114</c:v>
                </c:pt>
                <c:pt idx="7596">
                  <c:v>185</c:v>
                </c:pt>
                <c:pt idx="7597">
                  <c:v>145</c:v>
                </c:pt>
                <c:pt idx="7598">
                  <c:v>186</c:v>
                </c:pt>
                <c:pt idx="7599">
                  <c:v>413</c:v>
                </c:pt>
                <c:pt idx="7600">
                  <c:v>148</c:v>
                </c:pt>
                <c:pt idx="7601">
                  <c:v>265</c:v>
                </c:pt>
                <c:pt idx="7602">
                  <c:v>97</c:v>
                </c:pt>
                <c:pt idx="7603">
                  <c:v>236</c:v>
                </c:pt>
                <c:pt idx="7604">
                  <c:v>504</c:v>
                </c:pt>
                <c:pt idx="7605">
                  <c:v>243</c:v>
                </c:pt>
                <c:pt idx="7606">
                  <c:v>239</c:v>
                </c:pt>
                <c:pt idx="7607">
                  <c:v>205</c:v>
                </c:pt>
                <c:pt idx="7608">
                  <c:v>226</c:v>
                </c:pt>
                <c:pt idx="7609">
                  <c:v>107</c:v>
                </c:pt>
                <c:pt idx="7610">
                  <c:v>194</c:v>
                </c:pt>
                <c:pt idx="7611">
                  <c:v>482</c:v>
                </c:pt>
                <c:pt idx="7612">
                  <c:v>156</c:v>
                </c:pt>
                <c:pt idx="7613">
                  <c:v>107</c:v>
                </c:pt>
                <c:pt idx="7614">
                  <c:v>210</c:v>
                </c:pt>
                <c:pt idx="7615">
                  <c:v>146</c:v>
                </c:pt>
                <c:pt idx="7616">
                  <c:v>135</c:v>
                </c:pt>
                <c:pt idx="7617">
                  <c:v>185</c:v>
                </c:pt>
                <c:pt idx="7618">
                  <c:v>117</c:v>
                </c:pt>
                <c:pt idx="7619">
                  <c:v>309</c:v>
                </c:pt>
                <c:pt idx="7620">
                  <c:v>126</c:v>
                </c:pt>
                <c:pt idx="7621">
                  <c:v>190</c:v>
                </c:pt>
                <c:pt idx="7622">
                  <c:v>185</c:v>
                </c:pt>
                <c:pt idx="7623">
                  <c:v>26</c:v>
                </c:pt>
                <c:pt idx="7624">
                  <c:v>99</c:v>
                </c:pt>
                <c:pt idx="7625">
                  <c:v>666</c:v>
                </c:pt>
                <c:pt idx="7626">
                  <c:v>626</c:v>
                </c:pt>
                <c:pt idx="7627">
                  <c:v>351</c:v>
                </c:pt>
                <c:pt idx="7628">
                  <c:v>213</c:v>
                </c:pt>
                <c:pt idx="7629">
                  <c:v>157</c:v>
                </c:pt>
                <c:pt idx="7630">
                  <c:v>218</c:v>
                </c:pt>
                <c:pt idx="7631">
                  <c:v>131</c:v>
                </c:pt>
                <c:pt idx="7632">
                  <c:v>136</c:v>
                </c:pt>
                <c:pt idx="7633">
                  <c:v>198</c:v>
                </c:pt>
                <c:pt idx="7634">
                  <c:v>158</c:v>
                </c:pt>
                <c:pt idx="7635">
                  <c:v>179</c:v>
                </c:pt>
                <c:pt idx="7636">
                  <c:v>92</c:v>
                </c:pt>
                <c:pt idx="7637">
                  <c:v>25</c:v>
                </c:pt>
                <c:pt idx="7638">
                  <c:v>190</c:v>
                </c:pt>
                <c:pt idx="7639">
                  <c:v>210</c:v>
                </c:pt>
                <c:pt idx="7640">
                  <c:v>158</c:v>
                </c:pt>
                <c:pt idx="7641">
                  <c:v>217</c:v>
                </c:pt>
                <c:pt idx="7642">
                  <c:v>117</c:v>
                </c:pt>
                <c:pt idx="7643">
                  <c:v>243</c:v>
                </c:pt>
                <c:pt idx="7644">
                  <c:v>118</c:v>
                </c:pt>
                <c:pt idx="7645">
                  <c:v>389</c:v>
                </c:pt>
                <c:pt idx="7646">
                  <c:v>395</c:v>
                </c:pt>
                <c:pt idx="7647">
                  <c:v>194</c:v>
                </c:pt>
                <c:pt idx="7648">
                  <c:v>126</c:v>
                </c:pt>
                <c:pt idx="7649">
                  <c:v>69</c:v>
                </c:pt>
                <c:pt idx="7650">
                  <c:v>52</c:v>
                </c:pt>
                <c:pt idx="7651">
                  <c:v>338</c:v>
                </c:pt>
                <c:pt idx="7652">
                  <c:v>211</c:v>
                </c:pt>
                <c:pt idx="7653">
                  <c:v>182</c:v>
                </c:pt>
                <c:pt idx="7654">
                  <c:v>25</c:v>
                </c:pt>
                <c:pt idx="7655">
                  <c:v>98</c:v>
                </c:pt>
                <c:pt idx="7656">
                  <c:v>164</c:v>
                </c:pt>
                <c:pt idx="7657">
                  <c:v>105</c:v>
                </c:pt>
                <c:pt idx="7658">
                  <c:v>146</c:v>
                </c:pt>
                <c:pt idx="7659">
                  <c:v>110</c:v>
                </c:pt>
                <c:pt idx="7660">
                  <c:v>98</c:v>
                </c:pt>
                <c:pt idx="7661">
                  <c:v>174</c:v>
                </c:pt>
                <c:pt idx="7662">
                  <c:v>259</c:v>
                </c:pt>
                <c:pt idx="7663">
                  <c:v>185</c:v>
                </c:pt>
                <c:pt idx="7664">
                  <c:v>292</c:v>
                </c:pt>
                <c:pt idx="7665">
                  <c:v>130</c:v>
                </c:pt>
                <c:pt idx="7666">
                  <c:v>353</c:v>
                </c:pt>
                <c:pt idx="7667">
                  <c:v>25</c:v>
                </c:pt>
                <c:pt idx="7668">
                  <c:v>70</c:v>
                </c:pt>
                <c:pt idx="7669">
                  <c:v>47</c:v>
                </c:pt>
                <c:pt idx="7670">
                  <c:v>194</c:v>
                </c:pt>
                <c:pt idx="7671">
                  <c:v>177</c:v>
                </c:pt>
                <c:pt idx="7672">
                  <c:v>246</c:v>
                </c:pt>
                <c:pt idx="7673">
                  <c:v>191</c:v>
                </c:pt>
                <c:pt idx="7674">
                  <c:v>172</c:v>
                </c:pt>
                <c:pt idx="7675">
                  <c:v>105</c:v>
                </c:pt>
                <c:pt idx="7676">
                  <c:v>169</c:v>
                </c:pt>
                <c:pt idx="7677">
                  <c:v>78</c:v>
                </c:pt>
                <c:pt idx="7678">
                  <c:v>114</c:v>
                </c:pt>
                <c:pt idx="7679">
                  <c:v>98</c:v>
                </c:pt>
                <c:pt idx="7680">
                  <c:v>186</c:v>
                </c:pt>
                <c:pt idx="7681">
                  <c:v>254</c:v>
                </c:pt>
                <c:pt idx="7682">
                  <c:v>206</c:v>
                </c:pt>
                <c:pt idx="7683">
                  <c:v>82</c:v>
                </c:pt>
                <c:pt idx="7684">
                  <c:v>394</c:v>
                </c:pt>
                <c:pt idx="7685">
                  <c:v>126</c:v>
                </c:pt>
                <c:pt idx="7686">
                  <c:v>25</c:v>
                </c:pt>
                <c:pt idx="7687">
                  <c:v>63</c:v>
                </c:pt>
                <c:pt idx="7688">
                  <c:v>78</c:v>
                </c:pt>
                <c:pt idx="7689">
                  <c:v>250</c:v>
                </c:pt>
                <c:pt idx="7690">
                  <c:v>248</c:v>
                </c:pt>
                <c:pt idx="7691">
                  <c:v>215</c:v>
                </c:pt>
                <c:pt idx="7692">
                  <c:v>136</c:v>
                </c:pt>
                <c:pt idx="7693">
                  <c:v>249</c:v>
                </c:pt>
                <c:pt idx="7694">
                  <c:v>296</c:v>
                </c:pt>
                <c:pt idx="7695">
                  <c:v>101</c:v>
                </c:pt>
                <c:pt idx="7696">
                  <c:v>343</c:v>
                </c:pt>
                <c:pt idx="7697">
                  <c:v>246</c:v>
                </c:pt>
                <c:pt idx="7698">
                  <c:v>96</c:v>
                </c:pt>
                <c:pt idx="7699">
                  <c:v>112</c:v>
                </c:pt>
                <c:pt idx="7700">
                  <c:v>289</c:v>
                </c:pt>
                <c:pt idx="7701">
                  <c:v>90</c:v>
                </c:pt>
                <c:pt idx="7702">
                  <c:v>117</c:v>
                </c:pt>
                <c:pt idx="7703">
                  <c:v>80</c:v>
                </c:pt>
                <c:pt idx="7704">
                  <c:v>52</c:v>
                </c:pt>
                <c:pt idx="7705">
                  <c:v>196</c:v>
                </c:pt>
                <c:pt idx="7706">
                  <c:v>150</c:v>
                </c:pt>
                <c:pt idx="7707">
                  <c:v>149</c:v>
                </c:pt>
                <c:pt idx="7708">
                  <c:v>204</c:v>
                </c:pt>
                <c:pt idx="7709">
                  <c:v>283</c:v>
                </c:pt>
                <c:pt idx="7710">
                  <c:v>33</c:v>
                </c:pt>
                <c:pt idx="7711">
                  <c:v>286</c:v>
                </c:pt>
                <c:pt idx="7712">
                  <c:v>105</c:v>
                </c:pt>
                <c:pt idx="7713">
                  <c:v>121</c:v>
                </c:pt>
                <c:pt idx="7714">
                  <c:v>273</c:v>
                </c:pt>
                <c:pt idx="7715">
                  <c:v>252</c:v>
                </c:pt>
                <c:pt idx="7716">
                  <c:v>132</c:v>
                </c:pt>
                <c:pt idx="7717">
                  <c:v>186</c:v>
                </c:pt>
                <c:pt idx="7718">
                  <c:v>331</c:v>
                </c:pt>
                <c:pt idx="7719">
                  <c:v>25</c:v>
                </c:pt>
                <c:pt idx="7720">
                  <c:v>131</c:v>
                </c:pt>
                <c:pt idx="7721">
                  <c:v>263</c:v>
                </c:pt>
                <c:pt idx="7722">
                  <c:v>193</c:v>
                </c:pt>
                <c:pt idx="7723">
                  <c:v>220</c:v>
                </c:pt>
                <c:pt idx="7724">
                  <c:v>90</c:v>
                </c:pt>
                <c:pt idx="7725">
                  <c:v>173</c:v>
                </c:pt>
                <c:pt idx="7726">
                  <c:v>145</c:v>
                </c:pt>
                <c:pt idx="7727">
                  <c:v>149</c:v>
                </c:pt>
                <c:pt idx="7728">
                  <c:v>79</c:v>
                </c:pt>
                <c:pt idx="7729">
                  <c:v>38</c:v>
                </c:pt>
                <c:pt idx="7730">
                  <c:v>49</c:v>
                </c:pt>
                <c:pt idx="7731">
                  <c:v>105</c:v>
                </c:pt>
                <c:pt idx="7732">
                  <c:v>201</c:v>
                </c:pt>
                <c:pt idx="7733">
                  <c:v>131</c:v>
                </c:pt>
                <c:pt idx="7734">
                  <c:v>267</c:v>
                </c:pt>
                <c:pt idx="7735">
                  <c:v>232</c:v>
                </c:pt>
                <c:pt idx="7736">
                  <c:v>649</c:v>
                </c:pt>
                <c:pt idx="7737">
                  <c:v>235</c:v>
                </c:pt>
                <c:pt idx="7738">
                  <c:v>165</c:v>
                </c:pt>
                <c:pt idx="7739">
                  <c:v>149</c:v>
                </c:pt>
                <c:pt idx="7740">
                  <c:v>169</c:v>
                </c:pt>
                <c:pt idx="7741">
                  <c:v>169</c:v>
                </c:pt>
                <c:pt idx="7742">
                  <c:v>149</c:v>
                </c:pt>
                <c:pt idx="7743">
                  <c:v>139</c:v>
                </c:pt>
                <c:pt idx="7744">
                  <c:v>54</c:v>
                </c:pt>
                <c:pt idx="7745">
                  <c:v>138</c:v>
                </c:pt>
                <c:pt idx="7746">
                  <c:v>112</c:v>
                </c:pt>
                <c:pt idx="7747">
                  <c:v>201</c:v>
                </c:pt>
                <c:pt idx="7748">
                  <c:v>234</c:v>
                </c:pt>
                <c:pt idx="7749">
                  <c:v>26</c:v>
                </c:pt>
                <c:pt idx="7750">
                  <c:v>260</c:v>
                </c:pt>
                <c:pt idx="7751">
                  <c:v>498</c:v>
                </c:pt>
                <c:pt idx="7752">
                  <c:v>411</c:v>
                </c:pt>
                <c:pt idx="7753">
                  <c:v>190</c:v>
                </c:pt>
                <c:pt idx="7754">
                  <c:v>126</c:v>
                </c:pt>
                <c:pt idx="7755">
                  <c:v>134</c:v>
                </c:pt>
                <c:pt idx="7756">
                  <c:v>135</c:v>
                </c:pt>
                <c:pt idx="7757">
                  <c:v>274</c:v>
                </c:pt>
                <c:pt idx="7758">
                  <c:v>25</c:v>
                </c:pt>
                <c:pt idx="7759">
                  <c:v>193</c:v>
                </c:pt>
                <c:pt idx="7760">
                  <c:v>161</c:v>
                </c:pt>
                <c:pt idx="7761">
                  <c:v>191</c:v>
                </c:pt>
                <c:pt idx="7762">
                  <c:v>98</c:v>
                </c:pt>
                <c:pt idx="7763">
                  <c:v>262</c:v>
                </c:pt>
                <c:pt idx="7764">
                  <c:v>117</c:v>
                </c:pt>
                <c:pt idx="7765">
                  <c:v>146</c:v>
                </c:pt>
                <c:pt idx="7766">
                  <c:v>75</c:v>
                </c:pt>
                <c:pt idx="7767">
                  <c:v>450</c:v>
                </c:pt>
                <c:pt idx="7768">
                  <c:v>243</c:v>
                </c:pt>
                <c:pt idx="7769">
                  <c:v>139</c:v>
                </c:pt>
                <c:pt idx="7770">
                  <c:v>68</c:v>
                </c:pt>
                <c:pt idx="7771">
                  <c:v>155</c:v>
                </c:pt>
                <c:pt idx="7772">
                  <c:v>137</c:v>
                </c:pt>
                <c:pt idx="7773">
                  <c:v>212</c:v>
                </c:pt>
                <c:pt idx="7774">
                  <c:v>200</c:v>
                </c:pt>
                <c:pt idx="7775">
                  <c:v>29</c:v>
                </c:pt>
                <c:pt idx="7776">
                  <c:v>339</c:v>
                </c:pt>
                <c:pt idx="7777">
                  <c:v>139</c:v>
                </c:pt>
                <c:pt idx="7778">
                  <c:v>159</c:v>
                </c:pt>
                <c:pt idx="7779">
                  <c:v>151</c:v>
                </c:pt>
                <c:pt idx="7780">
                  <c:v>357</c:v>
                </c:pt>
                <c:pt idx="7781">
                  <c:v>112</c:v>
                </c:pt>
                <c:pt idx="7782">
                  <c:v>64</c:v>
                </c:pt>
                <c:pt idx="7783">
                  <c:v>24</c:v>
                </c:pt>
                <c:pt idx="7784">
                  <c:v>262</c:v>
                </c:pt>
                <c:pt idx="7785">
                  <c:v>43</c:v>
                </c:pt>
                <c:pt idx="7786">
                  <c:v>253</c:v>
                </c:pt>
                <c:pt idx="7787">
                  <c:v>29</c:v>
                </c:pt>
                <c:pt idx="7788">
                  <c:v>60</c:v>
                </c:pt>
                <c:pt idx="7789">
                  <c:v>102</c:v>
                </c:pt>
                <c:pt idx="7790">
                  <c:v>145</c:v>
                </c:pt>
                <c:pt idx="7791">
                  <c:v>26</c:v>
                </c:pt>
                <c:pt idx="7792">
                  <c:v>472</c:v>
                </c:pt>
                <c:pt idx="7793">
                  <c:v>131</c:v>
                </c:pt>
                <c:pt idx="7794">
                  <c:v>91</c:v>
                </c:pt>
                <c:pt idx="7795">
                  <c:v>208</c:v>
                </c:pt>
                <c:pt idx="7796">
                  <c:v>122</c:v>
                </c:pt>
                <c:pt idx="7797">
                  <c:v>120</c:v>
                </c:pt>
                <c:pt idx="7798">
                  <c:v>64</c:v>
                </c:pt>
                <c:pt idx="7799">
                  <c:v>183</c:v>
                </c:pt>
                <c:pt idx="7800">
                  <c:v>28</c:v>
                </c:pt>
                <c:pt idx="7801">
                  <c:v>29</c:v>
                </c:pt>
                <c:pt idx="7802">
                  <c:v>62</c:v>
                </c:pt>
                <c:pt idx="7803">
                  <c:v>615</c:v>
                </c:pt>
                <c:pt idx="7804">
                  <c:v>37</c:v>
                </c:pt>
                <c:pt idx="7805">
                  <c:v>1</c:v>
                </c:pt>
                <c:pt idx="7806">
                  <c:v>169</c:v>
                </c:pt>
                <c:pt idx="7807">
                  <c:v>277</c:v>
                </c:pt>
                <c:pt idx="7808">
                  <c:v>112</c:v>
                </c:pt>
                <c:pt idx="7809">
                  <c:v>201</c:v>
                </c:pt>
                <c:pt idx="7810">
                  <c:v>268</c:v>
                </c:pt>
                <c:pt idx="7811">
                  <c:v>93</c:v>
                </c:pt>
                <c:pt idx="7812">
                  <c:v>121</c:v>
                </c:pt>
                <c:pt idx="7813">
                  <c:v>167</c:v>
                </c:pt>
                <c:pt idx="7814">
                  <c:v>90</c:v>
                </c:pt>
                <c:pt idx="7815">
                  <c:v>355</c:v>
                </c:pt>
                <c:pt idx="7816">
                  <c:v>364</c:v>
                </c:pt>
                <c:pt idx="7817">
                  <c:v>125</c:v>
                </c:pt>
                <c:pt idx="7818">
                  <c:v>162</c:v>
                </c:pt>
                <c:pt idx="7819">
                  <c:v>127</c:v>
                </c:pt>
                <c:pt idx="7820">
                  <c:v>129</c:v>
                </c:pt>
                <c:pt idx="7821">
                  <c:v>218</c:v>
                </c:pt>
                <c:pt idx="7822">
                  <c:v>95</c:v>
                </c:pt>
                <c:pt idx="7823">
                  <c:v>257</c:v>
                </c:pt>
                <c:pt idx="7824">
                  <c:v>166</c:v>
                </c:pt>
                <c:pt idx="7825">
                  <c:v>652</c:v>
                </c:pt>
                <c:pt idx="7826">
                  <c:v>64</c:v>
                </c:pt>
                <c:pt idx="7827">
                  <c:v>30</c:v>
                </c:pt>
                <c:pt idx="7828">
                  <c:v>147</c:v>
                </c:pt>
                <c:pt idx="7829">
                  <c:v>135</c:v>
                </c:pt>
                <c:pt idx="7830">
                  <c:v>99</c:v>
                </c:pt>
                <c:pt idx="7831">
                  <c:v>80</c:v>
                </c:pt>
                <c:pt idx="7832">
                  <c:v>371</c:v>
                </c:pt>
                <c:pt idx="7833">
                  <c:v>150</c:v>
                </c:pt>
                <c:pt idx="7834">
                  <c:v>203</c:v>
                </c:pt>
                <c:pt idx="7835">
                  <c:v>288</c:v>
                </c:pt>
                <c:pt idx="7836">
                  <c:v>109</c:v>
                </c:pt>
                <c:pt idx="7837">
                  <c:v>156</c:v>
                </c:pt>
                <c:pt idx="7838">
                  <c:v>176</c:v>
                </c:pt>
                <c:pt idx="7839">
                  <c:v>320</c:v>
                </c:pt>
                <c:pt idx="7840">
                  <c:v>129</c:v>
                </c:pt>
                <c:pt idx="7841">
                  <c:v>65</c:v>
                </c:pt>
                <c:pt idx="7842">
                  <c:v>183</c:v>
                </c:pt>
                <c:pt idx="7843">
                  <c:v>293</c:v>
                </c:pt>
                <c:pt idx="7844">
                  <c:v>355</c:v>
                </c:pt>
                <c:pt idx="7845">
                  <c:v>42</c:v>
                </c:pt>
                <c:pt idx="7846">
                  <c:v>242</c:v>
                </c:pt>
                <c:pt idx="7847">
                  <c:v>113</c:v>
                </c:pt>
                <c:pt idx="7848">
                  <c:v>93</c:v>
                </c:pt>
                <c:pt idx="7849">
                  <c:v>174</c:v>
                </c:pt>
                <c:pt idx="7850">
                  <c:v>104</c:v>
                </c:pt>
                <c:pt idx="7851">
                  <c:v>409</c:v>
                </c:pt>
                <c:pt idx="7852">
                  <c:v>181</c:v>
                </c:pt>
                <c:pt idx="7853">
                  <c:v>100</c:v>
                </c:pt>
                <c:pt idx="7854">
                  <c:v>127</c:v>
                </c:pt>
                <c:pt idx="7855">
                  <c:v>138</c:v>
                </c:pt>
                <c:pt idx="7856">
                  <c:v>232</c:v>
                </c:pt>
                <c:pt idx="7857">
                  <c:v>181</c:v>
                </c:pt>
                <c:pt idx="7858">
                  <c:v>235</c:v>
                </c:pt>
                <c:pt idx="7859">
                  <c:v>33</c:v>
                </c:pt>
                <c:pt idx="7860">
                  <c:v>158</c:v>
                </c:pt>
                <c:pt idx="7861">
                  <c:v>355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D85-407E-8F6D-08E82BE12102}"/>
            </c:ext>
          </c:extLst>
        </c:ser>
        <c:ser>
          <c:idx val="1"/>
          <c:order val="1"/>
          <c:tx>
            <c:v>&gt;750 token</c:v>
          </c:tx>
          <c:spPr>
            <a:ln w="0">
              <a:noFill/>
            </a:ln>
          </c:spPr>
          <c:marker>
            <c:symbol val="circle"/>
            <c:size val="4"/>
            <c:spPr>
              <a:solidFill>
                <a:srgbClr val="B16A16"/>
              </a:solidFill>
              <a:ln w="0">
                <a:noFill/>
              </a:ln>
            </c:spPr>
          </c:marker>
          <c:xVal>
            <c:numRef>
              <c:f>'Chart Data'!$C$2:$C$416</c:f>
              <c:numCache>
                <c:formatCode>General</c:formatCode>
                <c:ptCount val="415"/>
                <c:pt idx="0">
                  <c:v>0.62225</c:v>
                </c:pt>
                <c:pt idx="1">
                  <c:v>0.65115222</c:v>
                </c:pt>
                <c:pt idx="2">
                  <c:v>0.8845225</c:v>
                </c:pt>
                <c:pt idx="3">
                  <c:v>1.00708639</c:v>
                </c:pt>
                <c:pt idx="4">
                  <c:v>1.06624944</c:v>
                </c:pt>
                <c:pt idx="5">
                  <c:v>1.37932389</c:v>
                </c:pt>
                <c:pt idx="6">
                  <c:v>1.39966444</c:v>
                </c:pt>
                <c:pt idx="7">
                  <c:v>1.45892111</c:v>
                </c:pt>
                <c:pt idx="8">
                  <c:v>1.46397944</c:v>
                </c:pt>
                <c:pt idx="9">
                  <c:v>1.56793167</c:v>
                </c:pt>
                <c:pt idx="10">
                  <c:v>1.57951028</c:v>
                </c:pt>
                <c:pt idx="11">
                  <c:v>1.59921306</c:v>
                </c:pt>
                <c:pt idx="12">
                  <c:v>1.60430667</c:v>
                </c:pt>
                <c:pt idx="13">
                  <c:v>1.61282639</c:v>
                </c:pt>
                <c:pt idx="14">
                  <c:v>1.64942333</c:v>
                </c:pt>
                <c:pt idx="15">
                  <c:v>1.65657278</c:v>
                </c:pt>
                <c:pt idx="16">
                  <c:v>1.71599222</c:v>
                </c:pt>
                <c:pt idx="17">
                  <c:v>1.75443222</c:v>
                </c:pt>
                <c:pt idx="18">
                  <c:v>1.77089333</c:v>
                </c:pt>
                <c:pt idx="19">
                  <c:v>1.77524056</c:v>
                </c:pt>
                <c:pt idx="20">
                  <c:v>1.78655278</c:v>
                </c:pt>
                <c:pt idx="21">
                  <c:v>1.81111611</c:v>
                </c:pt>
                <c:pt idx="22">
                  <c:v>1.815795</c:v>
                </c:pt>
                <c:pt idx="23">
                  <c:v>1.94610861</c:v>
                </c:pt>
                <c:pt idx="24">
                  <c:v>1.97122222</c:v>
                </c:pt>
                <c:pt idx="25">
                  <c:v>2.01630639</c:v>
                </c:pt>
                <c:pt idx="26">
                  <c:v>2.02932694</c:v>
                </c:pt>
                <c:pt idx="27">
                  <c:v>2.07844389</c:v>
                </c:pt>
                <c:pt idx="28">
                  <c:v>2.08720361</c:v>
                </c:pt>
                <c:pt idx="29">
                  <c:v>2.09120972</c:v>
                </c:pt>
                <c:pt idx="30">
                  <c:v>2.10016194</c:v>
                </c:pt>
                <c:pt idx="31">
                  <c:v>2.12626278</c:v>
                </c:pt>
                <c:pt idx="32">
                  <c:v>2.13906083</c:v>
                </c:pt>
                <c:pt idx="33">
                  <c:v>2.14010528</c:v>
                </c:pt>
                <c:pt idx="34">
                  <c:v>2.20185167</c:v>
                </c:pt>
                <c:pt idx="35">
                  <c:v>2.27342972</c:v>
                </c:pt>
                <c:pt idx="36">
                  <c:v>2.36314444</c:v>
                </c:pt>
                <c:pt idx="37">
                  <c:v>2.39623222</c:v>
                </c:pt>
                <c:pt idx="38">
                  <c:v>2.39883861</c:v>
                </c:pt>
                <c:pt idx="39">
                  <c:v>2.46202694</c:v>
                </c:pt>
                <c:pt idx="40">
                  <c:v>2.49086361</c:v>
                </c:pt>
                <c:pt idx="41">
                  <c:v>2.51230583</c:v>
                </c:pt>
                <c:pt idx="42">
                  <c:v>2.52639528</c:v>
                </c:pt>
                <c:pt idx="43">
                  <c:v>2.54855056</c:v>
                </c:pt>
                <c:pt idx="44">
                  <c:v>2.59634833</c:v>
                </c:pt>
                <c:pt idx="45">
                  <c:v>2.60851639</c:v>
                </c:pt>
                <c:pt idx="46">
                  <c:v>2.62826056</c:v>
                </c:pt>
                <c:pt idx="47">
                  <c:v>2.63398</c:v>
                </c:pt>
                <c:pt idx="48">
                  <c:v>2.66035139</c:v>
                </c:pt>
                <c:pt idx="49">
                  <c:v>2.67051472</c:v>
                </c:pt>
                <c:pt idx="50">
                  <c:v>2.67794972</c:v>
                </c:pt>
                <c:pt idx="51">
                  <c:v>2.68672472</c:v>
                </c:pt>
                <c:pt idx="52">
                  <c:v>2.68932556</c:v>
                </c:pt>
                <c:pt idx="53">
                  <c:v>2.69375389</c:v>
                </c:pt>
                <c:pt idx="54">
                  <c:v>2.69946333</c:v>
                </c:pt>
                <c:pt idx="55">
                  <c:v>2.70855806</c:v>
                </c:pt>
                <c:pt idx="56">
                  <c:v>2.70960583</c:v>
                </c:pt>
                <c:pt idx="57">
                  <c:v>2.72665944</c:v>
                </c:pt>
                <c:pt idx="58">
                  <c:v>2.76109167</c:v>
                </c:pt>
                <c:pt idx="59">
                  <c:v>2.77721306</c:v>
                </c:pt>
                <c:pt idx="60">
                  <c:v>2.78610917</c:v>
                </c:pt>
                <c:pt idx="61">
                  <c:v>2.81214056</c:v>
                </c:pt>
                <c:pt idx="62">
                  <c:v>2.81504444</c:v>
                </c:pt>
                <c:pt idx="63">
                  <c:v>2.8237325</c:v>
                </c:pt>
                <c:pt idx="64">
                  <c:v>2.83540194</c:v>
                </c:pt>
                <c:pt idx="65">
                  <c:v>2.86082194</c:v>
                </c:pt>
                <c:pt idx="66">
                  <c:v>2.87085806</c:v>
                </c:pt>
                <c:pt idx="67">
                  <c:v>2.88101111</c:v>
                </c:pt>
                <c:pt idx="68">
                  <c:v>2.88378806</c:v>
                </c:pt>
                <c:pt idx="69">
                  <c:v>2.89360056</c:v>
                </c:pt>
                <c:pt idx="70">
                  <c:v>2.90021472</c:v>
                </c:pt>
                <c:pt idx="71">
                  <c:v>2.92053833</c:v>
                </c:pt>
                <c:pt idx="72">
                  <c:v>2.94718639</c:v>
                </c:pt>
                <c:pt idx="73">
                  <c:v>2.98469389</c:v>
                </c:pt>
                <c:pt idx="74">
                  <c:v>3.00110889</c:v>
                </c:pt>
                <c:pt idx="75">
                  <c:v>3.04059889</c:v>
                </c:pt>
                <c:pt idx="76">
                  <c:v>3.04643972</c:v>
                </c:pt>
                <c:pt idx="77">
                  <c:v>3.08103889</c:v>
                </c:pt>
                <c:pt idx="78">
                  <c:v>3.12547472</c:v>
                </c:pt>
                <c:pt idx="79">
                  <c:v>3.16880806</c:v>
                </c:pt>
                <c:pt idx="80">
                  <c:v>3.18126861</c:v>
                </c:pt>
                <c:pt idx="81">
                  <c:v>3.18282083</c:v>
                </c:pt>
                <c:pt idx="82">
                  <c:v>3.24259083</c:v>
                </c:pt>
                <c:pt idx="83">
                  <c:v>3.27300278</c:v>
                </c:pt>
                <c:pt idx="84">
                  <c:v>3.30239778</c:v>
                </c:pt>
                <c:pt idx="85">
                  <c:v>3.32941528</c:v>
                </c:pt>
                <c:pt idx="86">
                  <c:v>3.35086278</c:v>
                </c:pt>
                <c:pt idx="87">
                  <c:v>3.3599275</c:v>
                </c:pt>
                <c:pt idx="88">
                  <c:v>3.36483861</c:v>
                </c:pt>
                <c:pt idx="89">
                  <c:v>3.41432389</c:v>
                </c:pt>
                <c:pt idx="90">
                  <c:v>3.41719917</c:v>
                </c:pt>
                <c:pt idx="91">
                  <c:v>3.4479075</c:v>
                </c:pt>
                <c:pt idx="92">
                  <c:v>3.45213528</c:v>
                </c:pt>
                <c:pt idx="93">
                  <c:v>3.45385667</c:v>
                </c:pt>
                <c:pt idx="94">
                  <c:v>3.45819944</c:v>
                </c:pt>
                <c:pt idx="95">
                  <c:v>3.4655325</c:v>
                </c:pt>
                <c:pt idx="96">
                  <c:v>3.48117694</c:v>
                </c:pt>
                <c:pt idx="97">
                  <c:v>3.51269722</c:v>
                </c:pt>
                <c:pt idx="98">
                  <c:v>3.52309611</c:v>
                </c:pt>
                <c:pt idx="99">
                  <c:v>3.525695</c:v>
                </c:pt>
                <c:pt idx="100">
                  <c:v>3.55131611</c:v>
                </c:pt>
                <c:pt idx="101">
                  <c:v>3.56768222</c:v>
                </c:pt>
                <c:pt idx="102">
                  <c:v>3.57648139</c:v>
                </c:pt>
                <c:pt idx="103">
                  <c:v>3.57787556</c:v>
                </c:pt>
                <c:pt idx="104">
                  <c:v>3.58321972</c:v>
                </c:pt>
                <c:pt idx="105">
                  <c:v>3.58674556</c:v>
                </c:pt>
                <c:pt idx="106">
                  <c:v>3.60872556</c:v>
                </c:pt>
                <c:pt idx="107">
                  <c:v>3.61666444</c:v>
                </c:pt>
                <c:pt idx="108">
                  <c:v>3.62534556</c:v>
                </c:pt>
                <c:pt idx="109">
                  <c:v>3.63408722</c:v>
                </c:pt>
                <c:pt idx="110">
                  <c:v>3.64285444</c:v>
                </c:pt>
                <c:pt idx="111">
                  <c:v>3.64440667</c:v>
                </c:pt>
                <c:pt idx="112">
                  <c:v>3.65778306</c:v>
                </c:pt>
                <c:pt idx="113">
                  <c:v>3.66186944</c:v>
                </c:pt>
                <c:pt idx="114">
                  <c:v>3.66346833</c:v>
                </c:pt>
                <c:pt idx="115">
                  <c:v>3.66581444</c:v>
                </c:pt>
                <c:pt idx="116">
                  <c:v>3.67066417</c:v>
                </c:pt>
                <c:pt idx="117">
                  <c:v>3.68416111</c:v>
                </c:pt>
                <c:pt idx="118">
                  <c:v>3.68827333</c:v>
                </c:pt>
                <c:pt idx="119">
                  <c:v>3.69227194</c:v>
                </c:pt>
                <c:pt idx="120">
                  <c:v>3.6944625</c:v>
                </c:pt>
                <c:pt idx="121">
                  <c:v>3.70469861</c:v>
                </c:pt>
                <c:pt idx="122">
                  <c:v>3.717135</c:v>
                </c:pt>
                <c:pt idx="123">
                  <c:v>3.72521833</c:v>
                </c:pt>
                <c:pt idx="124">
                  <c:v>3.73077111</c:v>
                </c:pt>
                <c:pt idx="125">
                  <c:v>3.74684694</c:v>
                </c:pt>
                <c:pt idx="126">
                  <c:v>3.75516694</c:v>
                </c:pt>
                <c:pt idx="127">
                  <c:v>3.76218972</c:v>
                </c:pt>
                <c:pt idx="128">
                  <c:v>3.7643875</c:v>
                </c:pt>
                <c:pt idx="129">
                  <c:v>3.78194917</c:v>
                </c:pt>
                <c:pt idx="130">
                  <c:v>3.79801611</c:v>
                </c:pt>
                <c:pt idx="131">
                  <c:v>3.79898639</c:v>
                </c:pt>
                <c:pt idx="132">
                  <c:v>3.82226472</c:v>
                </c:pt>
                <c:pt idx="133">
                  <c:v>3.82658556</c:v>
                </c:pt>
                <c:pt idx="134">
                  <c:v>3.82969889</c:v>
                </c:pt>
                <c:pt idx="135">
                  <c:v>3.832595</c:v>
                </c:pt>
                <c:pt idx="136">
                  <c:v>3.83401361</c:v>
                </c:pt>
                <c:pt idx="137">
                  <c:v>3.84714778</c:v>
                </c:pt>
                <c:pt idx="138">
                  <c:v>3.86189722</c:v>
                </c:pt>
                <c:pt idx="139">
                  <c:v>3.8812975</c:v>
                </c:pt>
                <c:pt idx="140">
                  <c:v>3.88158278</c:v>
                </c:pt>
                <c:pt idx="141">
                  <c:v>3.91837111</c:v>
                </c:pt>
                <c:pt idx="142">
                  <c:v>3.92090333</c:v>
                </c:pt>
                <c:pt idx="143">
                  <c:v>3.92184194</c:v>
                </c:pt>
                <c:pt idx="144">
                  <c:v>3.932705</c:v>
                </c:pt>
                <c:pt idx="145">
                  <c:v>3.968265</c:v>
                </c:pt>
                <c:pt idx="146">
                  <c:v>3.98139056</c:v>
                </c:pt>
                <c:pt idx="147">
                  <c:v>3.98948139</c:v>
                </c:pt>
                <c:pt idx="148">
                  <c:v>3.99763389</c:v>
                </c:pt>
                <c:pt idx="149">
                  <c:v>4.01363944</c:v>
                </c:pt>
                <c:pt idx="150">
                  <c:v>4.02015278</c:v>
                </c:pt>
                <c:pt idx="151">
                  <c:v>4.031945</c:v>
                </c:pt>
                <c:pt idx="152">
                  <c:v>4.03589528</c:v>
                </c:pt>
                <c:pt idx="153">
                  <c:v>4.04261694</c:v>
                </c:pt>
                <c:pt idx="154">
                  <c:v>4.05310972</c:v>
                </c:pt>
                <c:pt idx="155">
                  <c:v>4.05652306</c:v>
                </c:pt>
                <c:pt idx="156">
                  <c:v>4.07063917</c:v>
                </c:pt>
                <c:pt idx="157">
                  <c:v>4.09088</c:v>
                </c:pt>
                <c:pt idx="158">
                  <c:v>4.09108333</c:v>
                </c:pt>
                <c:pt idx="159">
                  <c:v>4.09928944</c:v>
                </c:pt>
                <c:pt idx="160">
                  <c:v>4.10070083</c:v>
                </c:pt>
                <c:pt idx="161">
                  <c:v>4.10511361</c:v>
                </c:pt>
                <c:pt idx="162">
                  <c:v>4.12761028</c:v>
                </c:pt>
                <c:pt idx="163">
                  <c:v>4.1469075</c:v>
                </c:pt>
                <c:pt idx="164">
                  <c:v>4.16168778</c:v>
                </c:pt>
                <c:pt idx="165">
                  <c:v>4.162345</c:v>
                </c:pt>
                <c:pt idx="166">
                  <c:v>4.17355028</c:v>
                </c:pt>
                <c:pt idx="167">
                  <c:v>4.19340417</c:v>
                </c:pt>
                <c:pt idx="168">
                  <c:v>4.22883083</c:v>
                </c:pt>
                <c:pt idx="169">
                  <c:v>4.26628833</c:v>
                </c:pt>
                <c:pt idx="170">
                  <c:v>4.28123917</c:v>
                </c:pt>
                <c:pt idx="171">
                  <c:v>4.2839975</c:v>
                </c:pt>
                <c:pt idx="172">
                  <c:v>4.29336444</c:v>
                </c:pt>
                <c:pt idx="173">
                  <c:v>4.33611472</c:v>
                </c:pt>
                <c:pt idx="174">
                  <c:v>4.34296917</c:v>
                </c:pt>
                <c:pt idx="175">
                  <c:v>4.37735444</c:v>
                </c:pt>
                <c:pt idx="176">
                  <c:v>4.38325917</c:v>
                </c:pt>
                <c:pt idx="177">
                  <c:v>4.39691694</c:v>
                </c:pt>
                <c:pt idx="178">
                  <c:v>4.3991</c:v>
                </c:pt>
                <c:pt idx="179">
                  <c:v>4.40206583</c:v>
                </c:pt>
                <c:pt idx="180">
                  <c:v>4.41274861</c:v>
                </c:pt>
                <c:pt idx="181">
                  <c:v>4.46141694</c:v>
                </c:pt>
                <c:pt idx="182">
                  <c:v>4.4812675</c:v>
                </c:pt>
                <c:pt idx="183">
                  <c:v>4.53022111</c:v>
                </c:pt>
                <c:pt idx="184">
                  <c:v>4.55340417</c:v>
                </c:pt>
                <c:pt idx="185">
                  <c:v>4.567075</c:v>
                </c:pt>
                <c:pt idx="186">
                  <c:v>4.59608639</c:v>
                </c:pt>
                <c:pt idx="187">
                  <c:v>4.62788194</c:v>
                </c:pt>
                <c:pt idx="188">
                  <c:v>4.65548528</c:v>
                </c:pt>
                <c:pt idx="189">
                  <c:v>4.66718667</c:v>
                </c:pt>
                <c:pt idx="190">
                  <c:v>4.67723389</c:v>
                </c:pt>
                <c:pt idx="191">
                  <c:v>4.69524444</c:v>
                </c:pt>
                <c:pt idx="192">
                  <c:v>4.71830333</c:v>
                </c:pt>
                <c:pt idx="193">
                  <c:v>4.75050194</c:v>
                </c:pt>
                <c:pt idx="194">
                  <c:v>4.78395333</c:v>
                </c:pt>
                <c:pt idx="195">
                  <c:v>4.79027611</c:v>
                </c:pt>
                <c:pt idx="196">
                  <c:v>4.83892889</c:v>
                </c:pt>
                <c:pt idx="197">
                  <c:v>4.84101889</c:v>
                </c:pt>
                <c:pt idx="198">
                  <c:v>4.8512275</c:v>
                </c:pt>
                <c:pt idx="199">
                  <c:v>4.86244722</c:v>
                </c:pt>
                <c:pt idx="200">
                  <c:v>4.88460194</c:v>
                </c:pt>
                <c:pt idx="201">
                  <c:v>4.88491861</c:v>
                </c:pt>
                <c:pt idx="202">
                  <c:v>4.93597917</c:v>
                </c:pt>
                <c:pt idx="203">
                  <c:v>4.99349333</c:v>
                </c:pt>
                <c:pt idx="204">
                  <c:v>5.00958611</c:v>
                </c:pt>
                <c:pt idx="205">
                  <c:v>5.03011944</c:v>
                </c:pt>
                <c:pt idx="206">
                  <c:v>5.03730556</c:v>
                </c:pt>
                <c:pt idx="207">
                  <c:v>5.06839306</c:v>
                </c:pt>
                <c:pt idx="208">
                  <c:v>5.07618528</c:v>
                </c:pt>
                <c:pt idx="209">
                  <c:v>5.08722806</c:v>
                </c:pt>
                <c:pt idx="210">
                  <c:v>5.08891778</c:v>
                </c:pt>
                <c:pt idx="211">
                  <c:v>5.0967625</c:v>
                </c:pt>
                <c:pt idx="212">
                  <c:v>5.10357361</c:v>
                </c:pt>
                <c:pt idx="213">
                  <c:v>5.14456167</c:v>
                </c:pt>
                <c:pt idx="214">
                  <c:v>5.14738333</c:v>
                </c:pt>
                <c:pt idx="215">
                  <c:v>5.15809222</c:v>
                </c:pt>
                <c:pt idx="216">
                  <c:v>5.20214778</c:v>
                </c:pt>
                <c:pt idx="217">
                  <c:v>5.21100806</c:v>
                </c:pt>
                <c:pt idx="218">
                  <c:v>5.21926472</c:v>
                </c:pt>
                <c:pt idx="219">
                  <c:v>5.22795028</c:v>
                </c:pt>
                <c:pt idx="220">
                  <c:v>5.29717278</c:v>
                </c:pt>
                <c:pt idx="221">
                  <c:v>5.32442361</c:v>
                </c:pt>
                <c:pt idx="222">
                  <c:v>5.32794944</c:v>
                </c:pt>
                <c:pt idx="223">
                  <c:v>5.3295925</c:v>
                </c:pt>
                <c:pt idx="224">
                  <c:v>5.33267944</c:v>
                </c:pt>
                <c:pt idx="225">
                  <c:v>5.35462278</c:v>
                </c:pt>
                <c:pt idx="226">
                  <c:v>5.35753056</c:v>
                </c:pt>
                <c:pt idx="227">
                  <c:v>5.36695278</c:v>
                </c:pt>
                <c:pt idx="228">
                  <c:v>5.39269694</c:v>
                </c:pt>
                <c:pt idx="229">
                  <c:v>5.41169083</c:v>
                </c:pt>
                <c:pt idx="230">
                  <c:v>5.41838722</c:v>
                </c:pt>
                <c:pt idx="231">
                  <c:v>5.43747472</c:v>
                </c:pt>
                <c:pt idx="232">
                  <c:v>5.46603556</c:v>
                </c:pt>
                <c:pt idx="233">
                  <c:v>5.54388083</c:v>
                </c:pt>
                <c:pt idx="234">
                  <c:v>5.59465361</c:v>
                </c:pt>
                <c:pt idx="235">
                  <c:v>5.65750278</c:v>
                </c:pt>
                <c:pt idx="236">
                  <c:v>5.77497722</c:v>
                </c:pt>
                <c:pt idx="237">
                  <c:v>5.82012611</c:v>
                </c:pt>
                <c:pt idx="238">
                  <c:v>5.84332611</c:v>
                </c:pt>
                <c:pt idx="239">
                  <c:v>5.89185861</c:v>
                </c:pt>
                <c:pt idx="240">
                  <c:v>5.9211175</c:v>
                </c:pt>
                <c:pt idx="241">
                  <c:v>5.92703778</c:v>
                </c:pt>
                <c:pt idx="242">
                  <c:v>5.95729139</c:v>
                </c:pt>
                <c:pt idx="243">
                  <c:v>5.96219</c:v>
                </c:pt>
                <c:pt idx="244">
                  <c:v>5.97471306</c:v>
                </c:pt>
                <c:pt idx="245">
                  <c:v>5.99143694</c:v>
                </c:pt>
                <c:pt idx="246">
                  <c:v>5.99259167</c:v>
                </c:pt>
                <c:pt idx="247">
                  <c:v>5.99949639</c:v>
                </c:pt>
                <c:pt idx="248">
                  <c:v>6.01837528</c:v>
                </c:pt>
                <c:pt idx="249">
                  <c:v>6.07221417</c:v>
                </c:pt>
                <c:pt idx="250">
                  <c:v>6.09267583</c:v>
                </c:pt>
                <c:pt idx="251">
                  <c:v>6.16016917</c:v>
                </c:pt>
                <c:pt idx="252">
                  <c:v>6.18663444</c:v>
                </c:pt>
                <c:pt idx="253">
                  <c:v>6.27598694</c:v>
                </c:pt>
                <c:pt idx="254">
                  <c:v>6.29994167</c:v>
                </c:pt>
                <c:pt idx="255">
                  <c:v>6.35471944</c:v>
                </c:pt>
                <c:pt idx="256">
                  <c:v>6.42968028</c:v>
                </c:pt>
                <c:pt idx="257">
                  <c:v>6.49159778</c:v>
                </c:pt>
                <c:pt idx="258">
                  <c:v>6.66395667</c:v>
                </c:pt>
                <c:pt idx="259">
                  <c:v>6.69656194</c:v>
                </c:pt>
                <c:pt idx="260">
                  <c:v>6.7484825</c:v>
                </c:pt>
                <c:pt idx="261">
                  <c:v>6.75922833</c:v>
                </c:pt>
                <c:pt idx="262">
                  <c:v>6.76803806</c:v>
                </c:pt>
                <c:pt idx="263">
                  <c:v>6.78587111</c:v>
                </c:pt>
                <c:pt idx="264">
                  <c:v>6.79168972</c:v>
                </c:pt>
                <c:pt idx="265">
                  <c:v>6.80209972</c:v>
                </c:pt>
                <c:pt idx="266">
                  <c:v>6.83169389</c:v>
                </c:pt>
                <c:pt idx="267">
                  <c:v>6.92540167</c:v>
                </c:pt>
                <c:pt idx="268">
                  <c:v>6.94161806</c:v>
                </c:pt>
                <c:pt idx="269">
                  <c:v>7.17151611</c:v>
                </c:pt>
                <c:pt idx="270">
                  <c:v>7.19228861</c:v>
                </c:pt>
                <c:pt idx="271">
                  <c:v>7.21748278</c:v>
                </c:pt>
                <c:pt idx="272">
                  <c:v>7.22489417</c:v>
                </c:pt>
                <c:pt idx="273">
                  <c:v>7.27784389</c:v>
                </c:pt>
                <c:pt idx="274">
                  <c:v>7.31547389</c:v>
                </c:pt>
                <c:pt idx="275">
                  <c:v>7.32289306</c:v>
                </c:pt>
                <c:pt idx="276">
                  <c:v>7.33018944</c:v>
                </c:pt>
                <c:pt idx="277">
                  <c:v>7.34058972</c:v>
                </c:pt>
                <c:pt idx="278">
                  <c:v>7.37755472</c:v>
                </c:pt>
                <c:pt idx="279">
                  <c:v>7.3849825</c:v>
                </c:pt>
                <c:pt idx="280">
                  <c:v>7.40127361</c:v>
                </c:pt>
                <c:pt idx="281">
                  <c:v>7.42046472</c:v>
                </c:pt>
                <c:pt idx="282">
                  <c:v>7.45615</c:v>
                </c:pt>
                <c:pt idx="283">
                  <c:v>7.47832694</c:v>
                </c:pt>
                <c:pt idx="284">
                  <c:v>7.48715833</c:v>
                </c:pt>
                <c:pt idx="285">
                  <c:v>7.50930944</c:v>
                </c:pt>
                <c:pt idx="286">
                  <c:v>7.52399361</c:v>
                </c:pt>
                <c:pt idx="287">
                  <c:v>7.54323889</c:v>
                </c:pt>
                <c:pt idx="288">
                  <c:v>7.5491425</c:v>
                </c:pt>
                <c:pt idx="289">
                  <c:v>7.56094056</c:v>
                </c:pt>
                <c:pt idx="290">
                  <c:v>7.56827528</c:v>
                </c:pt>
                <c:pt idx="291">
                  <c:v>7.58853583</c:v>
                </c:pt>
                <c:pt idx="292">
                  <c:v>7.67107278</c:v>
                </c:pt>
                <c:pt idx="293">
                  <c:v>7.67705833</c:v>
                </c:pt>
                <c:pt idx="294">
                  <c:v>7.69842917</c:v>
                </c:pt>
                <c:pt idx="295">
                  <c:v>7.82412917</c:v>
                </c:pt>
                <c:pt idx="296">
                  <c:v>7.82763361</c:v>
                </c:pt>
                <c:pt idx="297">
                  <c:v>7.840525</c:v>
                </c:pt>
                <c:pt idx="298">
                  <c:v>7.84114417</c:v>
                </c:pt>
                <c:pt idx="299">
                  <c:v>7.86153639</c:v>
                </c:pt>
                <c:pt idx="300">
                  <c:v>7.86517056</c:v>
                </c:pt>
                <c:pt idx="301">
                  <c:v>7.87408417</c:v>
                </c:pt>
                <c:pt idx="302">
                  <c:v>7.89336861</c:v>
                </c:pt>
                <c:pt idx="303">
                  <c:v>7.93602472</c:v>
                </c:pt>
                <c:pt idx="304">
                  <c:v>7.95128917</c:v>
                </c:pt>
                <c:pt idx="305">
                  <c:v>7.96513722</c:v>
                </c:pt>
                <c:pt idx="306">
                  <c:v>8.45959889</c:v>
                </c:pt>
                <c:pt idx="307">
                  <c:v>8.47793889</c:v>
                </c:pt>
                <c:pt idx="308">
                  <c:v>8.51113778</c:v>
                </c:pt>
                <c:pt idx="309">
                  <c:v>8.57804528</c:v>
                </c:pt>
                <c:pt idx="310">
                  <c:v>8.59716861</c:v>
                </c:pt>
                <c:pt idx="311">
                  <c:v>8.59802083</c:v>
                </c:pt>
                <c:pt idx="312">
                  <c:v>8.60839</c:v>
                </c:pt>
                <c:pt idx="313">
                  <c:v>8.65872944</c:v>
                </c:pt>
                <c:pt idx="314">
                  <c:v>8.67023139</c:v>
                </c:pt>
                <c:pt idx="315">
                  <c:v>8.67052333</c:v>
                </c:pt>
                <c:pt idx="316">
                  <c:v>8.67068611</c:v>
                </c:pt>
                <c:pt idx="317">
                  <c:v>8.69827972</c:v>
                </c:pt>
                <c:pt idx="318">
                  <c:v>8.71071806</c:v>
                </c:pt>
                <c:pt idx="319">
                  <c:v>8.80257306</c:v>
                </c:pt>
                <c:pt idx="320">
                  <c:v>8.81146222</c:v>
                </c:pt>
                <c:pt idx="321">
                  <c:v>8.86283083</c:v>
                </c:pt>
                <c:pt idx="322">
                  <c:v>8.87036889</c:v>
                </c:pt>
                <c:pt idx="323">
                  <c:v>8.87174056</c:v>
                </c:pt>
                <c:pt idx="324">
                  <c:v>8.90095</c:v>
                </c:pt>
                <c:pt idx="325">
                  <c:v>8.94469444</c:v>
                </c:pt>
                <c:pt idx="326">
                  <c:v>8.95431417</c:v>
                </c:pt>
                <c:pt idx="327">
                  <c:v>8.96116028</c:v>
                </c:pt>
                <c:pt idx="328">
                  <c:v>8.98025917</c:v>
                </c:pt>
                <c:pt idx="329">
                  <c:v>9.00253861</c:v>
                </c:pt>
                <c:pt idx="330">
                  <c:v>9.04119972</c:v>
                </c:pt>
                <c:pt idx="331">
                  <c:v>9.12774694</c:v>
                </c:pt>
                <c:pt idx="332">
                  <c:v>9.1952225</c:v>
                </c:pt>
                <c:pt idx="333">
                  <c:v>9.20182167</c:v>
                </c:pt>
                <c:pt idx="334">
                  <c:v>9.21816417</c:v>
                </c:pt>
                <c:pt idx="335">
                  <c:v>9.224925</c:v>
                </c:pt>
                <c:pt idx="336">
                  <c:v>9.24642194</c:v>
                </c:pt>
                <c:pt idx="337">
                  <c:v>9.27772583</c:v>
                </c:pt>
                <c:pt idx="338">
                  <c:v>9.2805025</c:v>
                </c:pt>
                <c:pt idx="339">
                  <c:v>9.32106222</c:v>
                </c:pt>
                <c:pt idx="340">
                  <c:v>9.39084167</c:v>
                </c:pt>
                <c:pt idx="341">
                  <c:v>9.4250625</c:v>
                </c:pt>
                <c:pt idx="342">
                  <c:v>9.42942194</c:v>
                </c:pt>
                <c:pt idx="343">
                  <c:v>9.44631972</c:v>
                </c:pt>
                <c:pt idx="344">
                  <c:v>9.48202306</c:v>
                </c:pt>
                <c:pt idx="345">
                  <c:v>9.48782306</c:v>
                </c:pt>
                <c:pt idx="346">
                  <c:v>9.49425583</c:v>
                </c:pt>
                <c:pt idx="347">
                  <c:v>9.50602278</c:v>
                </c:pt>
                <c:pt idx="348">
                  <c:v>9.51536778</c:v>
                </c:pt>
                <c:pt idx="349">
                  <c:v>9.54713361</c:v>
                </c:pt>
                <c:pt idx="350">
                  <c:v>9.57340806</c:v>
                </c:pt>
                <c:pt idx="351">
                  <c:v>9.57946972</c:v>
                </c:pt>
                <c:pt idx="352">
                  <c:v>9.59190722</c:v>
                </c:pt>
                <c:pt idx="353">
                  <c:v>9.59289417</c:v>
                </c:pt>
                <c:pt idx="354">
                  <c:v>9.60471722</c:v>
                </c:pt>
                <c:pt idx="355">
                  <c:v>9.6108225</c:v>
                </c:pt>
                <c:pt idx="356">
                  <c:v>9.62490278</c:v>
                </c:pt>
                <c:pt idx="357">
                  <c:v>9.64179028</c:v>
                </c:pt>
                <c:pt idx="358">
                  <c:v>9.65242611</c:v>
                </c:pt>
                <c:pt idx="359">
                  <c:v>9.68633361</c:v>
                </c:pt>
                <c:pt idx="360">
                  <c:v>9.69513417</c:v>
                </c:pt>
                <c:pt idx="361">
                  <c:v>9.70767306</c:v>
                </c:pt>
                <c:pt idx="362">
                  <c:v>9.76350944</c:v>
                </c:pt>
                <c:pt idx="363">
                  <c:v>9.76560472</c:v>
                </c:pt>
                <c:pt idx="364">
                  <c:v>9.77305</c:v>
                </c:pt>
                <c:pt idx="365">
                  <c:v>9.84600639</c:v>
                </c:pt>
                <c:pt idx="366">
                  <c:v>9.85204722</c:v>
                </c:pt>
                <c:pt idx="367">
                  <c:v>9.86125944</c:v>
                </c:pt>
                <c:pt idx="368">
                  <c:v>9.87088111</c:v>
                </c:pt>
                <c:pt idx="369">
                  <c:v>9.89466528</c:v>
                </c:pt>
                <c:pt idx="370">
                  <c:v>9.94062917</c:v>
                </c:pt>
                <c:pt idx="371">
                  <c:v>9.94177944</c:v>
                </c:pt>
                <c:pt idx="372">
                  <c:v>9.95916167</c:v>
                </c:pt>
                <c:pt idx="373">
                  <c:v>10.00897833</c:v>
                </c:pt>
                <c:pt idx="374">
                  <c:v>10.02602806</c:v>
                </c:pt>
                <c:pt idx="375">
                  <c:v>10.02654778</c:v>
                </c:pt>
                <c:pt idx="376">
                  <c:v>10.07258611</c:v>
                </c:pt>
                <c:pt idx="377">
                  <c:v>10.08109306</c:v>
                </c:pt>
                <c:pt idx="378">
                  <c:v>10.10891722</c:v>
                </c:pt>
                <c:pt idx="379">
                  <c:v>10.13833333</c:v>
                </c:pt>
                <c:pt idx="380">
                  <c:v>10.18019194</c:v>
                </c:pt>
                <c:pt idx="381">
                  <c:v>10.61963</c:v>
                </c:pt>
                <c:pt idx="382">
                  <c:v>10.6349225</c:v>
                </c:pt>
                <c:pt idx="383">
                  <c:v>10.65481944</c:v>
                </c:pt>
                <c:pt idx="384">
                  <c:v>10.66263611</c:v>
                </c:pt>
                <c:pt idx="385">
                  <c:v>10.67100167</c:v>
                </c:pt>
                <c:pt idx="386">
                  <c:v>10.67235611</c:v>
                </c:pt>
                <c:pt idx="387">
                  <c:v>10.68435139</c:v>
                </c:pt>
                <c:pt idx="388">
                  <c:v>10.71499139</c:v>
                </c:pt>
                <c:pt idx="389">
                  <c:v>10.72871611</c:v>
                </c:pt>
                <c:pt idx="390">
                  <c:v>10.73937083</c:v>
                </c:pt>
                <c:pt idx="391">
                  <c:v>10.82703639</c:v>
                </c:pt>
                <c:pt idx="392">
                  <c:v>10.85385389</c:v>
                </c:pt>
                <c:pt idx="393">
                  <c:v>11.05328444</c:v>
                </c:pt>
                <c:pt idx="394">
                  <c:v>11.2253725</c:v>
                </c:pt>
                <c:pt idx="395">
                  <c:v>11.2815275</c:v>
                </c:pt>
                <c:pt idx="396">
                  <c:v>11.32777694</c:v>
                </c:pt>
                <c:pt idx="397">
                  <c:v>11.35195</c:v>
                </c:pt>
                <c:pt idx="398">
                  <c:v>11.38999889</c:v>
                </c:pt>
                <c:pt idx="399">
                  <c:v>11.43754861</c:v>
                </c:pt>
                <c:pt idx="400">
                  <c:v>11.47295611</c:v>
                </c:pt>
                <c:pt idx="401">
                  <c:v>11.47313722</c:v>
                </c:pt>
                <c:pt idx="402">
                  <c:v>11.49845083</c:v>
                </c:pt>
                <c:pt idx="403">
                  <c:v>11.52137639</c:v>
                </c:pt>
                <c:pt idx="404">
                  <c:v>11.53559889</c:v>
                </c:pt>
                <c:pt idx="405">
                  <c:v>11.54651944</c:v>
                </c:pt>
                <c:pt idx="406">
                  <c:v>11.56727583</c:v>
                </c:pt>
                <c:pt idx="407">
                  <c:v>11.65428972</c:v>
                </c:pt>
                <c:pt idx="408">
                  <c:v>11.69716111</c:v>
                </c:pt>
                <c:pt idx="409">
                  <c:v>11.70107528</c:v>
                </c:pt>
                <c:pt idx="410">
                  <c:v>11.74622417</c:v>
                </c:pt>
                <c:pt idx="411">
                  <c:v>11.79593333</c:v>
                </c:pt>
                <c:pt idx="412">
                  <c:v>11.91621694</c:v>
                </c:pt>
                <c:pt idx="413">
                  <c:v>11.93828306</c:v>
                </c:pt>
                <c:pt idx="414">
                  <c:v>12.05583806</c:v>
                </c:pt>
              </c:numCache>
            </c:numRef>
          </c:xVal>
          <c:yVal>
            <c:numRef>
              <c:f>'Chart Data'!$D$2:$D$416</c:f>
              <c:numCache>
                <c:formatCode>#,##0</c:formatCode>
                <c:ptCount val="415"/>
                <c:pt idx="0">
                  <c:v>774</c:v>
                </c:pt>
                <c:pt idx="1">
                  <c:v>938</c:v>
                </c:pt>
                <c:pt idx="2">
                  <c:v>1054</c:v>
                </c:pt>
                <c:pt idx="3">
                  <c:v>805</c:v>
                </c:pt>
                <c:pt idx="4">
                  <c:v>945</c:v>
                </c:pt>
                <c:pt idx="5">
                  <c:v>795</c:v>
                </c:pt>
                <c:pt idx="6">
                  <c:v>816</c:v>
                </c:pt>
                <c:pt idx="7">
                  <c:v>1212</c:v>
                </c:pt>
                <c:pt idx="8">
                  <c:v>778</c:v>
                </c:pt>
                <c:pt idx="9">
                  <c:v>993</c:v>
                </c:pt>
                <c:pt idx="10">
                  <c:v>806</c:v>
                </c:pt>
                <c:pt idx="11">
                  <c:v>789</c:v>
                </c:pt>
                <c:pt idx="12">
                  <c:v>1052</c:v>
                </c:pt>
                <c:pt idx="13">
                  <c:v>910</c:v>
                </c:pt>
                <c:pt idx="14">
                  <c:v>914</c:v>
                </c:pt>
                <c:pt idx="15">
                  <c:v>871</c:v>
                </c:pt>
                <c:pt idx="16">
                  <c:v>1043</c:v>
                </c:pt>
                <c:pt idx="17">
                  <c:v>952</c:v>
                </c:pt>
                <c:pt idx="18">
                  <c:v>935</c:v>
                </c:pt>
                <c:pt idx="19">
                  <c:v>771</c:v>
                </c:pt>
                <c:pt idx="20">
                  <c:v>876</c:v>
                </c:pt>
                <c:pt idx="21">
                  <c:v>772</c:v>
                </c:pt>
                <c:pt idx="22">
                  <c:v>1130</c:v>
                </c:pt>
                <c:pt idx="23">
                  <c:v>782</c:v>
                </c:pt>
                <c:pt idx="24">
                  <c:v>786</c:v>
                </c:pt>
                <c:pt idx="25">
                  <c:v>982</c:v>
                </c:pt>
                <c:pt idx="26">
                  <c:v>806</c:v>
                </c:pt>
                <c:pt idx="27">
                  <c:v>970</c:v>
                </c:pt>
                <c:pt idx="28">
                  <c:v>799</c:v>
                </c:pt>
                <c:pt idx="29">
                  <c:v>968</c:v>
                </c:pt>
                <c:pt idx="30">
                  <c:v>937</c:v>
                </c:pt>
                <c:pt idx="31">
                  <c:v>882</c:v>
                </c:pt>
                <c:pt idx="32">
                  <c:v>845</c:v>
                </c:pt>
                <c:pt idx="33">
                  <c:v>834</c:v>
                </c:pt>
                <c:pt idx="34">
                  <c:v>792</c:v>
                </c:pt>
                <c:pt idx="35">
                  <c:v>776</c:v>
                </c:pt>
                <c:pt idx="36">
                  <c:v>870</c:v>
                </c:pt>
                <c:pt idx="37">
                  <c:v>797</c:v>
                </c:pt>
                <c:pt idx="38">
                  <c:v>1101</c:v>
                </c:pt>
                <c:pt idx="39">
                  <c:v>834</c:v>
                </c:pt>
                <c:pt idx="40">
                  <c:v>983</c:v>
                </c:pt>
                <c:pt idx="41">
                  <c:v>912</c:v>
                </c:pt>
                <c:pt idx="42">
                  <c:v>941</c:v>
                </c:pt>
                <c:pt idx="43">
                  <c:v>1081</c:v>
                </c:pt>
                <c:pt idx="44">
                  <c:v>775</c:v>
                </c:pt>
                <c:pt idx="45">
                  <c:v>753</c:v>
                </c:pt>
                <c:pt idx="46">
                  <c:v>873</c:v>
                </c:pt>
                <c:pt idx="47">
                  <c:v>1107</c:v>
                </c:pt>
                <c:pt idx="48">
                  <c:v>878</c:v>
                </c:pt>
                <c:pt idx="49">
                  <c:v>939</c:v>
                </c:pt>
                <c:pt idx="50">
                  <c:v>968</c:v>
                </c:pt>
                <c:pt idx="51">
                  <c:v>1315</c:v>
                </c:pt>
                <c:pt idx="52">
                  <c:v>966</c:v>
                </c:pt>
                <c:pt idx="53">
                  <c:v>804</c:v>
                </c:pt>
                <c:pt idx="54">
                  <c:v>973</c:v>
                </c:pt>
                <c:pt idx="55">
                  <c:v>1218</c:v>
                </c:pt>
                <c:pt idx="56">
                  <c:v>965</c:v>
                </c:pt>
                <c:pt idx="57">
                  <c:v>933</c:v>
                </c:pt>
                <c:pt idx="58">
                  <c:v>826</c:v>
                </c:pt>
                <c:pt idx="59">
                  <c:v>847</c:v>
                </c:pt>
                <c:pt idx="60">
                  <c:v>1183</c:v>
                </c:pt>
                <c:pt idx="61">
                  <c:v>952</c:v>
                </c:pt>
                <c:pt idx="62">
                  <c:v>939</c:v>
                </c:pt>
                <c:pt idx="63">
                  <c:v>1041</c:v>
                </c:pt>
                <c:pt idx="64">
                  <c:v>936</c:v>
                </c:pt>
                <c:pt idx="65">
                  <c:v>830</c:v>
                </c:pt>
                <c:pt idx="66">
                  <c:v>757</c:v>
                </c:pt>
                <c:pt idx="67">
                  <c:v>771</c:v>
                </c:pt>
                <c:pt idx="68">
                  <c:v>1012</c:v>
                </c:pt>
                <c:pt idx="69">
                  <c:v>813</c:v>
                </c:pt>
                <c:pt idx="70">
                  <c:v>815</c:v>
                </c:pt>
                <c:pt idx="71">
                  <c:v>994</c:v>
                </c:pt>
                <c:pt idx="72">
                  <c:v>940</c:v>
                </c:pt>
                <c:pt idx="73">
                  <c:v>791</c:v>
                </c:pt>
                <c:pt idx="74">
                  <c:v>770</c:v>
                </c:pt>
                <c:pt idx="75">
                  <c:v>825</c:v>
                </c:pt>
                <c:pt idx="76">
                  <c:v>1042</c:v>
                </c:pt>
                <c:pt idx="77">
                  <c:v>1007</c:v>
                </c:pt>
                <c:pt idx="78">
                  <c:v>1113</c:v>
                </c:pt>
                <c:pt idx="79">
                  <c:v>1259</c:v>
                </c:pt>
                <c:pt idx="80">
                  <c:v>1076</c:v>
                </c:pt>
                <c:pt idx="81">
                  <c:v>798</c:v>
                </c:pt>
                <c:pt idx="82">
                  <c:v>768</c:v>
                </c:pt>
                <c:pt idx="83">
                  <c:v>1218</c:v>
                </c:pt>
                <c:pt idx="84">
                  <c:v>888</c:v>
                </c:pt>
                <c:pt idx="85">
                  <c:v>868</c:v>
                </c:pt>
                <c:pt idx="86">
                  <c:v>850</c:v>
                </c:pt>
                <c:pt idx="87">
                  <c:v>993</c:v>
                </c:pt>
                <c:pt idx="88">
                  <c:v>921</c:v>
                </c:pt>
                <c:pt idx="89">
                  <c:v>929</c:v>
                </c:pt>
                <c:pt idx="90">
                  <c:v>848</c:v>
                </c:pt>
                <c:pt idx="91">
                  <c:v>896</c:v>
                </c:pt>
                <c:pt idx="92">
                  <c:v>796</c:v>
                </c:pt>
                <c:pt idx="93">
                  <c:v>1034</c:v>
                </c:pt>
                <c:pt idx="94">
                  <c:v>770</c:v>
                </c:pt>
                <c:pt idx="95">
                  <c:v>770</c:v>
                </c:pt>
                <c:pt idx="96">
                  <c:v>864</c:v>
                </c:pt>
                <c:pt idx="97">
                  <c:v>763</c:v>
                </c:pt>
                <c:pt idx="98">
                  <c:v>771</c:v>
                </c:pt>
                <c:pt idx="99">
                  <c:v>792</c:v>
                </c:pt>
                <c:pt idx="100">
                  <c:v>938</c:v>
                </c:pt>
                <c:pt idx="101">
                  <c:v>894</c:v>
                </c:pt>
                <c:pt idx="102">
                  <c:v>992</c:v>
                </c:pt>
                <c:pt idx="103">
                  <c:v>814</c:v>
                </c:pt>
                <c:pt idx="104">
                  <c:v>1229</c:v>
                </c:pt>
                <c:pt idx="105">
                  <c:v>880</c:v>
                </c:pt>
                <c:pt idx="106">
                  <c:v>1216</c:v>
                </c:pt>
                <c:pt idx="107">
                  <c:v>822</c:v>
                </c:pt>
                <c:pt idx="108">
                  <c:v>888</c:v>
                </c:pt>
                <c:pt idx="109">
                  <c:v>1004</c:v>
                </c:pt>
                <c:pt idx="110">
                  <c:v>1125</c:v>
                </c:pt>
                <c:pt idx="111">
                  <c:v>849</c:v>
                </c:pt>
                <c:pt idx="112">
                  <c:v>760</c:v>
                </c:pt>
                <c:pt idx="113">
                  <c:v>893</c:v>
                </c:pt>
                <c:pt idx="114">
                  <c:v>1144</c:v>
                </c:pt>
                <c:pt idx="115">
                  <c:v>955</c:v>
                </c:pt>
                <c:pt idx="116">
                  <c:v>949</c:v>
                </c:pt>
                <c:pt idx="117">
                  <c:v>842</c:v>
                </c:pt>
                <c:pt idx="118">
                  <c:v>892</c:v>
                </c:pt>
                <c:pt idx="119">
                  <c:v>1096</c:v>
                </c:pt>
                <c:pt idx="120">
                  <c:v>789</c:v>
                </c:pt>
                <c:pt idx="121">
                  <c:v>965</c:v>
                </c:pt>
                <c:pt idx="122">
                  <c:v>1055</c:v>
                </c:pt>
                <c:pt idx="123">
                  <c:v>771</c:v>
                </c:pt>
                <c:pt idx="124">
                  <c:v>1499</c:v>
                </c:pt>
                <c:pt idx="125">
                  <c:v>1298</c:v>
                </c:pt>
                <c:pt idx="126">
                  <c:v>1057</c:v>
                </c:pt>
                <c:pt idx="127">
                  <c:v>785</c:v>
                </c:pt>
                <c:pt idx="128">
                  <c:v>896</c:v>
                </c:pt>
                <c:pt idx="129">
                  <c:v>1267</c:v>
                </c:pt>
                <c:pt idx="130">
                  <c:v>1234</c:v>
                </c:pt>
                <c:pt idx="131">
                  <c:v>1059</c:v>
                </c:pt>
                <c:pt idx="132">
                  <c:v>858</c:v>
                </c:pt>
                <c:pt idx="133">
                  <c:v>950</c:v>
                </c:pt>
                <c:pt idx="134">
                  <c:v>864</c:v>
                </c:pt>
                <c:pt idx="135">
                  <c:v>827</c:v>
                </c:pt>
                <c:pt idx="136">
                  <c:v>758</c:v>
                </c:pt>
                <c:pt idx="137">
                  <c:v>819</c:v>
                </c:pt>
                <c:pt idx="138">
                  <c:v>1116</c:v>
                </c:pt>
                <c:pt idx="139">
                  <c:v>1357</c:v>
                </c:pt>
                <c:pt idx="140">
                  <c:v>757</c:v>
                </c:pt>
                <c:pt idx="141">
                  <c:v>930</c:v>
                </c:pt>
                <c:pt idx="142">
                  <c:v>755</c:v>
                </c:pt>
                <c:pt idx="143">
                  <c:v>1028</c:v>
                </c:pt>
                <c:pt idx="144">
                  <c:v>878</c:v>
                </c:pt>
                <c:pt idx="145">
                  <c:v>856</c:v>
                </c:pt>
                <c:pt idx="146">
                  <c:v>940</c:v>
                </c:pt>
                <c:pt idx="147">
                  <c:v>793</c:v>
                </c:pt>
                <c:pt idx="148">
                  <c:v>951</c:v>
                </c:pt>
                <c:pt idx="149">
                  <c:v>761</c:v>
                </c:pt>
                <c:pt idx="150">
                  <c:v>791</c:v>
                </c:pt>
                <c:pt idx="151">
                  <c:v>768</c:v>
                </c:pt>
                <c:pt idx="152">
                  <c:v>1040</c:v>
                </c:pt>
                <c:pt idx="153">
                  <c:v>1055</c:v>
                </c:pt>
                <c:pt idx="154">
                  <c:v>801</c:v>
                </c:pt>
                <c:pt idx="155">
                  <c:v>1178</c:v>
                </c:pt>
                <c:pt idx="156">
                  <c:v>955</c:v>
                </c:pt>
                <c:pt idx="157">
                  <c:v>1200</c:v>
                </c:pt>
                <c:pt idx="158">
                  <c:v>867</c:v>
                </c:pt>
                <c:pt idx="159">
                  <c:v>871</c:v>
                </c:pt>
                <c:pt idx="160">
                  <c:v>755</c:v>
                </c:pt>
                <c:pt idx="161">
                  <c:v>827</c:v>
                </c:pt>
                <c:pt idx="162">
                  <c:v>1040</c:v>
                </c:pt>
                <c:pt idx="163">
                  <c:v>899</c:v>
                </c:pt>
                <c:pt idx="164">
                  <c:v>901</c:v>
                </c:pt>
                <c:pt idx="165">
                  <c:v>955</c:v>
                </c:pt>
                <c:pt idx="166">
                  <c:v>1283</c:v>
                </c:pt>
                <c:pt idx="167">
                  <c:v>955</c:v>
                </c:pt>
                <c:pt idx="168">
                  <c:v>961</c:v>
                </c:pt>
                <c:pt idx="169">
                  <c:v>923</c:v>
                </c:pt>
                <c:pt idx="170">
                  <c:v>837</c:v>
                </c:pt>
                <c:pt idx="171">
                  <c:v>1019</c:v>
                </c:pt>
                <c:pt idx="172">
                  <c:v>821</c:v>
                </c:pt>
                <c:pt idx="173">
                  <c:v>1105</c:v>
                </c:pt>
                <c:pt idx="174">
                  <c:v>770</c:v>
                </c:pt>
                <c:pt idx="175">
                  <c:v>755</c:v>
                </c:pt>
                <c:pt idx="176">
                  <c:v>756</c:v>
                </c:pt>
                <c:pt idx="177">
                  <c:v>1339</c:v>
                </c:pt>
                <c:pt idx="178">
                  <c:v>954</c:v>
                </c:pt>
                <c:pt idx="179">
                  <c:v>837</c:v>
                </c:pt>
                <c:pt idx="180">
                  <c:v>1033</c:v>
                </c:pt>
                <c:pt idx="181">
                  <c:v>795</c:v>
                </c:pt>
                <c:pt idx="182">
                  <c:v>970</c:v>
                </c:pt>
                <c:pt idx="183">
                  <c:v>796</c:v>
                </c:pt>
                <c:pt idx="184">
                  <c:v>1028</c:v>
                </c:pt>
                <c:pt idx="185">
                  <c:v>782</c:v>
                </c:pt>
                <c:pt idx="186">
                  <c:v>810</c:v>
                </c:pt>
                <c:pt idx="187">
                  <c:v>916</c:v>
                </c:pt>
                <c:pt idx="188">
                  <c:v>890</c:v>
                </c:pt>
                <c:pt idx="189">
                  <c:v>1131</c:v>
                </c:pt>
                <c:pt idx="190">
                  <c:v>926</c:v>
                </c:pt>
                <c:pt idx="191">
                  <c:v>1209</c:v>
                </c:pt>
                <c:pt idx="192">
                  <c:v>848</c:v>
                </c:pt>
                <c:pt idx="193">
                  <c:v>901</c:v>
                </c:pt>
                <c:pt idx="194">
                  <c:v>919</c:v>
                </c:pt>
                <c:pt idx="195">
                  <c:v>788</c:v>
                </c:pt>
                <c:pt idx="196">
                  <c:v>798</c:v>
                </c:pt>
                <c:pt idx="197">
                  <c:v>924</c:v>
                </c:pt>
                <c:pt idx="198">
                  <c:v>807</c:v>
                </c:pt>
                <c:pt idx="199">
                  <c:v>861</c:v>
                </c:pt>
                <c:pt idx="200">
                  <c:v>917</c:v>
                </c:pt>
                <c:pt idx="201">
                  <c:v>813</c:v>
                </c:pt>
                <c:pt idx="202">
                  <c:v>963</c:v>
                </c:pt>
                <c:pt idx="203">
                  <c:v>840</c:v>
                </c:pt>
                <c:pt idx="204">
                  <c:v>801</c:v>
                </c:pt>
                <c:pt idx="205">
                  <c:v>832</c:v>
                </c:pt>
                <c:pt idx="206">
                  <c:v>783</c:v>
                </c:pt>
                <c:pt idx="207">
                  <c:v>873</c:v>
                </c:pt>
                <c:pt idx="208">
                  <c:v>867</c:v>
                </c:pt>
                <c:pt idx="209">
                  <c:v>1019</c:v>
                </c:pt>
                <c:pt idx="210">
                  <c:v>873</c:v>
                </c:pt>
                <c:pt idx="211">
                  <c:v>902</c:v>
                </c:pt>
                <c:pt idx="212">
                  <c:v>803</c:v>
                </c:pt>
                <c:pt idx="213">
                  <c:v>884</c:v>
                </c:pt>
                <c:pt idx="214">
                  <c:v>914</c:v>
                </c:pt>
                <c:pt idx="215">
                  <c:v>951</c:v>
                </c:pt>
                <c:pt idx="216">
                  <c:v>844</c:v>
                </c:pt>
                <c:pt idx="217">
                  <c:v>1190</c:v>
                </c:pt>
                <c:pt idx="218">
                  <c:v>978</c:v>
                </c:pt>
                <c:pt idx="219">
                  <c:v>869</c:v>
                </c:pt>
                <c:pt idx="220">
                  <c:v>788</c:v>
                </c:pt>
                <c:pt idx="221">
                  <c:v>900</c:v>
                </c:pt>
                <c:pt idx="222">
                  <c:v>1038</c:v>
                </c:pt>
                <c:pt idx="223">
                  <c:v>1238</c:v>
                </c:pt>
                <c:pt idx="224">
                  <c:v>870</c:v>
                </c:pt>
                <c:pt idx="225">
                  <c:v>751</c:v>
                </c:pt>
                <c:pt idx="226">
                  <c:v>908</c:v>
                </c:pt>
                <c:pt idx="227">
                  <c:v>909</c:v>
                </c:pt>
                <c:pt idx="228">
                  <c:v>890</c:v>
                </c:pt>
                <c:pt idx="229">
                  <c:v>878</c:v>
                </c:pt>
                <c:pt idx="230">
                  <c:v>761</c:v>
                </c:pt>
                <c:pt idx="231">
                  <c:v>990</c:v>
                </c:pt>
                <c:pt idx="232">
                  <c:v>913</c:v>
                </c:pt>
                <c:pt idx="233">
                  <c:v>999</c:v>
                </c:pt>
                <c:pt idx="234">
                  <c:v>832</c:v>
                </c:pt>
                <c:pt idx="235">
                  <c:v>874</c:v>
                </c:pt>
                <c:pt idx="236">
                  <c:v>944</c:v>
                </c:pt>
                <c:pt idx="237">
                  <c:v>1204</c:v>
                </c:pt>
                <c:pt idx="238">
                  <c:v>770</c:v>
                </c:pt>
                <c:pt idx="239">
                  <c:v>896</c:v>
                </c:pt>
                <c:pt idx="240">
                  <c:v>1062</c:v>
                </c:pt>
                <c:pt idx="241">
                  <c:v>812</c:v>
                </c:pt>
                <c:pt idx="242">
                  <c:v>808</c:v>
                </c:pt>
                <c:pt idx="243">
                  <c:v>809</c:v>
                </c:pt>
                <c:pt idx="244">
                  <c:v>781</c:v>
                </c:pt>
                <c:pt idx="245">
                  <c:v>811</c:v>
                </c:pt>
                <c:pt idx="246">
                  <c:v>757</c:v>
                </c:pt>
                <c:pt idx="247">
                  <c:v>817</c:v>
                </c:pt>
                <c:pt idx="248">
                  <c:v>988</c:v>
                </c:pt>
                <c:pt idx="249">
                  <c:v>950</c:v>
                </c:pt>
                <c:pt idx="250">
                  <c:v>941</c:v>
                </c:pt>
                <c:pt idx="251">
                  <c:v>778</c:v>
                </c:pt>
                <c:pt idx="252">
                  <c:v>866</c:v>
                </c:pt>
                <c:pt idx="253">
                  <c:v>905</c:v>
                </c:pt>
                <c:pt idx="254">
                  <c:v>1027</c:v>
                </c:pt>
                <c:pt idx="255">
                  <c:v>1092</c:v>
                </c:pt>
                <c:pt idx="256">
                  <c:v>906</c:v>
                </c:pt>
                <c:pt idx="257">
                  <c:v>983</c:v>
                </c:pt>
                <c:pt idx="258">
                  <c:v>815</c:v>
                </c:pt>
                <c:pt idx="259">
                  <c:v>801</c:v>
                </c:pt>
                <c:pt idx="260">
                  <c:v>789</c:v>
                </c:pt>
                <c:pt idx="261">
                  <c:v>754</c:v>
                </c:pt>
                <c:pt idx="262">
                  <c:v>895</c:v>
                </c:pt>
                <c:pt idx="263">
                  <c:v>886</c:v>
                </c:pt>
                <c:pt idx="264">
                  <c:v>838</c:v>
                </c:pt>
                <c:pt idx="265">
                  <c:v>828</c:v>
                </c:pt>
                <c:pt idx="266">
                  <c:v>820</c:v>
                </c:pt>
                <c:pt idx="267">
                  <c:v>846</c:v>
                </c:pt>
                <c:pt idx="268">
                  <c:v>800</c:v>
                </c:pt>
                <c:pt idx="269">
                  <c:v>793</c:v>
                </c:pt>
                <c:pt idx="270">
                  <c:v>1090</c:v>
                </c:pt>
                <c:pt idx="271">
                  <c:v>1021</c:v>
                </c:pt>
                <c:pt idx="272">
                  <c:v>824</c:v>
                </c:pt>
                <c:pt idx="273">
                  <c:v>790</c:v>
                </c:pt>
                <c:pt idx="274">
                  <c:v>1109</c:v>
                </c:pt>
                <c:pt idx="275">
                  <c:v>930</c:v>
                </c:pt>
                <c:pt idx="276">
                  <c:v>790</c:v>
                </c:pt>
                <c:pt idx="277">
                  <c:v>848</c:v>
                </c:pt>
                <c:pt idx="278">
                  <c:v>1029</c:v>
                </c:pt>
                <c:pt idx="279">
                  <c:v>866</c:v>
                </c:pt>
                <c:pt idx="280">
                  <c:v>1118</c:v>
                </c:pt>
                <c:pt idx="281">
                  <c:v>1017</c:v>
                </c:pt>
                <c:pt idx="282">
                  <c:v>942</c:v>
                </c:pt>
                <c:pt idx="283">
                  <c:v>1383</c:v>
                </c:pt>
                <c:pt idx="284">
                  <c:v>1002</c:v>
                </c:pt>
                <c:pt idx="285">
                  <c:v>826</c:v>
                </c:pt>
                <c:pt idx="286">
                  <c:v>930</c:v>
                </c:pt>
                <c:pt idx="287">
                  <c:v>920</c:v>
                </c:pt>
                <c:pt idx="288">
                  <c:v>823</c:v>
                </c:pt>
                <c:pt idx="289">
                  <c:v>809</c:v>
                </c:pt>
                <c:pt idx="290">
                  <c:v>810</c:v>
                </c:pt>
                <c:pt idx="291">
                  <c:v>756</c:v>
                </c:pt>
                <c:pt idx="292">
                  <c:v>835</c:v>
                </c:pt>
                <c:pt idx="293">
                  <c:v>1112</c:v>
                </c:pt>
                <c:pt idx="294">
                  <c:v>780</c:v>
                </c:pt>
                <c:pt idx="295">
                  <c:v>1000</c:v>
                </c:pt>
                <c:pt idx="296">
                  <c:v>837</c:v>
                </c:pt>
                <c:pt idx="297">
                  <c:v>756</c:v>
                </c:pt>
                <c:pt idx="298">
                  <c:v>760</c:v>
                </c:pt>
                <c:pt idx="299">
                  <c:v>771</c:v>
                </c:pt>
                <c:pt idx="300">
                  <c:v>926</c:v>
                </c:pt>
                <c:pt idx="301">
                  <c:v>928</c:v>
                </c:pt>
                <c:pt idx="302">
                  <c:v>763</c:v>
                </c:pt>
                <c:pt idx="303">
                  <c:v>758</c:v>
                </c:pt>
                <c:pt idx="304">
                  <c:v>1048</c:v>
                </c:pt>
                <c:pt idx="305">
                  <c:v>777</c:v>
                </c:pt>
                <c:pt idx="306">
                  <c:v>833</c:v>
                </c:pt>
                <c:pt idx="307">
                  <c:v>778</c:v>
                </c:pt>
                <c:pt idx="308">
                  <c:v>861</c:v>
                </c:pt>
                <c:pt idx="309">
                  <c:v>990</c:v>
                </c:pt>
                <c:pt idx="310">
                  <c:v>914</c:v>
                </c:pt>
                <c:pt idx="311">
                  <c:v>785</c:v>
                </c:pt>
                <c:pt idx="312">
                  <c:v>1217</c:v>
                </c:pt>
                <c:pt idx="313">
                  <c:v>892</c:v>
                </c:pt>
                <c:pt idx="314">
                  <c:v>956</c:v>
                </c:pt>
                <c:pt idx="315">
                  <c:v>759</c:v>
                </c:pt>
                <c:pt idx="316">
                  <c:v>819</c:v>
                </c:pt>
                <c:pt idx="317">
                  <c:v>773</c:v>
                </c:pt>
                <c:pt idx="318">
                  <c:v>1841</c:v>
                </c:pt>
                <c:pt idx="319">
                  <c:v>855</c:v>
                </c:pt>
                <c:pt idx="320">
                  <c:v>773</c:v>
                </c:pt>
                <c:pt idx="321">
                  <c:v>765</c:v>
                </c:pt>
                <c:pt idx="322">
                  <c:v>874</c:v>
                </c:pt>
                <c:pt idx="323">
                  <c:v>824</c:v>
                </c:pt>
                <c:pt idx="324">
                  <c:v>862</c:v>
                </c:pt>
                <c:pt idx="325">
                  <c:v>989</c:v>
                </c:pt>
                <c:pt idx="326">
                  <c:v>851</c:v>
                </c:pt>
                <c:pt idx="327">
                  <c:v>765</c:v>
                </c:pt>
                <c:pt idx="328">
                  <c:v>769</c:v>
                </c:pt>
                <c:pt idx="329">
                  <c:v>857</c:v>
                </c:pt>
                <c:pt idx="330">
                  <c:v>785</c:v>
                </c:pt>
                <c:pt idx="331">
                  <c:v>954</c:v>
                </c:pt>
                <c:pt idx="332">
                  <c:v>760</c:v>
                </c:pt>
                <c:pt idx="333">
                  <c:v>909</c:v>
                </c:pt>
                <c:pt idx="334">
                  <c:v>764</c:v>
                </c:pt>
                <c:pt idx="335">
                  <c:v>912</c:v>
                </c:pt>
                <c:pt idx="336">
                  <c:v>917</c:v>
                </c:pt>
                <c:pt idx="337">
                  <c:v>801</c:v>
                </c:pt>
                <c:pt idx="338">
                  <c:v>864</c:v>
                </c:pt>
                <c:pt idx="339">
                  <c:v>812</c:v>
                </c:pt>
                <c:pt idx="340">
                  <c:v>853</c:v>
                </c:pt>
                <c:pt idx="341">
                  <c:v>1043</c:v>
                </c:pt>
                <c:pt idx="342">
                  <c:v>1089</c:v>
                </c:pt>
                <c:pt idx="343">
                  <c:v>848</c:v>
                </c:pt>
                <c:pt idx="344">
                  <c:v>792</c:v>
                </c:pt>
                <c:pt idx="345">
                  <c:v>772</c:v>
                </c:pt>
                <c:pt idx="346">
                  <c:v>785</c:v>
                </c:pt>
                <c:pt idx="347">
                  <c:v>902</c:v>
                </c:pt>
                <c:pt idx="348">
                  <c:v>799</c:v>
                </c:pt>
                <c:pt idx="349">
                  <c:v>1172</c:v>
                </c:pt>
                <c:pt idx="350">
                  <c:v>905</c:v>
                </c:pt>
                <c:pt idx="351">
                  <c:v>1709</c:v>
                </c:pt>
                <c:pt idx="352">
                  <c:v>755</c:v>
                </c:pt>
                <c:pt idx="353">
                  <c:v>773</c:v>
                </c:pt>
                <c:pt idx="354">
                  <c:v>929</c:v>
                </c:pt>
                <c:pt idx="355">
                  <c:v>1000</c:v>
                </c:pt>
                <c:pt idx="356">
                  <c:v>820</c:v>
                </c:pt>
                <c:pt idx="357">
                  <c:v>785</c:v>
                </c:pt>
                <c:pt idx="358">
                  <c:v>1052</c:v>
                </c:pt>
                <c:pt idx="359">
                  <c:v>876</c:v>
                </c:pt>
                <c:pt idx="360">
                  <c:v>769</c:v>
                </c:pt>
                <c:pt idx="361">
                  <c:v>992</c:v>
                </c:pt>
                <c:pt idx="362">
                  <c:v>832</c:v>
                </c:pt>
                <c:pt idx="363">
                  <c:v>971</c:v>
                </c:pt>
                <c:pt idx="364">
                  <c:v>859</c:v>
                </c:pt>
                <c:pt idx="365">
                  <c:v>933</c:v>
                </c:pt>
                <c:pt idx="366">
                  <c:v>817</c:v>
                </c:pt>
                <c:pt idx="367">
                  <c:v>953</c:v>
                </c:pt>
                <c:pt idx="368">
                  <c:v>771</c:v>
                </c:pt>
                <c:pt idx="369">
                  <c:v>821</c:v>
                </c:pt>
                <c:pt idx="370">
                  <c:v>784</c:v>
                </c:pt>
                <c:pt idx="371">
                  <c:v>906</c:v>
                </c:pt>
                <c:pt idx="372">
                  <c:v>830</c:v>
                </c:pt>
                <c:pt idx="373">
                  <c:v>1127</c:v>
                </c:pt>
                <c:pt idx="374">
                  <c:v>1007</c:v>
                </c:pt>
                <c:pt idx="375">
                  <c:v>901</c:v>
                </c:pt>
                <c:pt idx="376">
                  <c:v>814</c:v>
                </c:pt>
                <c:pt idx="377">
                  <c:v>780</c:v>
                </c:pt>
                <c:pt idx="378">
                  <c:v>787</c:v>
                </c:pt>
                <c:pt idx="379">
                  <c:v>955</c:v>
                </c:pt>
                <c:pt idx="380">
                  <c:v>1016</c:v>
                </c:pt>
                <c:pt idx="381">
                  <c:v>797</c:v>
                </c:pt>
                <c:pt idx="382">
                  <c:v>920</c:v>
                </c:pt>
                <c:pt idx="383">
                  <c:v>793</c:v>
                </c:pt>
                <c:pt idx="384">
                  <c:v>863</c:v>
                </c:pt>
                <c:pt idx="385">
                  <c:v>1438</c:v>
                </c:pt>
                <c:pt idx="386">
                  <c:v>793</c:v>
                </c:pt>
                <c:pt idx="387">
                  <c:v>923</c:v>
                </c:pt>
                <c:pt idx="388">
                  <c:v>763</c:v>
                </c:pt>
                <c:pt idx="389">
                  <c:v>859</c:v>
                </c:pt>
                <c:pt idx="390">
                  <c:v>812</c:v>
                </c:pt>
                <c:pt idx="391">
                  <c:v>798</c:v>
                </c:pt>
                <c:pt idx="392">
                  <c:v>871</c:v>
                </c:pt>
                <c:pt idx="393">
                  <c:v>817</c:v>
                </c:pt>
                <c:pt idx="394">
                  <c:v>877</c:v>
                </c:pt>
                <c:pt idx="395">
                  <c:v>1165</c:v>
                </c:pt>
                <c:pt idx="396">
                  <c:v>874</c:v>
                </c:pt>
                <c:pt idx="397">
                  <c:v>940</c:v>
                </c:pt>
                <c:pt idx="398">
                  <c:v>1280</c:v>
                </c:pt>
                <c:pt idx="399">
                  <c:v>756</c:v>
                </c:pt>
                <c:pt idx="400">
                  <c:v>1266</c:v>
                </c:pt>
                <c:pt idx="401">
                  <c:v>817</c:v>
                </c:pt>
                <c:pt idx="402">
                  <c:v>1053</c:v>
                </c:pt>
                <c:pt idx="403">
                  <c:v>956</c:v>
                </c:pt>
                <c:pt idx="404">
                  <c:v>1453</c:v>
                </c:pt>
                <c:pt idx="405">
                  <c:v>992</c:v>
                </c:pt>
                <c:pt idx="406">
                  <c:v>973</c:v>
                </c:pt>
                <c:pt idx="407">
                  <c:v>842</c:v>
                </c:pt>
                <c:pt idx="408">
                  <c:v>754</c:v>
                </c:pt>
                <c:pt idx="409">
                  <c:v>816</c:v>
                </c:pt>
                <c:pt idx="410">
                  <c:v>829</c:v>
                </c:pt>
                <c:pt idx="411">
                  <c:v>930</c:v>
                </c:pt>
                <c:pt idx="412">
                  <c:v>923</c:v>
                </c:pt>
                <c:pt idx="413">
                  <c:v>855</c:v>
                </c:pt>
                <c:pt idx="414">
                  <c:v>787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D85-407E-8F6D-08E82BE12102}"/>
            </c:ext>
          </c:extLst>
        </c:ser>
        <c:ser>
          <c:idx val="2"/>
          <c:order val="2"/>
          <c:tx>
            <c:v>750 token 介入参考</c:v>
          </c:tx>
          <c:spPr>
            <a:ln w="13335">
              <a:solidFill>
                <a:srgbClr val="B16A16"/>
              </a:solidFill>
            </a:ln>
          </c:spPr>
          <c:marker>
            <c:symbol val="none"/>
          </c:marker>
          <c:xVal>
            <c:numRef>
              <c:f>'Chart Data'!$E$2:$E$3</c:f>
              <c:numCache>
                <c:formatCode>General</c:formatCode>
                <c:ptCount val="2"/>
                <c:pt idx="0">
                  <c:v>0</c:v>
                </c:pt>
                <c:pt idx="1">
                  <c:v>12.15</c:v>
                </c:pt>
              </c:numCache>
            </c:numRef>
          </c:xVal>
          <c:yVal>
            <c:numRef>
              <c:f>'Chart Data'!$F$2:$F$3</c:f>
              <c:numCache>
                <c:formatCode>#,##0</c:formatCode>
                <c:ptCount val="2"/>
                <c:pt idx="0">
                  <c:v>750</c:v>
                </c:pt>
                <c:pt idx="1">
                  <c:v>750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D85-407E-8F6D-08E82BE121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000"/>
          <c:min val="0"/>
        </c:scaling>
        <c:delete val="0"/>
        <c:axPos val="l"/>
        <c:majorGridlines>
          <c:spPr>
            <a:ln w="9525">
              <a:solidFill>
                <a:srgbClr val="E8EFF2"/>
              </a:solidFill>
            </a:ln>
          </c:spPr>
        </c:majorGridlines>
        <c:numFmt formatCode="#,##0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12.15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DD8DE"/>
            </a:solidFill>
          </a:ln>
        </c:spPr>
        <c:txPr>
          <a:bodyPr anchorCtr="1"/>
          <a:lstStyle/>
          <a:p>
            <a:pPr>
              <a:defRPr sz="14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crossBetween val="midCat"/>
        <c:majorUnit val="3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请求 E2E / 秒</c:v>
          </c:tx>
          <c:spPr>
            <a:solidFill>
              <a:srgbClr val="BCCBD3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087F7C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4DCA-4F00-BC2F-1762F73CE4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CA-4F00-BC2F-1762F73CE4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42C3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DTB</c:v>
                </c:pt>
                <c:pt idx="1">
                  <c:v>Vanilla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18.60393</c:v>
                </c:pt>
                <c:pt idx="1">
                  <c:v>24.794401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4DCA-4F00-BC2F-1762F73CE41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1"/>
          <c:min val="0"/>
        </c:scaling>
        <c:delete val="0"/>
        <c:axPos val="b"/>
        <c:numFmt formatCode="#,##0.00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累计 LLM E2E / 秒</c:v>
          </c:tx>
          <c:spPr>
            <a:solidFill>
              <a:srgbClr val="BCCBD3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087F7C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3998-4593-8E3E-976828FC3C6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998-4593-8E3E-976828FC3C6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42C3D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DTB</c:v>
                </c:pt>
                <c:pt idx="1">
                  <c:v>Vanilla</c:v>
                </c:pt>
              </c:strCache>
            </c:strRef>
          </c:cat>
          <c:val>
            <c:numRef>
              <c:f>'Chart Data'!$B$2:$B$3</c:f>
              <c:numCache>
                <c:formatCode>#,##0.00</c:formatCode>
                <c:ptCount val="2"/>
                <c:pt idx="0">
                  <c:v>2566.696963</c:v>
                </c:pt>
                <c:pt idx="1">
                  <c:v>2902.454646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3998-4593-8E3E-976828FC3C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700"/>
          <c:min val="0"/>
        </c:scaling>
        <c:delete val="0"/>
        <c:axPos val="b"/>
        <c:numFmt formatCode="#,##0.00" sourceLinked="1"/>
        <c:majorTickMark val="none"/>
        <c:minorTickMark val="none"/>
        <c:tickLblPos val="none"/>
        <c:spPr>
          <a:ln w="0">
            <a:noFill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采用R01的“背景与问题、核心思想、实现方式、整体架构”紧凑组织，改写为当前服务内控制链。问题为原方案的定性动机和S13报告阶段反复计数记录，不引用缺乏同条件原始对照的“增加4倍”“提速40%”“261至419秒”。</a:t>
            </a:r>
          </a:p>
          <a:p>
            <a:r>
              <a:t>架构主图按职责组织：场景识别和native分流、阈值/步长/上限配置、vLLM原生生成观察、隐藏试答与token概率评分、继续思考或cue引导final、原生parser输出。预算参数是配置职责；流式观察触发后才裁决完整预算。非流式直接进入三状态，并非每请求都先观察。达到总预算可直接final，短请求同一child自然完成，显式native绕过DTB。probe接受后进入final生成，不保证复用试答全文。</a:t>
            </a:r>
          </a:p>
          <a:p>
            <a:r>
              <a:t>源码：request_controller.py:128–173；budget_resolver.py:62–78,157–214,336–358；deferred_observation.py:128–146,226–305；generation_states.py:401–428,531–584,613–668,758–780；response_adapter.py:73–101。difficulty/history有实现但默认关闭（budget_config.yaml:14–16），从主图省略。原图中的在线学习最优预算、信息增益、语义重复/工具循环检测、熵变化、人工接管、Planning/反思/Tool独立子预算未纳入当前主图。</a:t>
            </a:r>
          </a:p>
          <a:p>
            <a:endParaRPr/>
          </a:p>
          <a:p>
            <a:r>
              <a:t>引用来源</a:t>
            </a:r>
          </a:p>
          <a:p>
            <a:r>
              <a:t>R01: docs/report/closeout/reference/动态思考预算控制方案.pptx</a:t>
            </a:r>
          </a:p>
          <a:p>
            <a:r>
              <a:t>commit: user reference; SHA-256: c3b66548b3301300e6d38ec0048f2aa161a5ab4fa8ed977c2b58e3515e72e6d4</a:t>
            </a:r>
          </a:p>
          <a:p>
            <a:endParaRPr/>
          </a:p>
          <a:p>
            <a:r>
              <a:t>C01: https://github.com/F00L42/TB/blob/f5512aa35152a13a9ee164a64928674badc26ceb/dtb/README.md</a:t>
            </a:r>
          </a:p>
          <a:p>
            <a:r>
              <a:t>commit: f5512aa35152a13a9ee164a64928674badc26ceb; SHA-256: 82ecc314bbb4d519fdf46f41bc96a10c043f29f4c2fb3704ec7e0b025a036105</a:t>
            </a:r>
          </a:p>
          <a:p>
            <a:endParaRPr/>
          </a:p>
          <a:p>
            <a:r>
              <a:t>C02: https://github.com/F00L42/TB/blob/f5512aa35152a13a9ee164a64928674badc26ceb/dtb/AGENTS.md</a:t>
            </a:r>
          </a:p>
          <a:p>
            <a:r>
              <a:t>commit: f5512aa35152a13a9ee164a64928674badc26ceb; SHA-256: d01197dd8a3439e73fcee0b48a20f3851c8ccc8bebd0d6bfb9874f76ae925380</a:t>
            </a:r>
          </a:p>
          <a:p>
            <a:endParaRPr/>
          </a:p>
          <a:p>
            <a:r>
              <a:t>C03: https://github.com/F00L42/TB/blob/f5512aa35152a13a9ee164a64928674badc26ceb/docs/design/dtb_system_scene_native_routing.md</a:t>
            </a:r>
          </a:p>
          <a:p>
            <a:r>
              <a:t>commit: f5512aa35152a13a9ee164a64928674badc26ceb; SHA-256: 15a11438a37fa3e3e3db5bea5597fa7269224ce8a412a6775664642ee09815b6</a:t>
            </a:r>
          </a:p>
          <a:p>
            <a:endParaRPr/>
          </a:p>
          <a:p>
            <a:r>
              <a:t>C05: https://github.com/F00L42/TB/blob/f5512aa35152a13a9ee164a64928674badc26ceb/dtb/reasoning/generation_states.py</a:t>
            </a:r>
          </a:p>
          <a:p>
            <a:r>
              <a:t>commit: f5512aa35152a13a9ee164a64928674badc26ceb; SHA-256: ac53373f43c7611a845ad761c8c733bbdbca3c58f626da1d020fa07691d11520</a:t>
            </a:r>
          </a:p>
          <a:p>
            <a:endParaRPr/>
          </a:p>
          <a:p>
            <a:r>
              <a:t>C06: https://github.com/F00L42/TB/blob/f5512aa35152a13a9ee164a64928674badc26ceb/dtb/reasoning/deferred_observation.py</a:t>
            </a:r>
          </a:p>
          <a:p>
            <a:r>
              <a:t>commit: f5512aa35152a13a9ee164a64928674badc26ceb; SHA-256: ee33acded4f7284f67454c99f5ba7fef2b9ade2ff46f79d993522b46480edbb3</a:t>
            </a:r>
          </a:p>
          <a:p>
            <a:endParaRPr/>
          </a:p>
          <a:p>
            <a:r>
              <a:t>C07: https://github.com/F00L42/TB/blob/f5512aa35152a13a9ee164a64928674badc26ceb/dtb/config/budget_config.yaml</a:t>
            </a:r>
          </a:p>
          <a:p>
            <a:r>
              <a:t>commit: f5512aa35152a13a9ee164a64928674badc26ceb; SHA-256: 6bb83aa0e271aac69f06c07f89b6e09ecb1ce95d230b1315d71c371e9f24bf8c</a:t>
            </a:r>
          </a:p>
          <a:p>
            <a:endParaRPr/>
          </a:p>
          <a:p>
            <a:r>
              <a:t>C08: https://github.com/F00L42/TB/blob/f5512aa35152a13a9ee164a64928674badc26ceb/dtb/reasoning/confidence_gates.py</a:t>
            </a:r>
          </a:p>
          <a:p>
            <a:r>
              <a:t>commit: f5512aa35152a13a9ee164a64928674badc26ceb; SHA-256: 16512e34958e487fe4e3e0a266cc5eb9d5a08531af491512232da7784088efb6</a:t>
            </a:r>
          </a:p>
          <a:p>
            <a:endParaRPr/>
          </a:p>
          <a:p>
            <a:r>
              <a:t>| P01 | [dtb/request_controller.py](https://github.com/F00L42/TB/blob/f5512aa35152a13a9ee164a64928674badc26ceb/dtb/request_controller.py#L237) | `_managed_generator` 237–276：独立 producer 与 queue consumer；511–535：result_queue、状态机与 native_chat_response |</a:t>
            </a:r>
          </a:p>
          <a:p>
            <a:endParaRPr/>
          </a:p>
          <a:p>
            <a:r>
              <a:t>| P03 | [dtb/integration/vllm/response_adapter.py](https://github.com/F00L42/TB/blob/f5512aa35152a13a9ee164a64928674badc26ceb/dtb/integration/vllm/response_adapter.py#L32) | `stream_queue` 32–41、`native_chat_response` 73–97：保持原生 chat_completion_stream_generator / parser 路径 |</a:t>
            </a:r>
          </a:p>
          <a:p>
            <a:endParaRPr/>
          </a:p>
          <a:p>
            <a:r>
              <a:t>| P05 | [dtb/budgeting/budget_resolver.py](https://github.com/F00L42/TB/blob/f5512aa35152a13a9ee164a64928674badc26ceb/dtb/budgeting/budget_resolver.py#L62) | 第 1 页预算参数补充：62–78 阈值；157–214 固定/场景预算；336–358 请求/场景硬上限 |</a:t>
            </a:r>
          </a:p>
          <a:p>
            <a:endParaRPr/>
          </a:p>
          <a:p>
            <a:r>
              <a:t>S13: https://github.com/F00L42/TB/blob/32ab2268335e00d79e0aeda4395c6ecdc06d81eb/docs/report/agent_dtb_demo_data_memo.md</a:t>
            </a:r>
          </a:p>
          <a:p>
            <a:r>
              <a:t>commit: 32ab2268335e00d79e0aeda4395c6ecdc06d81eb; SHA-256: 44a0d6cca219e7fb4325e0e962be70b8150fa747c914e6451a4a3394181700cf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原页脚说明：目标是净 E2E 收益；试答评分用于生成决策，不等于答案正确概率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8/13–14：tool后content 50/100至0/100；后续前缀对齐XML泄漏13/100至0/100，但两轮另有22/100、12/100其他异常。8/17–19：180对回放中170条含工具DTB响应、265个调用，目标结构异常0；另外10条无工具响应，8条raw显示未生成工具，2条证据不足。9/1：非法JSON133/300至0/300，仍有DTB缺terminal和Vanilla空参数。9/4：60/60公开正文与pre-parser一致；48个混合chunk中的344字符全保留。不能相加为统一通过率，也不能写为当轮所有故障归零。投机解码可使结构边界与文本处在同一批输出。9/4未补齐完整MTP启动身份，不作为MTP性能验证。具体失败请求与原文均见S14。</a:t>
            </a:r>
          </a:p>
          <a:p>
            <a:endParaRPr/>
          </a:p>
          <a:p>
            <a:r>
              <a:t>引用来源</a:t>
            </a:r>
          </a:p>
          <a:p>
            <a:r>
              <a:t>S14: https://github.com/F00L42/TB/blob/32ab2268335e00d79e0aeda4395c6ecdc06d81eb/docs/report/sum0911/工程复盘时间线_报错样例.md</a:t>
            </a:r>
          </a:p>
          <a:p>
            <a:r>
              <a:t>commit: 32ab2268335e00d79e0aeda4395c6ecdc06d81eb; SHA-256: cc812b110e30fc554b55321148218fcf20c2116373a356f07c39bccacff44ee4</a:t>
            </a:r>
          </a:p>
          <a:p>
            <a:endParaRPr/>
          </a:p>
          <a:p>
            <a:r>
              <a:t>C04: https://github.com/F00L42/TB/blob/f5512aa35152a13a9ee164a64928674badc26ceb/RESULT.md</a:t>
            </a:r>
          </a:p>
          <a:p>
            <a:r>
              <a:t>commit: f5512aa35152a13a9ee164a64928674badc26ceb; SHA-256: 1b331d04878fcf056c08754290455cc46fb0427cede6a221a7b7324080c29023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原页脚说明：历史定向回放，各轮样本不同；数字仅对应所列目标问题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发点集S10的vanilla_chronological_requests逐ID对照S11。392总请求中7774ec46a9f245c9无有效SSE，分布排除后391。380≤850，11&gt;850；全部52112思考token，长尾20263，占38.883558%。11条中9标题、2业务。业务382条中仅2&gt;850。长尾完整思考和超阈值10913均不等于可安全删除量。长度是历史本地重编码。采用850处分段线性纵轴，下半段0–850，上半段850–3500，两段绘图区等高且在850处相接。使用两个原生散点图保留原始token值，380个短点与11个长点合计391，无删除、无数值映射。各段分别线性，不跨段比较视觉距离或斜率。</a:t>
            </a:r>
          </a:p>
          <a:p>
            <a:r>
              <a:t>管道是vLLM0.23.0固定源码的逻辑输出路径，不代表独立进程数量。EngineCore输出经output_queue、Msgpack/ZeroMQ、EngineCoreClient AsyncMPClient接收，再由AsyncLLM.output_handler和OutputProcessor detokenize/检查stop，进入每请求RequestOutputCollector，AsyncLLM.generate yield。DTB增量观察后经stream_output/result_queue/stream_queue，交给原生chat_completion_stream_generator parser.parse_delta，序列化SSE。HTTP具体组件为FastAPI StreamingResponse与Uvicorn，客户端库不固定。</a:t>
            </a:r>
          </a:p>
          <a:p>
            <a:r>
              <a:t>虚线控制先进入AsyncLLM请求接口，再经EngineCoreClient到EngineCore。触发且安全接管时abort并drain，保留已接受前缀。强制final分支将answer cue及闭合标记写入内部prompt，启动新的final child，继续同一个外部HTTP响应。cue不写入用户SSE，不修改已发内容；可能有batch/在途尾部，不是任意token精确硬截断。通用路径也可能hidden probe或继续思考。短请求沿同一child完成，仍有观察成本；明确native路由则绕过DTB段。非流式不使用这个观察路径。跨进程与HTTP完整组件表及行号见sources.md。</a:t>
            </a:r>
          </a:p>
          <a:p>
            <a:endParaRPr/>
          </a:p>
          <a:p>
            <a:r>
              <a:t>引用来源</a:t>
            </a:r>
          </a:p>
          <a:p>
            <a:r>
              <a:t>S10: https://github.com/F00L42/TB/blob/32ab2268335e00d79e0aeda4395c6ecdc06d81eb/docs/report/sum0911/sources/evidence.json</a:t>
            </a:r>
          </a:p>
          <a:p>
            <a:r>
              <a:t>commit: 32ab2268335e00d79e0aeda4395c6ecdc06d81eb; SHA-256: 57a44ab226c36d92f3233a99a90fcb195d93acda103fc80e9dd77b91320faa32</a:t>
            </a:r>
          </a:p>
          <a:p>
            <a:endParaRPr/>
          </a:p>
          <a:p>
            <a:r>
              <a:t>S11: https://github.com/F00L42/TB/blob/32ab2268335e00d79e0aeda4395c6ecdc06d81eb/docs/log/perf/agent_run07_08/analysis.json</a:t>
            </a:r>
          </a:p>
          <a:p>
            <a:r>
              <a:t>commit: 32ab2268335e00d79e0aeda4395c6ecdc06d81eb; SHA-256: 9f3bfe3b45c9e71acc8a6c0403288b390368a749aed47acbcace3871d0fd355d</a:t>
            </a:r>
          </a:p>
          <a:p>
            <a:endParaRPr/>
          </a:p>
          <a:p>
            <a:r>
              <a:t>S13: https://github.com/F00L42/TB/blob/32ab2268335e00d79e0aeda4395c6ecdc06d81eb/docs/report/agent_dtb_demo_data_memo.md</a:t>
            </a:r>
          </a:p>
          <a:p>
            <a:r>
              <a:t>commit: 32ab2268335e00d79e0aeda4395c6ecdc06d81eb; SHA-256: 44a0d6cca219e7fb4325e0e962be70b8150fa747c914e6451a4a3394181700cf</a:t>
            </a:r>
          </a:p>
          <a:p>
            <a:endParaRPr/>
          </a:p>
          <a:p>
            <a:r>
              <a:t>V01: https://github.com/F00L42/TB/blob/32ab2268335e00d79e0aeda4395c6ecdc06d81eb/docs/report/sum0911/统计图/思考长度长尾与850阈值.png</a:t>
            </a:r>
          </a:p>
          <a:p>
            <a:r>
              <a:t>commit: 32ab2268335e00d79e0aeda4395c6ecdc06d81eb; SHA-256: 485e056a9272c5eb52020d673782b13062b008f2236af2f753f4ebce458307e0</a:t>
            </a:r>
          </a:p>
          <a:p>
            <a:endParaRPr/>
          </a:p>
          <a:p>
            <a:r>
              <a:t>C06: https://github.com/F00L42/TB/blob/f5512aa35152a13a9ee164a64928674badc26ceb/dtb/reasoning/deferred_observation.py</a:t>
            </a:r>
          </a:p>
          <a:p>
            <a:r>
              <a:t>commit: f5512aa35152a13a9ee164a64928674badc26ceb; SHA-256: ee33acded4f7284f67454c99f5ba7fef2b9ade2ff46f79d993522b46480edbb3</a:t>
            </a:r>
          </a:p>
          <a:p>
            <a:endParaRPr/>
          </a:p>
          <a:p>
            <a:r>
              <a:t>C05: https://github.com/F00L42/TB/blob/f5512aa35152a13a9ee164a64928674badc26ceb/dtb/reasoning/generation_states.py</a:t>
            </a:r>
          </a:p>
          <a:p>
            <a:r>
              <a:t>commit: f5512aa35152a13a9ee164a64928674badc26ceb; SHA-256: ac53373f43c7611a845ad761c8c733bbdbca3c58f626da1d020fa07691d11520</a:t>
            </a:r>
          </a:p>
          <a:p>
            <a:endParaRPr/>
          </a:p>
          <a:p>
            <a:r>
              <a:t>| U01 | [v1/engine/core.py](https://github.com/vllm-project/vllm/blob/0fc695fc6d1d82e9a5ac6835ac8e4e1c83703665/vllm/v1/engine/core.py#L1264) | `_process_engine_step` 1264–1271：EngineCoreOutputs 入队；`process_output_sockets` 1545–1603：Msgpack / ZMQ PUSH；1348–1349：处理 ABORT |</a:t>
            </a:r>
          </a:p>
          <a:p>
            <a:endParaRPr/>
          </a:p>
          <a:p>
            <a:r>
              <a:t>| U02 | [v1/engine/core_client.py](https://github.com/vllm-project/vllm/blob/0fc695fc6d1d82e9a5ac6835ac8e4e1c83703665/vllm/v1/engine/core_client.py#L990) | `AsyncMPClient` 的接收任务 990–1047：收包、解码、outputs_queue、get_output_async；1111–1113：发 ABORT |</a:t>
            </a:r>
          </a:p>
          <a:p>
            <a:endParaRPr/>
          </a:p>
          <a:p>
            <a:r>
              <a:t>| U03 | [v1/engine/async_llm.py](https://github.com/vllm-project/vllm/blob/0fc695fc6d1d82e9a5ac6835ac8e4e1c83703665/vllm/v1/engine/async_llm.py#L557) | `generate` 557–586：add_request、消费 collector 并 yield；`output_handler` 656–678：OutputProcessor；`abort` 709–718：本地输出与引擎取消 |</a:t>
            </a:r>
          </a:p>
          <a:p>
            <a:endParaRPr/>
          </a:p>
          <a:p>
            <a:r>
              <a:t>| U04 | [v1/engine/output_processor.py](https://github.com/vllm-project/vllm/blob/0fc695fc6d1d82e9a5ac6835ac8e4e1c83703665/vllm/v1/engine/output_processor.py#L45) | `RequestOutputCollector` 45–95：增量聚合与交付；`process_outputs` 618–663：detokenize、stop、logprobs、RequestOutput 入每请求 collector |</a:t>
            </a:r>
          </a:p>
          <a:p>
            <a:endParaRPr/>
          </a:p>
          <a:p>
            <a:r>
              <a:t>| U05 | [openai/chat_completion/serving.py](https://github.com/vllm-project/vllm/blob/0fc695fc6d1d82e9a5ac6835ac8e4e1c83703665/vllm/entrypoints/openai/chat_completion/serving.py#L399) | `chat_completion_stream_generator`；720–726：原生 parser.parse_delta；872–873：JSON/SSE；936：[DONE] |</a:t>
            </a:r>
          </a:p>
          <a:p>
            <a:endParaRPr/>
          </a:p>
          <a:p>
            <a:r>
              <a:t>| U06 | [openai/chat_completion/api_router.py](https://github.com/vllm-project/vllm/blob/0fc695fc6d1d82e9a5ac6835ac8e4e1c83703665/vllm/entrypoints/openai/chat_completion/api_router.py#L53) | `create_chat_completion` 53–74：调用 serving，流式返回 FastAPI StreamingResponse，media_type=text/event-stream |</a:t>
            </a:r>
          </a:p>
          <a:p>
            <a:endParaRPr/>
          </a:p>
          <a:p>
            <a:r>
              <a:t>| U07 | [entrypoints/launcher.py](https://github.com/vllm-project/vllm/blob/0fc695fc6d1d82e9a5ac6835ac8e4e1c83703665/vllm/entrypoints/launcher.py#L26) | `serve_http` 26–35、71–82：FastAPI app、Uvicorn Config/Server 与监听 socket |</a:t>
            </a:r>
          </a:p>
          <a:p>
            <a:endParaRPr/>
          </a:p>
          <a:p>
            <a:r>
              <a:t>| P01 | [dtb/request_controller.py](https://github.com/F00L42/TB/blob/f5512aa35152a13a9ee164a64928674badc26ceb/dtb/request_controller.py#L237) | `_managed_generator` 237–276：独立 producer 与 queue consumer；511–535：result_queue、状态机与 native_chat_response |</a:t>
            </a:r>
          </a:p>
          <a:p>
            <a:endParaRPr/>
          </a:p>
          <a:p>
            <a:r>
              <a:t>| P02 | [dtb/reasoning/request_context.py](https://github.com/F00L42/TB/blob/f5512aa35152a13a9ee164a64928674badc26ceb/dtb/reasoning/request_context.py#L159) | `stream_output` 159–207：输出额度及队列；`close_reasoning` 388–403：cue、闭合 token 与分隔符进入内部 prompt |</a:t>
            </a:r>
          </a:p>
          <a:p>
            <a:endParaRPr/>
          </a:p>
          <a:p>
            <a:r>
              <a:t>| P03 | [dtb/integration/vllm/response_adapter.py](https://github.com/F00L42/TB/blob/f5512aa35152a13a9ee164a64928674badc26ceb/dtb/integration/vllm/response_adapter.py#L32) | `stream_queue` 32–41、`native_chat_response` 73–97：保持原生 chat_completion_stream_generator / parser 路径 |</a:t>
            </a:r>
          </a:p>
          <a:p>
            <a:endParaRPr/>
          </a:p>
          <a:p>
            <a:r>
              <a:t>| P04 | [dtb_serving.patch](https://github.com/F00L42/TB/blob/f5512aa35152a13a9ee164a64928674badc26ceb/patches/vllm/v0.23.0/dtb_serving.patch#L97) | 97–99：serving 分派到 DTB controller；native 动作继续走原生路径 |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原页脚说明：历史长度分布不等于实际介入率或可节省比例；11 条长尾中有 9 条标题请求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emate分布：12214捕获，主Agent8306；排除29后8277。≤750为7862=94.9861%，&gt;750为415=5.0139%；P50/95/99=207/753/1002，max1841。横轴由UTC时间差计算到小时，全部点，连续线性0–2000。采集baseline标签缺完整服务端native及权重身份，不称当前交付原生行为。分布不是收益证明。</a:t>
            </a:r>
          </a:p>
          <a:p>
            <a:r>
              <a:t>178/a1：24.794401秒对18.603930秒，减少24.9672%。固定同输入重复中的一次选例，off、stream、temperature0.2/top_p1/max_tokens2048/seed20260918；budget/check750，min1，stride256，probe4，prob0.95。vanilla ID dtbtool-l178-a1-vanilla-main_20260922T070000Z_long_l178_measured；DTB ID同前缀dtb。12条输入真值包含ID、名称、级别、时间、网元，严重/重要/次要各4条，DTB final字段完整。其他attempt存在遗漏、建议错误和草稿泄漏，不能推整体质量不降。正文长度亦变化，延迟变化不能全部归因于reasoning。</a:t>
            </a:r>
          </a:p>
          <a:p>
            <a:r>
              <a:t>研发Vanilla-06对run08：按case配对9个相同主任务输入，累计LLM E2E2902.454646秒对2566.696963秒，减少11.5681%。请求392对350，后续轨迹不同。该值是各请求metrics.e2e_ms之和，不是任务wall time。平台start-end只减少3.95%。全通过任务4/9对4/9，但通过集合变化，case36回退，case29测试范围变化，不能宣称质量持平。run08缺完整manifest与显式seed，属于历史观测。</a:t>
            </a:r>
          </a:p>
          <a:p>
            <a:r>
              <a:t>图表用原始未四舍五入数据计算百分比，显示2位小数。</a:t>
            </a:r>
          </a:p>
          <a:p>
            <a:endParaRPr/>
          </a:p>
          <a:p>
            <a:r>
              <a:t>引用来源</a:t>
            </a:r>
          </a:p>
          <a:p>
            <a:r>
              <a:t>S01: https://github.com/F00L42/TB/blob/32ab2268335e00d79e0aeda4395c6ecdc06d81eb/docs/report/dtb_closeout/evidence/distribution.json</a:t>
            </a:r>
          </a:p>
          <a:p>
            <a:r>
              <a:t>commit: 32ab2268335e00d79e0aeda4395c6ecdc06d81eb; SHA-256: ce13ae6be2ccd54545f2aded72e3b9251ebea3a8a046b4a0e63fa761d2c8cddf</a:t>
            </a:r>
          </a:p>
          <a:p>
            <a:endParaRPr/>
          </a:p>
          <a:p>
            <a:r>
              <a:t>S02: https://github.com/F00L42/TB/blob/32ab2268335e00d79e0aeda4395c6ecdc06d81eb/docs/log/perf/noemate_analysis_60f2d7/request_features.jsonl</a:t>
            </a:r>
          </a:p>
          <a:p>
            <a:r>
              <a:t>commit: 32ab2268335e00d79e0aeda4395c6ecdc06d81eb; SHA-256: 5bc85c22d9b6dca6f6d5b0a2f621b9daa0252a57784f5ecafd8960aa0f18e193</a:t>
            </a:r>
          </a:p>
          <a:p>
            <a:endParaRPr/>
          </a:p>
          <a:p>
            <a:r>
              <a:t>S03: https://github.com/F00L42/TB/blob/32ab2268335e00d79e0aeda4395c6ecdc06d81eb/docs/log/perf/noemate_analysis_60f2d7/prompt_roles.json</a:t>
            </a:r>
          </a:p>
          <a:p>
            <a:r>
              <a:t>commit: 32ab2268335e00d79e0aeda4395c6ecdc06d81eb; SHA-256: 7eaad0491c7b237a93e7464f57c0d85bba6c825208c33a6eb4e20f21a0e9dca6</a:t>
            </a:r>
          </a:p>
          <a:p>
            <a:endParaRPr/>
          </a:p>
          <a:p>
            <a:r>
              <a:t>V02: https://github.com/F00L42/TB/blob/32ab2268335e00d79e0aeda4395c6ecdc06d81eb/docs/report/dtb_closeout/evidence/figures/vanilla_distribution.png</a:t>
            </a:r>
          </a:p>
          <a:p>
            <a:r>
              <a:t>commit: 32ab2268335e00d79e0aeda4395c6ecdc06d81eb; SHA-256: 27d4e563b6d648d9b4dfa4333b729963865f4f04966a8a7398943d85e0bf4a18</a:t>
            </a:r>
          </a:p>
          <a:p>
            <a:endParaRPr/>
          </a:p>
          <a:p>
            <a:r>
              <a:t>S06: https://github.com/F00L42/TB/blob/32ab2268335e00d79e0aeda4395c6ecdc06d81eb/docs/report/dtb_closeout/evidence/cards/l178_a1.json</a:t>
            </a:r>
          </a:p>
          <a:p>
            <a:r>
              <a:t>commit: 32ab2268335e00d79e0aeda4395c6ecdc06d81eb; SHA-256: deb7092670c09fea5e6ad0fa3c1c91d218a20b40607ad8a1b07a020a869c0b36</a:t>
            </a:r>
          </a:p>
          <a:p>
            <a:endParaRPr/>
          </a:p>
          <a:p>
            <a:r>
              <a:t>S07: https://github.com/F00L42/TB/blob/32ab2268335e00d79e0aeda4395c6ecdc06d81eb/docs/report/dtb_closeout/evidence/cards/l178_a3.json</a:t>
            </a:r>
          </a:p>
          <a:p>
            <a:r>
              <a:t>commit: 32ab2268335e00d79e0aeda4395c6ecdc06d81eb; SHA-256: b62ba84e446320124291aba5c0192e7dac205e6a8da0a1c9128ad05511195a4e</a:t>
            </a:r>
          </a:p>
          <a:p>
            <a:endParaRPr/>
          </a:p>
          <a:p>
            <a:r>
              <a:t>S09: https://github.com/F00L42/TB/blob/32ab2268335e00d79e0aeda4395c6ecdc06d81eb/docs/report/dtb_closeout/evidence/review/requests/l178.json</a:t>
            </a:r>
          </a:p>
          <a:p>
            <a:r>
              <a:t>commit: 32ab2268335e00d79e0aeda4395c6ecdc06d81eb; SHA-256: 6a6abff279c2a51765fce402786c5d739f27317658ec6db21397a7f366a55bde</a:t>
            </a:r>
          </a:p>
          <a:p>
            <a:endParaRPr/>
          </a:p>
          <a:p>
            <a:r>
              <a:t>N178S: https://github.com/F00L42/TB/blob/32ab2268335e00d79e0aeda4395c6ecdc06d81eb/docs/log/perf/noemate_guardrail_main_20260922T070000Z/long_l178_measured/summary.jsonl</a:t>
            </a:r>
          </a:p>
          <a:p>
            <a:r>
              <a:t>commit: 32ab2268335e00d79e0aeda4395c6ecdc06d81eb; SHA-256: 4fdf71610ef21ea2998865d9dd00ed4b01adbe6e8525092add7f973578106fe3</a:t>
            </a:r>
          </a:p>
          <a:p>
            <a:endParaRPr/>
          </a:p>
          <a:p>
            <a:r>
              <a:t>N178M: https://github.com/F00L42/TB/blob/32ab2268335e00d79e0aeda4395c6ecdc06d81eb/docs/log/perf/noemate_guardrail_main_20260922T070000Z/long_l178_measured/manifest.json</a:t>
            </a:r>
          </a:p>
          <a:p>
            <a:r>
              <a:t>commit: 32ab2268335e00d79e0aeda4395c6ecdc06d81eb; SHA-256: f8ef06083ea858d543149bec1899f6f515da2f252e7ac57b37ae2abaff4dd5a2</a:t>
            </a:r>
          </a:p>
          <a:p>
            <a:endParaRPr/>
          </a:p>
          <a:p>
            <a:r>
              <a:t>S10: https://github.com/F00L42/TB/blob/32ab2268335e00d79e0aeda4395c6ecdc06d81eb/docs/report/sum0911/sources/evidence.json</a:t>
            </a:r>
          </a:p>
          <a:p>
            <a:r>
              <a:t>commit: 32ab2268335e00d79e0aeda4395c6ecdc06d81eb; SHA-256: 57a44ab226c36d92f3233a99a90fcb195d93acda103fc80e9dd77b91320faa32</a:t>
            </a:r>
          </a:p>
          <a:p>
            <a:endParaRPr/>
          </a:p>
          <a:p>
            <a:r>
              <a:t>S11: https://github.com/F00L42/TB/blob/32ab2268335e00d79e0aeda4395c6ecdc06d81eb/docs/log/perf/agent_run07_08/analysis.json</a:t>
            </a:r>
          </a:p>
          <a:p>
            <a:r>
              <a:t>commit: 32ab2268335e00d79e0aeda4395c6ecdc06d81eb; SHA-256: 9f3bfe3b45c9e71acc8a6c0403288b390368a749aed47acbcace3871d0fd355d</a:t>
            </a:r>
          </a:p>
          <a:p>
            <a:endParaRPr/>
          </a:p>
          <a:p>
            <a:r>
              <a:t>S13: https://github.com/F00L42/TB/blob/32ab2268335e00d79e0aeda4395c6ecdc06d81eb/docs/report/agent_dtb_demo_data_memo.md</a:t>
            </a:r>
          </a:p>
          <a:p>
            <a:r>
              <a:t>commit: 32ab2268335e00d79e0aeda4395c6ecdc06d81eb; SHA-256: 44a0d6cca219e7fb4325e0e962be70b8150fa747c914e6451a4a3394181700cf</a:t>
            </a:r>
          </a:p>
          <a:p>
            <a:endParaRPr/>
          </a:p>
          <a:p>
            <a:r>
              <a:t>S15: https://github.com/F00L42/TB/blob/32ab2268335e00d79e0aeda4395c6ecdc06d81eb/docs/log/perf/agent_run07_08/RESULT.md</a:t>
            </a:r>
          </a:p>
          <a:p>
            <a:r>
              <a:t>commit: 32ab2268335e00d79e0aeda4395c6ecdc06d81eb; SHA-256: 68be7e781b49375655320e427275c1ff140085f4eb6957e6e962e79c41462c7a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原页脚说明：历史观测；178/a1 为选取样例，研发调用轨迹不同，均不代表整体质量不退化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TB交付分支codex/dtb-static-refactor，源码快照f5512aa35152a13a9ee164a64928674badc26ceb，已含system路由34f39983及LF修复0777aef4。入口dtb/、vllm_gateway/、patches/vllm/v0.23.0/和validation/replay/README.md。checkout仓库并不自动修改服务器已安装vLLM，需按部署手册应用整套代码和patch。C04记录541项测试、1966子测试、3patch检查，均为历史本地无模型验证，不能证明服务器质量性能。</a:t>
            </a:r>
          </a:p>
          <a:p>
            <a:r>
              <a:t>SDK分支codex/thinking-observer固定7ccd6b99eb7a435c2d0d1f66dce24affe0728a0d，入口thinking_observer/README.md。SDK不包含重复检测算法，TokenLimitDetector是接线示例。SDK与DTB serving patch为独立入口，不能直接叠加。停止保持已接受batch与abort尾部，不撤回已发文本。真实模型、HTTP/SSE、设备及净收益pending_remote。API转发think_budget、LightCode实现已退出交付，不恢复旧接口。</a:t>
            </a:r>
          </a:p>
          <a:p>
            <a:endParaRPr/>
          </a:p>
          <a:p>
            <a:r>
              <a:t>引用来源</a:t>
            </a:r>
          </a:p>
          <a:p>
            <a:r>
              <a:t>C01: https://github.com/F00L42/TB/blob/f5512aa35152a13a9ee164a64928674badc26ceb/dtb/README.md</a:t>
            </a:r>
          </a:p>
          <a:p>
            <a:r>
              <a:t>commit: f5512aa35152a13a9ee164a64928674badc26ceb; SHA-256: 82ecc314bbb4d519fdf46f41bc96a10c043f29f4c2fb3704ec7e0b025a036105</a:t>
            </a:r>
          </a:p>
          <a:p>
            <a:endParaRPr/>
          </a:p>
          <a:p>
            <a:r>
              <a:t>C02: https://github.com/F00L42/TB/blob/f5512aa35152a13a9ee164a64928674badc26ceb/dtb/AGENTS.md</a:t>
            </a:r>
          </a:p>
          <a:p>
            <a:r>
              <a:t>commit: f5512aa35152a13a9ee164a64928674badc26ceb; SHA-256: d01197dd8a3439e73fcee0b48a20f3851c8ccc8bebd0d6bfb9874f76ae925380</a:t>
            </a:r>
          </a:p>
          <a:p>
            <a:endParaRPr/>
          </a:p>
          <a:p>
            <a:r>
              <a:t>C03: https://github.com/F00L42/TB/blob/f5512aa35152a13a9ee164a64928674badc26ceb/docs/design/dtb_system_scene_native_routing.md</a:t>
            </a:r>
          </a:p>
          <a:p>
            <a:r>
              <a:t>commit: f5512aa35152a13a9ee164a64928674badc26ceb; SHA-256: 15a11438a37fa3e3e3db5bea5597fa7269224ce8a412a6775664642ee09815b6</a:t>
            </a:r>
          </a:p>
          <a:p>
            <a:endParaRPr/>
          </a:p>
          <a:p>
            <a:r>
              <a:t>C04: https://github.com/F00L42/TB/blob/f5512aa35152a13a9ee164a64928674badc26ceb/RESULT.md</a:t>
            </a:r>
          </a:p>
          <a:p>
            <a:r>
              <a:t>commit: f5512aa35152a13a9ee164a64928674badc26ceb; SHA-256: 1b331d04878fcf056c08754290455cc46fb0427cede6a221a7b7324080c29023</a:t>
            </a:r>
          </a:p>
          <a:p>
            <a:endParaRPr/>
          </a:p>
          <a:p>
            <a:r>
              <a:t>O01: https://github.com/F00L42/TB/blob/7ccd6b99eb7a435c2d0d1f66dce24affe0728a0d/thinking_observer/README.md</a:t>
            </a:r>
          </a:p>
          <a:p>
            <a:r>
              <a:t>commit: 7ccd6b99eb7a435c2d0d1f66dce24affe0728a0d; SHA-256: 2f248f83d61674dea7d65431b6eca885f5b0e27563a1a5819652f1e15a797fb1</a:t>
            </a:r>
          </a:p>
          <a:p>
            <a:endParaRPr/>
          </a:p>
          <a:p>
            <a:r>
              <a:t>O02: https://github.com/F00L42/TB/blob/7ccd6b99eb7a435c2d0d1f66dce24affe0728a0d/thinking_observer/docs/validation.md</a:t>
            </a:r>
          </a:p>
          <a:p>
            <a:r>
              <a:t>commit: 7ccd6b99eb7a435c2d0d1f66dce24affe0728a0d; SHA-256: d49353dca4a82150e942c29cca603a0ad49d45743920ef629cec5f6708de2a3d</a:t>
            </a:r>
          </a:p>
          <a:p>
            <a:endParaRPr/>
          </a:p>
          <a:p>
            <a:r>
              <a:t>详细口径及反例：docs/report/closeout/outlines.md；本地精简证据：docs/report/closeout/evidence/。</a:t>
            </a:r>
          </a:p>
          <a:p>
            <a:r>
              <a:t>原页脚说明：当前交付版本仍待目标服务器功能、真实并发、质量与 E2E 验收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动态思考预算控制（DTB）">
            <a:extLst>
              <a:ext uri="{FF2B5EF4-FFF2-40B4-BE49-F238E27FC236}">
                <a16:creationId xmlns:a16="http://schemas.microsoft.com/office/drawing/2014/main" id="{7941C36C-45AA-4A6F-813F-678CDA9D919B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动态思考预算控制（DTB）</a:t>
            </a:r>
          </a:p>
        </p:txBody>
      </p:sp>
      <p:sp>
        <p:nvSpPr>
          <p:cNvPr id="2" name="按场景设置预算，在生成过程中决定继续思考或收束为答案">
            <a:extLst>
              <a:ext uri="{FF2B5EF4-FFF2-40B4-BE49-F238E27FC236}">
                <a16:creationId xmlns:a16="http://schemas.microsoft.com/office/drawing/2014/main" id="{B0C7F242-0420-4CC7-AB30-5A6AA99CA435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按场景设置预算，在生成过程中决定继续思考或收束为答案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1F444D35-5EEA-4707-BB57-631C6EBB90A2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背景与问题">
            <a:extLst>
              <a:ext uri="{FF2B5EF4-FFF2-40B4-BE49-F238E27FC236}">
                <a16:creationId xmlns:a16="http://schemas.microsoft.com/office/drawing/2014/main" id="{C2E23F3F-A7C9-409F-BAB2-AB8DF83C5CFB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4857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背景与问题</a:t>
            </a:r>
          </a:p>
        </p:txBody>
      </p:sp>
      <p:sp>
        <p:nvSpPr>
          <p:cNvPr id="7" name="同一任务的思考步骤与耗时存在波动，&#10;Agent 多轮调用会累积这些等待。">
            <a:extLst>
              <a:ext uri="{FF2B5EF4-FFF2-40B4-BE49-F238E27FC236}">
                <a16:creationId xmlns:a16="http://schemas.microsoft.com/office/drawing/2014/main" id="{C7EB0709-A4CC-4B2B-84D4-7422AC8435EB}"/>
              </a:ext>
            </a:extLst>
          </p:cNvPr>
          <p:cNvSpPr>
            <a:spLocks noGrp="1"/>
          </p:cNvSpPr>
          <p:nvPr/>
        </p:nvSpPr>
        <p:spPr>
          <a:xfrm>
            <a:off x="704850" y="2562225"/>
            <a:ext cx="5095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同一任务的思考步骤与耗时存在波动，</a:t>
            </a:r>
          </a:p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Agent 多轮调用会累积这些等待。</a:t>
            </a:r>
          </a:p>
        </p:txBody>
      </p:sp>
      <p:sp>
        <p:nvSpPr>
          <p:cNvPr id="8" name="信息已经足够，模型仍可能反复推敲，&#10;思考越长，并不意味着任务收益越大。">
            <a:extLst>
              <a:ext uri="{FF2B5EF4-FFF2-40B4-BE49-F238E27FC236}">
                <a16:creationId xmlns:a16="http://schemas.microsoft.com/office/drawing/2014/main" id="{FA3F7668-7754-4FD2-B406-3EC14259A1E5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509587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信息已经足够，模型仍可能反复推敲，</a:t>
            </a:r>
          </a:p>
          <a:p>
            <a:pPr algn="l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思考越长，并不意味着任务收益越大。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0ACC1323-3CA0-48F8-B12C-7A50F8F46FEB}"/>
              </a:ext>
            </a:extLst>
          </p:cNvPr>
          <p:cNvSpPr>
            <a:spLocks noGrp="1"/>
          </p:cNvSpPr>
          <p:nvPr/>
        </p:nvSpPr>
        <p:spPr>
          <a:xfrm>
            <a:off x="704850" y="4505325"/>
            <a:ext cx="5019675" cy="0"/>
          </a:xfrm>
          <a:prstGeom prst="line">
            <a:avLst/>
          </a:prstGeom>
          <a:noFill/>
          <a:ln w="9525">
            <a:solidFill>
              <a:srgbClr val="E8EFF2"/>
            </a:solidFill>
          </a:ln>
        </p:spPr>
      </p:sp>
      <p:sp>
        <p:nvSpPr>
          <p:cNvPr id="10" name="核心思想">
            <a:extLst>
              <a:ext uri="{FF2B5EF4-FFF2-40B4-BE49-F238E27FC236}">
                <a16:creationId xmlns:a16="http://schemas.microsoft.com/office/drawing/2014/main" id="{71A46DA2-6288-4E6E-9CDE-BD71F1AC32BB}"/>
              </a:ext>
            </a:extLst>
          </p:cNvPr>
          <p:cNvSpPr>
            <a:spLocks noGrp="1"/>
          </p:cNvSpPr>
          <p:nvPr/>
        </p:nvSpPr>
        <p:spPr>
          <a:xfrm>
            <a:off x="704850" y="470535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核心思想</a:t>
            </a:r>
          </a:p>
        </p:txBody>
      </p:sp>
      <p:sp>
        <p:nvSpPr>
          <p:cNvPr id="11" name="用预算约束思考长度，&#10;用生成中检查决定是否继续。">
            <a:extLst>
              <a:ext uri="{FF2B5EF4-FFF2-40B4-BE49-F238E27FC236}">
                <a16:creationId xmlns:a16="http://schemas.microsoft.com/office/drawing/2014/main" id="{C2299EDB-E1AA-47EA-8511-26D83D65D366}"/>
              </a:ext>
            </a:extLst>
          </p:cNvPr>
          <p:cNvSpPr>
            <a:spLocks noGrp="1"/>
          </p:cNvSpPr>
          <p:nvPr/>
        </p:nvSpPr>
        <p:spPr>
          <a:xfrm>
            <a:off x="704850" y="5238750"/>
            <a:ext cx="50958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用预算约束思考长度，</a:t>
            </a:r>
          </a:p>
          <a:p>
            <a:pPr algn="l">
              <a:def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用生成中检查决定是否继续。</a:t>
            </a:r>
          </a:p>
        </p:txBody>
      </p:sp>
      <p:sp>
        <p:nvSpPr>
          <p:cNvPr id="12" name="质量与协议正确是前提，&#10;收益按客户端端到端耗时衡量。">
            <a:extLst>
              <a:ext uri="{FF2B5EF4-FFF2-40B4-BE49-F238E27FC236}">
                <a16:creationId xmlns:a16="http://schemas.microsoft.com/office/drawing/2014/main" id="{E9E88242-F729-4256-8FB2-23DE63C1A421}"/>
              </a:ext>
            </a:extLst>
          </p:cNvPr>
          <p:cNvSpPr>
            <a:spLocks noGrp="1"/>
          </p:cNvSpPr>
          <p:nvPr/>
        </p:nvSpPr>
        <p:spPr>
          <a:xfrm>
            <a:off x="704850" y="6191250"/>
            <a:ext cx="509587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质量与协议正确是前提，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收益按客户端端到端耗时衡量。</a:t>
            </a:r>
          </a:p>
        </p:txBody>
      </p:sp>
      <p:sp>
        <p:nvSpPr>
          <p:cNvPr id="13" name="实现位置：vLLM 服务内部">
            <a:extLst>
              <a:ext uri="{FF2B5EF4-FFF2-40B4-BE49-F238E27FC236}">
                <a16:creationId xmlns:a16="http://schemas.microsoft.com/office/drawing/2014/main" id="{CE7D3089-32F2-476D-B39E-38BA88DE4EF6}"/>
              </a:ext>
            </a:extLst>
          </p:cNvPr>
          <p:cNvSpPr>
            <a:spLocks noGrp="1"/>
          </p:cNvSpPr>
          <p:nvPr/>
        </p:nvSpPr>
        <p:spPr>
          <a:xfrm>
            <a:off x="704850" y="7219950"/>
            <a:ext cx="509587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实现位置：vLLM 服务内部</a:t>
            </a:r>
          </a:p>
        </p:txBody>
      </p:sp>
      <p:sp>
        <p:nvSpPr>
          <p:cNvPr id="14" name="整体架构：场景预算与生成中检查">
            <a:extLst>
              <a:ext uri="{FF2B5EF4-FFF2-40B4-BE49-F238E27FC236}">
                <a16:creationId xmlns:a16="http://schemas.microsoft.com/office/drawing/2014/main" id="{791CA6B5-2FBF-45D2-A024-C925A7D410B1}"/>
              </a:ext>
            </a:extLst>
          </p:cNvPr>
          <p:cNvSpPr>
            <a:spLocks noGrp="1"/>
          </p:cNvSpPr>
          <p:nvPr/>
        </p:nvSpPr>
        <p:spPr>
          <a:xfrm>
            <a:off x="6362700" y="1971675"/>
            <a:ext cx="81724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整体架构：场景预算与生成中检查</a:t>
            </a:r>
          </a:p>
        </p:txBody>
      </p:sp>
      <p:sp>
        <p:nvSpPr>
          <p:cNvPr id="15" name="Agent 请求">
            <a:extLst>
              <a:ext uri="{FF2B5EF4-FFF2-40B4-BE49-F238E27FC236}">
                <a16:creationId xmlns:a16="http://schemas.microsoft.com/office/drawing/2014/main" id="{2ECB5A0F-DC6E-433C-90D2-D844E84CD7BD}"/>
              </a:ext>
            </a:extLst>
          </p:cNvPr>
          <p:cNvSpPr>
            <a:spLocks noGrp="1"/>
          </p:cNvSpPr>
          <p:nvPr/>
        </p:nvSpPr>
        <p:spPr>
          <a:xfrm>
            <a:off x="6381750" y="2714625"/>
            <a:ext cx="171450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Agent 请求</a:t>
            </a:r>
          </a:p>
        </p:txBody>
      </p:sp>
      <p:sp>
        <p:nvSpPr>
          <p:cNvPr id="16" name="场景识别&#10;与路由">
            <a:extLst>
              <a:ext uri="{FF2B5EF4-FFF2-40B4-BE49-F238E27FC236}">
                <a16:creationId xmlns:a16="http://schemas.microsoft.com/office/drawing/2014/main" id="{A0BEA28A-7533-4B6D-A67D-7676B30BE5E1}"/>
              </a:ext>
            </a:extLst>
          </p:cNvPr>
          <p:cNvSpPr>
            <a:spLocks noGrp="1"/>
          </p:cNvSpPr>
          <p:nvPr/>
        </p:nvSpPr>
        <p:spPr>
          <a:xfrm>
            <a:off x="8562975" y="2714625"/>
            <a:ext cx="200025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场景识别</a:t>
            </a:r>
          </a:p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与路由</a:t>
            </a:r>
          </a:p>
        </p:txBody>
      </p:sp>
      <p:sp>
        <p:nvSpPr>
          <p:cNvPr id="17" name="预算参数&#10;阈值 / 步长 / 上限">
            <a:extLst>
              <a:ext uri="{FF2B5EF4-FFF2-40B4-BE49-F238E27FC236}">
                <a16:creationId xmlns:a16="http://schemas.microsoft.com/office/drawing/2014/main" id="{703130EB-D5E2-46B8-83E9-4E2F1186416B}"/>
              </a:ext>
            </a:extLst>
          </p:cNvPr>
          <p:cNvSpPr>
            <a:spLocks noGrp="1"/>
          </p:cNvSpPr>
          <p:nvPr/>
        </p:nvSpPr>
        <p:spPr>
          <a:xfrm>
            <a:off x="11029950" y="2714625"/>
            <a:ext cx="3495675" cy="723900"/>
          </a:xfrm>
          <a:prstGeom prst="rect">
            <a:avLst/>
          </a:prstGeom>
          <a:solidFill>
            <a:srgbClr val="FFF4E4"/>
          </a:solidFill>
          <a:ln w="19050">
            <a:solidFill>
              <a:srgbClr val="B16A16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预算参数</a:t>
            </a:r>
          </a:p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阈值 / 步长 / 上限</a:t>
            </a:r>
          </a:p>
        </p:txBody>
      </p:sp>
      <p:sp>
        <p:nvSpPr>
          <p:cNvPr id="18" name="vLLM 生成与观察">
            <a:extLst>
              <a:ext uri="{FF2B5EF4-FFF2-40B4-BE49-F238E27FC236}">
                <a16:creationId xmlns:a16="http://schemas.microsoft.com/office/drawing/2014/main" id="{8DBD983E-8EA7-4161-A62D-0BDF7BE69A9E}"/>
              </a:ext>
            </a:extLst>
          </p:cNvPr>
          <p:cNvSpPr>
            <a:spLocks noGrp="1"/>
          </p:cNvSpPr>
          <p:nvPr/>
        </p:nvSpPr>
        <p:spPr>
          <a:xfrm>
            <a:off x="9263063" y="4210050"/>
            <a:ext cx="2714625" cy="752475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vLLM 生成与观察</a:t>
            </a:r>
          </a:p>
        </p:txBody>
      </p:sp>
      <p:sp>
        <p:nvSpPr>
          <p:cNvPr id="19" name="隐藏试答&#10;Token 概率评分">
            <a:extLst>
              <a:ext uri="{FF2B5EF4-FFF2-40B4-BE49-F238E27FC236}">
                <a16:creationId xmlns:a16="http://schemas.microsoft.com/office/drawing/2014/main" id="{AFB729D1-F838-4999-A660-8E7435A44682}"/>
              </a:ext>
            </a:extLst>
          </p:cNvPr>
          <p:cNvSpPr>
            <a:spLocks noGrp="1"/>
          </p:cNvSpPr>
          <p:nvPr/>
        </p:nvSpPr>
        <p:spPr>
          <a:xfrm>
            <a:off x="9429750" y="5924550"/>
            <a:ext cx="2381250" cy="838200"/>
          </a:xfrm>
          <a:prstGeom prst="rect">
            <a:avLst/>
          </a:prstGeom>
          <a:solidFill>
            <a:srgbClr val="FFF4E4"/>
          </a:solidFill>
          <a:ln w="19050">
            <a:solidFill>
              <a:srgbClr val="B16A16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隐藏试答</a:t>
            </a:r>
          </a:p>
          <a:p>
            <a:pPr algn="ctr">
              <a:def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Token 概率评分</a:t>
            </a:r>
          </a:p>
        </p:txBody>
      </p:sp>
      <p:sp>
        <p:nvSpPr>
          <p:cNvPr id="20" name="继续思考">
            <a:extLst>
              <a:ext uri="{FF2B5EF4-FFF2-40B4-BE49-F238E27FC236}">
                <a16:creationId xmlns:a16="http://schemas.microsoft.com/office/drawing/2014/main" id="{F19F0C43-5024-4DCE-BF33-3FB7DE5C6981}"/>
              </a:ext>
            </a:extLst>
          </p:cNvPr>
          <p:cNvSpPr>
            <a:spLocks noGrp="1"/>
          </p:cNvSpPr>
          <p:nvPr/>
        </p:nvSpPr>
        <p:spPr>
          <a:xfrm>
            <a:off x="6381750" y="5924550"/>
            <a:ext cx="1962150" cy="8382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继续思考</a:t>
            </a:r>
          </a:p>
        </p:txBody>
      </p:sp>
      <p:sp>
        <p:nvSpPr>
          <p:cNvPr id="21" name="引导收束&#10;最终生成">
            <a:extLst>
              <a:ext uri="{FF2B5EF4-FFF2-40B4-BE49-F238E27FC236}">
                <a16:creationId xmlns:a16="http://schemas.microsoft.com/office/drawing/2014/main" id="{1FFF0465-EC66-49E6-A556-B8DC36B6DF9C}"/>
              </a:ext>
            </a:extLst>
          </p:cNvPr>
          <p:cNvSpPr>
            <a:spLocks noGrp="1"/>
          </p:cNvSpPr>
          <p:nvPr/>
        </p:nvSpPr>
        <p:spPr>
          <a:xfrm>
            <a:off x="12782550" y="5924550"/>
            <a:ext cx="1743075" cy="8382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引导收束</a:t>
            </a:r>
          </a:p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最终生成</a:t>
            </a:r>
          </a:p>
        </p:txBody>
      </p:sp>
      <p:sp>
        <p:nvSpPr>
          <p:cNvPr id="22" name="原生 reasoning / tool parser 与响应输出">
            <a:extLst>
              <a:ext uri="{FF2B5EF4-FFF2-40B4-BE49-F238E27FC236}">
                <a16:creationId xmlns:a16="http://schemas.microsoft.com/office/drawing/2014/main" id="{8B8E7667-3E26-4A15-89E5-E0D09D944EBA}"/>
              </a:ext>
            </a:extLst>
          </p:cNvPr>
          <p:cNvSpPr>
            <a:spLocks noGrp="1"/>
          </p:cNvSpPr>
          <p:nvPr/>
        </p:nvSpPr>
        <p:spPr>
          <a:xfrm>
            <a:off x="8801100" y="7239000"/>
            <a:ext cx="5724525" cy="504825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 reasoning / tool parser 与响应输出</a:t>
            </a:r>
          </a:p>
        </p:txBody>
      </p:sp>
      <p:cxnSp>
        <p:nvCxnSpPr>
          <p:cNvPr id="59" name="直接箭头连接符 58"/>
          <p:cNvCxnSpPr>
            <a:stCxn id="15" idx="3"/>
            <a:endCxn id="16" idx="1"/>
          </p:cNvCxnSpPr>
          <p:nvPr/>
        </p:nvCxnSpPr>
        <p:spPr>
          <a:xfrm>
            <a:off x="8096250" y="3076575"/>
            <a:ext cx="466725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60" name="直接箭头连接符 59"/>
          <p:cNvCxnSpPr>
            <a:stCxn id="16" idx="3"/>
            <a:endCxn id="17" idx="1"/>
          </p:cNvCxnSpPr>
          <p:nvPr/>
        </p:nvCxnSpPr>
        <p:spPr>
          <a:xfrm>
            <a:off x="10563225" y="3076575"/>
            <a:ext cx="466725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61" name="连接符: 肘形 60"/>
          <p:cNvCxnSpPr>
            <a:stCxn id="17" idx="2"/>
            <a:endCxn id="18" idx="0"/>
          </p:cNvCxnSpPr>
          <p:nvPr/>
        </p:nvCxnSpPr>
        <p:spPr>
          <a:xfrm flipH="1">
            <a:off x="10620376" y="3438525"/>
            <a:ext cx="2157412" cy="7715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62" name="直接箭头连接符 61"/>
          <p:cNvCxnSpPr>
            <a:stCxn id="18" idx="2"/>
            <a:endCxn id="19" idx="0"/>
          </p:cNvCxnSpPr>
          <p:nvPr/>
        </p:nvCxnSpPr>
        <p:spPr>
          <a:xfrm flipH="1">
            <a:off x="10620375" y="4962525"/>
            <a:ext cx="1" cy="962025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27" name="满足检查条件">
            <a:extLst>
              <a:ext uri="{FF2B5EF4-FFF2-40B4-BE49-F238E27FC236}">
                <a16:creationId xmlns:a16="http://schemas.microsoft.com/office/drawing/2014/main" id="{B8E2E45E-85DF-4225-A8E9-DA539B8693B6}"/>
              </a:ext>
            </a:extLst>
          </p:cNvPr>
          <p:cNvSpPr>
            <a:spLocks noGrp="1"/>
          </p:cNvSpPr>
          <p:nvPr/>
        </p:nvSpPr>
        <p:spPr>
          <a:xfrm>
            <a:off x="10772775" y="5219700"/>
            <a:ext cx="13811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满足检查条件</a:t>
            </a:r>
          </a:p>
        </p:txBody>
      </p:sp>
      <p:cxnSp>
        <p:nvCxnSpPr>
          <p:cNvPr id="64" name="直接箭头连接符 63"/>
          <p:cNvCxnSpPr>
            <a:stCxn id="19" idx="1"/>
            <a:endCxn id="20" idx="3"/>
          </p:cNvCxnSpPr>
          <p:nvPr/>
        </p:nvCxnSpPr>
        <p:spPr>
          <a:xfrm flipH="1">
            <a:off x="8343900" y="6343650"/>
            <a:ext cx="10858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29" name="评分不足&#10;且有预算">
            <a:extLst>
              <a:ext uri="{FF2B5EF4-FFF2-40B4-BE49-F238E27FC236}">
                <a16:creationId xmlns:a16="http://schemas.microsoft.com/office/drawing/2014/main" id="{1B251CCB-610A-4C54-8DA4-044FDB31F556}"/>
              </a:ext>
            </a:extLst>
          </p:cNvPr>
          <p:cNvSpPr>
            <a:spLocks noGrp="1"/>
          </p:cNvSpPr>
          <p:nvPr/>
        </p:nvSpPr>
        <p:spPr>
          <a:xfrm>
            <a:off x="8353425" y="5810250"/>
            <a:ext cx="10382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评分不足</a:t>
            </a:r>
          </a:p>
          <a:p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且有预算</a:t>
            </a:r>
          </a:p>
        </p:txBody>
      </p:sp>
      <p:cxnSp>
        <p:nvCxnSpPr>
          <p:cNvPr id="66" name="连接符: 肘形 65"/>
          <p:cNvCxnSpPr>
            <a:stCxn id="20" idx="0"/>
            <a:endCxn id="18" idx="1"/>
          </p:cNvCxnSpPr>
          <p:nvPr/>
        </p:nvCxnSpPr>
        <p:spPr>
          <a:xfrm flipV="1">
            <a:off x="7362825" y="4586288"/>
            <a:ext cx="1900238" cy="1338263"/>
          </a:xfrm>
          <a:prstGeom prst="bentConnector5">
            <a:avLst>
              <a:gd name="adj1" fmla="val 0"/>
              <a:gd name="adj2" fmla="val 17082"/>
              <a:gd name="adj3" fmla="val 87970"/>
            </a:avLst>
          </a:prstGeom>
          <a:ln w="19050">
            <a:solidFill>
              <a:srgbClr val="536B7C"/>
            </a:solidFill>
            <a:prstDash val="dash"/>
            <a:tailEnd type="triangle" w="sm" len="sm"/>
          </a:ln>
        </p:spPr>
      </p:cxnSp>
      <p:cxnSp>
        <p:nvCxnSpPr>
          <p:cNvPr id="67" name="直接箭头连接符 66"/>
          <p:cNvCxnSpPr>
            <a:stCxn id="19" idx="3"/>
            <a:endCxn id="21" idx="1"/>
          </p:cNvCxnSpPr>
          <p:nvPr/>
        </p:nvCxnSpPr>
        <p:spPr>
          <a:xfrm>
            <a:off x="11811000" y="6343650"/>
            <a:ext cx="9715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32" name="评分达标">
            <a:extLst>
              <a:ext uri="{FF2B5EF4-FFF2-40B4-BE49-F238E27FC236}">
                <a16:creationId xmlns:a16="http://schemas.microsoft.com/office/drawing/2014/main" id="{D088D0C0-D674-40C4-B6F7-DD7075981F6D}"/>
              </a:ext>
            </a:extLst>
          </p:cNvPr>
          <p:cNvSpPr>
            <a:spLocks noGrp="1"/>
          </p:cNvSpPr>
          <p:nvPr/>
        </p:nvSpPr>
        <p:spPr>
          <a:xfrm>
            <a:off x="11820525" y="5943600"/>
            <a:ext cx="9620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评分达标</a:t>
            </a:r>
          </a:p>
        </p:txBody>
      </p:sp>
      <p:cxnSp>
        <p:nvCxnSpPr>
          <p:cNvPr id="69" name="连接符: 肘形 68"/>
          <p:cNvCxnSpPr>
            <a:stCxn id="18" idx="3"/>
            <a:endCxn id="21" idx="0"/>
          </p:cNvCxnSpPr>
          <p:nvPr/>
        </p:nvCxnSpPr>
        <p:spPr>
          <a:xfrm>
            <a:off x="11977688" y="4586288"/>
            <a:ext cx="1676399" cy="1338263"/>
          </a:xfrm>
          <a:prstGeom prst="bentConnector4">
            <a:avLst>
              <a:gd name="adj1" fmla="val 32670"/>
              <a:gd name="adj2" fmla="val 82918"/>
            </a:avLst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34" name="预算耗尽">
            <a:extLst>
              <a:ext uri="{FF2B5EF4-FFF2-40B4-BE49-F238E27FC236}">
                <a16:creationId xmlns:a16="http://schemas.microsoft.com/office/drawing/2014/main" id="{06542FF6-E6CC-4E03-91B4-E3727CD6FE54}"/>
              </a:ext>
            </a:extLst>
          </p:cNvPr>
          <p:cNvSpPr>
            <a:spLocks noGrp="1"/>
          </p:cNvSpPr>
          <p:nvPr/>
        </p:nvSpPr>
        <p:spPr>
          <a:xfrm>
            <a:off x="12639675" y="4743450"/>
            <a:ext cx="18288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预算耗尽</a:t>
            </a:r>
          </a:p>
        </p:txBody>
      </p:sp>
      <p:cxnSp>
        <p:nvCxnSpPr>
          <p:cNvPr id="71" name="连接符: 肘形 70"/>
          <p:cNvCxnSpPr>
            <a:stCxn id="21" idx="2"/>
            <a:endCxn id="22" idx="0"/>
          </p:cNvCxnSpPr>
          <p:nvPr/>
        </p:nvCxnSpPr>
        <p:spPr>
          <a:xfrm flipH="1">
            <a:off x="11663363" y="6762750"/>
            <a:ext cx="1990725" cy="4762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536B7C"/>
            </a:solidFill>
            <a:tailEnd type="triangle" w="sm" len="sm"/>
          </a:ln>
        </p:spPr>
      </p:cxnSp>
      <p:sp>
        <p:nvSpPr>
          <p:cNvPr id="36" name="原生分流或自然结束&#10;沿原生路径完成响应">
            <a:extLst>
              <a:ext uri="{FF2B5EF4-FFF2-40B4-BE49-F238E27FC236}">
                <a16:creationId xmlns:a16="http://schemas.microsoft.com/office/drawing/2014/main" id="{488AAA95-8BE1-4CFA-9389-2812CFE1E8BC}"/>
              </a:ext>
            </a:extLst>
          </p:cNvPr>
          <p:cNvSpPr>
            <a:spLocks noGrp="1"/>
          </p:cNvSpPr>
          <p:nvPr/>
        </p:nvSpPr>
        <p:spPr>
          <a:xfrm>
            <a:off x="6372225" y="7200900"/>
            <a:ext cx="234315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原生分流或自然结束</a:t>
            </a:r>
          </a:p>
          <a:p>
            <a:pPr algn="l">
              <a:def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沿原生路径完成响应</a:t>
            </a:r>
          </a:p>
        </p:txBody>
      </p:sp>
    </p:spTree>
    <p:extLst>
      <p:ext uri="{BB962C8B-B14F-4D97-AF65-F5344CB8AC3E}">
        <p14:creationId xmlns:p14="http://schemas.microsoft.com/office/powerpoint/2010/main" val="737272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流式与投机解码兼容">
            <a:extLst>
              <a:ext uri="{FF2B5EF4-FFF2-40B4-BE49-F238E27FC236}">
                <a16:creationId xmlns:a16="http://schemas.microsoft.com/office/drawing/2014/main" id="{1CFF9B2A-DAAC-4C4A-883E-5D620DE21D83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流式与投机解码兼容</a:t>
            </a:r>
          </a:p>
        </p:txBody>
      </p:sp>
      <p:sp>
        <p:nvSpPr>
          <p:cNvPr id="2" name="接管生成后，文本、token ID、工具参数和结束事件仍需连续、合法">
            <a:extLst>
              <a:ext uri="{FF2B5EF4-FFF2-40B4-BE49-F238E27FC236}">
                <a16:creationId xmlns:a16="http://schemas.microsoft.com/office/drawing/2014/main" id="{45943B0A-7245-4817-91E0-894FA40D0BC1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接管生成后，文本、token ID、工具参数和结束事件仍需连续、合法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264C0A9C-601D-4C9B-BD1D-F7F781364E48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099F88A7-31A7-4082-8132-850851DD4B7E}"/>
              </a:ext>
            </a:extLst>
          </p:cNvPr>
          <p:cNvSpPr>
            <a:spLocks noGrp="1"/>
          </p:cNvSpPr>
          <p:nvPr/>
        </p:nvSpPr>
        <p:spPr>
          <a:xfrm>
            <a:off x="1076325" y="2657475"/>
            <a:ext cx="12858750" cy="0"/>
          </a:xfrm>
          <a:prstGeom prst="line">
            <a:avLst/>
          </a:prstGeom>
          <a:noFill/>
          <a:ln w="28575">
            <a:solidFill>
              <a:srgbClr val="CEDCE3"/>
            </a:solidFill>
          </a:ln>
        </p:spPr>
      </p:sp>
      <p:sp>
        <p:nvSpPr>
          <p:cNvPr id="7" name="8/13–8/14">
            <a:extLst>
              <a:ext uri="{FF2B5EF4-FFF2-40B4-BE49-F238E27FC236}">
                <a16:creationId xmlns:a16="http://schemas.microsoft.com/office/drawing/2014/main" id="{D36D2CFD-B029-41C2-893A-DF60D5E51302}"/>
              </a:ext>
            </a:extLst>
          </p:cNvPr>
          <p:cNvSpPr>
            <a:spLocks noGrp="1"/>
          </p:cNvSpPr>
          <p:nvPr/>
        </p:nvSpPr>
        <p:spPr>
          <a:xfrm>
            <a:off x="70485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8/13–8/14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AD5302D-5E1C-4916-9338-AE27C81A55A9}"/>
              </a:ext>
            </a:extLst>
          </p:cNvPr>
          <p:cNvSpPr>
            <a:spLocks noGrp="1"/>
          </p:cNvSpPr>
          <p:nvPr/>
        </p:nvSpPr>
        <p:spPr>
          <a:xfrm>
            <a:off x="105727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9" name="输出边界">
            <a:extLst>
              <a:ext uri="{FF2B5EF4-FFF2-40B4-BE49-F238E27FC236}">
                <a16:creationId xmlns:a16="http://schemas.microsoft.com/office/drawing/2014/main" id="{1073077A-BDA5-426C-AA9B-F690D61A2169}"/>
              </a:ext>
            </a:extLst>
          </p:cNvPr>
          <p:cNvSpPr>
            <a:spLocks noGrp="1"/>
          </p:cNvSpPr>
          <p:nvPr/>
        </p:nvSpPr>
        <p:spPr>
          <a:xfrm>
            <a:off x="70485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输出边界</a:t>
            </a:r>
          </a:p>
        </p:txBody>
      </p:sp>
      <p:sp>
        <p:nvSpPr>
          <p:cNvPr id="10" name="tool 后多出正文">
            <a:extLst>
              <a:ext uri="{FF2B5EF4-FFF2-40B4-BE49-F238E27FC236}">
                <a16:creationId xmlns:a16="http://schemas.microsoft.com/office/drawing/2014/main" id="{30EA0666-F2D8-4DE6-8A66-04D9386F01EF}"/>
              </a:ext>
            </a:extLst>
          </p:cNvPr>
          <p:cNvSpPr>
            <a:spLocks noGrp="1"/>
          </p:cNvSpPr>
          <p:nvPr/>
        </p:nvSpPr>
        <p:spPr>
          <a:xfrm>
            <a:off x="70485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tool 后多出正文</a:t>
            </a:r>
          </a:p>
        </p:txBody>
      </p:sp>
      <p:sp>
        <p:nvSpPr>
          <p:cNvPr id="11" name="50/100">
            <a:extLst>
              <a:ext uri="{FF2B5EF4-FFF2-40B4-BE49-F238E27FC236}">
                <a16:creationId xmlns:a16="http://schemas.microsoft.com/office/drawing/2014/main" id="{E26A351C-C8AF-47BB-8982-5758B6CE9162}"/>
              </a:ext>
            </a:extLst>
          </p:cNvPr>
          <p:cNvSpPr>
            <a:spLocks noGrp="1"/>
          </p:cNvSpPr>
          <p:nvPr/>
        </p:nvSpPr>
        <p:spPr>
          <a:xfrm>
            <a:off x="70485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50/100</a:t>
            </a:r>
          </a:p>
        </p:txBody>
      </p:sp>
      <p:sp>
        <p:nvSpPr>
          <p:cNvPr id="12" name="修正后 0/100">
            <a:extLst>
              <a:ext uri="{FF2B5EF4-FFF2-40B4-BE49-F238E27FC236}">
                <a16:creationId xmlns:a16="http://schemas.microsoft.com/office/drawing/2014/main" id="{140687BE-382E-4201-99A3-8ADAF9A8FC78}"/>
              </a:ext>
            </a:extLst>
          </p:cNvPr>
          <p:cNvSpPr>
            <a:spLocks noGrp="1"/>
          </p:cNvSpPr>
          <p:nvPr/>
        </p:nvSpPr>
        <p:spPr>
          <a:xfrm>
            <a:off x="70485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修正后 0/100</a:t>
            </a:r>
          </a:p>
        </p:txBody>
      </p:sp>
      <p:sp>
        <p:nvSpPr>
          <p:cNvPr id="13" name="对齐文本与 token ID&#10;处理 XML 和 role 尾流">
            <a:extLst>
              <a:ext uri="{FF2B5EF4-FFF2-40B4-BE49-F238E27FC236}">
                <a16:creationId xmlns:a16="http://schemas.microsoft.com/office/drawing/2014/main" id="{9F8C93C0-41DE-45D2-A756-A75FE4AC8BE7}"/>
              </a:ext>
            </a:extLst>
          </p:cNvPr>
          <p:cNvSpPr>
            <a:spLocks noGrp="1"/>
          </p:cNvSpPr>
          <p:nvPr/>
        </p:nvSpPr>
        <p:spPr>
          <a:xfrm>
            <a:off x="70485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对齐文本与 token ID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处理 XML 和 role 尾流</a:t>
            </a:r>
          </a:p>
        </p:txBody>
      </p:sp>
      <p:sp>
        <p:nvSpPr>
          <p:cNvPr id="14" name="8/17–8/19">
            <a:extLst>
              <a:ext uri="{FF2B5EF4-FFF2-40B4-BE49-F238E27FC236}">
                <a16:creationId xmlns:a16="http://schemas.microsoft.com/office/drawing/2014/main" id="{9FFFDABF-11A2-452E-AC57-5638FF01ADCC}"/>
              </a:ext>
            </a:extLst>
          </p:cNvPr>
          <p:cNvSpPr>
            <a:spLocks noGrp="1"/>
          </p:cNvSpPr>
          <p:nvPr/>
        </p:nvSpPr>
        <p:spPr>
          <a:xfrm>
            <a:off x="422910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8/17–8/19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58AE8D8-C26F-4976-AD73-F293569C76B9}"/>
              </a:ext>
            </a:extLst>
          </p:cNvPr>
          <p:cNvSpPr>
            <a:spLocks noGrp="1"/>
          </p:cNvSpPr>
          <p:nvPr/>
        </p:nvSpPr>
        <p:spPr>
          <a:xfrm>
            <a:off x="458152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16" name="连续工具调用">
            <a:extLst>
              <a:ext uri="{FF2B5EF4-FFF2-40B4-BE49-F238E27FC236}">
                <a16:creationId xmlns:a16="http://schemas.microsoft.com/office/drawing/2014/main" id="{8CDD8751-8E04-461F-B7D6-D6E2E4D19C6F}"/>
              </a:ext>
            </a:extLst>
          </p:cNvPr>
          <p:cNvSpPr>
            <a:spLocks noGrp="1"/>
          </p:cNvSpPr>
          <p:nvPr/>
        </p:nvSpPr>
        <p:spPr>
          <a:xfrm>
            <a:off x="422910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连续工具调用</a:t>
            </a:r>
          </a:p>
        </p:txBody>
      </p:sp>
      <p:sp>
        <p:nvSpPr>
          <p:cNvPr id="17" name="265 个调用">
            <a:extLst>
              <a:ext uri="{FF2B5EF4-FFF2-40B4-BE49-F238E27FC236}">
                <a16:creationId xmlns:a16="http://schemas.microsoft.com/office/drawing/2014/main" id="{DAF6C3F7-B96A-4AE7-9731-B69BC960F94B}"/>
              </a:ext>
            </a:extLst>
          </p:cNvPr>
          <p:cNvSpPr>
            <a:spLocks noGrp="1"/>
          </p:cNvSpPr>
          <p:nvPr/>
        </p:nvSpPr>
        <p:spPr>
          <a:xfrm>
            <a:off x="422910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265 个调用</a:t>
            </a:r>
          </a:p>
        </p:txBody>
      </p:sp>
      <p:sp>
        <p:nvSpPr>
          <p:cNvPr id="18" name="0">
            <a:extLst>
              <a:ext uri="{FF2B5EF4-FFF2-40B4-BE49-F238E27FC236}">
                <a16:creationId xmlns:a16="http://schemas.microsoft.com/office/drawing/2014/main" id="{4E10FBB9-B119-40A8-8E73-6CE4CE7B068B}"/>
              </a:ext>
            </a:extLst>
          </p:cNvPr>
          <p:cNvSpPr>
            <a:spLocks noGrp="1"/>
          </p:cNvSpPr>
          <p:nvPr/>
        </p:nvSpPr>
        <p:spPr>
          <a:xfrm>
            <a:off x="422910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9" name="目标结构异常">
            <a:extLst>
              <a:ext uri="{FF2B5EF4-FFF2-40B4-BE49-F238E27FC236}">
                <a16:creationId xmlns:a16="http://schemas.microsoft.com/office/drawing/2014/main" id="{07B6651C-FAC7-4CE4-B1FA-9649C00294E9}"/>
              </a:ext>
            </a:extLst>
          </p:cNvPr>
          <p:cNvSpPr>
            <a:spLocks noGrp="1"/>
          </p:cNvSpPr>
          <p:nvPr/>
        </p:nvSpPr>
        <p:spPr>
          <a:xfrm>
            <a:off x="422910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目标结构异常</a:t>
            </a:r>
          </a:p>
        </p:txBody>
      </p:sp>
      <p:sp>
        <p:nvSpPr>
          <p:cNvPr id="20" name="保留同批结构标记&#10;衔接连续工具调用">
            <a:extLst>
              <a:ext uri="{FF2B5EF4-FFF2-40B4-BE49-F238E27FC236}">
                <a16:creationId xmlns:a16="http://schemas.microsoft.com/office/drawing/2014/main" id="{7DC0E1A3-A120-4FC1-91C5-A5B7526487ED}"/>
              </a:ext>
            </a:extLst>
          </p:cNvPr>
          <p:cNvSpPr>
            <a:spLocks noGrp="1"/>
          </p:cNvSpPr>
          <p:nvPr/>
        </p:nvSpPr>
        <p:spPr>
          <a:xfrm>
            <a:off x="422910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保留同批结构标记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衔接连续工具调用</a:t>
            </a:r>
          </a:p>
        </p:txBody>
      </p:sp>
      <p:sp>
        <p:nvSpPr>
          <p:cNvPr id="21" name="9/1">
            <a:extLst>
              <a:ext uri="{FF2B5EF4-FFF2-40B4-BE49-F238E27FC236}">
                <a16:creationId xmlns:a16="http://schemas.microsoft.com/office/drawing/2014/main" id="{F7528533-BBA7-4B0A-A31E-8D61E446F179}"/>
              </a:ext>
            </a:extLst>
          </p:cNvPr>
          <p:cNvSpPr>
            <a:spLocks noGrp="1"/>
          </p:cNvSpPr>
          <p:nvPr/>
        </p:nvSpPr>
        <p:spPr>
          <a:xfrm>
            <a:off x="775335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9/1</a:t>
            </a: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AB826E8-37DA-4B8E-9614-57A76AB3F711}"/>
              </a:ext>
            </a:extLst>
          </p:cNvPr>
          <p:cNvSpPr>
            <a:spLocks noGrp="1"/>
          </p:cNvSpPr>
          <p:nvPr/>
        </p:nvSpPr>
        <p:spPr>
          <a:xfrm>
            <a:off x="810577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23" name="参数完整性">
            <a:extLst>
              <a:ext uri="{FF2B5EF4-FFF2-40B4-BE49-F238E27FC236}">
                <a16:creationId xmlns:a16="http://schemas.microsoft.com/office/drawing/2014/main" id="{29A2E789-7078-4938-9EDA-6320BD51EB43}"/>
              </a:ext>
            </a:extLst>
          </p:cNvPr>
          <p:cNvSpPr>
            <a:spLocks noGrp="1"/>
          </p:cNvSpPr>
          <p:nvPr/>
        </p:nvSpPr>
        <p:spPr>
          <a:xfrm>
            <a:off x="775335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参数完整性</a:t>
            </a:r>
          </a:p>
        </p:txBody>
      </p:sp>
      <p:sp>
        <p:nvSpPr>
          <p:cNvPr id="24" name="非法参数 JSON">
            <a:extLst>
              <a:ext uri="{FF2B5EF4-FFF2-40B4-BE49-F238E27FC236}">
                <a16:creationId xmlns:a16="http://schemas.microsoft.com/office/drawing/2014/main" id="{6856A384-DEE4-4B63-B427-DC21EBECD6C8}"/>
              </a:ext>
            </a:extLst>
          </p:cNvPr>
          <p:cNvSpPr>
            <a:spLocks noGrp="1"/>
          </p:cNvSpPr>
          <p:nvPr/>
        </p:nvSpPr>
        <p:spPr>
          <a:xfrm>
            <a:off x="775335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非法参数 JSON</a:t>
            </a:r>
          </a:p>
        </p:txBody>
      </p:sp>
      <p:sp>
        <p:nvSpPr>
          <p:cNvPr id="25" name="133/300">
            <a:extLst>
              <a:ext uri="{FF2B5EF4-FFF2-40B4-BE49-F238E27FC236}">
                <a16:creationId xmlns:a16="http://schemas.microsoft.com/office/drawing/2014/main" id="{4A821E53-00EC-458C-A17A-983AA0F99BB6}"/>
              </a:ext>
            </a:extLst>
          </p:cNvPr>
          <p:cNvSpPr>
            <a:spLocks noGrp="1"/>
          </p:cNvSpPr>
          <p:nvPr/>
        </p:nvSpPr>
        <p:spPr>
          <a:xfrm>
            <a:off x="775335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133/300</a:t>
            </a:r>
          </a:p>
        </p:txBody>
      </p:sp>
      <p:sp>
        <p:nvSpPr>
          <p:cNvPr id="26" name="修正后 0/300">
            <a:extLst>
              <a:ext uri="{FF2B5EF4-FFF2-40B4-BE49-F238E27FC236}">
                <a16:creationId xmlns:a16="http://schemas.microsoft.com/office/drawing/2014/main" id="{80B4A3BE-9DE6-4742-98E2-F602828B1A62}"/>
              </a:ext>
            </a:extLst>
          </p:cNvPr>
          <p:cNvSpPr>
            <a:spLocks noGrp="1"/>
          </p:cNvSpPr>
          <p:nvPr/>
        </p:nvSpPr>
        <p:spPr>
          <a:xfrm>
            <a:off x="775335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修正后 0/300</a:t>
            </a:r>
          </a:p>
        </p:txBody>
      </p:sp>
      <p:sp>
        <p:nvSpPr>
          <p:cNvPr id="27" name="区分生成结束&#10;与 parser 收尾">
            <a:extLst>
              <a:ext uri="{FF2B5EF4-FFF2-40B4-BE49-F238E27FC236}">
                <a16:creationId xmlns:a16="http://schemas.microsoft.com/office/drawing/2014/main" id="{FB55450E-EA1D-4ED0-A856-774B79CBBC3D}"/>
              </a:ext>
            </a:extLst>
          </p:cNvPr>
          <p:cNvSpPr>
            <a:spLocks noGrp="1"/>
          </p:cNvSpPr>
          <p:nvPr/>
        </p:nvSpPr>
        <p:spPr>
          <a:xfrm>
            <a:off x="775335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区分生成结束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 parser 收尾</a:t>
            </a:r>
          </a:p>
        </p:txBody>
      </p:sp>
      <p:sp>
        <p:nvSpPr>
          <p:cNvPr id="28" name="9/4">
            <a:extLst>
              <a:ext uri="{FF2B5EF4-FFF2-40B4-BE49-F238E27FC236}">
                <a16:creationId xmlns:a16="http://schemas.microsoft.com/office/drawing/2014/main" id="{7BCD272D-26AC-4612-B44C-BDD509B5A6C1}"/>
              </a:ext>
            </a:extLst>
          </p:cNvPr>
          <p:cNvSpPr>
            <a:spLocks noGrp="1"/>
          </p:cNvSpPr>
          <p:nvPr/>
        </p:nvSpPr>
        <p:spPr>
          <a:xfrm>
            <a:off x="11277600" y="20478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9/4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E1C8D87-AB58-4DB3-BF90-E0D954C386A4}"/>
              </a:ext>
            </a:extLst>
          </p:cNvPr>
          <p:cNvSpPr>
            <a:spLocks noGrp="1"/>
          </p:cNvSpPr>
          <p:nvPr/>
        </p:nvSpPr>
        <p:spPr>
          <a:xfrm>
            <a:off x="11630025" y="2581275"/>
            <a:ext cx="152400" cy="152400"/>
          </a:xfrm>
          <a:prstGeom prst="ellipse">
            <a:avLst/>
          </a:prstGeom>
          <a:solidFill>
            <a:srgbClr val="087F7C"/>
          </a:solidFill>
          <a:ln w="0">
            <a:noFill/>
          </a:ln>
        </p:spPr>
      </p:sp>
      <p:sp>
        <p:nvSpPr>
          <p:cNvPr id="30" name="混合 chunk">
            <a:extLst>
              <a:ext uri="{FF2B5EF4-FFF2-40B4-BE49-F238E27FC236}">
                <a16:creationId xmlns:a16="http://schemas.microsoft.com/office/drawing/2014/main" id="{8FAC8D2F-5C18-4CB4-91EE-08358E0468F0}"/>
              </a:ext>
            </a:extLst>
          </p:cNvPr>
          <p:cNvSpPr>
            <a:spLocks noGrp="1"/>
          </p:cNvSpPr>
          <p:nvPr/>
        </p:nvSpPr>
        <p:spPr>
          <a:xfrm>
            <a:off x="11277600" y="3086100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混合 chunk</a:t>
            </a:r>
          </a:p>
        </p:txBody>
      </p:sp>
      <p:sp>
        <p:nvSpPr>
          <p:cNvPr id="31" name="同批正常正文">
            <a:extLst>
              <a:ext uri="{FF2B5EF4-FFF2-40B4-BE49-F238E27FC236}">
                <a16:creationId xmlns:a16="http://schemas.microsoft.com/office/drawing/2014/main" id="{09301C68-94B9-4F39-9684-62AA2B036CC0}"/>
              </a:ext>
            </a:extLst>
          </p:cNvPr>
          <p:cNvSpPr>
            <a:spLocks noGrp="1"/>
          </p:cNvSpPr>
          <p:nvPr/>
        </p:nvSpPr>
        <p:spPr>
          <a:xfrm>
            <a:off x="11277600" y="3752850"/>
            <a:ext cx="304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同批正常正文</a:t>
            </a:r>
          </a:p>
        </p:txBody>
      </p:sp>
      <p:sp>
        <p:nvSpPr>
          <p:cNvPr id="32" name="344 字符">
            <a:extLst>
              <a:ext uri="{FF2B5EF4-FFF2-40B4-BE49-F238E27FC236}">
                <a16:creationId xmlns:a16="http://schemas.microsoft.com/office/drawing/2014/main" id="{6C2993A5-305A-4366-96C1-E5D4FC2B48F3}"/>
              </a:ext>
            </a:extLst>
          </p:cNvPr>
          <p:cNvSpPr>
            <a:spLocks noGrp="1"/>
          </p:cNvSpPr>
          <p:nvPr/>
        </p:nvSpPr>
        <p:spPr>
          <a:xfrm>
            <a:off x="11277600" y="4267200"/>
            <a:ext cx="3124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344 字符</a:t>
            </a:r>
          </a:p>
        </p:txBody>
      </p:sp>
      <p:sp>
        <p:nvSpPr>
          <p:cNvPr id="33" name="全部保留">
            <a:extLst>
              <a:ext uri="{FF2B5EF4-FFF2-40B4-BE49-F238E27FC236}">
                <a16:creationId xmlns:a16="http://schemas.microsoft.com/office/drawing/2014/main" id="{E5551DE7-267D-4C44-91E7-3586B6D5B245}"/>
              </a:ext>
            </a:extLst>
          </p:cNvPr>
          <p:cNvSpPr>
            <a:spLocks noGrp="1"/>
          </p:cNvSpPr>
          <p:nvPr/>
        </p:nvSpPr>
        <p:spPr>
          <a:xfrm>
            <a:off x="11277600" y="5067300"/>
            <a:ext cx="30480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34" name="处理思考 stop&#10;与正常文字同批输出">
            <a:extLst>
              <a:ext uri="{FF2B5EF4-FFF2-40B4-BE49-F238E27FC236}">
                <a16:creationId xmlns:a16="http://schemas.microsoft.com/office/drawing/2014/main" id="{ACB43666-3136-4F2B-91FC-8EED61EDE8AC}"/>
              </a:ext>
            </a:extLst>
          </p:cNvPr>
          <p:cNvSpPr>
            <a:spLocks noGrp="1"/>
          </p:cNvSpPr>
          <p:nvPr/>
        </p:nvSpPr>
        <p:spPr>
          <a:xfrm>
            <a:off x="11277600" y="5934075"/>
            <a:ext cx="31432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处理思考 stop</a:t>
            </a:r>
          </a:p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与正常文字同批输出</a:t>
            </a:r>
          </a:p>
        </p:txBody>
      </p:sp>
      <p:sp>
        <p:nvSpPr>
          <p:cNvPr id="35" name="形成 serving、Qwen tool parser、Qwen reasoning parser 三份 vLLM 0.23.0 部署补丁">
            <a:extLst>
              <a:ext uri="{FF2B5EF4-FFF2-40B4-BE49-F238E27FC236}">
                <a16:creationId xmlns:a16="http://schemas.microsoft.com/office/drawing/2014/main" id="{EAB9CC18-531E-4F3D-8CC7-B21E7AD1D666}"/>
              </a:ext>
            </a:extLst>
          </p:cNvPr>
          <p:cNvSpPr>
            <a:spLocks noGrp="1"/>
          </p:cNvSpPr>
          <p:nvPr/>
        </p:nvSpPr>
        <p:spPr>
          <a:xfrm>
            <a:off x="704850" y="72294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形成 serving、Qwen tool parser、Qwen reasoning parser 三份 vLLM 0.23.0 部署补丁</a:t>
            </a:r>
          </a:p>
        </p:txBody>
      </p:sp>
    </p:spTree>
    <p:extLst>
      <p:ext uri="{BB962C8B-B14F-4D97-AF65-F5344CB8AC3E}">
        <p14:creationId xmlns:p14="http://schemas.microsoft.com/office/powerpoint/2010/main" val="144609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抓大放小：先观察，按需接管">
            <a:extLst>
              <a:ext uri="{FF2B5EF4-FFF2-40B4-BE49-F238E27FC236}">
                <a16:creationId xmlns:a16="http://schemas.microsoft.com/office/drawing/2014/main" id="{7489644B-FA72-40CE-99F0-76DD12D49B9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抓大放小：先观察，按需接管</a:t>
            </a:r>
          </a:p>
        </p:txBody>
      </p:sp>
      <p:sp>
        <p:nvSpPr>
          <p:cNvPr id="2" name="研发 Agent 全链路请求（含标题），Vanilla-06 共 391 条有效请求">
            <a:extLst>
              <a:ext uri="{FF2B5EF4-FFF2-40B4-BE49-F238E27FC236}">
                <a16:creationId xmlns:a16="http://schemas.microsoft.com/office/drawing/2014/main" id="{A9B36D65-3A0F-48B8-9168-DF345C8166DA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研发 Agent 全链路请求（含标题），Vanilla-06 共 391 条有效请求</a:t>
            </a:r>
          </a:p>
        </p:txBody>
      </p:sp>
      <p:sp>
        <p:nvSpPr>
          <p:cNvPr id="5" name="03">
            <a:extLst>
              <a:ext uri="{FF2B5EF4-FFF2-40B4-BE49-F238E27FC236}">
                <a16:creationId xmlns:a16="http://schemas.microsoft.com/office/drawing/2014/main" id="{4239153D-8D7B-4EE3-A5FE-F2D3FC768A9B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可见思考长度 / token">
            <a:extLst>
              <a:ext uri="{FF2B5EF4-FFF2-40B4-BE49-F238E27FC236}">
                <a16:creationId xmlns:a16="http://schemas.microsoft.com/office/drawing/2014/main" id="{D503B3EF-FF07-4785-B600-93AA8A3C0E69}"/>
              </a:ext>
            </a:extLst>
          </p:cNvPr>
          <p:cNvSpPr>
            <a:spLocks noGrp="1"/>
          </p:cNvSpPr>
          <p:nvPr/>
        </p:nvSpPr>
        <p:spPr>
          <a:xfrm>
            <a:off x="704850" y="1857375"/>
            <a:ext cx="5905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704850" y="2095500"/>
          <a:ext cx="9286875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7" name="Chart"/>
          <p:cNvGraphicFramePr/>
          <p:nvPr/>
        </p:nvGraphicFramePr>
        <p:xfrm>
          <a:off x="704850" y="3381851"/>
          <a:ext cx="9286875" cy="223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请求发起序号">
            <a:extLst>
              <a:ext uri="{FF2B5EF4-FFF2-40B4-BE49-F238E27FC236}">
                <a16:creationId xmlns:a16="http://schemas.microsoft.com/office/drawing/2014/main" id="{B42B005B-6340-4DD8-A313-E3714971C61B}"/>
              </a:ext>
            </a:extLst>
          </p:cNvPr>
          <p:cNvSpPr>
            <a:spLocks noGrp="1"/>
          </p:cNvSpPr>
          <p:nvPr/>
        </p:nvSpPr>
        <p:spPr>
          <a:xfrm>
            <a:off x="6334125" y="5133975"/>
            <a:ext cx="31623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请求发起序号</a:t>
            </a:r>
          </a:p>
        </p:txBody>
      </p:sp>
      <p:sp>
        <p:nvSpPr>
          <p:cNvPr id="10" name="分段等高：0–850 / 850–3500 token">
            <a:extLst>
              <a:ext uri="{FF2B5EF4-FFF2-40B4-BE49-F238E27FC236}">
                <a16:creationId xmlns:a16="http://schemas.microsoft.com/office/drawing/2014/main" id="{E33BECEC-CDF8-41DD-984A-4068E0F57E5F}"/>
              </a:ext>
            </a:extLst>
          </p:cNvPr>
          <p:cNvSpPr>
            <a:spLocks noGrp="1"/>
          </p:cNvSpPr>
          <p:nvPr/>
        </p:nvSpPr>
        <p:spPr>
          <a:xfrm>
            <a:off x="809625" y="5133975"/>
            <a:ext cx="56197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分段等高：0–850 / 850–3500 token</a:t>
            </a:r>
          </a:p>
        </p:txBody>
      </p:sp>
      <p:sp>
        <p:nvSpPr>
          <p:cNvPr id="11" name="97.19%">
            <a:extLst>
              <a:ext uri="{FF2B5EF4-FFF2-40B4-BE49-F238E27FC236}">
                <a16:creationId xmlns:a16="http://schemas.microsoft.com/office/drawing/2014/main" id="{5F16AF7C-0CCA-4522-B989-570B84516C6D}"/>
              </a:ext>
            </a:extLst>
          </p:cNvPr>
          <p:cNvSpPr>
            <a:spLocks noGrp="1"/>
          </p:cNvSpPr>
          <p:nvPr/>
        </p:nvSpPr>
        <p:spPr>
          <a:xfrm>
            <a:off x="10382250" y="2047875"/>
            <a:ext cx="3952875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44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4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97.19%</a:t>
            </a:r>
          </a:p>
        </p:txBody>
      </p:sp>
      <p:sp>
        <p:nvSpPr>
          <p:cNvPr id="12" name="请求思考不超过 850 token">
            <a:extLst>
              <a:ext uri="{FF2B5EF4-FFF2-40B4-BE49-F238E27FC236}">
                <a16:creationId xmlns:a16="http://schemas.microsoft.com/office/drawing/2014/main" id="{7D087C4C-B30B-47D4-86D5-DE08A032C537}"/>
              </a:ext>
            </a:extLst>
          </p:cNvPr>
          <p:cNvSpPr>
            <a:spLocks noGrp="1"/>
          </p:cNvSpPr>
          <p:nvPr/>
        </p:nvSpPr>
        <p:spPr>
          <a:xfrm>
            <a:off x="10382250" y="2857500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请求思考不超过 850 token</a:t>
            </a:r>
          </a:p>
        </p:txBody>
      </p:sp>
      <p:sp>
        <p:nvSpPr>
          <p:cNvPr id="13" name="2.81% 的长尾">
            <a:extLst>
              <a:ext uri="{FF2B5EF4-FFF2-40B4-BE49-F238E27FC236}">
                <a16:creationId xmlns:a16="http://schemas.microsoft.com/office/drawing/2014/main" id="{2F9CE342-7DFB-49C2-9F3D-9A6969DA5FBC}"/>
              </a:ext>
            </a:extLst>
          </p:cNvPr>
          <p:cNvSpPr>
            <a:spLocks noGrp="1"/>
          </p:cNvSpPr>
          <p:nvPr/>
        </p:nvSpPr>
        <p:spPr>
          <a:xfrm>
            <a:off x="10382250" y="3524250"/>
            <a:ext cx="4000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5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2.81% 的长尾</a:t>
            </a:r>
          </a:p>
        </p:txBody>
      </p:sp>
      <p:sp>
        <p:nvSpPr>
          <p:cNvPr id="14" name="贡献 38.88%">
            <a:extLst>
              <a:ext uri="{FF2B5EF4-FFF2-40B4-BE49-F238E27FC236}">
                <a16:creationId xmlns:a16="http://schemas.microsoft.com/office/drawing/2014/main" id="{1086AD45-379D-4C48-B7C7-8DD22E28A691}"/>
              </a:ext>
            </a:extLst>
          </p:cNvPr>
          <p:cNvSpPr>
            <a:spLocks noGrp="1"/>
          </p:cNvSpPr>
          <p:nvPr/>
        </p:nvSpPr>
        <p:spPr>
          <a:xfrm>
            <a:off x="10382250" y="4114800"/>
            <a:ext cx="40957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5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贡献 38.88%</a:t>
            </a:r>
          </a:p>
        </p:txBody>
      </p:sp>
      <p:sp>
        <p:nvSpPr>
          <p:cNvPr id="15" name="的可见思考 token">
            <a:extLst>
              <a:ext uri="{FF2B5EF4-FFF2-40B4-BE49-F238E27FC236}">
                <a16:creationId xmlns:a16="http://schemas.microsoft.com/office/drawing/2014/main" id="{8515432E-9F22-4836-B615-9C822718040F}"/>
              </a:ext>
            </a:extLst>
          </p:cNvPr>
          <p:cNvSpPr>
            <a:spLocks noGrp="1"/>
          </p:cNvSpPr>
          <p:nvPr/>
        </p:nvSpPr>
        <p:spPr>
          <a:xfrm>
            <a:off x="10382250" y="4591050"/>
            <a:ext cx="40957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的可见思考 token</a:t>
            </a:r>
          </a:p>
        </p:txBody>
      </p:sp>
      <p:sp>
        <p:nvSpPr>
          <p:cNvPr id="16" name="在原生 parser 之前观察内容与长度">
            <a:extLst>
              <a:ext uri="{FF2B5EF4-FFF2-40B4-BE49-F238E27FC236}">
                <a16:creationId xmlns:a16="http://schemas.microsoft.com/office/drawing/2014/main" id="{536467E0-9CEF-49A7-A39E-12E47848DD46}"/>
              </a:ext>
            </a:extLst>
          </p:cNvPr>
          <p:cNvSpPr>
            <a:spLocks noGrp="1"/>
          </p:cNvSpPr>
          <p:nvPr/>
        </p:nvSpPr>
        <p:spPr>
          <a:xfrm>
            <a:off x="704850" y="5638800"/>
            <a:ext cx="11906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在原生 parser 之前观察内容与长度</a:t>
            </a:r>
          </a:p>
        </p:txBody>
      </p:sp>
      <p:sp>
        <p:nvSpPr>
          <p:cNvPr id="17" name="EngineCore">
            <a:extLst>
              <a:ext uri="{FF2B5EF4-FFF2-40B4-BE49-F238E27FC236}">
                <a16:creationId xmlns:a16="http://schemas.microsoft.com/office/drawing/2014/main" id="{AB59ED64-C99B-4634-BC3E-29B5ED4B9B83}"/>
              </a:ext>
            </a:extLst>
          </p:cNvPr>
          <p:cNvSpPr>
            <a:spLocks noGrp="1"/>
          </p:cNvSpPr>
          <p:nvPr/>
        </p:nvSpPr>
        <p:spPr>
          <a:xfrm>
            <a:off x="704850" y="6315075"/>
            <a:ext cx="171450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EngineCore</a:t>
            </a:r>
          </a:p>
        </p:txBody>
      </p:sp>
      <p:sp>
        <p:nvSpPr>
          <p:cNvPr id="18" name="跨进程传输&#10;输出处理">
            <a:extLst>
              <a:ext uri="{FF2B5EF4-FFF2-40B4-BE49-F238E27FC236}">
                <a16:creationId xmlns:a16="http://schemas.microsoft.com/office/drawing/2014/main" id="{2755E3E8-5DA8-4562-92AF-28ED681D9A7D}"/>
              </a:ext>
            </a:extLst>
          </p:cNvPr>
          <p:cNvSpPr>
            <a:spLocks noGrp="1"/>
          </p:cNvSpPr>
          <p:nvPr/>
        </p:nvSpPr>
        <p:spPr>
          <a:xfrm>
            <a:off x="2857500" y="6315075"/>
            <a:ext cx="2019300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跨进程传输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输出处理</a:t>
            </a:r>
          </a:p>
        </p:txBody>
      </p:sp>
      <p:sp>
        <p:nvSpPr>
          <p:cNvPr id="19" name="AsyncLLM&#10;generate">
            <a:extLst>
              <a:ext uri="{FF2B5EF4-FFF2-40B4-BE49-F238E27FC236}">
                <a16:creationId xmlns:a16="http://schemas.microsoft.com/office/drawing/2014/main" id="{9E1B5DCE-F63B-4D5D-96AA-4467FFD94E68}"/>
              </a:ext>
            </a:extLst>
          </p:cNvPr>
          <p:cNvSpPr>
            <a:spLocks noGrp="1"/>
          </p:cNvSpPr>
          <p:nvPr/>
        </p:nvSpPr>
        <p:spPr>
          <a:xfrm>
            <a:off x="5314950" y="6315075"/>
            <a:ext cx="1762125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AsyncLLM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generate</a:t>
            </a:r>
          </a:p>
        </p:txBody>
      </p:sp>
      <p:sp>
        <p:nvSpPr>
          <p:cNvPr id="20" name="DTB 观察&#10;按需接管">
            <a:extLst>
              <a:ext uri="{FF2B5EF4-FFF2-40B4-BE49-F238E27FC236}">
                <a16:creationId xmlns:a16="http://schemas.microsoft.com/office/drawing/2014/main" id="{33DA2C99-33A9-4874-8B58-A9CC37143305}"/>
              </a:ext>
            </a:extLst>
          </p:cNvPr>
          <p:cNvSpPr>
            <a:spLocks noGrp="1"/>
          </p:cNvSpPr>
          <p:nvPr/>
        </p:nvSpPr>
        <p:spPr>
          <a:xfrm>
            <a:off x="7515225" y="6315075"/>
            <a:ext cx="1866900" cy="723900"/>
          </a:xfrm>
          <a:prstGeom prst="rect">
            <a:avLst/>
          </a:prstGeom>
          <a:solidFill>
            <a:srgbClr val="FFF4E4"/>
          </a:solidFill>
          <a:ln w="19050">
            <a:solidFill>
              <a:srgbClr val="B16A16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DTB 观察</a:t>
            </a:r>
          </a:p>
          <a:p>
            <a:pPr algn="ctr">
              <a:def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按需接管</a:t>
            </a:r>
          </a:p>
        </p:txBody>
      </p:sp>
      <p:sp>
        <p:nvSpPr>
          <p:cNvPr id="21" name="原生 parser&#10;SSE">
            <a:extLst>
              <a:ext uri="{FF2B5EF4-FFF2-40B4-BE49-F238E27FC236}">
                <a16:creationId xmlns:a16="http://schemas.microsoft.com/office/drawing/2014/main" id="{05252840-1982-48F5-86AF-2FC385ED33A5}"/>
              </a:ext>
            </a:extLst>
          </p:cNvPr>
          <p:cNvSpPr>
            <a:spLocks noGrp="1"/>
          </p:cNvSpPr>
          <p:nvPr/>
        </p:nvSpPr>
        <p:spPr>
          <a:xfrm>
            <a:off x="9820275" y="6315075"/>
            <a:ext cx="1838325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 parser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SSE</a:t>
            </a:r>
          </a:p>
        </p:txBody>
      </p:sp>
      <p:sp>
        <p:nvSpPr>
          <p:cNvPr id="22" name="HTTP 服务&#10;请求方">
            <a:extLst>
              <a:ext uri="{FF2B5EF4-FFF2-40B4-BE49-F238E27FC236}">
                <a16:creationId xmlns:a16="http://schemas.microsoft.com/office/drawing/2014/main" id="{6066DB9F-34B2-4485-A48C-5F83E762DA46}"/>
              </a:ext>
            </a:extLst>
          </p:cNvPr>
          <p:cNvSpPr>
            <a:spLocks noGrp="1"/>
          </p:cNvSpPr>
          <p:nvPr/>
        </p:nvSpPr>
        <p:spPr>
          <a:xfrm>
            <a:off x="12096750" y="6315075"/>
            <a:ext cx="2447925" cy="723900"/>
          </a:xfrm>
          <a:prstGeom prst="rect">
            <a:avLst/>
          </a:prstGeom>
          <a:solidFill>
            <a:srgbClr val="F2F7F8"/>
          </a:solidFill>
          <a:ln w="9525">
            <a:solidFill>
              <a:srgbClr val="CEDCE3"/>
            </a:solidFill>
          </a:ln>
        </p:spPr>
        <p:txBody>
          <a:bodyPr lIns="76200" tIns="38100" rIns="76200" bIns="38100" anchor="ctr">
            <a:noAutofit/>
          </a:bodyPr>
          <a:lstStyle/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HTTP 服务</a:t>
            </a:r>
          </a:p>
          <a:p>
            <a:pPr algn="ctr">
              <a:def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请求方</a:t>
            </a:r>
          </a:p>
        </p:txBody>
      </p:sp>
      <p:cxnSp>
        <p:nvCxnSpPr>
          <p:cNvPr id="52" name="直接箭头连接符 51"/>
          <p:cNvCxnSpPr>
            <a:stCxn id="17" idx="3"/>
            <a:endCxn id="18" idx="1"/>
          </p:cNvCxnSpPr>
          <p:nvPr/>
        </p:nvCxnSpPr>
        <p:spPr>
          <a:xfrm>
            <a:off x="2419350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3" name="直接箭头连接符 52"/>
          <p:cNvCxnSpPr>
            <a:stCxn id="18" idx="3"/>
            <a:endCxn id="19" idx="1"/>
          </p:cNvCxnSpPr>
          <p:nvPr/>
        </p:nvCxnSpPr>
        <p:spPr>
          <a:xfrm>
            <a:off x="4876800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4" name="直接箭头连接符 53"/>
          <p:cNvCxnSpPr>
            <a:stCxn id="19" idx="3"/>
            <a:endCxn id="20" idx="1"/>
          </p:cNvCxnSpPr>
          <p:nvPr/>
        </p:nvCxnSpPr>
        <p:spPr>
          <a:xfrm>
            <a:off x="7077075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5" name="直接箭头连接符 54"/>
          <p:cNvCxnSpPr>
            <a:stCxn id="20" idx="3"/>
            <a:endCxn id="21" idx="1"/>
          </p:cNvCxnSpPr>
          <p:nvPr/>
        </p:nvCxnSpPr>
        <p:spPr>
          <a:xfrm>
            <a:off x="9382125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6" name="直接箭头连接符 55"/>
          <p:cNvCxnSpPr>
            <a:stCxn id="21" idx="3"/>
            <a:endCxn id="22" idx="1"/>
          </p:cNvCxnSpPr>
          <p:nvPr/>
        </p:nvCxnSpPr>
        <p:spPr>
          <a:xfrm>
            <a:off x="11658600" y="6677025"/>
            <a:ext cx="438150" cy="0"/>
          </a:xfrm>
          <a:prstGeom prst="straightConnector1">
            <a:avLst/>
          </a:prstGeom>
          <a:ln w="19050">
            <a:solidFill>
              <a:srgbClr val="536B7C"/>
            </a:solidFill>
            <a:tailEnd type="triangle" w="sm" len="sm"/>
          </a:ln>
        </p:spPr>
      </p:cxnSp>
      <p:cxnSp>
        <p:nvCxnSpPr>
          <p:cNvPr id="57" name="连接符: 肘形 56"/>
          <p:cNvCxnSpPr>
            <a:cxnSpLocks/>
            <a:stCxn id="20" idx="2"/>
            <a:endCxn id="19" idx="2"/>
          </p:cNvCxnSpPr>
          <p:nvPr/>
        </p:nvCxnSpPr>
        <p:spPr>
          <a:xfrm rot="5400000">
            <a:off x="7322344" y="5912644"/>
            <a:ext cx="12700" cy="2252662"/>
          </a:xfrm>
          <a:prstGeom prst="bentConnector3">
            <a:avLst>
              <a:gd name="adj1" fmla="val 1800000"/>
            </a:avLst>
          </a:prstGeom>
          <a:ln w="19050">
            <a:solidFill>
              <a:srgbClr val="B16A16"/>
            </a:solidFill>
            <a:prstDash val="dash"/>
            <a:tailEnd type="triangle" w="sm" len="sm"/>
          </a:ln>
        </p:spPr>
      </p:cxnSp>
      <p:sp>
        <p:nvSpPr>
          <p:cNvPr id="29" name="abort / drain，前缀＋cue 写入新 prompt 后续写">
            <a:extLst>
              <a:ext uri="{FF2B5EF4-FFF2-40B4-BE49-F238E27FC236}">
                <a16:creationId xmlns:a16="http://schemas.microsoft.com/office/drawing/2014/main" id="{F4430ABF-6662-408E-A410-973286CC7BC6}"/>
              </a:ext>
            </a:extLst>
          </p:cNvPr>
          <p:cNvSpPr>
            <a:spLocks noGrp="1"/>
          </p:cNvSpPr>
          <p:nvPr/>
        </p:nvSpPr>
        <p:spPr>
          <a:xfrm>
            <a:off x="3238500" y="7400925"/>
            <a:ext cx="98583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sz="1725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abort / drain，前缀＋cue 写入新 prompt 后续写</a:t>
            </a:r>
          </a:p>
        </p:txBody>
      </p:sp>
    </p:spTree>
    <p:extLst>
      <p:ext uri="{BB962C8B-B14F-4D97-AF65-F5344CB8AC3E}">
        <p14:creationId xmlns:p14="http://schemas.microsoft.com/office/powerpoint/2010/main" val="2135689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历史回放与研发任务的效果">
            <a:extLst>
              <a:ext uri="{FF2B5EF4-FFF2-40B4-BE49-F238E27FC236}">
                <a16:creationId xmlns:a16="http://schemas.microsoft.com/office/drawing/2014/main" id="{3C6D783A-4331-4621-81B2-EC434B5EC374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历史回放与研发任务的效果</a:t>
            </a:r>
          </a:p>
        </p:txBody>
      </p:sp>
      <p:sp>
        <p:nvSpPr>
          <p:cNvPr id="2" name="Noemate 单请求样例与研发任务组，分别展示请求等待和累计 LLM 耗时">
            <a:extLst>
              <a:ext uri="{FF2B5EF4-FFF2-40B4-BE49-F238E27FC236}">
                <a16:creationId xmlns:a16="http://schemas.microsoft.com/office/drawing/2014/main" id="{9FCC3E0C-517D-4492-9EBF-E6D0611F6C77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Noemate 单请求样例与研发任务组，分别展示请求等待和累计 LLM 耗时</a:t>
            </a:r>
          </a:p>
        </p:txBody>
      </p:sp>
      <p:sp>
        <p:nvSpPr>
          <p:cNvPr id="5" name="04">
            <a:extLst>
              <a:ext uri="{FF2B5EF4-FFF2-40B4-BE49-F238E27FC236}">
                <a16:creationId xmlns:a16="http://schemas.microsoft.com/office/drawing/2014/main" id="{EAD55D2E-FC75-4268-91A7-184F99C3C77C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Noemate 主 Agent 思考分布">
            <a:extLst>
              <a:ext uri="{FF2B5EF4-FFF2-40B4-BE49-F238E27FC236}">
                <a16:creationId xmlns:a16="http://schemas.microsoft.com/office/drawing/2014/main" id="{2950A488-AFE8-4C27-8E5B-58DB97AB7BAB}"/>
              </a:ext>
            </a:extLst>
          </p:cNvPr>
          <p:cNvSpPr>
            <a:spLocks noGrp="1"/>
          </p:cNvSpPr>
          <p:nvPr/>
        </p:nvSpPr>
        <p:spPr>
          <a:xfrm>
            <a:off x="704850" y="1952625"/>
            <a:ext cx="6667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Noemate 主 Agent 思考分布</a:t>
            </a:r>
          </a:p>
        </p:txBody>
      </p:sp>
      <p:sp>
        <p:nvSpPr>
          <p:cNvPr id="7" name="8,277 条有效请求">
            <a:extLst>
              <a:ext uri="{FF2B5EF4-FFF2-40B4-BE49-F238E27FC236}">
                <a16:creationId xmlns:a16="http://schemas.microsoft.com/office/drawing/2014/main" id="{D419B2C6-A9AD-4394-8933-842FF2D2690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66675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8,277 条有效请求</a:t>
            </a:r>
          </a:p>
        </p:txBody>
      </p:sp>
      <p:sp>
        <p:nvSpPr>
          <p:cNvPr id="8" name="可见思考长度 / token">
            <a:extLst>
              <a:ext uri="{FF2B5EF4-FFF2-40B4-BE49-F238E27FC236}">
                <a16:creationId xmlns:a16="http://schemas.microsoft.com/office/drawing/2014/main" id="{08C6E855-D7E5-44EE-83ED-1F297AB3B83E}"/>
              </a:ext>
            </a:extLst>
          </p:cNvPr>
          <p:cNvSpPr>
            <a:spLocks noGrp="1"/>
          </p:cNvSpPr>
          <p:nvPr/>
        </p:nvSpPr>
        <p:spPr>
          <a:xfrm>
            <a:off x="704850" y="2971800"/>
            <a:ext cx="6238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可见思考长度 / token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="647700" y="3324225"/>
          <a:ext cx="6486525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距首请求小时数">
            <a:extLst>
              <a:ext uri="{FF2B5EF4-FFF2-40B4-BE49-F238E27FC236}">
                <a16:creationId xmlns:a16="http://schemas.microsoft.com/office/drawing/2014/main" id="{073ACC3E-435F-42CE-A618-5E1F78E96709}"/>
              </a:ext>
            </a:extLst>
          </p:cNvPr>
          <p:cNvSpPr>
            <a:spLocks noGrp="1"/>
          </p:cNvSpPr>
          <p:nvPr/>
        </p:nvSpPr>
        <p:spPr>
          <a:xfrm>
            <a:off x="4143375" y="6334125"/>
            <a:ext cx="29527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距首请求小时数</a:t>
            </a:r>
          </a:p>
        </p:txBody>
      </p:sp>
      <p:sp>
        <p:nvSpPr>
          <p:cNvPr id="11" name="金线：750 token">
            <a:extLst>
              <a:ext uri="{FF2B5EF4-FFF2-40B4-BE49-F238E27FC236}">
                <a16:creationId xmlns:a16="http://schemas.microsoft.com/office/drawing/2014/main" id="{CB02A56C-37A8-4A5B-AB03-5F933C590C6E}"/>
              </a:ext>
            </a:extLst>
          </p:cNvPr>
          <p:cNvSpPr>
            <a:spLocks noGrp="1"/>
          </p:cNvSpPr>
          <p:nvPr/>
        </p:nvSpPr>
        <p:spPr>
          <a:xfrm>
            <a:off x="762000" y="6334125"/>
            <a:ext cx="33813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16A16"/>
                </a:solidFill>
                <a:latin typeface="Microsoft YaHei"/>
                <a:ea typeface="Microsoft YaHei"/>
                <a:cs typeface="Microsoft YaHei"/>
              </a:rPr>
              <a:t>金线：750 token</a:t>
            </a:r>
          </a:p>
        </p:txBody>
      </p:sp>
      <p:sp>
        <p:nvSpPr>
          <p:cNvPr id="12" name="94.99% ≤750 token">
            <a:extLst>
              <a:ext uri="{FF2B5EF4-FFF2-40B4-BE49-F238E27FC236}">
                <a16:creationId xmlns:a16="http://schemas.microsoft.com/office/drawing/2014/main" id="{7FD33393-2824-411D-81D8-E2B9053F42E3}"/>
              </a:ext>
            </a:extLst>
          </p:cNvPr>
          <p:cNvSpPr>
            <a:spLocks noGrp="1"/>
          </p:cNvSpPr>
          <p:nvPr/>
        </p:nvSpPr>
        <p:spPr>
          <a:xfrm>
            <a:off x="704850" y="6905625"/>
            <a:ext cx="63817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94.99% ≤750 token</a:t>
            </a:r>
          </a:p>
        </p:txBody>
      </p:sp>
      <p:sp>
        <p:nvSpPr>
          <p:cNvPr id="13" name="Noemate 告警分类 178/a1">
            <a:extLst>
              <a:ext uri="{FF2B5EF4-FFF2-40B4-BE49-F238E27FC236}">
                <a16:creationId xmlns:a16="http://schemas.microsoft.com/office/drawing/2014/main" id="{17A20571-B8C3-4E5D-A01C-7662BAABE2C2}"/>
              </a:ext>
            </a:extLst>
          </p:cNvPr>
          <p:cNvSpPr>
            <a:spLocks noGrp="1"/>
          </p:cNvSpPr>
          <p:nvPr/>
        </p:nvSpPr>
        <p:spPr>
          <a:xfrm>
            <a:off x="7839075" y="1952625"/>
            <a:ext cx="619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Noemate 告警分类 178/a1</a:t>
            </a:r>
          </a:p>
        </p:txBody>
      </p:sp>
      <p:sp>
        <p:nvSpPr>
          <p:cNvPr id="14" name="单请求 E2E / 秒">
            <a:extLst>
              <a:ext uri="{FF2B5EF4-FFF2-40B4-BE49-F238E27FC236}">
                <a16:creationId xmlns:a16="http://schemas.microsoft.com/office/drawing/2014/main" id="{9B7BA757-02DE-4CEF-8A6D-6873677770AD}"/>
              </a:ext>
            </a:extLst>
          </p:cNvPr>
          <p:cNvSpPr>
            <a:spLocks noGrp="1"/>
          </p:cNvSpPr>
          <p:nvPr/>
        </p:nvSpPr>
        <p:spPr>
          <a:xfrm>
            <a:off x="7839075" y="2524125"/>
            <a:ext cx="3733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单请求 E2E / 秒</a:t>
            </a:r>
          </a:p>
        </p:txBody>
      </p:sp>
      <p:sp>
        <p:nvSpPr>
          <p:cNvPr id="15" name="−24.97%">
            <a:extLst>
              <a:ext uri="{FF2B5EF4-FFF2-40B4-BE49-F238E27FC236}">
                <a16:creationId xmlns:a16="http://schemas.microsoft.com/office/drawing/2014/main" id="{0FE66915-DDFF-4AF8-B7FB-F68FDB6CF259}"/>
              </a:ext>
            </a:extLst>
          </p:cNvPr>
          <p:cNvSpPr>
            <a:spLocks noGrp="1"/>
          </p:cNvSpPr>
          <p:nvPr/>
        </p:nvSpPr>
        <p:spPr>
          <a:xfrm>
            <a:off x="11972925" y="2457450"/>
            <a:ext cx="25527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−24.97%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7696200" y="3009900"/>
          <a:ext cx="6810375" cy="1400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final 保留 12 条告警及分类字段">
            <a:extLst>
              <a:ext uri="{FF2B5EF4-FFF2-40B4-BE49-F238E27FC236}">
                <a16:creationId xmlns:a16="http://schemas.microsoft.com/office/drawing/2014/main" id="{2FF2E913-1D8B-4BA8-8332-406CD3C27661}"/>
              </a:ext>
            </a:extLst>
          </p:cNvPr>
          <p:cNvSpPr>
            <a:spLocks noGrp="1"/>
          </p:cNvSpPr>
          <p:nvPr/>
        </p:nvSpPr>
        <p:spPr>
          <a:xfrm>
            <a:off x="7848600" y="4448175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final 保留 12 条告警及分类字段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E3726872-43BF-4E87-8A21-8DD961ABC48E}"/>
              </a:ext>
            </a:extLst>
          </p:cNvPr>
          <p:cNvSpPr>
            <a:spLocks noGrp="1"/>
          </p:cNvSpPr>
          <p:nvPr/>
        </p:nvSpPr>
        <p:spPr>
          <a:xfrm>
            <a:off x="7848600" y="5105400"/>
            <a:ext cx="6667500" cy="0"/>
          </a:xfrm>
          <a:prstGeom prst="line">
            <a:avLst/>
          </a:prstGeom>
          <a:noFill/>
          <a:ln w="9525">
            <a:solidFill>
              <a:srgbClr val="E8EFF2"/>
            </a:solidFill>
          </a:ln>
        </p:spPr>
      </p:sp>
      <p:sp>
        <p:nvSpPr>
          <p:cNvPr id="19" name="辅助研发 9 任务">
            <a:extLst>
              <a:ext uri="{FF2B5EF4-FFF2-40B4-BE49-F238E27FC236}">
                <a16:creationId xmlns:a16="http://schemas.microsoft.com/office/drawing/2014/main" id="{D67CF000-0AEB-463A-A5F3-F19ECBD2573B}"/>
              </a:ext>
            </a:extLst>
          </p:cNvPr>
          <p:cNvSpPr>
            <a:spLocks noGrp="1"/>
          </p:cNvSpPr>
          <p:nvPr/>
        </p:nvSpPr>
        <p:spPr>
          <a:xfrm>
            <a:off x="7839075" y="537210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辅助研发 9 任务</a:t>
            </a:r>
          </a:p>
        </p:txBody>
      </p:sp>
      <p:sp>
        <p:nvSpPr>
          <p:cNvPr id="20" name="累计 LLM E2E / 秒">
            <a:extLst>
              <a:ext uri="{FF2B5EF4-FFF2-40B4-BE49-F238E27FC236}">
                <a16:creationId xmlns:a16="http://schemas.microsoft.com/office/drawing/2014/main" id="{01E8D81A-CB25-43A2-858C-433DE8838986}"/>
              </a:ext>
            </a:extLst>
          </p:cNvPr>
          <p:cNvSpPr>
            <a:spLocks noGrp="1"/>
          </p:cNvSpPr>
          <p:nvPr/>
        </p:nvSpPr>
        <p:spPr>
          <a:xfrm>
            <a:off x="7839075" y="5895975"/>
            <a:ext cx="4286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累计 LLM E2E / 秒</a:t>
            </a:r>
          </a:p>
        </p:txBody>
      </p:sp>
      <p:sp>
        <p:nvSpPr>
          <p:cNvPr id="21" name="−11.57%">
            <a:extLst>
              <a:ext uri="{FF2B5EF4-FFF2-40B4-BE49-F238E27FC236}">
                <a16:creationId xmlns:a16="http://schemas.microsoft.com/office/drawing/2014/main" id="{492AA1E4-F6CC-43D5-A679-E9DD795E82D2}"/>
              </a:ext>
            </a:extLst>
          </p:cNvPr>
          <p:cNvSpPr>
            <a:spLocks noGrp="1"/>
          </p:cNvSpPr>
          <p:nvPr/>
        </p:nvSpPr>
        <p:spPr>
          <a:xfrm>
            <a:off x="11972925" y="5819775"/>
            <a:ext cx="2552700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−11.57%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7696200" y="6362700"/>
          <a:ext cx="6810375" cy="1381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8163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交付集成 DTB 与独立观察器 SDK">
            <a:extLst>
              <a:ext uri="{FF2B5EF4-FFF2-40B4-BE49-F238E27FC236}">
                <a16:creationId xmlns:a16="http://schemas.microsoft.com/office/drawing/2014/main" id="{25D8A61B-65EF-466B-AA59-3ADE0847BB1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13868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交付集成 DTB 与独立观察器 SDK</a:t>
            </a:r>
          </a:p>
        </p:txBody>
      </p:sp>
      <p:sp>
        <p:nvSpPr>
          <p:cNvPr id="2" name="代码与部署入口已经整理，后续可在观察器接口上扩展自定义检测算法">
            <a:extLst>
              <a:ext uri="{FF2B5EF4-FFF2-40B4-BE49-F238E27FC236}">
                <a16:creationId xmlns:a16="http://schemas.microsoft.com/office/drawing/2014/main" id="{E788C991-8124-4A07-AAC6-A60C3958547E}"/>
              </a:ext>
            </a:extLst>
          </p:cNvPr>
          <p:cNvSpPr>
            <a:spLocks noGrp="1"/>
          </p:cNvSpPr>
          <p:nvPr/>
        </p:nvSpPr>
        <p:spPr>
          <a:xfrm>
            <a:off x="704850" y="1209675"/>
            <a:ext cx="1381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代码与部署入口已经整理，后续可在观察器接口上扩展自定义检测算法</a:t>
            </a:r>
          </a:p>
        </p:txBody>
      </p:sp>
      <p:sp>
        <p:nvSpPr>
          <p:cNvPr id="5" name="05">
            <a:extLst>
              <a:ext uri="{FF2B5EF4-FFF2-40B4-BE49-F238E27FC236}">
                <a16:creationId xmlns:a16="http://schemas.microsoft.com/office/drawing/2014/main" id="{06235185-B7E1-4CAD-A4CF-413E33BFEFF7}"/>
              </a:ext>
            </a:extLst>
          </p:cNvPr>
          <p:cNvSpPr>
            <a:spLocks noGrp="1"/>
          </p:cNvSpPr>
          <p:nvPr/>
        </p:nvSpPr>
        <p:spPr>
          <a:xfrm>
            <a:off x="14077950" y="8020050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vLLM 集成 DTB">
            <a:extLst>
              <a:ext uri="{FF2B5EF4-FFF2-40B4-BE49-F238E27FC236}">
                <a16:creationId xmlns:a16="http://schemas.microsoft.com/office/drawing/2014/main" id="{A62A5B7B-BB21-4D5E-8AC8-8DBF9BF99583}"/>
              </a:ext>
            </a:extLst>
          </p:cNvPr>
          <p:cNvSpPr>
            <a:spLocks noGrp="1"/>
          </p:cNvSpPr>
          <p:nvPr/>
        </p:nvSpPr>
        <p:spPr>
          <a:xfrm>
            <a:off x="704850" y="2143125"/>
            <a:ext cx="65532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vLLM 集成 DTB</a:t>
            </a:r>
          </a:p>
        </p:txBody>
      </p:sp>
      <p:sp>
        <p:nvSpPr>
          <p:cNvPr id="7" name="按场景路由与预算控制">
            <a:extLst>
              <a:ext uri="{FF2B5EF4-FFF2-40B4-BE49-F238E27FC236}">
                <a16:creationId xmlns:a16="http://schemas.microsoft.com/office/drawing/2014/main" id="{57931E95-1571-4D6F-AB84-CA669F0B0053}"/>
              </a:ext>
            </a:extLst>
          </p:cNvPr>
          <p:cNvSpPr>
            <a:spLocks noGrp="1"/>
          </p:cNvSpPr>
          <p:nvPr/>
        </p:nvSpPr>
        <p:spPr>
          <a:xfrm>
            <a:off x="704850" y="3105150"/>
            <a:ext cx="61912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按场景路由与预算控制</a:t>
            </a:r>
          </a:p>
        </p:txBody>
      </p:sp>
      <p:sp>
        <p:nvSpPr>
          <p:cNvPr id="8" name="原生观察、接管与状态机&#10;三份 vLLM 0.23.0 部署 patch">
            <a:extLst>
              <a:ext uri="{FF2B5EF4-FFF2-40B4-BE49-F238E27FC236}">
                <a16:creationId xmlns:a16="http://schemas.microsoft.com/office/drawing/2014/main" id="{5F208B7B-ED7A-4BC7-910C-57F053CED2D6}"/>
              </a:ext>
            </a:extLst>
          </p:cNvPr>
          <p:cNvSpPr>
            <a:spLocks noGrp="1"/>
          </p:cNvSpPr>
          <p:nvPr/>
        </p:nvSpPr>
        <p:spPr>
          <a:xfrm>
            <a:off x="704850" y="3714750"/>
            <a:ext cx="63817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原生观察、接管与状态机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三份 vLLM 0.23.0 部署 patch</a:t>
            </a:r>
          </a:p>
        </p:txBody>
      </p:sp>
      <p:sp>
        <p:nvSpPr>
          <p:cNvPr id="9" name="通用采集与 replay 验证">
            <a:extLst>
              <a:ext uri="{FF2B5EF4-FFF2-40B4-BE49-F238E27FC236}">
                <a16:creationId xmlns:a16="http://schemas.microsoft.com/office/drawing/2014/main" id="{46810D59-5892-4C78-BF70-CD96BF4B32CF}"/>
              </a:ext>
            </a:extLst>
          </p:cNvPr>
          <p:cNvSpPr>
            <a:spLocks noGrp="1"/>
          </p:cNvSpPr>
          <p:nvPr/>
        </p:nvSpPr>
        <p:spPr>
          <a:xfrm>
            <a:off x="704850" y="5095875"/>
            <a:ext cx="6572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通用采集与 replay 验证</a:t>
            </a:r>
          </a:p>
        </p:txBody>
      </p:sp>
      <p:sp>
        <p:nvSpPr>
          <p:cNvPr id="10" name="vllm_gateway 透传与记录&#10;7 条样例及参数矩阵、部署手册">
            <a:extLst>
              <a:ext uri="{FF2B5EF4-FFF2-40B4-BE49-F238E27FC236}">
                <a16:creationId xmlns:a16="http://schemas.microsoft.com/office/drawing/2014/main" id="{3510D3A1-F404-4D10-824A-B45F251A6FE9}"/>
              </a:ext>
            </a:extLst>
          </p:cNvPr>
          <p:cNvSpPr>
            <a:spLocks noGrp="1"/>
          </p:cNvSpPr>
          <p:nvPr/>
        </p:nvSpPr>
        <p:spPr>
          <a:xfrm>
            <a:off x="704850" y="5686425"/>
            <a:ext cx="657225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vllm_gateway 透传与记录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7 条样例及参数矩阵、部署手册</a:t>
            </a:r>
          </a:p>
        </p:txBody>
      </p:sp>
      <p:sp>
        <p:nvSpPr>
          <p:cNvPr id="11" name="独立思维链观察器 SDK">
            <a:extLst>
              <a:ext uri="{FF2B5EF4-FFF2-40B4-BE49-F238E27FC236}">
                <a16:creationId xmlns:a16="http://schemas.microsoft.com/office/drawing/2014/main" id="{CAEAB697-17ED-4DEA-827F-A352AFA0A130}"/>
              </a:ext>
            </a:extLst>
          </p:cNvPr>
          <p:cNvSpPr>
            <a:spLocks noGrp="1"/>
          </p:cNvSpPr>
          <p:nvPr/>
        </p:nvSpPr>
        <p:spPr>
          <a:xfrm>
            <a:off x="8058150" y="2143125"/>
            <a:ext cx="6477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独立思维链观察器 SDK</a:t>
            </a:r>
          </a:p>
        </p:txBody>
      </p:sp>
      <p:sp>
        <p:nvSpPr>
          <p:cNvPr id="12" name="与 DTB 算法解耦的接入接口">
            <a:extLst>
              <a:ext uri="{FF2B5EF4-FFF2-40B4-BE49-F238E27FC236}">
                <a16:creationId xmlns:a16="http://schemas.microsoft.com/office/drawing/2014/main" id="{3DD930CD-F16A-4424-907E-B92196DB5ACF}"/>
              </a:ext>
            </a:extLst>
          </p:cNvPr>
          <p:cNvSpPr>
            <a:spLocks noGrp="1"/>
          </p:cNvSpPr>
          <p:nvPr/>
        </p:nvSpPr>
        <p:spPr>
          <a:xfrm>
            <a:off x="8058150" y="3105150"/>
            <a:ext cx="6381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与 DTB 算法解耦的接入接口</a:t>
            </a:r>
          </a:p>
        </p:txBody>
      </p:sp>
      <p:sp>
        <p:nvSpPr>
          <p:cNvPr id="13" name="增量观察与每请求检测状态&#10;合法 stop / abort / drain 与 cue 续写">
            <a:extLst>
              <a:ext uri="{FF2B5EF4-FFF2-40B4-BE49-F238E27FC236}">
                <a16:creationId xmlns:a16="http://schemas.microsoft.com/office/drawing/2014/main" id="{6C2F050A-8C60-4B55-B30F-D15077EBD0B3}"/>
              </a:ext>
            </a:extLst>
          </p:cNvPr>
          <p:cNvSpPr>
            <a:spLocks noGrp="1"/>
          </p:cNvSpPr>
          <p:nvPr/>
        </p:nvSpPr>
        <p:spPr>
          <a:xfrm>
            <a:off x="8058150" y="3714750"/>
            <a:ext cx="6477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增量观察与每请求检测状态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合法 stop / abort / drain 与 cue 续写</a:t>
            </a:r>
          </a:p>
        </p:txBody>
      </p:sp>
      <p:sp>
        <p:nvSpPr>
          <p:cNvPr id="14" name="扩展方向：重复检测">
            <a:extLst>
              <a:ext uri="{FF2B5EF4-FFF2-40B4-BE49-F238E27FC236}">
                <a16:creationId xmlns:a16="http://schemas.microsoft.com/office/drawing/2014/main" id="{8EC3687A-28F2-4950-AEFC-749F926598AD}"/>
              </a:ext>
            </a:extLst>
          </p:cNvPr>
          <p:cNvSpPr>
            <a:spLocks noGrp="1"/>
          </p:cNvSpPr>
          <p:nvPr/>
        </p:nvSpPr>
        <p:spPr>
          <a:xfrm>
            <a:off x="8058150" y="5095875"/>
            <a:ext cx="6477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扩展方向：重复检测</a:t>
            </a:r>
          </a:p>
        </p:txBody>
      </p:sp>
      <p:sp>
        <p:nvSpPr>
          <p:cNvPr id="15" name="接入检测算法，再验证触发准确性&#10;以及停止与续写后的净收益">
            <a:extLst>
              <a:ext uri="{FF2B5EF4-FFF2-40B4-BE49-F238E27FC236}">
                <a16:creationId xmlns:a16="http://schemas.microsoft.com/office/drawing/2014/main" id="{0F01953B-59C7-445E-B10E-BB550CA64309}"/>
              </a:ext>
            </a:extLst>
          </p:cNvPr>
          <p:cNvSpPr>
            <a:spLocks noGrp="1"/>
          </p:cNvSpPr>
          <p:nvPr/>
        </p:nvSpPr>
        <p:spPr>
          <a:xfrm>
            <a:off x="8058150" y="5686425"/>
            <a:ext cx="6477000" cy="933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接入检测算法，再验证触发准确性</a:t>
            </a:r>
          </a:p>
          <a:p>
            <a:pPr algn="l">
              <a:def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C3D"/>
                </a:solidFill>
                <a:latin typeface="Microsoft YaHei"/>
                <a:ea typeface="Microsoft YaHei"/>
                <a:cs typeface="Microsoft YaHei"/>
              </a:rPr>
              <a:t>以及停止与续写后的净收益</a:t>
            </a:r>
          </a:p>
        </p:txBody>
      </p:sp>
      <p:sp>
        <p:nvSpPr>
          <p:cNvPr id="16" name="README / AGENTS 与模块导航，帮助人和新 Agent Session 快速定位实现与验证入口">
            <a:extLst>
              <a:ext uri="{FF2B5EF4-FFF2-40B4-BE49-F238E27FC236}">
                <a16:creationId xmlns:a16="http://schemas.microsoft.com/office/drawing/2014/main" id="{7C26CBE2-6863-4B3E-AF59-9DE8F6E44C78}"/>
              </a:ext>
            </a:extLst>
          </p:cNvPr>
          <p:cNvSpPr>
            <a:spLocks noGrp="1"/>
          </p:cNvSpPr>
          <p:nvPr/>
        </p:nvSpPr>
        <p:spPr>
          <a:xfrm>
            <a:off x="704850" y="7162800"/>
            <a:ext cx="138112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36B7C"/>
                </a:solidFill>
                <a:latin typeface="Microsoft YaHei"/>
                <a:ea typeface="Microsoft YaHei"/>
                <a:cs typeface="Microsoft YaHei"/>
              </a:rPr>
              <a:t>README / AGENTS 与模块导航，帮助人和新 Agent Session 快速定位实现与验证入口</a:t>
            </a:r>
          </a:p>
        </p:txBody>
      </p:sp>
    </p:spTree>
    <p:extLst>
      <p:ext uri="{BB962C8B-B14F-4D97-AF65-F5344CB8AC3E}">
        <p14:creationId xmlns:p14="http://schemas.microsoft.com/office/powerpoint/2010/main" val="3516425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3458</Words>
  <Application>Microsoft Office PowerPoint</Application>
  <DocSecurity>0</DocSecurity>
  <PresentationFormat>自定义</PresentationFormat>
  <Paragraphs>293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 P</cp:lastModifiedBy>
  <cp:revision>1</cp:revision>
  <dcterms:created xsi:type="dcterms:W3CDTF">2026-09-30T06:22:02Z</dcterms:created>
  <dcterms:modified xsi:type="dcterms:W3CDTF">2026-09-30T06:36:08Z</dcterms:modified>
</cp:coreProperties>
</file>