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80c670efc6455e" /><Relationship Type="http://schemas.openxmlformats.org/officeDocument/2006/relationships/extended-properties" Target="/docProps/app.xml" Id="R31d2a2e6e3064afb" /><Relationship Type="http://schemas.openxmlformats.org/officeDocument/2006/relationships/officeDocument" Target="/ppt/presentation.xml" Id="R7c6e1966c81a45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345b2ba2ae4338"/>
  </p:sldMasterIdLst>
  <p:notesMasterIdLst>
    <p:notesMasterId xmlns:r="http://schemas.openxmlformats.org/officeDocument/2006/relationships" r:id="Re460dec5d3804d9c"/>
  </p:notesMasterIdLst>
  <p:sldIdLst>
    <p:sldId xmlns:r="http://schemas.openxmlformats.org/officeDocument/2006/relationships" id="256" r:id="R694fc0eefbba438e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d5a18f4194258" /><Relationship Type="http://schemas.openxmlformats.org/officeDocument/2006/relationships/slideMaster" Target="/ppt/slideMasters/slideMaster1.xml" Id="R72345b2ba2ae4338" /><Relationship Type="http://schemas.openxmlformats.org/officeDocument/2006/relationships/notesMaster" Target="/ppt/notesMasters/notesMaster1.xml" Id="Re460dec5d3804d9c" /><Relationship Type="http://schemas.openxmlformats.org/officeDocument/2006/relationships/presProps" Target="/ppt/presProps.xml" Id="R734ec56354fe44aa" /><Relationship Type="http://schemas.openxmlformats.org/officeDocument/2006/relationships/tableStyles" Target="/ppt/tableStyles.xml" Id="R9e1d3fe4c65549bc" /><Relationship Type="http://schemas.openxmlformats.org/officeDocument/2006/relationships/slide" Target="/ppt/slides/slide1.xml" Id="R694fc0eefbba43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0d091e48024c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e679db04c840b2" /><Relationship Type="http://schemas.openxmlformats.org/officeDocument/2006/relationships/notesMaster" Target="/ppt/notesMasters/notesMaster1.xml" Id="Rab00f7d29ac442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来源：docs/report/dtb_closeout/evidence/distribution.json、tables/vanilla_distribution.csv、source_manifest.json；来源SHA由生成脚本记录。</a:t>
            </a:r>
          </a:p>
          <a:p xmlns:a="http://schemas.openxmlformats.org/drawingml/2006/main">
            <a:r>
              <a:t>capture agent_20260917T123724Z_7bac2ba7；主Agent8306，总请求12214。有效8277，主排除29（12 length、16 reasoning unknown、1 parse error）；推荐3897、压缩11不纳入思考分布。</a:t>
            </a:r>
          </a:p>
          <a:p xmlns:a="http://schemas.openxmlformats.org/drawingml/2006/main">
            <a:r>
              <a:t>阈值采用本轮direct750实验介入候选，而非旧图850。严格&gt;750有415条，恰好750有1条归≤750。达到阈值且仍在思考才可能接管；分布覆盖不等同实际旁路率。</a:t>
            </a:r>
          </a:p>
          <a:p xmlns:a="http://schemas.openxmlformats.org/drawingml/2006/main">
            <a:r>
              <a:t>P95/P99按nearest rank计算，与原capture报告一致。横轴为UTC started_at差值（小时），PPT内嵌数据舍入至8位小数以符合Excel数值精度，原始时间完整保留在CSV，不强行建立session归属。</a:t>
            </a:r>
          </a:p>
          <a:p xmlns:a="http://schemas.openxmlformats.org/drawingml/2006/main">
            <a:r>
              <a:t>模型请求名qwen3.6-27b，实际权重及服务native开关缺证。Vanilla沿用上传baseline标签。绝大多数max_tokens=2048，不能推广为无输出上限的分布。</a:t>
            </a:r>
          </a:p>
          <a:p xmlns:a="http://schemas.openxmlformats.org/drawingml/2006/main">
            <a:r>
              <a:t>设计参考：docs/report/sum0911/统计图/思考长度长尾与850阈值.png。保留时间散点、阈值颜色和计数，移除右侧长尾拆解。当前范围0–2000，单一线性纵轴。</a:t>
            </a:r>
          </a:p>
          <a:p xmlns:a="http://schemas.openxmlformats.org/drawingml/2006/main">
            <a:r>
              <a:t>原生scatter图保留全部8277点及内嵌XLSX，可用PowerPoint编辑数据。无截图替代图表。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e5df9d82f48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aa92194f4b4ede" /><Relationship Type="http://schemas.openxmlformats.org/officeDocument/2006/relationships/slideLayout" Target="/ppt/slideLayouts/slideLayout1.xml" Id="Rf30fda69403848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fda69403848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72fb200b14826" /><Relationship Type="http://schemas.openxmlformats.org/officeDocument/2006/relationships/chart" Target="/ppt/slides/charts/chart1.xml" Id="R4594663661a04b7e" /><Relationship Type="http://schemas.openxmlformats.org/officeDocument/2006/relationships/notesSlide" Target="/ppt/notesSlides/notesSlide1.xml" Id="Rf3fc48d6f23042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≤750 token（7862条）</c:v>
          </c:tx>
          <c:spPr>
            <a:solidFill xmlns:a="http://schemas.openxmlformats.org/drawingml/2006/main">
              <a:srgbClr val="BCCBD3"/>
            </a:solidFill>
            <a:ln xmlns:a="http://schemas.openxmlformats.org/drawingml/2006/main" w="0">
              <a:noFill/>
            </a:ln>
          </c:spPr>
          <c:marker>
            <c:symbol val="circle"/>
            <c:size val="3"/>
            <c:spPr>
              <ns0:solidFill xmlns:ns0="http://schemas.openxmlformats.org/drawingml/2006/main">
                <ns0:srgbClr val="BCCBD3"/>
              </ns0:solidFill>
              <ns1:ln xmlns:ns1="http://schemas.openxmlformats.org/drawingml/2006/main" w="0">
                <ns1:noFill/>
              </ns1:ln>
            </c:spPr>
          </c:marker>
          <c:xVal>
            <c:numRef>
              <c:f>'Chart Data'!$A$2:$A$7863</c:f>
              <c:numCache>
                <c:formatCode>General</c:formatCode>
                <c:ptCount val="7862"/>
                <c:pt idx="0">
                  <c:v>0</c:v>
                </c:pt>
                <c:pt idx="1">
                  <c:v>5.27E-05</c:v>
                </c:pt>
                <c:pt idx="2">
                  <c:v>6.315E-05</c:v>
                </c:pt>
                <c:pt idx="3">
                  <c:v>8.526E-05</c:v>
                </c:pt>
                <c:pt idx="4">
                  <c:v>0.00014232</c:v>
                </c:pt>
                <c:pt idx="5">
                  <c:v>0.0029757</c:v>
                </c:pt>
                <c:pt idx="6">
                  <c:v>0.00308021</c:v>
                </c:pt>
                <c:pt idx="7">
                  <c:v>0.00308449</c:v>
                </c:pt>
                <c:pt idx="8">
                  <c:v>0.00313229</c:v>
                </c:pt>
                <c:pt idx="9">
                  <c:v>0.00587909</c:v>
                </c:pt>
                <c:pt idx="10">
                  <c:v>0.00596142</c:v>
                </c:pt>
                <c:pt idx="11">
                  <c:v>0.00600243</c:v>
                </c:pt>
                <c:pt idx="12">
                  <c:v>0.0087917</c:v>
                </c:pt>
                <c:pt idx="13">
                  <c:v>0.00889863</c:v>
                </c:pt>
                <c:pt idx="14">
                  <c:v>0.00892618</c:v>
                </c:pt>
                <c:pt idx="15">
                  <c:v>0.00901363</c:v>
                </c:pt>
                <c:pt idx="16">
                  <c:v>0.01040659</c:v>
                </c:pt>
                <c:pt idx="17">
                  <c:v>0.01164365</c:v>
                </c:pt>
                <c:pt idx="18">
                  <c:v>0.01177859</c:v>
                </c:pt>
                <c:pt idx="19">
                  <c:v>0.01332247</c:v>
                </c:pt>
                <c:pt idx="20">
                  <c:v>0.01335275</c:v>
                </c:pt>
                <c:pt idx="21">
                  <c:v>0.01340084</c:v>
                </c:pt>
                <c:pt idx="22">
                  <c:v>0.01345215</c:v>
                </c:pt>
                <c:pt idx="23">
                  <c:v>0.01630117</c:v>
                </c:pt>
                <c:pt idx="24">
                  <c:v>0.01633503</c:v>
                </c:pt>
                <c:pt idx="25">
                  <c:v>0.0164629</c:v>
                </c:pt>
                <c:pt idx="26">
                  <c:v>0.0165201</c:v>
                </c:pt>
                <c:pt idx="27">
                  <c:v>0.01911038</c:v>
                </c:pt>
                <c:pt idx="28">
                  <c:v>0.02072449</c:v>
                </c:pt>
                <c:pt idx="29">
                  <c:v>0.02076108</c:v>
                </c:pt>
                <c:pt idx="30">
                  <c:v>0.02081775</c:v>
                </c:pt>
                <c:pt idx="31">
                  <c:v>0.02093405</c:v>
                </c:pt>
                <c:pt idx="32">
                  <c:v>0.02354363</c:v>
                </c:pt>
                <c:pt idx="33">
                  <c:v>0.02392807</c:v>
                </c:pt>
                <c:pt idx="34">
                  <c:v>0.0251018</c:v>
                </c:pt>
                <c:pt idx="35">
                  <c:v>0.0251566</c:v>
                </c:pt>
                <c:pt idx="36">
                  <c:v>0.02525485</c:v>
                </c:pt>
                <c:pt idx="37">
                  <c:v>0.02812619</c:v>
                </c:pt>
                <c:pt idx="38">
                  <c:v>0.02817033</c:v>
                </c:pt>
                <c:pt idx="39">
                  <c:v>0.02826467</c:v>
                </c:pt>
                <c:pt idx="40">
                  <c:v>0.02962414</c:v>
                </c:pt>
                <c:pt idx="41">
                  <c:v>0.02980802</c:v>
                </c:pt>
                <c:pt idx="42">
                  <c:v>0.03105535</c:v>
                </c:pt>
                <c:pt idx="43">
                  <c:v>0.0310988</c:v>
                </c:pt>
                <c:pt idx="44">
                  <c:v>0.03126828</c:v>
                </c:pt>
                <c:pt idx="45">
                  <c:v>0.03265429</c:v>
                </c:pt>
                <c:pt idx="46">
                  <c:v>0.03413996</c:v>
                </c:pt>
                <c:pt idx="47">
                  <c:v>0.0342553</c:v>
                </c:pt>
                <c:pt idx="48">
                  <c:v>0.03549696</c:v>
                </c:pt>
                <c:pt idx="49">
                  <c:v>0.0356692</c:v>
                </c:pt>
                <c:pt idx="50">
                  <c:v>0.03583906</c:v>
                </c:pt>
                <c:pt idx="51">
                  <c:v>0.03714725</c:v>
                </c:pt>
                <c:pt idx="52">
                  <c:v>0.03980909</c:v>
                </c:pt>
                <c:pt idx="53">
                  <c:v>0.04011424</c:v>
                </c:pt>
                <c:pt idx="54">
                  <c:v>0.04013024</c:v>
                </c:pt>
                <c:pt idx="55">
                  <c:v>0.04136752</c:v>
                </c:pt>
                <c:pt idx="56">
                  <c:v>0.04170993</c:v>
                </c:pt>
                <c:pt idx="57">
                  <c:v>0.04292423</c:v>
                </c:pt>
                <c:pt idx="58">
                  <c:v>0.04308645</c:v>
                </c:pt>
                <c:pt idx="59">
                  <c:v>0.0431426</c:v>
                </c:pt>
                <c:pt idx="60">
                  <c:v>0.04424083</c:v>
                </c:pt>
                <c:pt idx="61">
                  <c:v>0.04593666</c:v>
                </c:pt>
                <c:pt idx="62">
                  <c:v>0.04612664</c:v>
                </c:pt>
                <c:pt idx="63">
                  <c:v>0.04616423</c:v>
                </c:pt>
                <c:pt idx="64">
                  <c:v>0.04726163</c:v>
                </c:pt>
                <c:pt idx="65">
                  <c:v>0.04749018</c:v>
                </c:pt>
                <c:pt idx="66">
                  <c:v>0.04880308</c:v>
                </c:pt>
                <c:pt idx="67">
                  <c:v>0.04892207</c:v>
                </c:pt>
                <c:pt idx="68">
                  <c:v>0.04909977</c:v>
                </c:pt>
                <c:pt idx="69">
                  <c:v>0.05049685</c:v>
                </c:pt>
                <c:pt idx="70">
                  <c:v>0.05055277</c:v>
                </c:pt>
                <c:pt idx="71">
                  <c:v>0.05181974</c:v>
                </c:pt>
                <c:pt idx="72">
                  <c:v>0.0519452</c:v>
                </c:pt>
                <c:pt idx="73">
                  <c:v>0.05210796</c:v>
                </c:pt>
                <c:pt idx="74">
                  <c:v>0.05212163</c:v>
                </c:pt>
                <c:pt idx="75">
                  <c:v>0.05479325</c:v>
                </c:pt>
                <c:pt idx="76">
                  <c:v>0.05492599</c:v>
                </c:pt>
                <c:pt idx="77">
                  <c:v>0.05510186</c:v>
                </c:pt>
                <c:pt idx="78">
                  <c:v>0.05510973</c:v>
                </c:pt>
                <c:pt idx="79">
                  <c:v>0.05642912</c:v>
                </c:pt>
                <c:pt idx="80">
                  <c:v>0.05666081</c:v>
                </c:pt>
                <c:pt idx="81">
                  <c:v>0.05667007</c:v>
                </c:pt>
                <c:pt idx="82">
                  <c:v>0.05781411</c:v>
                </c:pt>
                <c:pt idx="83">
                  <c:v>0.05797154</c:v>
                </c:pt>
                <c:pt idx="84">
                  <c:v>0.05818854</c:v>
                </c:pt>
                <c:pt idx="85">
                  <c:v>0.05941537</c:v>
                </c:pt>
                <c:pt idx="86">
                  <c:v>0.05967725</c:v>
                </c:pt>
                <c:pt idx="87">
                  <c:v>0.05974914</c:v>
                </c:pt>
                <c:pt idx="88">
                  <c:v>0.06079068</c:v>
                </c:pt>
                <c:pt idx="89">
                  <c:v>0.06095449</c:v>
                </c:pt>
                <c:pt idx="90">
                  <c:v>0.06238893</c:v>
                </c:pt>
                <c:pt idx="91">
                  <c:v>0.06270324</c:v>
                </c:pt>
                <c:pt idx="92">
                  <c:v>0.06278143</c:v>
                </c:pt>
                <c:pt idx="93">
                  <c:v>0.063763</c:v>
                </c:pt>
                <c:pt idx="94">
                  <c:v>0.06395889</c:v>
                </c:pt>
                <c:pt idx="95">
                  <c:v>0.06433313</c:v>
                </c:pt>
                <c:pt idx="96">
                  <c:v>0.0654031</c:v>
                </c:pt>
                <c:pt idx="97">
                  <c:v>0.06563654</c:v>
                </c:pt>
                <c:pt idx="98">
                  <c:v>0.06676779</c:v>
                </c:pt>
                <c:pt idx="99">
                  <c:v>0.06696489</c:v>
                </c:pt>
                <c:pt idx="100">
                  <c:v>0.06732287</c:v>
                </c:pt>
                <c:pt idx="101">
                  <c:v>0.07157881</c:v>
                </c:pt>
                <c:pt idx="102">
                  <c:v>0.07163811</c:v>
                </c:pt>
                <c:pt idx="103">
                  <c:v>0.07164029</c:v>
                </c:pt>
                <c:pt idx="104">
                  <c:v>0.07165975</c:v>
                </c:pt>
                <c:pt idx="105">
                  <c:v>0.0716606</c:v>
                </c:pt>
                <c:pt idx="106">
                  <c:v>0.07487474</c:v>
                </c:pt>
                <c:pt idx="107">
                  <c:v>0.07489217</c:v>
                </c:pt>
                <c:pt idx="108">
                  <c:v>0.07599007</c:v>
                </c:pt>
                <c:pt idx="109">
                  <c:v>0.07658697</c:v>
                </c:pt>
                <c:pt idx="110">
                  <c:v>0.07836268</c:v>
                </c:pt>
                <c:pt idx="111">
                  <c:v>0.07836313</c:v>
                </c:pt>
                <c:pt idx="112">
                  <c:v>0.07896482</c:v>
                </c:pt>
                <c:pt idx="113">
                  <c:v>0.08123013</c:v>
                </c:pt>
                <c:pt idx="114">
                  <c:v>0.08166468</c:v>
                </c:pt>
                <c:pt idx="115">
                  <c:v>0.08207612</c:v>
                </c:pt>
                <c:pt idx="116">
                  <c:v>0.08309438</c:v>
                </c:pt>
                <c:pt idx="117">
                  <c:v>0.08407537</c:v>
                </c:pt>
                <c:pt idx="118">
                  <c:v>0.08565933</c:v>
                </c:pt>
                <c:pt idx="119">
                  <c:v>0.08598073</c:v>
                </c:pt>
                <c:pt idx="120">
                  <c:v>0.08780714</c:v>
                </c:pt>
                <c:pt idx="121">
                  <c:v>0.08786077</c:v>
                </c:pt>
                <c:pt idx="122">
                  <c:v>0.08882696</c:v>
                </c:pt>
                <c:pt idx="123">
                  <c:v>0.08899134</c:v>
                </c:pt>
                <c:pt idx="124">
                  <c:v>0.09047171</c:v>
                </c:pt>
                <c:pt idx="125">
                  <c:v>0.09183439</c:v>
                </c:pt>
                <c:pt idx="126">
                  <c:v>0.09222365</c:v>
                </c:pt>
                <c:pt idx="127">
                  <c:v>0.09357518</c:v>
                </c:pt>
                <c:pt idx="128">
                  <c:v>0.09365638</c:v>
                </c:pt>
                <c:pt idx="129">
                  <c:v>0.0946091</c:v>
                </c:pt>
                <c:pt idx="130">
                  <c:v>0.09503665</c:v>
                </c:pt>
                <c:pt idx="131">
                  <c:v>0.09513827</c:v>
                </c:pt>
                <c:pt idx="132">
                  <c:v>0.09663483</c:v>
                </c:pt>
                <c:pt idx="133">
                  <c:v>0.1040396</c:v>
                </c:pt>
                <c:pt idx="134">
                  <c:v>0.10406759</c:v>
                </c:pt>
                <c:pt idx="135">
                  <c:v>0.10408027</c:v>
                </c:pt>
                <c:pt idx="136">
                  <c:v>0.10450533</c:v>
                </c:pt>
                <c:pt idx="137">
                  <c:v>0.1076818</c:v>
                </c:pt>
                <c:pt idx="138">
                  <c:v>0.10775311</c:v>
                </c:pt>
                <c:pt idx="139">
                  <c:v>0.10781812</c:v>
                </c:pt>
                <c:pt idx="140">
                  <c:v>0.10782829</c:v>
                </c:pt>
                <c:pt idx="141">
                  <c:v>0.10938649</c:v>
                </c:pt>
                <c:pt idx="142">
                  <c:v>0.10989183</c:v>
                </c:pt>
                <c:pt idx="143">
                  <c:v>0.11094852</c:v>
                </c:pt>
                <c:pt idx="144">
                  <c:v>0.11552072</c:v>
                </c:pt>
                <c:pt idx="145">
                  <c:v>0.59894269</c:v>
                </c:pt>
                <c:pt idx="146">
                  <c:v>0.59900064</c:v>
                </c:pt>
                <c:pt idx="147">
                  <c:v>0.59902404</c:v>
                </c:pt>
                <c:pt idx="148">
                  <c:v>0.59905287</c:v>
                </c:pt>
                <c:pt idx="149">
                  <c:v>0.59905584</c:v>
                </c:pt>
                <c:pt idx="150">
                  <c:v>0.60210374</c:v>
                </c:pt>
                <c:pt idx="151">
                  <c:v>0.6026032</c:v>
                </c:pt>
                <c:pt idx="152">
                  <c:v>0.60262792</c:v>
                </c:pt>
                <c:pt idx="153">
                  <c:v>0.60263168</c:v>
                </c:pt>
                <c:pt idx="154">
                  <c:v>0.60350401</c:v>
                </c:pt>
                <c:pt idx="155">
                  <c:v>0.6046551</c:v>
                </c:pt>
                <c:pt idx="156">
                  <c:v>0.62154676</c:v>
                </c:pt>
                <c:pt idx="157">
                  <c:v>0.62167866</c:v>
                </c:pt>
                <c:pt idx="158">
                  <c:v>0.62205408</c:v>
                </c:pt>
                <c:pt idx="159">
                  <c:v>0.62474606</c:v>
                </c:pt>
                <c:pt idx="160">
                  <c:v>0.62484834</c:v>
                </c:pt>
                <c:pt idx="161">
                  <c:v>0.626302</c:v>
                </c:pt>
                <c:pt idx="162">
                  <c:v>0.62707446</c:v>
                </c:pt>
                <c:pt idx="163">
                  <c:v>0.62845655</c:v>
                </c:pt>
                <c:pt idx="164">
                  <c:v>0.62901369</c:v>
                </c:pt>
                <c:pt idx="165">
                  <c:v>0.63047993</c:v>
                </c:pt>
                <c:pt idx="166">
                  <c:v>0.63076596</c:v>
                </c:pt>
                <c:pt idx="167">
                  <c:v>0.63175967</c:v>
                </c:pt>
                <c:pt idx="168">
                  <c:v>0.63224874</c:v>
                </c:pt>
                <c:pt idx="169">
                  <c:v>0.63302272</c:v>
                </c:pt>
                <c:pt idx="170">
                  <c:v>0.63356367</c:v>
                </c:pt>
                <c:pt idx="171">
                  <c:v>0.64055749</c:v>
                </c:pt>
                <c:pt idx="172">
                  <c:v>0.64098621</c:v>
                </c:pt>
                <c:pt idx="173">
                  <c:v>0.64169205</c:v>
                </c:pt>
                <c:pt idx="174">
                  <c:v>0.64202982</c:v>
                </c:pt>
                <c:pt idx="175">
                  <c:v>0.64231229</c:v>
                </c:pt>
                <c:pt idx="176">
                  <c:v>0.64354776</c:v>
                </c:pt>
                <c:pt idx="177">
                  <c:v>0.64513457</c:v>
                </c:pt>
                <c:pt idx="178">
                  <c:v>0.64589408</c:v>
                </c:pt>
                <c:pt idx="179">
                  <c:v>0.64663819</c:v>
                </c:pt>
                <c:pt idx="180">
                  <c:v>0.64749692</c:v>
                </c:pt>
                <c:pt idx="181">
                  <c:v>0.64894171</c:v>
                </c:pt>
                <c:pt idx="182">
                  <c:v>0.64929593</c:v>
                </c:pt>
                <c:pt idx="183">
                  <c:v>0.65024215</c:v>
                </c:pt>
                <c:pt idx="184">
                  <c:v>0.65081797</c:v>
                </c:pt>
                <c:pt idx="185">
                  <c:v>0.65254673</c:v>
                </c:pt>
                <c:pt idx="186">
                  <c:v>0.65805958</c:v>
                </c:pt>
                <c:pt idx="187">
                  <c:v>0.65910278</c:v>
                </c:pt>
                <c:pt idx="188">
                  <c:v>0.65916424</c:v>
                </c:pt>
                <c:pt idx="189">
                  <c:v>0.66029106</c:v>
                </c:pt>
                <c:pt idx="190">
                  <c:v>0.66038768</c:v>
                </c:pt>
                <c:pt idx="191">
                  <c:v>0.6609101</c:v>
                </c:pt>
                <c:pt idx="192">
                  <c:v>0.66242882</c:v>
                </c:pt>
                <c:pt idx="193">
                  <c:v>0.66415239</c:v>
                </c:pt>
                <c:pt idx="194">
                  <c:v>0.66521593</c:v>
                </c:pt>
                <c:pt idx="195">
                  <c:v>0.66678138</c:v>
                </c:pt>
                <c:pt idx="196">
                  <c:v>0.66684933</c:v>
                </c:pt>
                <c:pt idx="197">
                  <c:v>0.66687243</c:v>
                </c:pt>
                <c:pt idx="198">
                  <c:v>0.66691004</c:v>
                </c:pt>
                <c:pt idx="199">
                  <c:v>0.66825695</c:v>
                </c:pt>
                <c:pt idx="200">
                  <c:v>0.6688715</c:v>
                </c:pt>
                <c:pt idx="201">
                  <c:v>0.66984624</c:v>
                </c:pt>
                <c:pt idx="202">
                  <c:v>0.67042981</c:v>
                </c:pt>
                <c:pt idx="203">
                  <c:v>0.67127497</c:v>
                </c:pt>
                <c:pt idx="204">
                  <c:v>0.67185416</c:v>
                </c:pt>
                <c:pt idx="205">
                  <c:v>0.67221782</c:v>
                </c:pt>
                <c:pt idx="206">
                  <c:v>0.67292981</c:v>
                </c:pt>
                <c:pt idx="207">
                  <c:v>0.67346327</c:v>
                </c:pt>
                <c:pt idx="208">
                  <c:v>0.67452238</c:v>
                </c:pt>
                <c:pt idx="209">
                  <c:v>0.67686132</c:v>
                </c:pt>
                <c:pt idx="210">
                  <c:v>0.67785076</c:v>
                </c:pt>
                <c:pt idx="211">
                  <c:v>0.67869827</c:v>
                </c:pt>
                <c:pt idx="212">
                  <c:v>0.67971784</c:v>
                </c:pt>
                <c:pt idx="213">
                  <c:v>0.67981114</c:v>
                </c:pt>
                <c:pt idx="214">
                  <c:v>0.67997797</c:v>
                </c:pt>
                <c:pt idx="215">
                  <c:v>0.67998746</c:v>
                </c:pt>
                <c:pt idx="216">
                  <c:v>0.68130916</c:v>
                </c:pt>
                <c:pt idx="217">
                  <c:v>0.68141125</c:v>
                </c:pt>
                <c:pt idx="218">
                  <c:v>0.68245829</c:v>
                </c:pt>
                <c:pt idx="219">
                  <c:v>0.68289453</c:v>
                </c:pt>
                <c:pt idx="220">
                  <c:v>0.68339943</c:v>
                </c:pt>
                <c:pt idx="221">
                  <c:v>0.68344085</c:v>
                </c:pt>
                <c:pt idx="222">
                  <c:v>0.68398308</c:v>
                </c:pt>
                <c:pt idx="223">
                  <c:v>0.68494986</c:v>
                </c:pt>
                <c:pt idx="224">
                  <c:v>0.68495087</c:v>
                </c:pt>
                <c:pt idx="225">
                  <c:v>0.68560155</c:v>
                </c:pt>
                <c:pt idx="226">
                  <c:v>0.68686507</c:v>
                </c:pt>
                <c:pt idx="227">
                  <c:v>0.68785504</c:v>
                </c:pt>
                <c:pt idx="228">
                  <c:v>0.68826111</c:v>
                </c:pt>
                <c:pt idx="229">
                  <c:v>0.68833246</c:v>
                </c:pt>
                <c:pt idx="230">
                  <c:v>0.69015326</c:v>
                </c:pt>
                <c:pt idx="231">
                  <c:v>0.69020072</c:v>
                </c:pt>
                <c:pt idx="232">
                  <c:v>0.69149022</c:v>
                </c:pt>
                <c:pt idx="233">
                  <c:v>0.69274754</c:v>
                </c:pt>
                <c:pt idx="234">
                  <c:v>0.70195131</c:v>
                </c:pt>
                <c:pt idx="235">
                  <c:v>0.70196957</c:v>
                </c:pt>
                <c:pt idx="236">
                  <c:v>0.70205699</c:v>
                </c:pt>
                <c:pt idx="237">
                  <c:v>0.70206024</c:v>
                </c:pt>
                <c:pt idx="238">
                  <c:v>0.70247031</c:v>
                </c:pt>
                <c:pt idx="239">
                  <c:v>0.70433067</c:v>
                </c:pt>
                <c:pt idx="240">
                  <c:v>0.70445705</c:v>
                </c:pt>
                <c:pt idx="241">
                  <c:v>0.70447809</c:v>
                </c:pt>
                <c:pt idx="242">
                  <c:v>0.70458696</c:v>
                </c:pt>
                <c:pt idx="243">
                  <c:v>0.70469874</c:v>
                </c:pt>
                <c:pt idx="244">
                  <c:v>0.70746799</c:v>
                </c:pt>
                <c:pt idx="245">
                  <c:v>0.70793672</c:v>
                </c:pt>
                <c:pt idx="246">
                  <c:v>0.70848526</c:v>
                </c:pt>
                <c:pt idx="247">
                  <c:v>0.70859684</c:v>
                </c:pt>
                <c:pt idx="248">
                  <c:v>0.70933437</c:v>
                </c:pt>
                <c:pt idx="249">
                  <c:v>0.70970445</c:v>
                </c:pt>
                <c:pt idx="250">
                  <c:v>0.71068063</c:v>
                </c:pt>
                <c:pt idx="251">
                  <c:v>0.71080726</c:v>
                </c:pt>
                <c:pt idx="252">
                  <c:v>0.72296708</c:v>
                </c:pt>
                <c:pt idx="253">
                  <c:v>0.72296881</c:v>
                </c:pt>
                <c:pt idx="254">
                  <c:v>0.72313971</c:v>
                </c:pt>
                <c:pt idx="255">
                  <c:v>0.72318156</c:v>
                </c:pt>
                <c:pt idx="256">
                  <c:v>0.72321327</c:v>
                </c:pt>
                <c:pt idx="257">
                  <c:v>0.726095</c:v>
                </c:pt>
                <c:pt idx="258">
                  <c:v>0.72622356</c:v>
                </c:pt>
                <c:pt idx="259">
                  <c:v>0.72631805</c:v>
                </c:pt>
                <c:pt idx="260">
                  <c:v>0.72757725</c:v>
                </c:pt>
                <c:pt idx="261">
                  <c:v>0.72779898</c:v>
                </c:pt>
                <c:pt idx="262">
                  <c:v>0.72857238</c:v>
                </c:pt>
                <c:pt idx="263">
                  <c:v>0.72866097</c:v>
                </c:pt>
                <c:pt idx="264">
                  <c:v>0.72928018</c:v>
                </c:pt>
                <c:pt idx="265">
                  <c:v>0.72996604</c:v>
                </c:pt>
                <c:pt idx="266">
                  <c:v>0.72998263</c:v>
                </c:pt>
                <c:pt idx="267">
                  <c:v>0.73065074</c:v>
                </c:pt>
                <c:pt idx="268">
                  <c:v>0.73069149</c:v>
                </c:pt>
                <c:pt idx="269">
                  <c:v>0.74460777</c:v>
                </c:pt>
                <c:pt idx="270">
                  <c:v>0.7446806</c:v>
                </c:pt>
                <c:pt idx="271">
                  <c:v>0.74469908</c:v>
                </c:pt>
                <c:pt idx="272">
                  <c:v>0.74494432</c:v>
                </c:pt>
                <c:pt idx="273">
                  <c:v>0.74499814</c:v>
                </c:pt>
                <c:pt idx="274">
                  <c:v>0.74685328</c:v>
                </c:pt>
                <c:pt idx="275">
                  <c:v>0.74781796</c:v>
                </c:pt>
                <c:pt idx="276">
                  <c:v>0.74790101</c:v>
                </c:pt>
                <c:pt idx="277">
                  <c:v>0.74795164</c:v>
                </c:pt>
                <c:pt idx="278">
                  <c:v>0.74802399</c:v>
                </c:pt>
                <c:pt idx="279">
                  <c:v>0.74893753</c:v>
                </c:pt>
                <c:pt idx="280">
                  <c:v>0.75000875</c:v>
                </c:pt>
                <c:pt idx="281">
                  <c:v>0.75013093</c:v>
                </c:pt>
                <c:pt idx="282">
                  <c:v>0.75064049</c:v>
                </c:pt>
                <c:pt idx="283">
                  <c:v>0.75067716</c:v>
                </c:pt>
                <c:pt idx="284">
                  <c:v>0.75071718</c:v>
                </c:pt>
                <c:pt idx="285">
                  <c:v>0.75191831</c:v>
                </c:pt>
                <c:pt idx="286">
                  <c:v>0.75243459</c:v>
                </c:pt>
                <c:pt idx="287">
                  <c:v>0.76470883</c:v>
                </c:pt>
                <c:pt idx="288">
                  <c:v>0.76523387</c:v>
                </c:pt>
                <c:pt idx="289">
                  <c:v>0.7653009</c:v>
                </c:pt>
                <c:pt idx="290">
                  <c:v>0.76532017</c:v>
                </c:pt>
                <c:pt idx="291">
                  <c:v>0.76565514</c:v>
                </c:pt>
                <c:pt idx="292">
                  <c:v>0.76714251</c:v>
                </c:pt>
                <c:pt idx="293">
                  <c:v>0.76800045</c:v>
                </c:pt>
                <c:pt idx="294">
                  <c:v>0.7680929</c:v>
                </c:pt>
                <c:pt idx="295">
                  <c:v>0.76816929</c:v>
                </c:pt>
                <c:pt idx="296">
                  <c:v>0.76827847</c:v>
                </c:pt>
                <c:pt idx="297">
                  <c:v>0.76933652</c:v>
                </c:pt>
                <c:pt idx="298">
                  <c:v>0.77020377</c:v>
                </c:pt>
                <c:pt idx="299">
                  <c:v>0.77023629</c:v>
                </c:pt>
                <c:pt idx="300">
                  <c:v>0.77108163</c:v>
                </c:pt>
                <c:pt idx="301">
                  <c:v>0.77112762</c:v>
                </c:pt>
                <c:pt idx="302">
                  <c:v>0.77256466</c:v>
                </c:pt>
                <c:pt idx="303">
                  <c:v>0.78453641</c:v>
                </c:pt>
                <c:pt idx="304">
                  <c:v>0.78455345</c:v>
                </c:pt>
                <c:pt idx="305">
                  <c:v>0.78456992</c:v>
                </c:pt>
                <c:pt idx="306">
                  <c:v>0.78464117</c:v>
                </c:pt>
                <c:pt idx="307">
                  <c:v>0.78466483</c:v>
                </c:pt>
                <c:pt idx="308">
                  <c:v>0.7882952</c:v>
                </c:pt>
                <c:pt idx="309">
                  <c:v>0.7883652</c:v>
                </c:pt>
                <c:pt idx="310">
                  <c:v>0.78842464</c:v>
                </c:pt>
                <c:pt idx="311">
                  <c:v>0.78850563</c:v>
                </c:pt>
                <c:pt idx="312">
                  <c:v>0.7888199</c:v>
                </c:pt>
                <c:pt idx="313">
                  <c:v>0.79239731</c:v>
                </c:pt>
                <c:pt idx="314">
                  <c:v>0.79240432</c:v>
                </c:pt>
                <c:pt idx="315">
                  <c:v>0.7924404</c:v>
                </c:pt>
                <c:pt idx="316">
                  <c:v>0.79331056</c:v>
                </c:pt>
                <c:pt idx="317">
                  <c:v>0.79386243</c:v>
                </c:pt>
                <c:pt idx="318">
                  <c:v>0.80745515</c:v>
                </c:pt>
                <c:pt idx="319">
                  <c:v>0.807528</c:v>
                </c:pt>
                <c:pt idx="320">
                  <c:v>0.80762915</c:v>
                </c:pt>
                <c:pt idx="321">
                  <c:v>0.80767677</c:v>
                </c:pt>
                <c:pt idx="322">
                  <c:v>0.80784264</c:v>
                </c:pt>
                <c:pt idx="323">
                  <c:v>0.81144876</c:v>
                </c:pt>
                <c:pt idx="324">
                  <c:v>0.81150716</c:v>
                </c:pt>
                <c:pt idx="325">
                  <c:v>0.81164234</c:v>
                </c:pt>
                <c:pt idx="326">
                  <c:v>0.81168584</c:v>
                </c:pt>
                <c:pt idx="327">
                  <c:v>0.8119906</c:v>
                </c:pt>
                <c:pt idx="328">
                  <c:v>0.81379976</c:v>
                </c:pt>
                <c:pt idx="329">
                  <c:v>0.81388771</c:v>
                </c:pt>
                <c:pt idx="330">
                  <c:v>0.81433024</c:v>
                </c:pt>
                <c:pt idx="331">
                  <c:v>0.81459401</c:v>
                </c:pt>
                <c:pt idx="332">
                  <c:v>0.81518168</c:v>
                </c:pt>
                <c:pt idx="333">
                  <c:v>0.81589964</c:v>
                </c:pt>
                <c:pt idx="334">
                  <c:v>0.81642538</c:v>
                </c:pt>
                <c:pt idx="335">
                  <c:v>0.81676855</c:v>
                </c:pt>
                <c:pt idx="336">
                  <c:v>0.8167748</c:v>
                </c:pt>
                <c:pt idx="337">
                  <c:v>0.81868171</c:v>
                </c:pt>
                <c:pt idx="338">
                  <c:v>0.83028342</c:v>
                </c:pt>
                <c:pt idx="339">
                  <c:v>0.83031572</c:v>
                </c:pt>
                <c:pt idx="340">
                  <c:v>0.8311344</c:v>
                </c:pt>
                <c:pt idx="341">
                  <c:v>0.83114722</c:v>
                </c:pt>
                <c:pt idx="342">
                  <c:v>0.83122711</c:v>
                </c:pt>
                <c:pt idx="343">
                  <c:v>0.83169688</c:v>
                </c:pt>
                <c:pt idx="344">
                  <c:v>0.83222325</c:v>
                </c:pt>
                <c:pt idx="345">
                  <c:v>0.83462286</c:v>
                </c:pt>
                <c:pt idx="346">
                  <c:v>0.83474344</c:v>
                </c:pt>
                <c:pt idx="347">
                  <c:v>0.83478244</c:v>
                </c:pt>
                <c:pt idx="348">
                  <c:v>0.83753791</c:v>
                </c:pt>
                <c:pt idx="349">
                  <c:v>0.8382089</c:v>
                </c:pt>
                <c:pt idx="350">
                  <c:v>0.83905776</c:v>
                </c:pt>
                <c:pt idx="351">
                  <c:v>0.83911239</c:v>
                </c:pt>
                <c:pt idx="352">
                  <c:v>0.8406085</c:v>
                </c:pt>
                <c:pt idx="353">
                  <c:v>0.84113102</c:v>
                </c:pt>
                <c:pt idx="354">
                  <c:v>0.85197604</c:v>
                </c:pt>
                <c:pt idx="355">
                  <c:v>0.8520471</c:v>
                </c:pt>
                <c:pt idx="356">
                  <c:v>0.85209223</c:v>
                </c:pt>
                <c:pt idx="357">
                  <c:v>0.85219843</c:v>
                </c:pt>
                <c:pt idx="358">
                  <c:v>0.85231118</c:v>
                </c:pt>
                <c:pt idx="359">
                  <c:v>0.85650058</c:v>
                </c:pt>
                <c:pt idx="360">
                  <c:v>0.85772023</c:v>
                </c:pt>
                <c:pt idx="361">
                  <c:v>0.85777792</c:v>
                </c:pt>
                <c:pt idx="362">
                  <c:v>0.85840898</c:v>
                </c:pt>
                <c:pt idx="363">
                  <c:v>0.85954308</c:v>
                </c:pt>
                <c:pt idx="364">
                  <c:v>0.8595995</c:v>
                </c:pt>
                <c:pt idx="365">
                  <c:v>0.868128</c:v>
                </c:pt>
                <c:pt idx="366">
                  <c:v>0.86820948</c:v>
                </c:pt>
                <c:pt idx="367">
                  <c:v>0.86833885</c:v>
                </c:pt>
                <c:pt idx="368">
                  <c:v>0.86909091</c:v>
                </c:pt>
                <c:pt idx="369">
                  <c:v>0.86932892</c:v>
                </c:pt>
                <c:pt idx="370">
                  <c:v>0.86936706</c:v>
                </c:pt>
                <c:pt idx="371">
                  <c:v>0.87085823</c:v>
                </c:pt>
                <c:pt idx="372">
                  <c:v>0.87098748</c:v>
                </c:pt>
                <c:pt idx="373">
                  <c:v>0.87148433</c:v>
                </c:pt>
                <c:pt idx="374">
                  <c:v>0.87270679</c:v>
                </c:pt>
                <c:pt idx="375">
                  <c:v>0.8727216</c:v>
                </c:pt>
                <c:pt idx="376">
                  <c:v>0.8752178</c:v>
                </c:pt>
                <c:pt idx="377">
                  <c:v>0.87702989</c:v>
                </c:pt>
                <c:pt idx="378">
                  <c:v>0.88372473</c:v>
                </c:pt>
                <c:pt idx="379">
                  <c:v>0.88398542</c:v>
                </c:pt>
                <c:pt idx="380">
                  <c:v>0.88437266</c:v>
                </c:pt>
                <c:pt idx="381">
                  <c:v>0.88457421</c:v>
                </c:pt>
                <c:pt idx="382">
                  <c:v>0.88715009</c:v>
                </c:pt>
                <c:pt idx="383">
                  <c:v>0.88826227</c:v>
                </c:pt>
                <c:pt idx="384">
                  <c:v>0.88914154</c:v>
                </c:pt>
                <c:pt idx="385">
                  <c:v>0.89002784</c:v>
                </c:pt>
                <c:pt idx="386">
                  <c:v>0.89057166</c:v>
                </c:pt>
                <c:pt idx="387">
                  <c:v>0.89107795</c:v>
                </c:pt>
                <c:pt idx="388">
                  <c:v>0.89199158</c:v>
                </c:pt>
                <c:pt idx="389">
                  <c:v>0.892998</c:v>
                </c:pt>
                <c:pt idx="390">
                  <c:v>0.8941586</c:v>
                </c:pt>
                <c:pt idx="391">
                  <c:v>0.89464014</c:v>
                </c:pt>
                <c:pt idx="392">
                  <c:v>0.8971609</c:v>
                </c:pt>
                <c:pt idx="393">
                  <c:v>0.89859742</c:v>
                </c:pt>
                <c:pt idx="394">
                  <c:v>0.9046262</c:v>
                </c:pt>
                <c:pt idx="395">
                  <c:v>0.90465449</c:v>
                </c:pt>
                <c:pt idx="396">
                  <c:v>0.90513131</c:v>
                </c:pt>
                <c:pt idx="397">
                  <c:v>0.90536695</c:v>
                </c:pt>
                <c:pt idx="398">
                  <c:v>0.9056396</c:v>
                </c:pt>
                <c:pt idx="399">
                  <c:v>0.90742537</c:v>
                </c:pt>
                <c:pt idx="400">
                  <c:v>0.90743574</c:v>
                </c:pt>
                <c:pt idx="401">
                  <c:v>0.91043187</c:v>
                </c:pt>
                <c:pt idx="402">
                  <c:v>0.91085718</c:v>
                </c:pt>
                <c:pt idx="403">
                  <c:v>0.91135551</c:v>
                </c:pt>
                <c:pt idx="404">
                  <c:v>0.91141453</c:v>
                </c:pt>
                <c:pt idx="405">
                  <c:v>0.91172112</c:v>
                </c:pt>
                <c:pt idx="406">
                  <c:v>0.91314331</c:v>
                </c:pt>
                <c:pt idx="407">
                  <c:v>0.91386512</c:v>
                </c:pt>
                <c:pt idx="408">
                  <c:v>0.91447591</c:v>
                </c:pt>
                <c:pt idx="409">
                  <c:v>0.91569802</c:v>
                </c:pt>
                <c:pt idx="410">
                  <c:v>0.91715183</c:v>
                </c:pt>
                <c:pt idx="411">
                  <c:v>0.91855654</c:v>
                </c:pt>
                <c:pt idx="412">
                  <c:v>0.9259936</c:v>
                </c:pt>
                <c:pt idx="413">
                  <c:v>0.9262857</c:v>
                </c:pt>
                <c:pt idx="414">
                  <c:v>0.92634376</c:v>
                </c:pt>
                <c:pt idx="415">
                  <c:v>0.92636232</c:v>
                </c:pt>
                <c:pt idx="416">
                  <c:v>0.92650707</c:v>
                </c:pt>
                <c:pt idx="417">
                  <c:v>0.92926405</c:v>
                </c:pt>
                <c:pt idx="418">
                  <c:v>0.93057212</c:v>
                </c:pt>
                <c:pt idx="419">
                  <c:v>0.93136774</c:v>
                </c:pt>
                <c:pt idx="420">
                  <c:v>0.93201704</c:v>
                </c:pt>
                <c:pt idx="421">
                  <c:v>0.9323687</c:v>
                </c:pt>
                <c:pt idx="422">
                  <c:v>0.93297108</c:v>
                </c:pt>
                <c:pt idx="423">
                  <c:v>0.93422586</c:v>
                </c:pt>
                <c:pt idx="424">
                  <c:v>0.93454489</c:v>
                </c:pt>
                <c:pt idx="425">
                  <c:v>0.9350306</c:v>
                </c:pt>
                <c:pt idx="426">
                  <c:v>0.93589871</c:v>
                </c:pt>
                <c:pt idx="427">
                  <c:v>0.93653462</c:v>
                </c:pt>
                <c:pt idx="428">
                  <c:v>0.9373803</c:v>
                </c:pt>
                <c:pt idx="429">
                  <c:v>0.94674783</c:v>
                </c:pt>
                <c:pt idx="430">
                  <c:v>0.94679536</c:v>
                </c:pt>
                <c:pt idx="431">
                  <c:v>0.94721695</c:v>
                </c:pt>
                <c:pt idx="432">
                  <c:v>0.94721927</c:v>
                </c:pt>
                <c:pt idx="433">
                  <c:v>0.94787638</c:v>
                </c:pt>
                <c:pt idx="434">
                  <c:v>0.94905441</c:v>
                </c:pt>
                <c:pt idx="435">
                  <c:v>0.95038221</c:v>
                </c:pt>
                <c:pt idx="436">
                  <c:v>0.95096977</c:v>
                </c:pt>
                <c:pt idx="437">
                  <c:v>0.9509791</c:v>
                </c:pt>
                <c:pt idx="438">
                  <c:v>0.95230574</c:v>
                </c:pt>
                <c:pt idx="439">
                  <c:v>0.95281802</c:v>
                </c:pt>
                <c:pt idx="440">
                  <c:v>0.95371796</c:v>
                </c:pt>
                <c:pt idx="441">
                  <c:v>0.95375987</c:v>
                </c:pt>
                <c:pt idx="442">
                  <c:v>0.95413107</c:v>
                </c:pt>
                <c:pt idx="443">
                  <c:v>0.95534391</c:v>
                </c:pt>
                <c:pt idx="444">
                  <c:v>0.95621142</c:v>
                </c:pt>
                <c:pt idx="445">
                  <c:v>0.95660443</c:v>
                </c:pt>
                <c:pt idx="446">
                  <c:v>0.95673824</c:v>
                </c:pt>
                <c:pt idx="447">
                  <c:v>0.95860652</c:v>
                </c:pt>
                <c:pt idx="448">
                  <c:v>0.96674691</c:v>
                </c:pt>
                <c:pt idx="449">
                  <c:v>0.96725628</c:v>
                </c:pt>
                <c:pt idx="450">
                  <c:v>0.96728357</c:v>
                </c:pt>
                <c:pt idx="451">
                  <c:v>0.96731498</c:v>
                </c:pt>
                <c:pt idx="452">
                  <c:v>0.96733325</c:v>
                </c:pt>
                <c:pt idx="453">
                  <c:v>0.96790735</c:v>
                </c:pt>
                <c:pt idx="454">
                  <c:v>0.96973508</c:v>
                </c:pt>
                <c:pt idx="455">
                  <c:v>0.9708256</c:v>
                </c:pt>
                <c:pt idx="456">
                  <c:v>0.97123506</c:v>
                </c:pt>
                <c:pt idx="457">
                  <c:v>0.9726515</c:v>
                </c:pt>
                <c:pt idx="458">
                  <c:v>0.97269218</c:v>
                </c:pt>
                <c:pt idx="459">
                  <c:v>0.9735118</c:v>
                </c:pt>
                <c:pt idx="460">
                  <c:v>0.97354287</c:v>
                </c:pt>
                <c:pt idx="461">
                  <c:v>0.97458821</c:v>
                </c:pt>
                <c:pt idx="462">
                  <c:v>0.97513877</c:v>
                </c:pt>
                <c:pt idx="463">
                  <c:v>0.97558736</c:v>
                </c:pt>
                <c:pt idx="464">
                  <c:v>0.97651064</c:v>
                </c:pt>
                <c:pt idx="465">
                  <c:v>0.98628369</c:v>
                </c:pt>
                <c:pt idx="466">
                  <c:v>0.98657887</c:v>
                </c:pt>
                <c:pt idx="467">
                  <c:v>0.98667802</c:v>
                </c:pt>
                <c:pt idx="468">
                  <c:v>0.98675573</c:v>
                </c:pt>
                <c:pt idx="469">
                  <c:v>0.98681169</c:v>
                </c:pt>
                <c:pt idx="470">
                  <c:v>0.98946245</c:v>
                </c:pt>
                <c:pt idx="471">
                  <c:v>0.98998934</c:v>
                </c:pt>
                <c:pt idx="472">
                  <c:v>0.9900603</c:v>
                </c:pt>
                <c:pt idx="473">
                  <c:v>0.9915835</c:v>
                </c:pt>
                <c:pt idx="474">
                  <c:v>0.99167438</c:v>
                </c:pt>
                <c:pt idx="475">
                  <c:v>0.99288697</c:v>
                </c:pt>
                <c:pt idx="476">
                  <c:v>0.99311319</c:v>
                </c:pt>
                <c:pt idx="477">
                  <c:v>0.99404565</c:v>
                </c:pt>
                <c:pt idx="478">
                  <c:v>0.99489849</c:v>
                </c:pt>
                <c:pt idx="479">
                  <c:v>0.99557826</c:v>
                </c:pt>
                <c:pt idx="480">
                  <c:v>0.99652271</c:v>
                </c:pt>
                <c:pt idx="481">
                  <c:v>0.99681575</c:v>
                </c:pt>
                <c:pt idx="482">
                  <c:v>0.99826222</c:v>
                </c:pt>
                <c:pt idx="483">
                  <c:v>0.9990731</c:v>
                </c:pt>
                <c:pt idx="484">
                  <c:v>1.00651809</c:v>
                </c:pt>
                <c:pt idx="485">
                  <c:v>1.00694366</c:v>
                </c:pt>
                <c:pt idx="486">
                  <c:v>1.00697266</c:v>
                </c:pt>
                <c:pt idx="487">
                  <c:v>1.00697365</c:v>
                </c:pt>
                <c:pt idx="488">
                  <c:v>1.00971353</c:v>
                </c:pt>
                <c:pt idx="489">
                  <c:v>1.01323722</c:v>
                </c:pt>
                <c:pt idx="490">
                  <c:v>1.01423644</c:v>
                </c:pt>
                <c:pt idx="491">
                  <c:v>1.01529203</c:v>
                </c:pt>
                <c:pt idx="492">
                  <c:v>1.01914213</c:v>
                </c:pt>
                <c:pt idx="493">
                  <c:v>1.02181601</c:v>
                </c:pt>
                <c:pt idx="494">
                  <c:v>1.0218345</c:v>
                </c:pt>
                <c:pt idx="495">
                  <c:v>1.02199774</c:v>
                </c:pt>
                <c:pt idx="496">
                  <c:v>1.02200156</c:v>
                </c:pt>
                <c:pt idx="497">
                  <c:v>1.0220253</c:v>
                </c:pt>
                <c:pt idx="498">
                  <c:v>1.02644237</c:v>
                </c:pt>
                <c:pt idx="499">
                  <c:v>1.02647539</c:v>
                </c:pt>
                <c:pt idx="500">
                  <c:v>1.02650874</c:v>
                </c:pt>
                <c:pt idx="501">
                  <c:v>1.02652599</c:v>
                </c:pt>
                <c:pt idx="502">
                  <c:v>1.02751241</c:v>
                </c:pt>
                <c:pt idx="503">
                  <c:v>1.02870269</c:v>
                </c:pt>
                <c:pt idx="504">
                  <c:v>1.0430131</c:v>
                </c:pt>
                <c:pt idx="505">
                  <c:v>1.04311778</c:v>
                </c:pt>
                <c:pt idx="506">
                  <c:v>1.04331942</c:v>
                </c:pt>
                <c:pt idx="507">
                  <c:v>1.04344868</c:v>
                </c:pt>
                <c:pt idx="508">
                  <c:v>1.04367732</c:v>
                </c:pt>
                <c:pt idx="509">
                  <c:v>1.04622269</c:v>
                </c:pt>
                <c:pt idx="510">
                  <c:v>1.04633793</c:v>
                </c:pt>
                <c:pt idx="511">
                  <c:v>1.04862144</c:v>
                </c:pt>
                <c:pt idx="512">
                  <c:v>1.04926363</c:v>
                </c:pt>
                <c:pt idx="513">
                  <c:v>1.04930543</c:v>
                </c:pt>
                <c:pt idx="514">
                  <c:v>1.05065462</c:v>
                </c:pt>
                <c:pt idx="515">
                  <c:v>1.05174302</c:v>
                </c:pt>
                <c:pt idx="516">
                  <c:v>1.0518704</c:v>
                </c:pt>
                <c:pt idx="517">
                  <c:v>1.05224997</c:v>
                </c:pt>
                <c:pt idx="518">
                  <c:v>1.05279673</c:v>
                </c:pt>
                <c:pt idx="519">
                  <c:v>1.05367277</c:v>
                </c:pt>
                <c:pt idx="520">
                  <c:v>1.05538328</c:v>
                </c:pt>
                <c:pt idx="521">
                  <c:v>1.06569091</c:v>
                </c:pt>
                <c:pt idx="522">
                  <c:v>1.06573295</c:v>
                </c:pt>
                <c:pt idx="523">
                  <c:v>1.0660928</c:v>
                </c:pt>
                <c:pt idx="524">
                  <c:v>1.0667211</c:v>
                </c:pt>
                <c:pt idx="525">
                  <c:v>1.06808254</c:v>
                </c:pt>
                <c:pt idx="526">
                  <c:v>1.06950876</c:v>
                </c:pt>
                <c:pt idx="527">
                  <c:v>1.07061256</c:v>
                </c:pt>
                <c:pt idx="528">
                  <c:v>1.07192871</c:v>
                </c:pt>
                <c:pt idx="529">
                  <c:v>1.07237859</c:v>
                </c:pt>
                <c:pt idx="530">
                  <c:v>1.07378317</c:v>
                </c:pt>
                <c:pt idx="531">
                  <c:v>1.07523868</c:v>
                </c:pt>
                <c:pt idx="532">
                  <c:v>1.07532817</c:v>
                </c:pt>
                <c:pt idx="533">
                  <c:v>1.07668818</c:v>
                </c:pt>
                <c:pt idx="534">
                  <c:v>1.07709851</c:v>
                </c:pt>
                <c:pt idx="535">
                  <c:v>1.07829858</c:v>
                </c:pt>
                <c:pt idx="536">
                  <c:v>1.07962274</c:v>
                </c:pt>
                <c:pt idx="537">
                  <c:v>1.07967883</c:v>
                </c:pt>
                <c:pt idx="538">
                  <c:v>1.08083932</c:v>
                </c:pt>
                <c:pt idx="539">
                  <c:v>1.08264039</c:v>
                </c:pt>
                <c:pt idx="540">
                  <c:v>1.08274648</c:v>
                </c:pt>
                <c:pt idx="541">
                  <c:v>1.08409844</c:v>
                </c:pt>
                <c:pt idx="542">
                  <c:v>1.08435015</c:v>
                </c:pt>
                <c:pt idx="543">
                  <c:v>1.08449067</c:v>
                </c:pt>
                <c:pt idx="544">
                  <c:v>1.08458846</c:v>
                </c:pt>
                <c:pt idx="545">
                  <c:v>1.08555439</c:v>
                </c:pt>
                <c:pt idx="546">
                  <c:v>1.08614139</c:v>
                </c:pt>
                <c:pt idx="547">
                  <c:v>1.08688815</c:v>
                </c:pt>
                <c:pt idx="548">
                  <c:v>1.08833797</c:v>
                </c:pt>
                <c:pt idx="549">
                  <c:v>1.08836897</c:v>
                </c:pt>
                <c:pt idx="550">
                  <c:v>1.08841407</c:v>
                </c:pt>
                <c:pt idx="551">
                  <c:v>1.09013077</c:v>
                </c:pt>
                <c:pt idx="552">
                  <c:v>1.09060984</c:v>
                </c:pt>
                <c:pt idx="553">
                  <c:v>1.09131002</c:v>
                </c:pt>
                <c:pt idx="554">
                  <c:v>1.09210041</c:v>
                </c:pt>
                <c:pt idx="555">
                  <c:v>1.1004552</c:v>
                </c:pt>
                <c:pt idx="556">
                  <c:v>1.10069051</c:v>
                </c:pt>
                <c:pt idx="557">
                  <c:v>1.10069887</c:v>
                </c:pt>
                <c:pt idx="558">
                  <c:v>1.10071107</c:v>
                </c:pt>
                <c:pt idx="559">
                  <c:v>1.1019097</c:v>
                </c:pt>
                <c:pt idx="560">
                  <c:v>1.10289921</c:v>
                </c:pt>
                <c:pt idx="561">
                  <c:v>1.1030263</c:v>
                </c:pt>
                <c:pt idx="562">
                  <c:v>1.10310642</c:v>
                </c:pt>
                <c:pt idx="563">
                  <c:v>1.10428056</c:v>
                </c:pt>
                <c:pt idx="564">
                  <c:v>1.1048458</c:v>
                </c:pt>
                <c:pt idx="565">
                  <c:v>1.10489043</c:v>
                </c:pt>
                <c:pt idx="566">
                  <c:v>1.10553231</c:v>
                </c:pt>
                <c:pt idx="567">
                  <c:v>1.10644615</c:v>
                </c:pt>
                <c:pt idx="568">
                  <c:v>1.10845994</c:v>
                </c:pt>
                <c:pt idx="569">
                  <c:v>1.11001246</c:v>
                </c:pt>
                <c:pt idx="570">
                  <c:v>1.1190827</c:v>
                </c:pt>
                <c:pt idx="571">
                  <c:v>1.11919901</c:v>
                </c:pt>
                <c:pt idx="572">
                  <c:v>1.11924919</c:v>
                </c:pt>
                <c:pt idx="573">
                  <c:v>1.11980606</c:v>
                </c:pt>
                <c:pt idx="574">
                  <c:v>1.11987712</c:v>
                </c:pt>
                <c:pt idx="575">
                  <c:v>1.1223516</c:v>
                </c:pt>
                <c:pt idx="576">
                  <c:v>1.12299392</c:v>
                </c:pt>
                <c:pt idx="577">
                  <c:v>1.12309603</c:v>
                </c:pt>
                <c:pt idx="578">
                  <c:v>1.12315633</c:v>
                </c:pt>
                <c:pt idx="579">
                  <c:v>1.12327149</c:v>
                </c:pt>
                <c:pt idx="580">
                  <c:v>1.12488089</c:v>
                </c:pt>
                <c:pt idx="581">
                  <c:v>1.12491075</c:v>
                </c:pt>
                <c:pt idx="582">
                  <c:v>1.12566606</c:v>
                </c:pt>
                <c:pt idx="583">
                  <c:v>1.12609633</c:v>
                </c:pt>
                <c:pt idx="584">
                  <c:v>1.12712594</c:v>
                </c:pt>
                <c:pt idx="585">
                  <c:v>1.12717244</c:v>
                </c:pt>
                <c:pt idx="586">
                  <c:v>1.12766382</c:v>
                </c:pt>
                <c:pt idx="587">
                  <c:v>1.13024333</c:v>
                </c:pt>
                <c:pt idx="588">
                  <c:v>1.14008663</c:v>
                </c:pt>
                <c:pt idx="589">
                  <c:v>1.14012912</c:v>
                </c:pt>
                <c:pt idx="590">
                  <c:v>1.14013322</c:v>
                </c:pt>
                <c:pt idx="591">
                  <c:v>1.14026929</c:v>
                </c:pt>
                <c:pt idx="592">
                  <c:v>1.14043604</c:v>
                </c:pt>
                <c:pt idx="593">
                  <c:v>1.14216624</c:v>
                </c:pt>
                <c:pt idx="594">
                  <c:v>1.14220261</c:v>
                </c:pt>
                <c:pt idx="595">
                  <c:v>1.14338099</c:v>
                </c:pt>
                <c:pt idx="596">
                  <c:v>1.14340346</c:v>
                </c:pt>
                <c:pt idx="597">
                  <c:v>1.14345588</c:v>
                </c:pt>
                <c:pt idx="598">
                  <c:v>1.14420846</c:v>
                </c:pt>
                <c:pt idx="599">
                  <c:v>1.14431369</c:v>
                </c:pt>
                <c:pt idx="600">
                  <c:v>1.14552643</c:v>
                </c:pt>
                <c:pt idx="601">
                  <c:v>1.14556731</c:v>
                </c:pt>
                <c:pt idx="602">
                  <c:v>1.14558132</c:v>
                </c:pt>
                <c:pt idx="603">
                  <c:v>1.14563169</c:v>
                </c:pt>
                <c:pt idx="604">
                  <c:v>1.14564591</c:v>
                </c:pt>
                <c:pt idx="605">
                  <c:v>1.14839295</c:v>
                </c:pt>
                <c:pt idx="606">
                  <c:v>1.14904815</c:v>
                </c:pt>
                <c:pt idx="607">
                  <c:v>1.16176929</c:v>
                </c:pt>
                <c:pt idx="608">
                  <c:v>1.16186556</c:v>
                </c:pt>
                <c:pt idx="609">
                  <c:v>1.1619112</c:v>
                </c:pt>
                <c:pt idx="610">
                  <c:v>1.16197234</c:v>
                </c:pt>
                <c:pt idx="611">
                  <c:v>1.16218792</c:v>
                </c:pt>
                <c:pt idx="612">
                  <c:v>1.16673633</c:v>
                </c:pt>
                <c:pt idx="613">
                  <c:v>1.16676414</c:v>
                </c:pt>
                <c:pt idx="614">
                  <c:v>1.16679035</c:v>
                </c:pt>
                <c:pt idx="615">
                  <c:v>1.16681748</c:v>
                </c:pt>
                <c:pt idx="616">
                  <c:v>1.16686213</c:v>
                </c:pt>
                <c:pt idx="617">
                  <c:v>1.16973909</c:v>
                </c:pt>
                <c:pt idx="618">
                  <c:v>1.1701768</c:v>
                </c:pt>
                <c:pt idx="619">
                  <c:v>1.1701931</c:v>
                </c:pt>
                <c:pt idx="620">
                  <c:v>1.17101264</c:v>
                </c:pt>
                <c:pt idx="621">
                  <c:v>1.1714824</c:v>
                </c:pt>
                <c:pt idx="622">
                  <c:v>1.1719718</c:v>
                </c:pt>
                <c:pt idx="623">
                  <c:v>1.17268179</c:v>
                </c:pt>
                <c:pt idx="624">
                  <c:v>1.18519954</c:v>
                </c:pt>
                <c:pt idx="625">
                  <c:v>1.18526059</c:v>
                </c:pt>
                <c:pt idx="626">
                  <c:v>1.18561097</c:v>
                </c:pt>
                <c:pt idx="627">
                  <c:v>1.18565607</c:v>
                </c:pt>
                <c:pt idx="628">
                  <c:v>1.18574338</c:v>
                </c:pt>
                <c:pt idx="629">
                  <c:v>1.1884303</c:v>
                </c:pt>
                <c:pt idx="630">
                  <c:v>1.18845686</c:v>
                </c:pt>
                <c:pt idx="631">
                  <c:v>1.18847041</c:v>
                </c:pt>
                <c:pt idx="632">
                  <c:v>1.18854664</c:v>
                </c:pt>
                <c:pt idx="633">
                  <c:v>1.19049806</c:v>
                </c:pt>
                <c:pt idx="634">
                  <c:v>1.19055567</c:v>
                </c:pt>
                <c:pt idx="635">
                  <c:v>1.19125529</c:v>
                </c:pt>
                <c:pt idx="636">
                  <c:v>1.1913337</c:v>
                </c:pt>
                <c:pt idx="637">
                  <c:v>1.19192961</c:v>
                </c:pt>
                <c:pt idx="638">
                  <c:v>1.19297491</c:v>
                </c:pt>
                <c:pt idx="639">
                  <c:v>1.19357576</c:v>
                </c:pt>
                <c:pt idx="640">
                  <c:v>1.19406657</c:v>
                </c:pt>
                <c:pt idx="641">
                  <c:v>1.20558008</c:v>
                </c:pt>
                <c:pt idx="642">
                  <c:v>1.20561042</c:v>
                </c:pt>
                <c:pt idx="643">
                  <c:v>1.20561206</c:v>
                </c:pt>
                <c:pt idx="644">
                  <c:v>1.20567508</c:v>
                </c:pt>
                <c:pt idx="645">
                  <c:v>1.2057142</c:v>
                </c:pt>
                <c:pt idx="646">
                  <c:v>1.2087483</c:v>
                </c:pt>
                <c:pt idx="647">
                  <c:v>1.20876625</c:v>
                </c:pt>
                <c:pt idx="648">
                  <c:v>1.20880294</c:v>
                </c:pt>
                <c:pt idx="649">
                  <c:v>1.20880449</c:v>
                </c:pt>
                <c:pt idx="650">
                  <c:v>1.20884133</c:v>
                </c:pt>
                <c:pt idx="651">
                  <c:v>1.2116577</c:v>
                </c:pt>
                <c:pt idx="652">
                  <c:v>1.21170536</c:v>
                </c:pt>
                <c:pt idx="653">
                  <c:v>1.21243105</c:v>
                </c:pt>
                <c:pt idx="654">
                  <c:v>1.21249966</c:v>
                </c:pt>
                <c:pt idx="655">
                  <c:v>1.21314501</c:v>
                </c:pt>
                <c:pt idx="656">
                  <c:v>1.22683067</c:v>
                </c:pt>
                <c:pt idx="657">
                  <c:v>1.22693043</c:v>
                </c:pt>
                <c:pt idx="658">
                  <c:v>1.2269723</c:v>
                </c:pt>
                <c:pt idx="659">
                  <c:v>1.22707501</c:v>
                </c:pt>
                <c:pt idx="660">
                  <c:v>1.22715322</c:v>
                </c:pt>
                <c:pt idx="661">
                  <c:v>1.2304518</c:v>
                </c:pt>
                <c:pt idx="662">
                  <c:v>1.23045759</c:v>
                </c:pt>
                <c:pt idx="663">
                  <c:v>1.23054233</c:v>
                </c:pt>
                <c:pt idx="664">
                  <c:v>1.23057408</c:v>
                </c:pt>
                <c:pt idx="665">
                  <c:v>1.2306254</c:v>
                </c:pt>
                <c:pt idx="666">
                  <c:v>1.23367511</c:v>
                </c:pt>
                <c:pt idx="667">
                  <c:v>1.23393906</c:v>
                </c:pt>
                <c:pt idx="668">
                  <c:v>1.23437826</c:v>
                </c:pt>
                <c:pt idx="669">
                  <c:v>1.23495125</c:v>
                </c:pt>
                <c:pt idx="670">
                  <c:v>1.23533088</c:v>
                </c:pt>
                <c:pt idx="671">
                  <c:v>1.2366361</c:v>
                </c:pt>
                <c:pt idx="672">
                  <c:v>1.24909616</c:v>
                </c:pt>
                <c:pt idx="673">
                  <c:v>1.24934856</c:v>
                </c:pt>
                <c:pt idx="674">
                  <c:v>1.24943896</c:v>
                </c:pt>
                <c:pt idx="675">
                  <c:v>1.24999217</c:v>
                </c:pt>
                <c:pt idx="676">
                  <c:v>1.25067748</c:v>
                </c:pt>
                <c:pt idx="677">
                  <c:v>1.25084079</c:v>
                </c:pt>
                <c:pt idx="678">
                  <c:v>1.25204536</c:v>
                </c:pt>
                <c:pt idx="679">
                  <c:v>1.2530927</c:v>
                </c:pt>
                <c:pt idx="680">
                  <c:v>1.25352821</c:v>
                </c:pt>
                <c:pt idx="681">
                  <c:v>1.25360533</c:v>
                </c:pt>
                <c:pt idx="682">
                  <c:v>1.25510866</c:v>
                </c:pt>
                <c:pt idx="683">
                  <c:v>1.25614611</c:v>
                </c:pt>
                <c:pt idx="684">
                  <c:v>1.25617891</c:v>
                </c:pt>
                <c:pt idx="685">
                  <c:v>1.25639762</c:v>
                </c:pt>
                <c:pt idx="686">
                  <c:v>1.25709606</c:v>
                </c:pt>
                <c:pt idx="687">
                  <c:v>1.2571803</c:v>
                </c:pt>
                <c:pt idx="688">
                  <c:v>1.25831997</c:v>
                </c:pt>
                <c:pt idx="689">
                  <c:v>1.25913631</c:v>
                </c:pt>
                <c:pt idx="690">
                  <c:v>1.26007859</c:v>
                </c:pt>
                <c:pt idx="691">
                  <c:v>1.27144965</c:v>
                </c:pt>
                <c:pt idx="692">
                  <c:v>1.27210579</c:v>
                </c:pt>
                <c:pt idx="693">
                  <c:v>1.27223247</c:v>
                </c:pt>
                <c:pt idx="694">
                  <c:v>1.27234545</c:v>
                </c:pt>
                <c:pt idx="695">
                  <c:v>1.27298118</c:v>
                </c:pt>
                <c:pt idx="696">
                  <c:v>1.27399245</c:v>
                </c:pt>
                <c:pt idx="697">
                  <c:v>1.27570266</c:v>
                </c:pt>
                <c:pt idx="698">
                  <c:v>1.27746699</c:v>
                </c:pt>
                <c:pt idx="699">
                  <c:v>1.27812343</c:v>
                </c:pt>
                <c:pt idx="700">
                  <c:v>1.27814335</c:v>
                </c:pt>
                <c:pt idx="701">
                  <c:v>1.27950794</c:v>
                </c:pt>
                <c:pt idx="702">
                  <c:v>1.27961503</c:v>
                </c:pt>
                <c:pt idx="703">
                  <c:v>1.28054895</c:v>
                </c:pt>
                <c:pt idx="704">
                  <c:v>1.2810332</c:v>
                </c:pt>
                <c:pt idx="705">
                  <c:v>1.28174011</c:v>
                </c:pt>
                <c:pt idx="706">
                  <c:v>1.2818421</c:v>
                </c:pt>
                <c:pt idx="707">
                  <c:v>1.2827388</c:v>
                </c:pt>
                <c:pt idx="708">
                  <c:v>1.28314541</c:v>
                </c:pt>
                <c:pt idx="709">
                  <c:v>1.29202739</c:v>
                </c:pt>
                <c:pt idx="710">
                  <c:v>1.2925058</c:v>
                </c:pt>
                <c:pt idx="711">
                  <c:v>1.29253828</c:v>
                </c:pt>
                <c:pt idx="712">
                  <c:v>1.29269126</c:v>
                </c:pt>
                <c:pt idx="713">
                  <c:v>1.29331104</c:v>
                </c:pt>
                <c:pt idx="714">
                  <c:v>1.29553964</c:v>
                </c:pt>
                <c:pt idx="715">
                  <c:v>1.2955673</c:v>
                </c:pt>
                <c:pt idx="716">
                  <c:v>1.29557197</c:v>
                </c:pt>
                <c:pt idx="717">
                  <c:v>1.29725875</c:v>
                </c:pt>
                <c:pt idx="718">
                  <c:v>1.29732295</c:v>
                </c:pt>
                <c:pt idx="719">
                  <c:v>1.29839949</c:v>
                </c:pt>
                <c:pt idx="720">
                  <c:v>1.30008851</c:v>
                </c:pt>
                <c:pt idx="721">
                  <c:v>1.30009972</c:v>
                </c:pt>
                <c:pt idx="722">
                  <c:v>1.30127675</c:v>
                </c:pt>
                <c:pt idx="723">
                  <c:v>1.30209956</c:v>
                </c:pt>
                <c:pt idx="724">
                  <c:v>1.30397595</c:v>
                </c:pt>
                <c:pt idx="725">
                  <c:v>1.3050806</c:v>
                </c:pt>
                <c:pt idx="726">
                  <c:v>1.30740433</c:v>
                </c:pt>
                <c:pt idx="727">
                  <c:v>1.3087726</c:v>
                </c:pt>
                <c:pt idx="728">
                  <c:v>1.30949485</c:v>
                </c:pt>
                <c:pt idx="729">
                  <c:v>1.30949601</c:v>
                </c:pt>
                <c:pt idx="730">
                  <c:v>1.30951097</c:v>
                </c:pt>
                <c:pt idx="731">
                  <c:v>1.31079731</c:v>
                </c:pt>
                <c:pt idx="732">
                  <c:v>1.31146575</c:v>
                </c:pt>
                <c:pt idx="733">
                  <c:v>1.31147931</c:v>
                </c:pt>
                <c:pt idx="734">
                  <c:v>1.31170131</c:v>
                </c:pt>
                <c:pt idx="735">
                  <c:v>1.31347053</c:v>
                </c:pt>
                <c:pt idx="736">
                  <c:v>1.31349211</c:v>
                </c:pt>
                <c:pt idx="737">
                  <c:v>1.31445441</c:v>
                </c:pt>
                <c:pt idx="738">
                  <c:v>1.31457485</c:v>
                </c:pt>
                <c:pt idx="739">
                  <c:v>1.31612976</c:v>
                </c:pt>
                <c:pt idx="740">
                  <c:v>1.31629678</c:v>
                </c:pt>
                <c:pt idx="741">
                  <c:v>1.31717226</c:v>
                </c:pt>
                <c:pt idx="742">
                  <c:v>1.3172876</c:v>
                </c:pt>
                <c:pt idx="743">
                  <c:v>1.31851447</c:v>
                </c:pt>
                <c:pt idx="744">
                  <c:v>1.3186441</c:v>
                </c:pt>
                <c:pt idx="745">
                  <c:v>1.32013553</c:v>
                </c:pt>
                <c:pt idx="746">
                  <c:v>1.32028892</c:v>
                </c:pt>
                <c:pt idx="747">
                  <c:v>1.32312207</c:v>
                </c:pt>
                <c:pt idx="748">
                  <c:v>1.32474614</c:v>
                </c:pt>
                <c:pt idx="749">
                  <c:v>1.32567693</c:v>
                </c:pt>
                <c:pt idx="750">
                  <c:v>1.32569554</c:v>
                </c:pt>
                <c:pt idx="751">
                  <c:v>1.32571202</c:v>
                </c:pt>
                <c:pt idx="752">
                  <c:v>1.32640999</c:v>
                </c:pt>
                <c:pt idx="753">
                  <c:v>1.32756211</c:v>
                </c:pt>
                <c:pt idx="754">
                  <c:v>1.32921932</c:v>
                </c:pt>
                <c:pt idx="755">
                  <c:v>1.32930957</c:v>
                </c:pt>
                <c:pt idx="756">
                  <c:v>1.33024475</c:v>
                </c:pt>
                <c:pt idx="757">
                  <c:v>1.33136335</c:v>
                </c:pt>
                <c:pt idx="758">
                  <c:v>1.33148486</c:v>
                </c:pt>
                <c:pt idx="759">
                  <c:v>1.33333032</c:v>
                </c:pt>
                <c:pt idx="760">
                  <c:v>1.33340365</c:v>
                </c:pt>
                <c:pt idx="761">
                  <c:v>1.33522289</c:v>
                </c:pt>
                <c:pt idx="762">
                  <c:v>1.33526996</c:v>
                </c:pt>
                <c:pt idx="763">
                  <c:v>1.33609787</c:v>
                </c:pt>
                <c:pt idx="764">
                  <c:v>1.33661588</c:v>
                </c:pt>
                <c:pt idx="765">
                  <c:v>1.33727473</c:v>
                </c:pt>
                <c:pt idx="766">
                  <c:v>1.33731056</c:v>
                </c:pt>
                <c:pt idx="767">
                  <c:v>1.33771002</c:v>
                </c:pt>
                <c:pt idx="768">
                  <c:v>1.33942482</c:v>
                </c:pt>
                <c:pt idx="769">
                  <c:v>1.34049033</c:v>
                </c:pt>
                <c:pt idx="770">
                  <c:v>1.3409582</c:v>
                </c:pt>
                <c:pt idx="771">
                  <c:v>1.34141046</c:v>
                </c:pt>
                <c:pt idx="772">
                  <c:v>1.34232005</c:v>
                </c:pt>
                <c:pt idx="773">
                  <c:v>1.34238155</c:v>
                </c:pt>
                <c:pt idx="774">
                  <c:v>1.34630994</c:v>
                </c:pt>
                <c:pt idx="775">
                  <c:v>1.34789535</c:v>
                </c:pt>
                <c:pt idx="776">
                  <c:v>1.34866356</c:v>
                </c:pt>
                <c:pt idx="777">
                  <c:v>1.34927337</c:v>
                </c:pt>
                <c:pt idx="778">
                  <c:v>1.34939222</c:v>
                </c:pt>
                <c:pt idx="779">
                  <c:v>1.34954082</c:v>
                </c:pt>
                <c:pt idx="780">
                  <c:v>1.35020005</c:v>
                </c:pt>
                <c:pt idx="781">
                  <c:v>1.35072058</c:v>
                </c:pt>
                <c:pt idx="782">
                  <c:v>1.35108772</c:v>
                </c:pt>
                <c:pt idx="783">
                  <c:v>1.35339101</c:v>
                </c:pt>
                <c:pt idx="784">
                  <c:v>1.35357977</c:v>
                </c:pt>
                <c:pt idx="785">
                  <c:v>1.35517002</c:v>
                </c:pt>
                <c:pt idx="786">
                  <c:v>1.35659989</c:v>
                </c:pt>
                <c:pt idx="787">
                  <c:v>1.35670581</c:v>
                </c:pt>
                <c:pt idx="788">
                  <c:v>1.35799671</c:v>
                </c:pt>
                <c:pt idx="789">
                  <c:v>1.35928521</c:v>
                </c:pt>
                <c:pt idx="790">
                  <c:v>1.36018684</c:v>
                </c:pt>
                <c:pt idx="791">
                  <c:v>1.36216276</c:v>
                </c:pt>
                <c:pt idx="792">
                  <c:v>1.36228944</c:v>
                </c:pt>
                <c:pt idx="793">
                  <c:v>1.363121</c:v>
                </c:pt>
                <c:pt idx="794">
                  <c:v>1.36336342</c:v>
                </c:pt>
                <c:pt idx="795">
                  <c:v>1.36344133</c:v>
                </c:pt>
                <c:pt idx="796">
                  <c:v>1.36441951</c:v>
                </c:pt>
                <c:pt idx="797">
                  <c:v>1.36582062</c:v>
                </c:pt>
                <c:pt idx="798">
                  <c:v>1.36677261</c:v>
                </c:pt>
                <c:pt idx="799">
                  <c:v>1.36699977</c:v>
                </c:pt>
                <c:pt idx="800">
                  <c:v>1.36815759</c:v>
                </c:pt>
                <c:pt idx="801">
                  <c:v>1.36863296</c:v>
                </c:pt>
                <c:pt idx="802">
                  <c:v>1.36912579</c:v>
                </c:pt>
                <c:pt idx="803">
                  <c:v>1.37044387</c:v>
                </c:pt>
                <c:pt idx="804">
                  <c:v>1.37096651</c:v>
                </c:pt>
                <c:pt idx="805">
                  <c:v>1.37235541</c:v>
                </c:pt>
                <c:pt idx="806">
                  <c:v>1.37306323</c:v>
                </c:pt>
                <c:pt idx="807">
                  <c:v>1.37827118</c:v>
                </c:pt>
                <c:pt idx="808">
                  <c:v>1.37845988</c:v>
                </c:pt>
                <c:pt idx="809">
                  <c:v>1.37933527</c:v>
                </c:pt>
                <c:pt idx="810">
                  <c:v>1.37970394</c:v>
                </c:pt>
                <c:pt idx="811">
                  <c:v>1.37991459</c:v>
                </c:pt>
                <c:pt idx="812">
                  <c:v>1.38230055</c:v>
                </c:pt>
                <c:pt idx="813">
                  <c:v>1.38264048</c:v>
                </c:pt>
                <c:pt idx="814">
                  <c:v>1.3827192</c:v>
                </c:pt>
                <c:pt idx="815">
                  <c:v>1.38295704</c:v>
                </c:pt>
                <c:pt idx="816">
                  <c:v>1.38410118</c:v>
                </c:pt>
                <c:pt idx="817">
                  <c:v>1.38463505</c:v>
                </c:pt>
                <c:pt idx="818">
                  <c:v>1.38468418</c:v>
                </c:pt>
                <c:pt idx="819">
                  <c:v>1.38473272</c:v>
                </c:pt>
                <c:pt idx="820">
                  <c:v>1.38704483</c:v>
                </c:pt>
                <c:pt idx="821">
                  <c:v>1.38838318</c:v>
                </c:pt>
                <c:pt idx="822">
                  <c:v>1.38912552</c:v>
                </c:pt>
                <c:pt idx="823">
                  <c:v>1.39927688</c:v>
                </c:pt>
                <c:pt idx="824">
                  <c:v>1.3994047</c:v>
                </c:pt>
                <c:pt idx="825">
                  <c:v>1.39976729</c:v>
                </c:pt>
                <c:pt idx="826">
                  <c:v>1.39979641</c:v>
                </c:pt>
                <c:pt idx="827">
                  <c:v>1.40159205</c:v>
                </c:pt>
                <c:pt idx="828">
                  <c:v>1.40178042</c:v>
                </c:pt>
                <c:pt idx="829">
                  <c:v>1.40327658</c:v>
                </c:pt>
                <c:pt idx="830">
                  <c:v>1.40422255</c:v>
                </c:pt>
                <c:pt idx="831">
                  <c:v>1.40423461</c:v>
                </c:pt>
                <c:pt idx="832">
                  <c:v>1.40432549</c:v>
                </c:pt>
                <c:pt idx="833">
                  <c:v>1.40521847</c:v>
                </c:pt>
                <c:pt idx="834">
                  <c:v>1.40603695</c:v>
                </c:pt>
                <c:pt idx="835">
                  <c:v>1.40663431</c:v>
                </c:pt>
                <c:pt idx="836">
                  <c:v>1.40712679</c:v>
                </c:pt>
                <c:pt idx="837">
                  <c:v>1.40873568</c:v>
                </c:pt>
                <c:pt idx="838">
                  <c:v>1.40966039</c:v>
                </c:pt>
                <c:pt idx="839">
                  <c:v>1.41955734</c:v>
                </c:pt>
                <c:pt idx="840">
                  <c:v>1.41986302</c:v>
                </c:pt>
                <c:pt idx="841">
                  <c:v>1.41990187</c:v>
                </c:pt>
                <c:pt idx="842">
                  <c:v>1.4199396</c:v>
                </c:pt>
                <c:pt idx="843">
                  <c:v>1.41995827</c:v>
                </c:pt>
                <c:pt idx="844">
                  <c:v>1.42347121</c:v>
                </c:pt>
                <c:pt idx="845">
                  <c:v>1.42456082</c:v>
                </c:pt>
                <c:pt idx="846">
                  <c:v>1.42467322</c:v>
                </c:pt>
                <c:pt idx="847">
                  <c:v>1.42605729</c:v>
                </c:pt>
                <c:pt idx="848">
                  <c:v>1.42665523</c:v>
                </c:pt>
                <c:pt idx="849">
                  <c:v>1.42781892</c:v>
                </c:pt>
                <c:pt idx="850">
                  <c:v>1.43290727</c:v>
                </c:pt>
                <c:pt idx="851">
                  <c:v>1.43290976</c:v>
                </c:pt>
                <c:pt idx="852">
                  <c:v>1.43813309</c:v>
                </c:pt>
                <c:pt idx="853">
                  <c:v>1.43816834</c:v>
                </c:pt>
                <c:pt idx="854">
                  <c:v>1.43819298</c:v>
                </c:pt>
                <c:pt idx="855">
                  <c:v>1.43822019</c:v>
                </c:pt>
                <c:pt idx="856">
                  <c:v>1.43824952</c:v>
                </c:pt>
                <c:pt idx="857">
                  <c:v>1.44094017</c:v>
                </c:pt>
                <c:pt idx="858">
                  <c:v>1.44111325</c:v>
                </c:pt>
                <c:pt idx="859">
                  <c:v>1.44142505</c:v>
                </c:pt>
                <c:pt idx="860">
                  <c:v>1.44301913</c:v>
                </c:pt>
                <c:pt idx="861">
                  <c:v>1.44397866</c:v>
                </c:pt>
                <c:pt idx="862">
                  <c:v>1.44548875</c:v>
                </c:pt>
                <c:pt idx="863">
                  <c:v>1.44707631</c:v>
                </c:pt>
                <c:pt idx="864">
                  <c:v>1.44786883</c:v>
                </c:pt>
                <c:pt idx="865">
                  <c:v>1.44872857</c:v>
                </c:pt>
                <c:pt idx="866">
                  <c:v>1.45084845</c:v>
                </c:pt>
                <c:pt idx="867">
                  <c:v>1.451702</c:v>
                </c:pt>
                <c:pt idx="868">
                  <c:v>1.45251404</c:v>
                </c:pt>
                <c:pt idx="869">
                  <c:v>1.45491471</c:v>
                </c:pt>
                <c:pt idx="870">
                  <c:v>1.45842775</c:v>
                </c:pt>
                <c:pt idx="871">
                  <c:v>1.45844441</c:v>
                </c:pt>
                <c:pt idx="872">
                  <c:v>1.45882815</c:v>
                </c:pt>
                <c:pt idx="873">
                  <c:v>1.46123315</c:v>
                </c:pt>
                <c:pt idx="874">
                  <c:v>1.46192499</c:v>
                </c:pt>
                <c:pt idx="875">
                  <c:v>1.46201981</c:v>
                </c:pt>
                <c:pt idx="876">
                  <c:v>1.46279987</c:v>
                </c:pt>
                <c:pt idx="877">
                  <c:v>1.46459769</c:v>
                </c:pt>
                <c:pt idx="878">
                  <c:v>1.46573565</c:v>
                </c:pt>
                <c:pt idx="879">
                  <c:v>1.4684255</c:v>
                </c:pt>
                <c:pt idx="880">
                  <c:v>1.46845871</c:v>
                </c:pt>
                <c:pt idx="881">
                  <c:v>1.46913604</c:v>
                </c:pt>
                <c:pt idx="882">
                  <c:v>1.46972019</c:v>
                </c:pt>
                <c:pt idx="883">
                  <c:v>1.47050025</c:v>
                </c:pt>
                <c:pt idx="884">
                  <c:v>1.47129865</c:v>
                </c:pt>
                <c:pt idx="885">
                  <c:v>1.4727922</c:v>
                </c:pt>
                <c:pt idx="886">
                  <c:v>1.47288758</c:v>
                </c:pt>
                <c:pt idx="887">
                  <c:v>1.47436256</c:v>
                </c:pt>
                <c:pt idx="888">
                  <c:v>1.47499333</c:v>
                </c:pt>
                <c:pt idx="889">
                  <c:v>1.47546924</c:v>
                </c:pt>
                <c:pt idx="890">
                  <c:v>1.47996907</c:v>
                </c:pt>
                <c:pt idx="891">
                  <c:v>1.4801008</c:v>
                </c:pt>
                <c:pt idx="892">
                  <c:v>1.4801731</c:v>
                </c:pt>
                <c:pt idx="893">
                  <c:v>1.48163123</c:v>
                </c:pt>
                <c:pt idx="894">
                  <c:v>1.48190667</c:v>
                </c:pt>
                <c:pt idx="895">
                  <c:v>1.48439574</c:v>
                </c:pt>
                <c:pt idx="896">
                  <c:v>1.48449432</c:v>
                </c:pt>
                <c:pt idx="897">
                  <c:v>1.48454828</c:v>
                </c:pt>
                <c:pt idx="898">
                  <c:v>1.48846327</c:v>
                </c:pt>
                <c:pt idx="899">
                  <c:v>1.48979803</c:v>
                </c:pt>
                <c:pt idx="900">
                  <c:v>1.48997323</c:v>
                </c:pt>
                <c:pt idx="901">
                  <c:v>1.49316995</c:v>
                </c:pt>
                <c:pt idx="902">
                  <c:v>1.49427503</c:v>
                </c:pt>
                <c:pt idx="903">
                  <c:v>1.4943259</c:v>
                </c:pt>
                <c:pt idx="904">
                  <c:v>1.49711896</c:v>
                </c:pt>
                <c:pt idx="905">
                  <c:v>1.49714686</c:v>
                </c:pt>
                <c:pt idx="906">
                  <c:v>1.5182337</c:v>
                </c:pt>
                <c:pt idx="907">
                  <c:v>1.52346138</c:v>
                </c:pt>
                <c:pt idx="908">
                  <c:v>1.52350089</c:v>
                </c:pt>
                <c:pt idx="909">
                  <c:v>1.52375505</c:v>
                </c:pt>
                <c:pt idx="910">
                  <c:v>1.52454663</c:v>
                </c:pt>
                <c:pt idx="911">
                  <c:v>1.52471976</c:v>
                </c:pt>
                <c:pt idx="912">
                  <c:v>1.53360719</c:v>
                </c:pt>
                <c:pt idx="913">
                  <c:v>1.53477345</c:v>
                </c:pt>
                <c:pt idx="914">
                  <c:v>1.53491481</c:v>
                </c:pt>
                <c:pt idx="915">
                  <c:v>1.53577441</c:v>
                </c:pt>
                <c:pt idx="916">
                  <c:v>1.53616031</c:v>
                </c:pt>
                <c:pt idx="917">
                  <c:v>1.53780651</c:v>
                </c:pt>
                <c:pt idx="918">
                  <c:v>1.53878249</c:v>
                </c:pt>
                <c:pt idx="919">
                  <c:v>1.53981159</c:v>
                </c:pt>
                <c:pt idx="920">
                  <c:v>1.53986918</c:v>
                </c:pt>
                <c:pt idx="921">
                  <c:v>1.54210538</c:v>
                </c:pt>
                <c:pt idx="922">
                  <c:v>1.5443565</c:v>
                </c:pt>
                <c:pt idx="923">
                  <c:v>1.54496503</c:v>
                </c:pt>
                <c:pt idx="924">
                  <c:v>1.54695233</c:v>
                </c:pt>
                <c:pt idx="925">
                  <c:v>1.5478245</c:v>
                </c:pt>
                <c:pt idx="926">
                  <c:v>1.55068752</c:v>
                </c:pt>
                <c:pt idx="927">
                  <c:v>1.55073</c:v>
                </c:pt>
                <c:pt idx="928">
                  <c:v>1.55320911</c:v>
                </c:pt>
                <c:pt idx="929">
                  <c:v>1.55523888</c:v>
                </c:pt>
                <c:pt idx="930">
                  <c:v>1.55528336</c:v>
                </c:pt>
                <c:pt idx="931">
                  <c:v>1.56712172</c:v>
                </c:pt>
                <c:pt idx="932">
                  <c:v>1.56737659</c:v>
                </c:pt>
                <c:pt idx="933">
                  <c:v>1.56786197</c:v>
                </c:pt>
                <c:pt idx="934">
                  <c:v>1.56808259</c:v>
                </c:pt>
                <c:pt idx="935">
                  <c:v>1.5727986</c:v>
                </c:pt>
                <c:pt idx="936">
                  <c:v>1.57685265</c:v>
                </c:pt>
                <c:pt idx="937">
                  <c:v>1.57700828</c:v>
                </c:pt>
                <c:pt idx="938">
                  <c:v>1.57701488</c:v>
                </c:pt>
                <c:pt idx="939">
                  <c:v>1.57705021</c:v>
                </c:pt>
                <c:pt idx="940">
                  <c:v>1.57957543</c:v>
                </c:pt>
                <c:pt idx="941">
                  <c:v>1.58015215</c:v>
                </c:pt>
                <c:pt idx="942">
                  <c:v>1.58119238</c:v>
                </c:pt>
                <c:pt idx="943">
                  <c:v>1.58229822</c:v>
                </c:pt>
                <c:pt idx="944">
                  <c:v>1.58245301</c:v>
                </c:pt>
                <c:pt idx="945">
                  <c:v>1.5832486</c:v>
                </c:pt>
                <c:pt idx="946">
                  <c:v>1.58413203</c:v>
                </c:pt>
                <c:pt idx="947">
                  <c:v>1.58621099</c:v>
                </c:pt>
                <c:pt idx="948">
                  <c:v>1.58820403</c:v>
                </c:pt>
                <c:pt idx="949">
                  <c:v>1.5882907</c:v>
                </c:pt>
                <c:pt idx="950">
                  <c:v>1.58946679</c:v>
                </c:pt>
                <c:pt idx="951">
                  <c:v>1.58977568</c:v>
                </c:pt>
                <c:pt idx="952">
                  <c:v>1.59032817</c:v>
                </c:pt>
                <c:pt idx="953">
                  <c:v>1.59076008</c:v>
                </c:pt>
                <c:pt idx="954">
                  <c:v>1.59144237</c:v>
                </c:pt>
                <c:pt idx="955">
                  <c:v>1.59227235</c:v>
                </c:pt>
                <c:pt idx="956">
                  <c:v>1.5923929</c:v>
                </c:pt>
                <c:pt idx="957">
                  <c:v>1.59377124</c:v>
                </c:pt>
                <c:pt idx="958">
                  <c:v>1.59439276</c:v>
                </c:pt>
                <c:pt idx="959">
                  <c:v>1.59570903</c:v>
                </c:pt>
                <c:pt idx="960">
                  <c:v>1.59585219</c:v>
                </c:pt>
                <c:pt idx="961">
                  <c:v>1.5965643</c:v>
                </c:pt>
                <c:pt idx="962">
                  <c:v>1.59706213</c:v>
                </c:pt>
                <c:pt idx="963">
                  <c:v>1.59830881</c:v>
                </c:pt>
                <c:pt idx="964">
                  <c:v>1.59839535</c:v>
                </c:pt>
                <c:pt idx="965">
                  <c:v>1.60040113</c:v>
                </c:pt>
                <c:pt idx="966">
                  <c:v>1.60262063</c:v>
                </c:pt>
                <c:pt idx="967">
                  <c:v>1.60310186</c:v>
                </c:pt>
                <c:pt idx="968">
                  <c:v>1.60418158</c:v>
                </c:pt>
                <c:pt idx="969">
                  <c:v>1.60425221</c:v>
                </c:pt>
                <c:pt idx="970">
                  <c:v>1.6068983</c:v>
                </c:pt>
                <c:pt idx="971">
                  <c:v>1.60704825</c:v>
                </c:pt>
                <c:pt idx="972">
                  <c:v>1.607424</c:v>
                </c:pt>
                <c:pt idx="973">
                  <c:v>1.60971386</c:v>
                </c:pt>
                <c:pt idx="974">
                  <c:v>1.61098607</c:v>
                </c:pt>
                <c:pt idx="975">
                  <c:v>1.61177806</c:v>
                </c:pt>
                <c:pt idx="976">
                  <c:v>1.6138741</c:v>
                </c:pt>
                <c:pt idx="977">
                  <c:v>1.61455213</c:v>
                </c:pt>
                <c:pt idx="978">
                  <c:v>1.61595479</c:v>
                </c:pt>
                <c:pt idx="979">
                  <c:v>1.61615377</c:v>
                </c:pt>
                <c:pt idx="980">
                  <c:v>1.62009012</c:v>
                </c:pt>
                <c:pt idx="981">
                  <c:v>1.62116853</c:v>
                </c:pt>
                <c:pt idx="982">
                  <c:v>1.6229542</c:v>
                </c:pt>
                <c:pt idx="983">
                  <c:v>1.62416526</c:v>
                </c:pt>
                <c:pt idx="984">
                  <c:v>1.62442603</c:v>
                </c:pt>
                <c:pt idx="985">
                  <c:v>1.62472278</c:v>
                </c:pt>
                <c:pt idx="986">
                  <c:v>1.62581277</c:v>
                </c:pt>
                <c:pt idx="987">
                  <c:v>1.62740099</c:v>
                </c:pt>
                <c:pt idx="988">
                  <c:v>1.62840263</c:v>
                </c:pt>
                <c:pt idx="989">
                  <c:v>1.63019995</c:v>
                </c:pt>
                <c:pt idx="990">
                  <c:v>1.63028492</c:v>
                </c:pt>
                <c:pt idx="991">
                  <c:v>1.63057307</c:v>
                </c:pt>
                <c:pt idx="992">
                  <c:v>1.6314429</c:v>
                </c:pt>
                <c:pt idx="993">
                  <c:v>1.63224599</c:v>
                </c:pt>
                <c:pt idx="994">
                  <c:v>1.63308123</c:v>
                </c:pt>
                <c:pt idx="995">
                  <c:v>1.63319127</c:v>
                </c:pt>
                <c:pt idx="996">
                  <c:v>1.63408169</c:v>
                </c:pt>
                <c:pt idx="997">
                  <c:v>1.63612785</c:v>
                </c:pt>
                <c:pt idx="998">
                  <c:v>1.63666451</c:v>
                </c:pt>
                <c:pt idx="999">
                  <c:v>1.63871758</c:v>
                </c:pt>
                <c:pt idx="1000">
                  <c:v>1.64094356</c:v>
                </c:pt>
                <c:pt idx="1001">
                  <c:v>1.64193596</c:v>
                </c:pt>
                <c:pt idx="1002">
                  <c:v>1.64504069</c:v>
                </c:pt>
                <c:pt idx="1003">
                  <c:v>1.64625841</c:v>
                </c:pt>
                <c:pt idx="1004">
                  <c:v>1.64733834</c:v>
                </c:pt>
                <c:pt idx="1005">
                  <c:v>1.64740131</c:v>
                </c:pt>
                <c:pt idx="1006">
                  <c:v>1.6477553</c:v>
                </c:pt>
                <c:pt idx="1007">
                  <c:v>1.64956382</c:v>
                </c:pt>
                <c:pt idx="1008">
                  <c:v>1.65061405</c:v>
                </c:pt>
                <c:pt idx="1009">
                  <c:v>1.65188198</c:v>
                </c:pt>
                <c:pt idx="1010">
                  <c:v>1.65259626</c:v>
                </c:pt>
                <c:pt idx="1011">
                  <c:v>1.65268967</c:v>
                </c:pt>
                <c:pt idx="1012">
                  <c:v>1.65377488</c:v>
                </c:pt>
                <c:pt idx="1013">
                  <c:v>1.65496955</c:v>
                </c:pt>
                <c:pt idx="1014">
                  <c:v>1.65937591</c:v>
                </c:pt>
                <c:pt idx="1015">
                  <c:v>1.65959801</c:v>
                </c:pt>
                <c:pt idx="1016">
                  <c:v>1.65965049</c:v>
                </c:pt>
                <c:pt idx="1017">
                  <c:v>1.6611524</c:v>
                </c:pt>
                <c:pt idx="1018">
                  <c:v>1.66253276</c:v>
                </c:pt>
                <c:pt idx="1019">
                  <c:v>1.66400397</c:v>
                </c:pt>
                <c:pt idx="1020">
                  <c:v>1.66436494</c:v>
                </c:pt>
                <c:pt idx="1021">
                  <c:v>1.66947608</c:v>
                </c:pt>
                <c:pt idx="1022">
                  <c:v>1.66978733</c:v>
                </c:pt>
                <c:pt idx="1023">
                  <c:v>1.66986026</c:v>
                </c:pt>
                <c:pt idx="1024">
                  <c:v>1.6709991</c:v>
                </c:pt>
                <c:pt idx="1025">
                  <c:v>1.67177314</c:v>
                </c:pt>
                <c:pt idx="1026">
                  <c:v>1.67191588</c:v>
                </c:pt>
                <c:pt idx="1027">
                  <c:v>1.67198381</c:v>
                </c:pt>
                <c:pt idx="1028">
                  <c:v>1.6742869</c:v>
                </c:pt>
                <c:pt idx="1029">
                  <c:v>1.67526459</c:v>
                </c:pt>
                <c:pt idx="1030">
                  <c:v>1.6759005</c:v>
                </c:pt>
                <c:pt idx="1031">
                  <c:v>1.67600158</c:v>
                </c:pt>
                <c:pt idx="1032">
                  <c:v>1.67720653</c:v>
                </c:pt>
                <c:pt idx="1033">
                  <c:v>1.6772765</c:v>
                </c:pt>
                <c:pt idx="1034">
                  <c:v>1.67774497</c:v>
                </c:pt>
                <c:pt idx="1035">
                  <c:v>1.67860933</c:v>
                </c:pt>
                <c:pt idx="1036">
                  <c:v>1.68013316</c:v>
                </c:pt>
                <c:pt idx="1037">
                  <c:v>1.68063175</c:v>
                </c:pt>
                <c:pt idx="1038">
                  <c:v>1.68119436</c:v>
                </c:pt>
                <c:pt idx="1039">
                  <c:v>1.68272951</c:v>
                </c:pt>
                <c:pt idx="1040">
                  <c:v>1.68321865</c:v>
                </c:pt>
                <c:pt idx="1041">
                  <c:v>1.68382107</c:v>
                </c:pt>
                <c:pt idx="1042">
                  <c:v>1.68544168</c:v>
                </c:pt>
                <c:pt idx="1043">
                  <c:v>1.68612392</c:v>
                </c:pt>
                <c:pt idx="1044">
                  <c:v>1.68612757</c:v>
                </c:pt>
                <c:pt idx="1045">
                  <c:v>1.68623955</c:v>
                </c:pt>
                <c:pt idx="1046">
                  <c:v>1.68777226</c:v>
                </c:pt>
                <c:pt idx="1047">
                  <c:v>1.6885458</c:v>
                </c:pt>
                <c:pt idx="1048">
                  <c:v>1.68929942</c:v>
                </c:pt>
                <c:pt idx="1049">
                  <c:v>1.69063378</c:v>
                </c:pt>
                <c:pt idx="1050">
                  <c:v>1.69115411</c:v>
                </c:pt>
                <c:pt idx="1051">
                  <c:v>1.69159218</c:v>
                </c:pt>
                <c:pt idx="1052">
                  <c:v>1.6930736</c:v>
                </c:pt>
                <c:pt idx="1053">
                  <c:v>1.69415867</c:v>
                </c:pt>
                <c:pt idx="1054">
                  <c:v>1.69567043</c:v>
                </c:pt>
                <c:pt idx="1055">
                  <c:v>1.69771935</c:v>
                </c:pt>
                <c:pt idx="1056">
                  <c:v>1.69779734</c:v>
                </c:pt>
                <c:pt idx="1057">
                  <c:v>1.7006062</c:v>
                </c:pt>
                <c:pt idx="1058">
                  <c:v>1.70068185</c:v>
                </c:pt>
                <c:pt idx="1059">
                  <c:v>1.70163702</c:v>
                </c:pt>
                <c:pt idx="1060">
                  <c:v>1.70227069</c:v>
                </c:pt>
                <c:pt idx="1061">
                  <c:v>1.70444059</c:v>
                </c:pt>
                <c:pt idx="1062">
                  <c:v>1.70530565</c:v>
                </c:pt>
                <c:pt idx="1063">
                  <c:v>1.70731115</c:v>
                </c:pt>
                <c:pt idx="1064">
                  <c:v>1.70809524</c:v>
                </c:pt>
                <c:pt idx="1065">
                  <c:v>1.70835609</c:v>
                </c:pt>
                <c:pt idx="1066">
                  <c:v>1.7085484</c:v>
                </c:pt>
                <c:pt idx="1067">
                  <c:v>1.71341083</c:v>
                </c:pt>
                <c:pt idx="1068">
                  <c:v>1.71387326</c:v>
                </c:pt>
                <c:pt idx="1069">
                  <c:v>1.71566989</c:v>
                </c:pt>
                <c:pt idx="1070">
                  <c:v>1.71701798</c:v>
                </c:pt>
                <c:pt idx="1071">
                  <c:v>1.71732678</c:v>
                </c:pt>
                <c:pt idx="1072">
                  <c:v>1.71858176</c:v>
                </c:pt>
                <c:pt idx="1073">
                  <c:v>1.71958582</c:v>
                </c:pt>
                <c:pt idx="1074">
                  <c:v>1.71969907</c:v>
                </c:pt>
                <c:pt idx="1075">
                  <c:v>1.72334978</c:v>
                </c:pt>
                <c:pt idx="1076">
                  <c:v>1.72424347</c:v>
                </c:pt>
                <c:pt idx="1077">
                  <c:v>1.72430708</c:v>
                </c:pt>
                <c:pt idx="1078">
                  <c:v>1.72650535</c:v>
                </c:pt>
                <c:pt idx="1079">
                  <c:v>1.72865236</c:v>
                </c:pt>
                <c:pt idx="1080">
                  <c:v>1.72965153</c:v>
                </c:pt>
                <c:pt idx="1081">
                  <c:v>1.72967217</c:v>
                </c:pt>
                <c:pt idx="1082">
                  <c:v>1.73004875</c:v>
                </c:pt>
                <c:pt idx="1083">
                  <c:v>1.7318127</c:v>
                </c:pt>
                <c:pt idx="1084">
                  <c:v>1.7359064</c:v>
                </c:pt>
                <c:pt idx="1085">
                  <c:v>1.73598192</c:v>
                </c:pt>
                <c:pt idx="1086">
                  <c:v>1.73786809</c:v>
                </c:pt>
                <c:pt idx="1087">
                  <c:v>1.73898668</c:v>
                </c:pt>
                <c:pt idx="1088">
                  <c:v>1.73915746</c:v>
                </c:pt>
                <c:pt idx="1089">
                  <c:v>1.74045674</c:v>
                </c:pt>
                <c:pt idx="1090">
                  <c:v>1.74192034</c:v>
                </c:pt>
                <c:pt idx="1091">
                  <c:v>1.74210759</c:v>
                </c:pt>
                <c:pt idx="1092">
                  <c:v>1.7438337</c:v>
                </c:pt>
                <c:pt idx="1093">
                  <c:v>1.74553671</c:v>
                </c:pt>
                <c:pt idx="1094">
                  <c:v>1.753145</c:v>
                </c:pt>
                <c:pt idx="1095">
                  <c:v>1.75322237</c:v>
                </c:pt>
                <c:pt idx="1096">
                  <c:v>1.75330492</c:v>
                </c:pt>
                <c:pt idx="1097">
                  <c:v>1.75872596</c:v>
                </c:pt>
                <c:pt idx="1098">
                  <c:v>1.76086806</c:v>
                </c:pt>
                <c:pt idx="1099">
                  <c:v>1.76086981</c:v>
                </c:pt>
                <c:pt idx="1100">
                  <c:v>1.76089056</c:v>
                </c:pt>
                <c:pt idx="1101">
                  <c:v>1.76093261</c:v>
                </c:pt>
                <c:pt idx="1102">
                  <c:v>1.76093792</c:v>
                </c:pt>
                <c:pt idx="1103">
                  <c:v>1.76422708</c:v>
                </c:pt>
                <c:pt idx="1104">
                  <c:v>1.76472762</c:v>
                </c:pt>
                <c:pt idx="1105">
                  <c:v>1.7648168</c:v>
                </c:pt>
                <c:pt idx="1106">
                  <c:v>1.76634267</c:v>
                </c:pt>
                <c:pt idx="1107">
                  <c:v>1.76644325</c:v>
                </c:pt>
                <c:pt idx="1108">
                  <c:v>1.76764521</c:v>
                </c:pt>
                <c:pt idx="1109">
                  <c:v>1.76868489</c:v>
                </c:pt>
                <c:pt idx="1110">
                  <c:v>1.76874989</c:v>
                </c:pt>
                <c:pt idx="1111">
                  <c:v>1.77069035</c:v>
                </c:pt>
                <c:pt idx="1112">
                  <c:v>1.7738243</c:v>
                </c:pt>
                <c:pt idx="1113">
                  <c:v>1.77501938</c:v>
                </c:pt>
                <c:pt idx="1114">
                  <c:v>1.77509838</c:v>
                </c:pt>
                <c:pt idx="1115">
                  <c:v>1.77674101</c:v>
                </c:pt>
                <c:pt idx="1116">
                  <c:v>1.77764316</c:v>
                </c:pt>
                <c:pt idx="1117">
                  <c:v>1.77905553</c:v>
                </c:pt>
                <c:pt idx="1118">
                  <c:v>1.77955293</c:v>
                </c:pt>
                <c:pt idx="1119">
                  <c:v>1.78106208</c:v>
                </c:pt>
                <c:pt idx="1120">
                  <c:v>1.78188362</c:v>
                </c:pt>
                <c:pt idx="1121">
                  <c:v>1.78251692</c:v>
                </c:pt>
                <c:pt idx="1122">
                  <c:v>1.78318794</c:v>
                </c:pt>
                <c:pt idx="1123">
                  <c:v>1.7840834</c:v>
                </c:pt>
                <c:pt idx="1124">
                  <c:v>1.7852408</c:v>
                </c:pt>
                <c:pt idx="1125">
                  <c:v>1.78713784</c:v>
                </c:pt>
                <c:pt idx="1126">
                  <c:v>1.78716994</c:v>
                </c:pt>
                <c:pt idx="1127">
                  <c:v>1.78834943</c:v>
                </c:pt>
                <c:pt idx="1128">
                  <c:v>1.78973692</c:v>
                </c:pt>
                <c:pt idx="1129">
                  <c:v>1.79044294</c:v>
                </c:pt>
                <c:pt idx="1130">
                  <c:v>1.7911489</c:v>
                </c:pt>
                <c:pt idx="1131">
                  <c:v>1.79237886</c:v>
                </c:pt>
                <c:pt idx="1132">
                  <c:v>1.79270845</c:v>
                </c:pt>
                <c:pt idx="1133">
                  <c:v>1.79480369</c:v>
                </c:pt>
                <c:pt idx="1134">
                  <c:v>1.79481746</c:v>
                </c:pt>
                <c:pt idx="1135">
                  <c:v>1.79484905</c:v>
                </c:pt>
                <c:pt idx="1136">
                  <c:v>1.79705043</c:v>
                </c:pt>
                <c:pt idx="1137">
                  <c:v>1.79816041</c:v>
                </c:pt>
                <c:pt idx="1138">
                  <c:v>1.79836646</c:v>
                </c:pt>
                <c:pt idx="1139">
                  <c:v>1.79846383</c:v>
                </c:pt>
                <c:pt idx="1140">
                  <c:v>1.79980099</c:v>
                </c:pt>
                <c:pt idx="1141">
                  <c:v>1.80099419</c:v>
                </c:pt>
                <c:pt idx="1142">
                  <c:v>1.80138037</c:v>
                </c:pt>
                <c:pt idx="1143">
                  <c:v>1.80259566</c:v>
                </c:pt>
                <c:pt idx="1144">
                  <c:v>1.80274684</c:v>
                </c:pt>
                <c:pt idx="1145">
                  <c:v>1.80392489</c:v>
                </c:pt>
                <c:pt idx="1146">
                  <c:v>1.8058711</c:v>
                </c:pt>
                <c:pt idx="1147">
                  <c:v>1.81008225</c:v>
                </c:pt>
                <c:pt idx="1148">
                  <c:v>1.81089646</c:v>
                </c:pt>
                <c:pt idx="1149">
                  <c:v>1.81138471</c:v>
                </c:pt>
                <c:pt idx="1150">
                  <c:v>1.81190055</c:v>
                </c:pt>
                <c:pt idx="1151">
                  <c:v>1.81439129</c:v>
                </c:pt>
                <c:pt idx="1152">
                  <c:v>1.81540155</c:v>
                </c:pt>
                <c:pt idx="1153">
                  <c:v>1.81732536</c:v>
                </c:pt>
                <c:pt idx="1154">
                  <c:v>1.81874977</c:v>
                </c:pt>
                <c:pt idx="1155">
                  <c:v>1.82017779</c:v>
                </c:pt>
                <c:pt idx="1156">
                  <c:v>1.8203482</c:v>
                </c:pt>
                <c:pt idx="1157">
                  <c:v>1.8216182</c:v>
                </c:pt>
                <c:pt idx="1158">
                  <c:v>1.82254019</c:v>
                </c:pt>
                <c:pt idx="1159">
                  <c:v>1.82459388</c:v>
                </c:pt>
                <c:pt idx="1160">
                  <c:v>1.82598649</c:v>
                </c:pt>
                <c:pt idx="1161">
                  <c:v>1.82635656</c:v>
                </c:pt>
                <c:pt idx="1162">
                  <c:v>1.8273468</c:v>
                </c:pt>
                <c:pt idx="1163">
                  <c:v>1.82752148</c:v>
                </c:pt>
                <c:pt idx="1164">
                  <c:v>1.83026081</c:v>
                </c:pt>
                <c:pt idx="1165">
                  <c:v>1.83040396</c:v>
                </c:pt>
                <c:pt idx="1166">
                  <c:v>1.8315509</c:v>
                </c:pt>
                <c:pt idx="1167">
                  <c:v>1.83171749</c:v>
                </c:pt>
                <c:pt idx="1168">
                  <c:v>1.83388318</c:v>
                </c:pt>
                <c:pt idx="1169">
                  <c:v>1.83438637</c:v>
                </c:pt>
                <c:pt idx="1170">
                  <c:v>1.83484904</c:v>
                </c:pt>
                <c:pt idx="1171">
                  <c:v>1.84906326</c:v>
                </c:pt>
                <c:pt idx="1172">
                  <c:v>1.84934825</c:v>
                </c:pt>
                <c:pt idx="1173">
                  <c:v>1.84976899</c:v>
                </c:pt>
                <c:pt idx="1174">
                  <c:v>1.849947</c:v>
                </c:pt>
                <c:pt idx="1175">
                  <c:v>1.85035927</c:v>
                </c:pt>
                <c:pt idx="1176">
                  <c:v>1.85090089</c:v>
                </c:pt>
                <c:pt idx="1177">
                  <c:v>1.85198685</c:v>
                </c:pt>
                <c:pt idx="1178">
                  <c:v>1.85203128</c:v>
                </c:pt>
                <c:pt idx="1179">
                  <c:v>1.8549249</c:v>
                </c:pt>
                <c:pt idx="1180">
                  <c:v>1.85496658</c:v>
                </c:pt>
                <c:pt idx="1181">
                  <c:v>1.85674111</c:v>
                </c:pt>
                <c:pt idx="1182">
                  <c:v>1.85752169</c:v>
                </c:pt>
                <c:pt idx="1183">
                  <c:v>1.85927137</c:v>
                </c:pt>
                <c:pt idx="1184">
                  <c:v>1.85927401</c:v>
                </c:pt>
                <c:pt idx="1185">
                  <c:v>1.85963397</c:v>
                </c:pt>
                <c:pt idx="1186">
                  <c:v>1.8622799</c:v>
                </c:pt>
                <c:pt idx="1187">
                  <c:v>1.86336206</c:v>
                </c:pt>
                <c:pt idx="1188">
                  <c:v>1.86381342</c:v>
                </c:pt>
                <c:pt idx="1189">
                  <c:v>1.87460039</c:v>
                </c:pt>
                <c:pt idx="1190">
                  <c:v>1.87466508</c:v>
                </c:pt>
                <c:pt idx="1191">
                  <c:v>1.87466888</c:v>
                </c:pt>
                <c:pt idx="1192">
                  <c:v>1.87477278</c:v>
                </c:pt>
                <c:pt idx="1193">
                  <c:v>1.87486556</c:v>
                </c:pt>
                <c:pt idx="1194">
                  <c:v>1.87654034</c:v>
                </c:pt>
                <c:pt idx="1195">
                  <c:v>1.87760327</c:v>
                </c:pt>
                <c:pt idx="1196">
                  <c:v>1.87800641</c:v>
                </c:pt>
                <c:pt idx="1197">
                  <c:v>1.87945227</c:v>
                </c:pt>
                <c:pt idx="1198">
                  <c:v>1.87952378</c:v>
                </c:pt>
                <c:pt idx="1199">
                  <c:v>1.88029521</c:v>
                </c:pt>
                <c:pt idx="1200">
                  <c:v>1.88035078</c:v>
                </c:pt>
                <c:pt idx="1201">
                  <c:v>1.88169047</c:v>
                </c:pt>
                <c:pt idx="1202">
                  <c:v>1.88334204</c:v>
                </c:pt>
                <c:pt idx="1203">
                  <c:v>1.8833732</c:v>
                </c:pt>
                <c:pt idx="1204">
                  <c:v>1.89014917</c:v>
                </c:pt>
                <c:pt idx="1205">
                  <c:v>1.89069809</c:v>
                </c:pt>
                <c:pt idx="1206">
                  <c:v>1.89083997</c:v>
                </c:pt>
                <c:pt idx="1207">
                  <c:v>1.89152123</c:v>
                </c:pt>
                <c:pt idx="1208">
                  <c:v>1.89298618</c:v>
                </c:pt>
                <c:pt idx="1209">
                  <c:v>1.89388411</c:v>
                </c:pt>
                <c:pt idx="1210">
                  <c:v>1.89582383</c:v>
                </c:pt>
                <c:pt idx="1211">
                  <c:v>1.89600105</c:v>
                </c:pt>
                <c:pt idx="1212">
                  <c:v>1.89603031</c:v>
                </c:pt>
                <c:pt idx="1213">
                  <c:v>1.89887725</c:v>
                </c:pt>
                <c:pt idx="1214">
                  <c:v>1.89961565</c:v>
                </c:pt>
                <c:pt idx="1215">
                  <c:v>1.89976036</c:v>
                </c:pt>
                <c:pt idx="1216">
                  <c:v>1.90039844</c:v>
                </c:pt>
                <c:pt idx="1217">
                  <c:v>1.90163931</c:v>
                </c:pt>
                <c:pt idx="1218">
                  <c:v>1.90242996</c:v>
                </c:pt>
                <c:pt idx="1219">
                  <c:v>1.90344621</c:v>
                </c:pt>
                <c:pt idx="1220">
                  <c:v>1.90361849</c:v>
                </c:pt>
                <c:pt idx="1221">
                  <c:v>1.90895816</c:v>
                </c:pt>
                <c:pt idx="1222">
                  <c:v>1.91023472</c:v>
                </c:pt>
                <c:pt idx="1223">
                  <c:v>1.91052195</c:v>
                </c:pt>
                <c:pt idx="1224">
                  <c:v>1.91061541</c:v>
                </c:pt>
                <c:pt idx="1225">
                  <c:v>1.91206519</c:v>
                </c:pt>
                <c:pt idx="1226">
                  <c:v>1.91297602</c:v>
                </c:pt>
                <c:pt idx="1227">
                  <c:v>1.91336215</c:v>
                </c:pt>
                <c:pt idx="1228">
                  <c:v>1.91423185</c:v>
                </c:pt>
                <c:pt idx="1229">
                  <c:v>1.91497777</c:v>
                </c:pt>
                <c:pt idx="1230">
                  <c:v>1.91554859</c:v>
                </c:pt>
                <c:pt idx="1231">
                  <c:v>1.91891965</c:v>
                </c:pt>
                <c:pt idx="1232">
                  <c:v>1.92187577</c:v>
                </c:pt>
                <c:pt idx="1233">
                  <c:v>1.92299419</c:v>
                </c:pt>
                <c:pt idx="1234">
                  <c:v>1.92306447</c:v>
                </c:pt>
                <c:pt idx="1235">
                  <c:v>1.92306977</c:v>
                </c:pt>
                <c:pt idx="1236">
                  <c:v>1.92487332</c:v>
                </c:pt>
                <c:pt idx="1237">
                  <c:v>1.92498864</c:v>
                </c:pt>
                <c:pt idx="1238">
                  <c:v>1.92615162</c:v>
                </c:pt>
                <c:pt idx="1239">
                  <c:v>1.92722402</c:v>
                </c:pt>
                <c:pt idx="1240">
                  <c:v>1.93022551</c:v>
                </c:pt>
                <c:pt idx="1241">
                  <c:v>1.932254</c:v>
                </c:pt>
                <c:pt idx="1242">
                  <c:v>1.93446446</c:v>
                </c:pt>
                <c:pt idx="1243">
                  <c:v>1.93500628</c:v>
                </c:pt>
                <c:pt idx="1244">
                  <c:v>1.9351682</c:v>
                </c:pt>
                <c:pt idx="1245">
                  <c:v>1.93525167</c:v>
                </c:pt>
                <c:pt idx="1246">
                  <c:v>1.937885</c:v>
                </c:pt>
                <c:pt idx="1247">
                  <c:v>1.93798674</c:v>
                </c:pt>
                <c:pt idx="1248">
                  <c:v>1.94053359</c:v>
                </c:pt>
                <c:pt idx="1249">
                  <c:v>1.94090166</c:v>
                </c:pt>
                <c:pt idx="1250">
                  <c:v>1.94200991</c:v>
                </c:pt>
                <c:pt idx="1251">
                  <c:v>1.94246641</c:v>
                </c:pt>
                <c:pt idx="1252">
                  <c:v>1.94469318</c:v>
                </c:pt>
                <c:pt idx="1253">
                  <c:v>1.94504995</c:v>
                </c:pt>
                <c:pt idx="1254">
                  <c:v>1.94617083</c:v>
                </c:pt>
                <c:pt idx="1255">
                  <c:v>1.94625215</c:v>
                </c:pt>
                <c:pt idx="1256">
                  <c:v>1.95128261</c:v>
                </c:pt>
                <c:pt idx="1257">
                  <c:v>1.95302821</c:v>
                </c:pt>
                <c:pt idx="1258">
                  <c:v>1.95440249</c:v>
                </c:pt>
                <c:pt idx="1259">
                  <c:v>1.95442074</c:v>
                </c:pt>
                <c:pt idx="1260">
                  <c:v>1.95493285</c:v>
                </c:pt>
                <c:pt idx="1261">
                  <c:v>1.955628</c:v>
                </c:pt>
                <c:pt idx="1262">
                  <c:v>1.95721356</c:v>
                </c:pt>
                <c:pt idx="1263">
                  <c:v>1.95770366</c:v>
                </c:pt>
                <c:pt idx="1264">
                  <c:v>1.95851567</c:v>
                </c:pt>
                <c:pt idx="1265">
                  <c:v>1.95945402</c:v>
                </c:pt>
                <c:pt idx="1266">
                  <c:v>1.96012219</c:v>
                </c:pt>
                <c:pt idx="1267">
                  <c:v>1.96061494</c:v>
                </c:pt>
                <c:pt idx="1268">
                  <c:v>1.96152663</c:v>
                </c:pt>
                <c:pt idx="1269">
                  <c:v>1.96227619</c:v>
                </c:pt>
                <c:pt idx="1270">
                  <c:v>1.96687292</c:v>
                </c:pt>
                <c:pt idx="1271">
                  <c:v>1.9672014</c:v>
                </c:pt>
                <c:pt idx="1272">
                  <c:v>1.9676682</c:v>
                </c:pt>
                <c:pt idx="1273">
                  <c:v>1.96927358</c:v>
                </c:pt>
                <c:pt idx="1274">
                  <c:v>1.97130512</c:v>
                </c:pt>
                <c:pt idx="1275">
                  <c:v>1.97137534</c:v>
                </c:pt>
                <c:pt idx="1276">
                  <c:v>1.97322489</c:v>
                </c:pt>
                <c:pt idx="1277">
                  <c:v>1.97848412</c:v>
                </c:pt>
                <c:pt idx="1278">
                  <c:v>1.97949579</c:v>
                </c:pt>
                <c:pt idx="1279">
                  <c:v>1.98002732</c:v>
                </c:pt>
                <c:pt idx="1280">
                  <c:v>1.98150054</c:v>
                </c:pt>
                <c:pt idx="1281">
                  <c:v>1.98228603</c:v>
                </c:pt>
                <c:pt idx="1282">
                  <c:v>1.98417776</c:v>
                </c:pt>
                <c:pt idx="1283">
                  <c:v>1.98515696</c:v>
                </c:pt>
                <c:pt idx="1284">
                  <c:v>1.98603392</c:v>
                </c:pt>
                <c:pt idx="1285">
                  <c:v>1.98609863</c:v>
                </c:pt>
                <c:pt idx="1286">
                  <c:v>1.9879387</c:v>
                </c:pt>
                <c:pt idx="1287">
                  <c:v>1.99006932</c:v>
                </c:pt>
                <c:pt idx="1288">
                  <c:v>1.99211407</c:v>
                </c:pt>
                <c:pt idx="1289">
                  <c:v>1.99402039</c:v>
                </c:pt>
                <c:pt idx="1290">
                  <c:v>1.994861</c:v>
                </c:pt>
                <c:pt idx="1291">
                  <c:v>1.99488341</c:v>
                </c:pt>
                <c:pt idx="1292">
                  <c:v>1.99706034</c:v>
                </c:pt>
                <c:pt idx="1293">
                  <c:v>1.99712848</c:v>
                </c:pt>
                <c:pt idx="1294">
                  <c:v>1.99911219</c:v>
                </c:pt>
                <c:pt idx="1295">
                  <c:v>1.99987566</c:v>
                </c:pt>
                <c:pt idx="1296">
                  <c:v>2.0018567</c:v>
                </c:pt>
                <c:pt idx="1297">
                  <c:v>2.00397659</c:v>
                </c:pt>
                <c:pt idx="1298">
                  <c:v>2.00415354</c:v>
                </c:pt>
                <c:pt idx="1299">
                  <c:v>2.00658247</c:v>
                </c:pt>
                <c:pt idx="1300">
                  <c:v>2.0083464</c:v>
                </c:pt>
                <c:pt idx="1301">
                  <c:v>2.01035853</c:v>
                </c:pt>
                <c:pt idx="1302">
                  <c:v>2.01163097</c:v>
                </c:pt>
                <c:pt idx="1303">
                  <c:v>2.01166715</c:v>
                </c:pt>
                <c:pt idx="1304">
                  <c:v>2.01245658</c:v>
                </c:pt>
                <c:pt idx="1305">
                  <c:v>2.01470226</c:v>
                </c:pt>
                <c:pt idx="1306">
                  <c:v>2.0171706</c:v>
                </c:pt>
                <c:pt idx="1307">
                  <c:v>2.01985597</c:v>
                </c:pt>
                <c:pt idx="1308">
                  <c:v>2.02075089</c:v>
                </c:pt>
                <c:pt idx="1309">
                  <c:v>2.02270917</c:v>
                </c:pt>
                <c:pt idx="1310">
                  <c:v>2.02499859</c:v>
                </c:pt>
                <c:pt idx="1311">
                  <c:v>2.02780723</c:v>
                </c:pt>
                <c:pt idx="1312">
                  <c:v>2.03186778</c:v>
                </c:pt>
                <c:pt idx="1313">
                  <c:v>2.03298451</c:v>
                </c:pt>
                <c:pt idx="1314">
                  <c:v>2.03616355</c:v>
                </c:pt>
                <c:pt idx="1315">
                  <c:v>2.03752134</c:v>
                </c:pt>
                <c:pt idx="1316">
                  <c:v>2.03780846</c:v>
                </c:pt>
                <c:pt idx="1317">
                  <c:v>2.03807048</c:v>
                </c:pt>
                <c:pt idx="1318">
                  <c:v>2.04048027</c:v>
                </c:pt>
                <c:pt idx="1319">
                  <c:v>2.04054824</c:v>
                </c:pt>
                <c:pt idx="1320">
                  <c:v>2.04479415</c:v>
                </c:pt>
                <c:pt idx="1321">
                  <c:v>2.0472826</c:v>
                </c:pt>
                <c:pt idx="1322">
                  <c:v>2.05251271</c:v>
                </c:pt>
                <c:pt idx="1323">
                  <c:v>2.05282597</c:v>
                </c:pt>
                <c:pt idx="1324">
                  <c:v>2.05446929</c:v>
                </c:pt>
                <c:pt idx="1325">
                  <c:v>2.05546251</c:v>
                </c:pt>
                <c:pt idx="1326">
                  <c:v>2.05548468</c:v>
                </c:pt>
                <c:pt idx="1327">
                  <c:v>2.06035561</c:v>
                </c:pt>
                <c:pt idx="1328">
                  <c:v>2.06311602</c:v>
                </c:pt>
                <c:pt idx="1329">
                  <c:v>2.06332174</c:v>
                </c:pt>
                <c:pt idx="1330">
                  <c:v>2.06384143</c:v>
                </c:pt>
                <c:pt idx="1331">
                  <c:v>2.06542091</c:v>
                </c:pt>
                <c:pt idx="1332">
                  <c:v>2.0656174</c:v>
                </c:pt>
                <c:pt idx="1333">
                  <c:v>2.06893078</c:v>
                </c:pt>
                <c:pt idx="1334">
                  <c:v>2.06915208</c:v>
                </c:pt>
                <c:pt idx="1335">
                  <c:v>2.07185443</c:v>
                </c:pt>
                <c:pt idx="1336">
                  <c:v>2.07314123</c:v>
                </c:pt>
                <c:pt idx="1337">
                  <c:v>2.07714564</c:v>
                </c:pt>
                <c:pt idx="1338">
                  <c:v>2.07763829</c:v>
                </c:pt>
                <c:pt idx="1339">
                  <c:v>2.07822808</c:v>
                </c:pt>
                <c:pt idx="1340">
                  <c:v>2.07948636</c:v>
                </c:pt>
                <c:pt idx="1341">
                  <c:v>2.0820193</c:v>
                </c:pt>
                <c:pt idx="1342">
                  <c:v>2.08497742</c:v>
                </c:pt>
                <c:pt idx="1343">
                  <c:v>2.08752602</c:v>
                </c:pt>
                <c:pt idx="1344">
                  <c:v>2.090879</c:v>
                </c:pt>
                <c:pt idx="1345">
                  <c:v>2.09527285</c:v>
                </c:pt>
                <c:pt idx="1346">
                  <c:v>2.09735507</c:v>
                </c:pt>
                <c:pt idx="1347">
                  <c:v>2.09740543</c:v>
                </c:pt>
                <c:pt idx="1348">
                  <c:v>2.10135473</c:v>
                </c:pt>
                <c:pt idx="1349">
                  <c:v>2.10180669</c:v>
                </c:pt>
                <c:pt idx="1350">
                  <c:v>2.10547904</c:v>
                </c:pt>
                <c:pt idx="1351">
                  <c:v>2.10580281</c:v>
                </c:pt>
                <c:pt idx="1352">
                  <c:v>2.1084625</c:v>
                </c:pt>
                <c:pt idx="1353">
                  <c:v>2.10972513</c:v>
                </c:pt>
                <c:pt idx="1354">
                  <c:v>2.1104842</c:v>
                </c:pt>
                <c:pt idx="1355">
                  <c:v>2.11236093</c:v>
                </c:pt>
                <c:pt idx="1356">
                  <c:v>2.1136039</c:v>
                </c:pt>
                <c:pt idx="1357">
                  <c:v>2.11465574</c:v>
                </c:pt>
                <c:pt idx="1358">
                  <c:v>2.11502112</c:v>
                </c:pt>
                <c:pt idx="1359">
                  <c:v>2.1177067</c:v>
                </c:pt>
                <c:pt idx="1360">
                  <c:v>2.11843375</c:v>
                </c:pt>
                <c:pt idx="1361">
                  <c:v>2.12311617</c:v>
                </c:pt>
                <c:pt idx="1362">
                  <c:v>2.12545273</c:v>
                </c:pt>
                <c:pt idx="1363">
                  <c:v>2.12623614</c:v>
                </c:pt>
                <c:pt idx="1364">
                  <c:v>2.12953794</c:v>
                </c:pt>
                <c:pt idx="1365">
                  <c:v>2.13170473</c:v>
                </c:pt>
                <c:pt idx="1366">
                  <c:v>2.13467266</c:v>
                </c:pt>
                <c:pt idx="1367">
                  <c:v>2.13467971</c:v>
                </c:pt>
                <c:pt idx="1368">
                  <c:v>2.14488448</c:v>
                </c:pt>
                <c:pt idx="1369">
                  <c:v>2.14601</c:v>
                </c:pt>
                <c:pt idx="1370">
                  <c:v>2.1464286</c:v>
                </c:pt>
                <c:pt idx="1371">
                  <c:v>2.14976738</c:v>
                </c:pt>
                <c:pt idx="1372">
                  <c:v>2.15087753</c:v>
                </c:pt>
                <c:pt idx="1373">
                  <c:v>2.15094644</c:v>
                </c:pt>
                <c:pt idx="1374">
                  <c:v>2.15313054</c:v>
                </c:pt>
                <c:pt idx="1375">
                  <c:v>2.15479724</c:v>
                </c:pt>
                <c:pt idx="1376">
                  <c:v>2.15798551</c:v>
                </c:pt>
                <c:pt idx="1377">
                  <c:v>2.15804154</c:v>
                </c:pt>
                <c:pt idx="1378">
                  <c:v>2.15808046</c:v>
                </c:pt>
                <c:pt idx="1379">
                  <c:v>2.15972193</c:v>
                </c:pt>
                <c:pt idx="1380">
                  <c:v>2.16083142</c:v>
                </c:pt>
                <c:pt idx="1381">
                  <c:v>2.16523652</c:v>
                </c:pt>
                <c:pt idx="1382">
                  <c:v>2.16530889</c:v>
                </c:pt>
                <c:pt idx="1383">
                  <c:v>2.16830804</c:v>
                </c:pt>
                <c:pt idx="1384">
                  <c:v>2.16960331</c:v>
                </c:pt>
                <c:pt idx="1385">
                  <c:v>2.17038061</c:v>
                </c:pt>
                <c:pt idx="1386">
                  <c:v>2.17055165</c:v>
                </c:pt>
                <c:pt idx="1387">
                  <c:v>2.17264184</c:v>
                </c:pt>
                <c:pt idx="1388">
                  <c:v>2.1740566</c:v>
                </c:pt>
                <c:pt idx="1389">
                  <c:v>2.1751549</c:v>
                </c:pt>
                <c:pt idx="1390">
                  <c:v>2.17680253</c:v>
                </c:pt>
                <c:pt idx="1391">
                  <c:v>2.17693728</c:v>
                </c:pt>
                <c:pt idx="1392">
                  <c:v>2.17705649</c:v>
                </c:pt>
                <c:pt idx="1393">
                  <c:v>2.17844645</c:v>
                </c:pt>
                <c:pt idx="1394">
                  <c:v>2.18141443</c:v>
                </c:pt>
                <c:pt idx="1395">
                  <c:v>2.18420673</c:v>
                </c:pt>
                <c:pt idx="1396">
                  <c:v>2.18441178</c:v>
                </c:pt>
                <c:pt idx="1397">
                  <c:v>2.18581653</c:v>
                </c:pt>
                <c:pt idx="1398">
                  <c:v>2.18700006</c:v>
                </c:pt>
                <c:pt idx="1399">
                  <c:v>2.18834983</c:v>
                </c:pt>
                <c:pt idx="1400">
                  <c:v>2.19024699</c:v>
                </c:pt>
                <c:pt idx="1401">
                  <c:v>2.19121982</c:v>
                </c:pt>
                <c:pt idx="1402">
                  <c:v>2.19166161</c:v>
                </c:pt>
                <c:pt idx="1403">
                  <c:v>2.19283062</c:v>
                </c:pt>
                <c:pt idx="1404">
                  <c:v>2.19464394</c:v>
                </c:pt>
                <c:pt idx="1405">
                  <c:v>2.19677251</c:v>
                </c:pt>
                <c:pt idx="1406">
                  <c:v>2.19831125</c:v>
                </c:pt>
                <c:pt idx="1407">
                  <c:v>2.19863808</c:v>
                </c:pt>
                <c:pt idx="1408">
                  <c:v>2.20107598</c:v>
                </c:pt>
                <c:pt idx="1409">
                  <c:v>2.20354429</c:v>
                </c:pt>
                <c:pt idx="1410">
                  <c:v>2.20774191</c:v>
                </c:pt>
                <c:pt idx="1411">
                  <c:v>2.20847317</c:v>
                </c:pt>
                <c:pt idx="1412">
                  <c:v>2.2105724</c:v>
                </c:pt>
                <c:pt idx="1413">
                  <c:v>2.21108346</c:v>
                </c:pt>
                <c:pt idx="1414">
                  <c:v>2.21288914</c:v>
                </c:pt>
                <c:pt idx="1415">
                  <c:v>2.21673897</c:v>
                </c:pt>
                <c:pt idx="1416">
                  <c:v>2.21756196</c:v>
                </c:pt>
                <c:pt idx="1417">
                  <c:v>2.21910686</c:v>
                </c:pt>
                <c:pt idx="1418">
                  <c:v>2.22033067</c:v>
                </c:pt>
                <c:pt idx="1419">
                  <c:v>2.22557333</c:v>
                </c:pt>
                <c:pt idx="1420">
                  <c:v>2.22610875</c:v>
                </c:pt>
                <c:pt idx="1421">
                  <c:v>2.22788952</c:v>
                </c:pt>
                <c:pt idx="1422">
                  <c:v>2.22897373</c:v>
                </c:pt>
                <c:pt idx="1423">
                  <c:v>2.23055177</c:v>
                </c:pt>
                <c:pt idx="1424">
                  <c:v>2.23266597</c:v>
                </c:pt>
                <c:pt idx="1425">
                  <c:v>2.2333874</c:v>
                </c:pt>
                <c:pt idx="1426">
                  <c:v>2.2337058</c:v>
                </c:pt>
                <c:pt idx="1427">
                  <c:v>2.23671544</c:v>
                </c:pt>
                <c:pt idx="1428">
                  <c:v>2.23750595</c:v>
                </c:pt>
                <c:pt idx="1429">
                  <c:v>2.23787937</c:v>
                </c:pt>
                <c:pt idx="1430">
                  <c:v>2.23891338</c:v>
                </c:pt>
                <c:pt idx="1431">
                  <c:v>2.23894877</c:v>
                </c:pt>
                <c:pt idx="1432">
                  <c:v>2.24213404</c:v>
                </c:pt>
                <c:pt idx="1433">
                  <c:v>2.24364747</c:v>
                </c:pt>
                <c:pt idx="1434">
                  <c:v>2.24438453</c:v>
                </c:pt>
                <c:pt idx="1435">
                  <c:v>2.24543043</c:v>
                </c:pt>
                <c:pt idx="1436">
                  <c:v>2.24623438</c:v>
                </c:pt>
                <c:pt idx="1437">
                  <c:v>2.24665594</c:v>
                </c:pt>
                <c:pt idx="1438">
                  <c:v>2.24767943</c:v>
                </c:pt>
                <c:pt idx="1439">
                  <c:v>2.24871817</c:v>
                </c:pt>
                <c:pt idx="1440">
                  <c:v>2.2491201</c:v>
                </c:pt>
                <c:pt idx="1441">
                  <c:v>2.25053849</c:v>
                </c:pt>
                <c:pt idx="1442">
                  <c:v>2.2515385</c:v>
                </c:pt>
                <c:pt idx="1443">
                  <c:v>2.25721193</c:v>
                </c:pt>
                <c:pt idx="1444">
                  <c:v>2.25739491</c:v>
                </c:pt>
                <c:pt idx="1445">
                  <c:v>2.25779684</c:v>
                </c:pt>
                <c:pt idx="1446">
                  <c:v>2.2594967</c:v>
                </c:pt>
                <c:pt idx="1447">
                  <c:v>2.26267593</c:v>
                </c:pt>
                <c:pt idx="1448">
                  <c:v>2.26525822</c:v>
                </c:pt>
                <c:pt idx="1449">
                  <c:v>2.26531592</c:v>
                </c:pt>
                <c:pt idx="1450">
                  <c:v>2.26665878</c:v>
                </c:pt>
                <c:pt idx="1451">
                  <c:v>2.26760967</c:v>
                </c:pt>
                <c:pt idx="1452">
                  <c:v>2.26854546</c:v>
                </c:pt>
                <c:pt idx="1453">
                  <c:v>2.27031094</c:v>
                </c:pt>
                <c:pt idx="1454">
                  <c:v>2.27129953</c:v>
                </c:pt>
                <c:pt idx="1455">
                  <c:v>2.27298171</c:v>
                </c:pt>
                <c:pt idx="1456">
                  <c:v>2.27454654</c:v>
                </c:pt>
                <c:pt idx="1457">
                  <c:v>2.27500982</c:v>
                </c:pt>
                <c:pt idx="1458">
                  <c:v>2.27595806</c:v>
                </c:pt>
                <c:pt idx="1459">
                  <c:v>2.27790961</c:v>
                </c:pt>
                <c:pt idx="1460">
                  <c:v>2.27981362</c:v>
                </c:pt>
                <c:pt idx="1461">
                  <c:v>2.28065079</c:v>
                </c:pt>
                <c:pt idx="1462">
                  <c:v>2.28312269</c:v>
                </c:pt>
                <c:pt idx="1463">
                  <c:v>2.28405726</c:v>
                </c:pt>
                <c:pt idx="1464">
                  <c:v>2.28563768</c:v>
                </c:pt>
                <c:pt idx="1465">
                  <c:v>2.28750754</c:v>
                </c:pt>
                <c:pt idx="1466">
                  <c:v>2.28886451</c:v>
                </c:pt>
                <c:pt idx="1467">
                  <c:v>2.29393413</c:v>
                </c:pt>
                <c:pt idx="1468">
                  <c:v>2.294127</c:v>
                </c:pt>
                <c:pt idx="1469">
                  <c:v>2.2942637</c:v>
                </c:pt>
                <c:pt idx="1470">
                  <c:v>2.29623463</c:v>
                </c:pt>
                <c:pt idx="1471">
                  <c:v>2.29746124</c:v>
                </c:pt>
                <c:pt idx="1472">
                  <c:v>2.30375397</c:v>
                </c:pt>
                <c:pt idx="1473">
                  <c:v>2.3041987</c:v>
                </c:pt>
                <c:pt idx="1474">
                  <c:v>2.30494838</c:v>
                </c:pt>
                <c:pt idx="1475">
                  <c:v>2.30519338</c:v>
                </c:pt>
                <c:pt idx="1476">
                  <c:v>2.30739088</c:v>
                </c:pt>
                <c:pt idx="1477">
                  <c:v>2.30920115</c:v>
                </c:pt>
                <c:pt idx="1478">
                  <c:v>2.30927175</c:v>
                </c:pt>
                <c:pt idx="1479">
                  <c:v>2.30960978</c:v>
                </c:pt>
                <c:pt idx="1480">
                  <c:v>2.31108156</c:v>
                </c:pt>
                <c:pt idx="1481">
                  <c:v>2.31297135</c:v>
                </c:pt>
                <c:pt idx="1482">
                  <c:v>2.31366895</c:v>
                </c:pt>
                <c:pt idx="1483">
                  <c:v>2.3142787</c:v>
                </c:pt>
                <c:pt idx="1484">
                  <c:v>2.31552235</c:v>
                </c:pt>
                <c:pt idx="1485">
                  <c:v>2.31667906</c:v>
                </c:pt>
                <c:pt idx="1486">
                  <c:v>2.3180545</c:v>
                </c:pt>
                <c:pt idx="1487">
                  <c:v>2.31808839</c:v>
                </c:pt>
                <c:pt idx="1488">
                  <c:v>2.31861703</c:v>
                </c:pt>
                <c:pt idx="1489">
                  <c:v>2.3202301</c:v>
                </c:pt>
                <c:pt idx="1490">
                  <c:v>2.32039126</c:v>
                </c:pt>
                <c:pt idx="1491">
                  <c:v>2.32185034</c:v>
                </c:pt>
                <c:pt idx="1492">
                  <c:v>2.32321272</c:v>
                </c:pt>
                <c:pt idx="1493">
                  <c:v>2.32376014</c:v>
                </c:pt>
                <c:pt idx="1494">
                  <c:v>2.32395731</c:v>
                </c:pt>
                <c:pt idx="1495">
                  <c:v>2.32478158</c:v>
                </c:pt>
                <c:pt idx="1496">
                  <c:v>2.3258537</c:v>
                </c:pt>
                <c:pt idx="1497">
                  <c:v>2.32673743</c:v>
                </c:pt>
                <c:pt idx="1498">
                  <c:v>2.33183347</c:v>
                </c:pt>
                <c:pt idx="1499">
                  <c:v>2.33196414</c:v>
                </c:pt>
                <c:pt idx="1500">
                  <c:v>2.33227352</c:v>
                </c:pt>
                <c:pt idx="1501">
                  <c:v>2.33353387</c:v>
                </c:pt>
                <c:pt idx="1502">
                  <c:v>2.33406489</c:v>
                </c:pt>
                <c:pt idx="1503">
                  <c:v>2.33413017</c:v>
                </c:pt>
                <c:pt idx="1504">
                  <c:v>2.33594926</c:v>
                </c:pt>
                <c:pt idx="1505">
                  <c:v>2.33604029</c:v>
                </c:pt>
                <c:pt idx="1506">
                  <c:v>2.33717733</c:v>
                </c:pt>
                <c:pt idx="1507">
                  <c:v>2.34488287</c:v>
                </c:pt>
                <c:pt idx="1508">
                  <c:v>2.34492266</c:v>
                </c:pt>
                <c:pt idx="1509">
                  <c:v>2.3452383</c:v>
                </c:pt>
                <c:pt idx="1510">
                  <c:v>2.34718933</c:v>
                </c:pt>
                <c:pt idx="1511">
                  <c:v>2.34800731</c:v>
                </c:pt>
                <c:pt idx="1512">
                  <c:v>2.34923872</c:v>
                </c:pt>
                <c:pt idx="1513">
                  <c:v>2.35005794</c:v>
                </c:pt>
                <c:pt idx="1514">
                  <c:v>2.35053222</c:v>
                </c:pt>
                <c:pt idx="1515">
                  <c:v>2.35186967</c:v>
                </c:pt>
                <c:pt idx="1516">
                  <c:v>2.35879114</c:v>
                </c:pt>
                <c:pt idx="1517">
                  <c:v>2.35945956</c:v>
                </c:pt>
                <c:pt idx="1518">
                  <c:v>2.36079594</c:v>
                </c:pt>
                <c:pt idx="1519">
                  <c:v>2.3609655</c:v>
                </c:pt>
                <c:pt idx="1520">
                  <c:v>2.36245826</c:v>
                </c:pt>
                <c:pt idx="1521">
                  <c:v>2.36532912</c:v>
                </c:pt>
                <c:pt idx="1522">
                  <c:v>2.36899332</c:v>
                </c:pt>
                <c:pt idx="1523">
                  <c:v>2.36914768</c:v>
                </c:pt>
                <c:pt idx="1524">
                  <c:v>2.37012358</c:v>
                </c:pt>
                <c:pt idx="1525">
                  <c:v>2.37059261</c:v>
                </c:pt>
                <c:pt idx="1526">
                  <c:v>2.37247579</c:v>
                </c:pt>
                <c:pt idx="1527">
                  <c:v>2.37377246</c:v>
                </c:pt>
                <c:pt idx="1528">
                  <c:v>2.37408893</c:v>
                </c:pt>
                <c:pt idx="1529">
                  <c:v>2.37537295</c:v>
                </c:pt>
                <c:pt idx="1530">
                  <c:v>2.37626504</c:v>
                </c:pt>
                <c:pt idx="1531">
                  <c:v>2.37948946</c:v>
                </c:pt>
                <c:pt idx="1532">
                  <c:v>2.38046185</c:v>
                </c:pt>
                <c:pt idx="1533">
                  <c:v>2.38064365</c:v>
                </c:pt>
                <c:pt idx="1534">
                  <c:v>2.38076129</c:v>
                </c:pt>
                <c:pt idx="1535">
                  <c:v>2.38098274</c:v>
                </c:pt>
                <c:pt idx="1536">
                  <c:v>2.38226959</c:v>
                </c:pt>
                <c:pt idx="1537">
                  <c:v>2.38279977</c:v>
                </c:pt>
                <c:pt idx="1538">
                  <c:v>2.3840954</c:v>
                </c:pt>
                <c:pt idx="1539">
                  <c:v>2.38430138</c:v>
                </c:pt>
                <c:pt idx="1540">
                  <c:v>2.38601456</c:v>
                </c:pt>
                <c:pt idx="1541">
                  <c:v>2.38647309</c:v>
                </c:pt>
                <c:pt idx="1542">
                  <c:v>2.3876923</c:v>
                </c:pt>
                <c:pt idx="1543">
                  <c:v>2.38859103</c:v>
                </c:pt>
                <c:pt idx="1544">
                  <c:v>2.39527852</c:v>
                </c:pt>
                <c:pt idx="1545">
                  <c:v>2.39592712</c:v>
                </c:pt>
                <c:pt idx="1546">
                  <c:v>2.39623091</c:v>
                </c:pt>
                <c:pt idx="1547">
                  <c:v>2.39889425</c:v>
                </c:pt>
                <c:pt idx="1548">
                  <c:v>2.39940435</c:v>
                </c:pt>
                <c:pt idx="1549">
                  <c:v>2.40183148</c:v>
                </c:pt>
                <c:pt idx="1550">
                  <c:v>2.40256532</c:v>
                </c:pt>
                <c:pt idx="1551">
                  <c:v>2.40754793</c:v>
                </c:pt>
                <c:pt idx="1552">
                  <c:v>2.40884027</c:v>
                </c:pt>
                <c:pt idx="1553">
                  <c:v>2.40887065</c:v>
                </c:pt>
                <c:pt idx="1554">
                  <c:v>2.41043336</c:v>
                </c:pt>
                <c:pt idx="1555">
                  <c:v>2.41131522</c:v>
                </c:pt>
                <c:pt idx="1556">
                  <c:v>2.41276874</c:v>
                </c:pt>
                <c:pt idx="1557">
                  <c:v>2.41330434</c:v>
                </c:pt>
                <c:pt idx="1558">
                  <c:v>2.41415877</c:v>
                </c:pt>
                <c:pt idx="1559">
                  <c:v>2.41489022</c:v>
                </c:pt>
                <c:pt idx="1560">
                  <c:v>2.41659132</c:v>
                </c:pt>
                <c:pt idx="1561">
                  <c:v>2.41674557</c:v>
                </c:pt>
                <c:pt idx="1562">
                  <c:v>2.4187006</c:v>
                </c:pt>
                <c:pt idx="1563">
                  <c:v>2.42061184</c:v>
                </c:pt>
                <c:pt idx="1564">
                  <c:v>2.42222765</c:v>
                </c:pt>
                <c:pt idx="1565">
                  <c:v>2.42344611</c:v>
                </c:pt>
                <c:pt idx="1566">
                  <c:v>2.42366989</c:v>
                </c:pt>
                <c:pt idx="1567">
                  <c:v>2.42506302</c:v>
                </c:pt>
                <c:pt idx="1568">
                  <c:v>2.42616646</c:v>
                </c:pt>
                <c:pt idx="1569">
                  <c:v>2.4280245</c:v>
                </c:pt>
                <c:pt idx="1570">
                  <c:v>2.42803911</c:v>
                </c:pt>
                <c:pt idx="1571">
                  <c:v>2.4298306</c:v>
                </c:pt>
                <c:pt idx="1572">
                  <c:v>2.43041207</c:v>
                </c:pt>
                <c:pt idx="1573">
                  <c:v>2.43187503</c:v>
                </c:pt>
                <c:pt idx="1574">
                  <c:v>2.43228707</c:v>
                </c:pt>
                <c:pt idx="1575">
                  <c:v>2.43383583</c:v>
                </c:pt>
                <c:pt idx="1576">
                  <c:v>2.4352243</c:v>
                </c:pt>
                <c:pt idx="1577">
                  <c:v>2.436382</c:v>
                </c:pt>
                <c:pt idx="1578">
                  <c:v>2.43700298</c:v>
                </c:pt>
                <c:pt idx="1579">
                  <c:v>2.43708651</c:v>
                </c:pt>
                <c:pt idx="1580">
                  <c:v>2.43966764</c:v>
                </c:pt>
                <c:pt idx="1581">
                  <c:v>2.44094985</c:v>
                </c:pt>
                <c:pt idx="1582">
                  <c:v>2.44208062</c:v>
                </c:pt>
                <c:pt idx="1583">
                  <c:v>2.44268762</c:v>
                </c:pt>
                <c:pt idx="1584">
                  <c:v>2.44457567</c:v>
                </c:pt>
                <c:pt idx="1585">
                  <c:v>2.44540733</c:v>
                </c:pt>
                <c:pt idx="1586">
                  <c:v>2.44757744</c:v>
                </c:pt>
                <c:pt idx="1587">
                  <c:v>2.45147465</c:v>
                </c:pt>
                <c:pt idx="1588">
                  <c:v>2.45565928</c:v>
                </c:pt>
                <c:pt idx="1589">
                  <c:v>2.4560089</c:v>
                </c:pt>
                <c:pt idx="1590">
                  <c:v>2.45715987</c:v>
                </c:pt>
                <c:pt idx="1591">
                  <c:v>2.45977606</c:v>
                </c:pt>
                <c:pt idx="1592">
                  <c:v>2.46185792</c:v>
                </c:pt>
                <c:pt idx="1593">
                  <c:v>2.46314469</c:v>
                </c:pt>
                <c:pt idx="1594">
                  <c:v>2.46493325</c:v>
                </c:pt>
                <c:pt idx="1595">
                  <c:v>2.46568326</c:v>
                </c:pt>
                <c:pt idx="1596">
                  <c:v>2.4702744</c:v>
                </c:pt>
                <c:pt idx="1597">
                  <c:v>2.47040697</c:v>
                </c:pt>
                <c:pt idx="1598">
                  <c:v>2.47148978</c:v>
                </c:pt>
                <c:pt idx="1599">
                  <c:v>2.47334685</c:v>
                </c:pt>
                <c:pt idx="1600">
                  <c:v>2.47407686</c:v>
                </c:pt>
                <c:pt idx="1601">
                  <c:v>2.47590789</c:v>
                </c:pt>
                <c:pt idx="1602">
                  <c:v>2.47831141</c:v>
                </c:pt>
                <c:pt idx="1603">
                  <c:v>2.47928494</c:v>
                </c:pt>
                <c:pt idx="1604">
                  <c:v>2.47953714</c:v>
                </c:pt>
                <c:pt idx="1605">
                  <c:v>2.47975546</c:v>
                </c:pt>
                <c:pt idx="1606">
                  <c:v>2.48146757</c:v>
                </c:pt>
                <c:pt idx="1607">
                  <c:v>2.48350354</c:v>
                </c:pt>
                <c:pt idx="1608">
                  <c:v>2.4835351</c:v>
                </c:pt>
                <c:pt idx="1609">
                  <c:v>2.48574876</c:v>
                </c:pt>
                <c:pt idx="1610">
                  <c:v>2.48835243</c:v>
                </c:pt>
                <c:pt idx="1611">
                  <c:v>2.49056262</c:v>
                </c:pt>
                <c:pt idx="1612">
                  <c:v>2.4931768</c:v>
                </c:pt>
                <c:pt idx="1613">
                  <c:v>2.49467692</c:v>
                </c:pt>
                <c:pt idx="1614">
                  <c:v>2.49481706</c:v>
                </c:pt>
                <c:pt idx="1615">
                  <c:v>2.49740002</c:v>
                </c:pt>
                <c:pt idx="1616">
                  <c:v>2.50044285</c:v>
                </c:pt>
                <c:pt idx="1617">
                  <c:v>2.50328551</c:v>
                </c:pt>
                <c:pt idx="1618">
                  <c:v>2.50500448</c:v>
                </c:pt>
                <c:pt idx="1619">
                  <c:v>2.50511918</c:v>
                </c:pt>
                <c:pt idx="1620">
                  <c:v>2.50624735</c:v>
                </c:pt>
                <c:pt idx="1621">
                  <c:v>2.50787193</c:v>
                </c:pt>
                <c:pt idx="1622">
                  <c:v>2.50952667</c:v>
                </c:pt>
                <c:pt idx="1623">
                  <c:v>2.51513204</c:v>
                </c:pt>
                <c:pt idx="1624">
                  <c:v>2.51779062</c:v>
                </c:pt>
                <c:pt idx="1625">
                  <c:v>2.51820485</c:v>
                </c:pt>
                <c:pt idx="1626">
                  <c:v>2.51920322</c:v>
                </c:pt>
                <c:pt idx="1627">
                  <c:v>2.52390543</c:v>
                </c:pt>
                <c:pt idx="1628">
                  <c:v>2.52979795</c:v>
                </c:pt>
                <c:pt idx="1629">
                  <c:v>2.53248269</c:v>
                </c:pt>
                <c:pt idx="1630">
                  <c:v>2.53255714</c:v>
                </c:pt>
                <c:pt idx="1631">
                  <c:v>2.53579369</c:v>
                </c:pt>
                <c:pt idx="1632">
                  <c:v>2.53693824</c:v>
                </c:pt>
                <c:pt idx="1633">
                  <c:v>2.53904466</c:v>
                </c:pt>
                <c:pt idx="1634">
                  <c:v>2.54020002</c:v>
                </c:pt>
                <c:pt idx="1635">
                  <c:v>2.54262005</c:v>
                </c:pt>
                <c:pt idx="1636">
                  <c:v>2.5448321</c:v>
                </c:pt>
                <c:pt idx="1637">
                  <c:v>2.54546102</c:v>
                </c:pt>
                <c:pt idx="1638">
                  <c:v>2.54687773</c:v>
                </c:pt>
                <c:pt idx="1639">
                  <c:v>2.54794657</c:v>
                </c:pt>
                <c:pt idx="1640">
                  <c:v>2.55245983</c:v>
                </c:pt>
                <c:pt idx="1641">
                  <c:v>2.55302686</c:v>
                </c:pt>
                <c:pt idx="1642">
                  <c:v>2.55348716</c:v>
                </c:pt>
                <c:pt idx="1643">
                  <c:v>2.55793532</c:v>
                </c:pt>
                <c:pt idx="1644">
                  <c:v>2.5592145</c:v>
                </c:pt>
                <c:pt idx="1645">
                  <c:v>2.55991564</c:v>
                </c:pt>
                <c:pt idx="1646">
                  <c:v>2.56158587</c:v>
                </c:pt>
                <c:pt idx="1647">
                  <c:v>2.56292093</c:v>
                </c:pt>
                <c:pt idx="1648">
                  <c:v>2.56430073</c:v>
                </c:pt>
                <c:pt idx="1649">
                  <c:v>2.56585785</c:v>
                </c:pt>
                <c:pt idx="1650">
                  <c:v>2.56685529</c:v>
                </c:pt>
                <c:pt idx="1651">
                  <c:v>2.57018197</c:v>
                </c:pt>
                <c:pt idx="1652">
                  <c:v>2.5712418</c:v>
                </c:pt>
                <c:pt idx="1653">
                  <c:v>2.57313253</c:v>
                </c:pt>
                <c:pt idx="1654">
                  <c:v>2.57398033</c:v>
                </c:pt>
                <c:pt idx="1655">
                  <c:v>2.57437985</c:v>
                </c:pt>
                <c:pt idx="1656">
                  <c:v>2.57564503</c:v>
                </c:pt>
                <c:pt idx="1657">
                  <c:v>2.57802464</c:v>
                </c:pt>
                <c:pt idx="1658">
                  <c:v>2.57892405</c:v>
                </c:pt>
                <c:pt idx="1659">
                  <c:v>2.57898283</c:v>
                </c:pt>
                <c:pt idx="1660">
                  <c:v>2.58027195</c:v>
                </c:pt>
                <c:pt idx="1661">
                  <c:v>2.58139335</c:v>
                </c:pt>
                <c:pt idx="1662">
                  <c:v>2.58384009</c:v>
                </c:pt>
                <c:pt idx="1663">
                  <c:v>2.58390101</c:v>
                </c:pt>
                <c:pt idx="1664">
                  <c:v>2.58581862</c:v>
                </c:pt>
                <c:pt idx="1665">
                  <c:v>2.58584019</c:v>
                </c:pt>
                <c:pt idx="1666">
                  <c:v>2.58619933</c:v>
                </c:pt>
                <c:pt idx="1667">
                  <c:v>2.58831894</c:v>
                </c:pt>
                <c:pt idx="1668">
                  <c:v>2.58832501</c:v>
                </c:pt>
                <c:pt idx="1669">
                  <c:v>2.59041741</c:v>
                </c:pt>
                <c:pt idx="1670">
                  <c:v>2.59042314</c:v>
                </c:pt>
                <c:pt idx="1671">
                  <c:v>2.59208448</c:v>
                </c:pt>
                <c:pt idx="1672">
                  <c:v>2.59224572</c:v>
                </c:pt>
                <c:pt idx="1673">
                  <c:v>2.59596911</c:v>
                </c:pt>
                <c:pt idx="1674">
                  <c:v>2.6004303</c:v>
                </c:pt>
                <c:pt idx="1675">
                  <c:v>2.60048405</c:v>
                </c:pt>
                <c:pt idx="1676">
                  <c:v>2.6005017</c:v>
                </c:pt>
                <c:pt idx="1677">
                  <c:v>2.60096712</c:v>
                </c:pt>
                <c:pt idx="1678">
                  <c:v>2.60569779</c:v>
                </c:pt>
                <c:pt idx="1679">
                  <c:v>2.60622364</c:v>
                </c:pt>
                <c:pt idx="1680">
                  <c:v>2.60791768</c:v>
                </c:pt>
                <c:pt idx="1681">
                  <c:v>2.60938156</c:v>
                </c:pt>
                <c:pt idx="1682">
                  <c:v>2.611035</c:v>
                </c:pt>
                <c:pt idx="1683">
                  <c:v>2.61124872</c:v>
                </c:pt>
                <c:pt idx="1684">
                  <c:v>2.61211063</c:v>
                </c:pt>
                <c:pt idx="1685">
                  <c:v>2.61516572</c:v>
                </c:pt>
                <c:pt idx="1686">
                  <c:v>2.61656521</c:v>
                </c:pt>
                <c:pt idx="1687">
                  <c:v>2.61910251</c:v>
                </c:pt>
                <c:pt idx="1688">
                  <c:v>2.61952057</c:v>
                </c:pt>
                <c:pt idx="1689">
                  <c:v>2.62090554</c:v>
                </c:pt>
                <c:pt idx="1690">
                  <c:v>2.62135295</c:v>
                </c:pt>
                <c:pt idx="1691">
                  <c:v>2.62323803</c:v>
                </c:pt>
                <c:pt idx="1692">
                  <c:v>2.62528855</c:v>
                </c:pt>
                <c:pt idx="1693">
                  <c:v>2.6269926</c:v>
                </c:pt>
                <c:pt idx="1694">
                  <c:v>2.62966664</c:v>
                </c:pt>
                <c:pt idx="1695">
                  <c:v>2.6311295</c:v>
                </c:pt>
                <c:pt idx="1696">
                  <c:v>2.63168395</c:v>
                </c:pt>
                <c:pt idx="1697">
                  <c:v>2.63217169</c:v>
                </c:pt>
                <c:pt idx="1698">
                  <c:v>2.63287359</c:v>
                </c:pt>
                <c:pt idx="1699">
                  <c:v>2.63553878</c:v>
                </c:pt>
                <c:pt idx="1700">
                  <c:v>2.63558514</c:v>
                </c:pt>
                <c:pt idx="1701">
                  <c:v>2.63841029</c:v>
                </c:pt>
                <c:pt idx="1702">
                  <c:v>2.63994655</c:v>
                </c:pt>
                <c:pt idx="1703">
                  <c:v>2.64400494</c:v>
                </c:pt>
                <c:pt idx="1704">
                  <c:v>2.64418863</c:v>
                </c:pt>
                <c:pt idx="1705">
                  <c:v>2.64435702</c:v>
                </c:pt>
                <c:pt idx="1706">
                  <c:v>2.6465003</c:v>
                </c:pt>
                <c:pt idx="1707">
                  <c:v>2.64661976</c:v>
                </c:pt>
                <c:pt idx="1708">
                  <c:v>2.64715154</c:v>
                </c:pt>
                <c:pt idx="1709">
                  <c:v>2.64846071</c:v>
                </c:pt>
                <c:pt idx="1710">
                  <c:v>2.64992707</c:v>
                </c:pt>
                <c:pt idx="1711">
                  <c:v>2.64997376</c:v>
                </c:pt>
                <c:pt idx="1712">
                  <c:v>2.65194453</c:v>
                </c:pt>
                <c:pt idx="1713">
                  <c:v>2.65237816</c:v>
                </c:pt>
                <c:pt idx="1714">
                  <c:v>2.65368223</c:v>
                </c:pt>
                <c:pt idx="1715">
                  <c:v>2.65442581</c:v>
                </c:pt>
                <c:pt idx="1716">
                  <c:v>2.65580924</c:v>
                </c:pt>
                <c:pt idx="1717">
                  <c:v>2.65883427</c:v>
                </c:pt>
                <c:pt idx="1718">
                  <c:v>2.66031417</c:v>
                </c:pt>
                <c:pt idx="1719">
                  <c:v>2.66213025</c:v>
                </c:pt>
                <c:pt idx="1720">
                  <c:v>2.66401689</c:v>
                </c:pt>
                <c:pt idx="1721">
                  <c:v>2.66469028</c:v>
                </c:pt>
                <c:pt idx="1722">
                  <c:v>2.6684581</c:v>
                </c:pt>
                <c:pt idx="1723">
                  <c:v>2.66921834</c:v>
                </c:pt>
                <c:pt idx="1724">
                  <c:v>2.6698325</c:v>
                </c:pt>
                <c:pt idx="1725">
                  <c:v>2.67246367</c:v>
                </c:pt>
                <c:pt idx="1726">
                  <c:v>2.67501984</c:v>
                </c:pt>
                <c:pt idx="1727">
                  <c:v>2.67774462</c:v>
                </c:pt>
                <c:pt idx="1728">
                  <c:v>2.68064585</c:v>
                </c:pt>
                <c:pt idx="1729">
                  <c:v>2.6823265</c:v>
                </c:pt>
                <c:pt idx="1730">
                  <c:v>2.68287556</c:v>
                </c:pt>
                <c:pt idx="1731">
                  <c:v>2.68670181</c:v>
                </c:pt>
                <c:pt idx="1732">
                  <c:v>2.68728725</c:v>
                </c:pt>
                <c:pt idx="1733">
                  <c:v>2.69079207</c:v>
                </c:pt>
                <c:pt idx="1734">
                  <c:v>2.69168744</c:v>
                </c:pt>
                <c:pt idx="1735">
                  <c:v>2.69962363</c:v>
                </c:pt>
                <c:pt idx="1736">
                  <c:v>2.699785</c:v>
                </c:pt>
                <c:pt idx="1737">
                  <c:v>2.70327391</c:v>
                </c:pt>
                <c:pt idx="1738">
                  <c:v>2.70766977</c:v>
                </c:pt>
                <c:pt idx="1739">
                  <c:v>2.70828532</c:v>
                </c:pt>
                <c:pt idx="1740">
                  <c:v>2.71350982</c:v>
                </c:pt>
                <c:pt idx="1741">
                  <c:v>2.7171332</c:v>
                </c:pt>
                <c:pt idx="1742">
                  <c:v>2.71793135</c:v>
                </c:pt>
                <c:pt idx="1743">
                  <c:v>2.71973693</c:v>
                </c:pt>
                <c:pt idx="1744">
                  <c:v>2.71978616</c:v>
                </c:pt>
                <c:pt idx="1745">
                  <c:v>2.7202397</c:v>
                </c:pt>
                <c:pt idx="1746">
                  <c:v>2.72415223</c:v>
                </c:pt>
                <c:pt idx="1747">
                  <c:v>2.72531749</c:v>
                </c:pt>
                <c:pt idx="1748">
                  <c:v>2.72614926</c:v>
                </c:pt>
                <c:pt idx="1749">
                  <c:v>2.72733567</c:v>
                </c:pt>
                <c:pt idx="1750">
                  <c:v>2.72999621</c:v>
                </c:pt>
                <c:pt idx="1751">
                  <c:v>2.73392913</c:v>
                </c:pt>
                <c:pt idx="1752">
                  <c:v>2.73491904</c:v>
                </c:pt>
                <c:pt idx="1753">
                  <c:v>2.73510074</c:v>
                </c:pt>
                <c:pt idx="1754">
                  <c:v>2.73586217</c:v>
                </c:pt>
                <c:pt idx="1755">
                  <c:v>2.73757514</c:v>
                </c:pt>
                <c:pt idx="1756">
                  <c:v>2.740072</c:v>
                </c:pt>
                <c:pt idx="1757">
                  <c:v>2.74262339</c:v>
                </c:pt>
                <c:pt idx="1758">
                  <c:v>2.74464171</c:v>
                </c:pt>
                <c:pt idx="1759">
                  <c:v>2.74514295</c:v>
                </c:pt>
                <c:pt idx="1760">
                  <c:v>2.74634977</c:v>
                </c:pt>
                <c:pt idx="1761">
                  <c:v>2.74699308</c:v>
                </c:pt>
                <c:pt idx="1762">
                  <c:v>2.75140205</c:v>
                </c:pt>
                <c:pt idx="1763">
                  <c:v>2.75342818</c:v>
                </c:pt>
                <c:pt idx="1764">
                  <c:v>2.75376215</c:v>
                </c:pt>
                <c:pt idx="1765">
                  <c:v>2.7543529</c:v>
                </c:pt>
                <c:pt idx="1766">
                  <c:v>2.75592048</c:v>
                </c:pt>
                <c:pt idx="1767">
                  <c:v>2.75679577</c:v>
                </c:pt>
                <c:pt idx="1768">
                  <c:v>2.75884393</c:v>
                </c:pt>
                <c:pt idx="1769">
                  <c:v>2.76076708</c:v>
                </c:pt>
                <c:pt idx="1770">
                  <c:v>2.76322012</c:v>
                </c:pt>
                <c:pt idx="1771">
                  <c:v>2.76620075</c:v>
                </c:pt>
                <c:pt idx="1772">
                  <c:v>2.7670066</c:v>
                </c:pt>
                <c:pt idx="1773">
                  <c:v>2.7695852</c:v>
                </c:pt>
                <c:pt idx="1774">
                  <c:v>2.7699097</c:v>
                </c:pt>
                <c:pt idx="1775">
                  <c:v>2.77058305</c:v>
                </c:pt>
                <c:pt idx="1776">
                  <c:v>2.77582282</c:v>
                </c:pt>
                <c:pt idx="1777">
                  <c:v>2.77651337</c:v>
                </c:pt>
                <c:pt idx="1778">
                  <c:v>2.7769479</c:v>
                </c:pt>
                <c:pt idx="1779">
                  <c:v>2.77938295</c:v>
                </c:pt>
                <c:pt idx="1780">
                  <c:v>2.7823409</c:v>
                </c:pt>
                <c:pt idx="1781">
                  <c:v>2.78425613</c:v>
                </c:pt>
                <c:pt idx="1782">
                  <c:v>2.78609275</c:v>
                </c:pt>
                <c:pt idx="1783">
                  <c:v>2.786741</c:v>
                </c:pt>
                <c:pt idx="1784">
                  <c:v>2.79160682</c:v>
                </c:pt>
                <c:pt idx="1785">
                  <c:v>2.79260065</c:v>
                </c:pt>
                <c:pt idx="1786">
                  <c:v>2.79342954</c:v>
                </c:pt>
                <c:pt idx="1787">
                  <c:v>2.79748319</c:v>
                </c:pt>
                <c:pt idx="1788">
                  <c:v>2.79775388</c:v>
                </c:pt>
                <c:pt idx="1789">
                  <c:v>2.79992024</c:v>
                </c:pt>
                <c:pt idx="1790">
                  <c:v>2.80223319</c:v>
                </c:pt>
                <c:pt idx="1791">
                  <c:v>2.80311335</c:v>
                </c:pt>
                <c:pt idx="1792">
                  <c:v>2.80612079</c:v>
                </c:pt>
                <c:pt idx="1793">
                  <c:v>2.80626265</c:v>
                </c:pt>
                <c:pt idx="1794">
                  <c:v>2.80660566</c:v>
                </c:pt>
                <c:pt idx="1795">
                  <c:v>2.80907881</c:v>
                </c:pt>
                <c:pt idx="1796">
                  <c:v>2.80959073</c:v>
                </c:pt>
                <c:pt idx="1797">
                  <c:v>2.81255307</c:v>
                </c:pt>
                <c:pt idx="1798">
                  <c:v>2.8143007</c:v>
                </c:pt>
                <c:pt idx="1799">
                  <c:v>2.81686126</c:v>
                </c:pt>
                <c:pt idx="1800">
                  <c:v>2.8169746</c:v>
                </c:pt>
                <c:pt idx="1801">
                  <c:v>2.81841203</c:v>
                </c:pt>
                <c:pt idx="1802">
                  <c:v>2.81853878</c:v>
                </c:pt>
                <c:pt idx="1803">
                  <c:v>2.82145308</c:v>
                </c:pt>
                <c:pt idx="1804">
                  <c:v>2.82512738</c:v>
                </c:pt>
                <c:pt idx="1805">
                  <c:v>2.82530332</c:v>
                </c:pt>
                <c:pt idx="1806">
                  <c:v>2.82710846</c:v>
                </c:pt>
                <c:pt idx="1807">
                  <c:v>2.82882804</c:v>
                </c:pt>
                <c:pt idx="1808">
                  <c:v>2.83119637</c:v>
                </c:pt>
                <c:pt idx="1809">
                  <c:v>2.83127543</c:v>
                </c:pt>
                <c:pt idx="1810">
                  <c:v>2.83342819</c:v>
                </c:pt>
                <c:pt idx="1811">
                  <c:v>2.83409089</c:v>
                </c:pt>
                <c:pt idx="1812">
                  <c:v>2.83830463</c:v>
                </c:pt>
                <c:pt idx="1813">
                  <c:v>2.83986271</c:v>
                </c:pt>
                <c:pt idx="1814">
                  <c:v>2.84025234</c:v>
                </c:pt>
                <c:pt idx="1815">
                  <c:v>2.84202637</c:v>
                </c:pt>
                <c:pt idx="1816">
                  <c:v>2.84285806</c:v>
                </c:pt>
                <c:pt idx="1817">
                  <c:v>2.84473612</c:v>
                </c:pt>
                <c:pt idx="1818">
                  <c:v>2.84674901</c:v>
                </c:pt>
                <c:pt idx="1819">
                  <c:v>2.84733781</c:v>
                </c:pt>
                <c:pt idx="1820">
                  <c:v>2.84923132</c:v>
                </c:pt>
                <c:pt idx="1821">
                  <c:v>2.85059975</c:v>
                </c:pt>
                <c:pt idx="1822">
                  <c:v>2.85174071</c:v>
                </c:pt>
                <c:pt idx="1823">
                  <c:v>2.85202459</c:v>
                </c:pt>
                <c:pt idx="1824">
                  <c:v>2.85460171</c:v>
                </c:pt>
                <c:pt idx="1825">
                  <c:v>2.85632016</c:v>
                </c:pt>
                <c:pt idx="1826">
                  <c:v>2.85736685</c:v>
                </c:pt>
                <c:pt idx="1827">
                  <c:v>2.85845422</c:v>
                </c:pt>
                <c:pt idx="1828">
                  <c:v>2.8598375</c:v>
                </c:pt>
                <c:pt idx="1829">
                  <c:v>2.86192137</c:v>
                </c:pt>
                <c:pt idx="1830">
                  <c:v>2.86198272</c:v>
                </c:pt>
                <c:pt idx="1831">
                  <c:v>2.8621693</c:v>
                </c:pt>
                <c:pt idx="1832">
                  <c:v>2.86484439</c:v>
                </c:pt>
                <c:pt idx="1833">
                  <c:v>2.86511948</c:v>
                </c:pt>
                <c:pt idx="1834">
                  <c:v>2.86641619</c:v>
                </c:pt>
                <c:pt idx="1835">
                  <c:v>2.86659518</c:v>
                </c:pt>
                <c:pt idx="1836">
                  <c:v>2.86932903</c:v>
                </c:pt>
                <c:pt idx="1837">
                  <c:v>2.87145755</c:v>
                </c:pt>
                <c:pt idx="1838">
                  <c:v>2.87354015</c:v>
                </c:pt>
                <c:pt idx="1839">
                  <c:v>2.8739283</c:v>
                </c:pt>
                <c:pt idx="1840">
                  <c:v>2.87543171</c:v>
                </c:pt>
                <c:pt idx="1841">
                  <c:v>2.87687521</c:v>
                </c:pt>
                <c:pt idx="1842">
                  <c:v>2.87842781</c:v>
                </c:pt>
                <c:pt idx="1843">
                  <c:v>2.87981712</c:v>
                </c:pt>
                <c:pt idx="1844">
                  <c:v>2.88419874</c:v>
                </c:pt>
                <c:pt idx="1845">
                  <c:v>2.88575184</c:v>
                </c:pt>
                <c:pt idx="1846">
                  <c:v>2.88715657</c:v>
                </c:pt>
                <c:pt idx="1847">
                  <c:v>2.89126176</c:v>
                </c:pt>
                <c:pt idx="1848">
                  <c:v>2.89226912</c:v>
                </c:pt>
                <c:pt idx="1849">
                  <c:v>2.89250381</c:v>
                </c:pt>
                <c:pt idx="1850">
                  <c:v>2.89362554</c:v>
                </c:pt>
                <c:pt idx="1851">
                  <c:v>2.89744924</c:v>
                </c:pt>
                <c:pt idx="1852">
                  <c:v>2.8989967</c:v>
                </c:pt>
                <c:pt idx="1853">
                  <c:v>2.90011102</c:v>
                </c:pt>
                <c:pt idx="1854">
                  <c:v>2.90262533</c:v>
                </c:pt>
                <c:pt idx="1855">
                  <c:v>2.90556655</c:v>
                </c:pt>
                <c:pt idx="1856">
                  <c:v>2.90591439</c:v>
                </c:pt>
                <c:pt idx="1857">
                  <c:v>2.90615953</c:v>
                </c:pt>
                <c:pt idx="1858">
                  <c:v>2.90634902</c:v>
                </c:pt>
                <c:pt idx="1859">
                  <c:v>2.90914988</c:v>
                </c:pt>
                <c:pt idx="1860">
                  <c:v>2.91055268</c:v>
                </c:pt>
                <c:pt idx="1861">
                  <c:v>2.91210385</c:v>
                </c:pt>
                <c:pt idx="1862">
                  <c:v>2.91274567</c:v>
                </c:pt>
                <c:pt idx="1863">
                  <c:v>2.91284817</c:v>
                </c:pt>
                <c:pt idx="1864">
                  <c:v>2.91324545</c:v>
                </c:pt>
                <c:pt idx="1865">
                  <c:v>2.91411615</c:v>
                </c:pt>
                <c:pt idx="1866">
                  <c:v>2.91421403</c:v>
                </c:pt>
                <c:pt idx="1867">
                  <c:v>2.91722758</c:v>
                </c:pt>
                <c:pt idx="1868">
                  <c:v>2.91941433</c:v>
                </c:pt>
                <c:pt idx="1869">
                  <c:v>2.91987729</c:v>
                </c:pt>
                <c:pt idx="1870">
                  <c:v>2.9201663</c:v>
                </c:pt>
                <c:pt idx="1871">
                  <c:v>2.92337856</c:v>
                </c:pt>
                <c:pt idx="1872">
                  <c:v>2.9248232</c:v>
                </c:pt>
                <c:pt idx="1873">
                  <c:v>2.92522521</c:v>
                </c:pt>
                <c:pt idx="1874">
                  <c:v>2.92778252</c:v>
                </c:pt>
                <c:pt idx="1875">
                  <c:v>2.92855646</c:v>
                </c:pt>
                <c:pt idx="1876">
                  <c:v>2.9303839</c:v>
                </c:pt>
                <c:pt idx="1877">
                  <c:v>2.93067959</c:v>
                </c:pt>
                <c:pt idx="1878">
                  <c:v>2.93159051</c:v>
                </c:pt>
                <c:pt idx="1879">
                  <c:v>2.93244637</c:v>
                </c:pt>
                <c:pt idx="1880">
                  <c:v>2.93320038</c:v>
                </c:pt>
                <c:pt idx="1881">
                  <c:v>2.9347627</c:v>
                </c:pt>
                <c:pt idx="1882">
                  <c:v>2.93678747</c:v>
                </c:pt>
                <c:pt idx="1883">
                  <c:v>2.93840834</c:v>
                </c:pt>
                <c:pt idx="1884">
                  <c:v>2.9395103</c:v>
                </c:pt>
                <c:pt idx="1885">
                  <c:v>2.94080516</c:v>
                </c:pt>
                <c:pt idx="1886">
                  <c:v>2.94116305</c:v>
                </c:pt>
                <c:pt idx="1887">
                  <c:v>2.9426083</c:v>
                </c:pt>
                <c:pt idx="1888">
                  <c:v>2.94336414</c:v>
                </c:pt>
                <c:pt idx="1889">
                  <c:v>2.94406456</c:v>
                </c:pt>
                <c:pt idx="1890">
                  <c:v>2.94455589</c:v>
                </c:pt>
                <c:pt idx="1891">
                  <c:v>2.94468537</c:v>
                </c:pt>
                <c:pt idx="1892">
                  <c:v>2.9484293</c:v>
                </c:pt>
                <c:pt idx="1893">
                  <c:v>2.95036015</c:v>
                </c:pt>
                <c:pt idx="1894">
                  <c:v>2.95138939</c:v>
                </c:pt>
                <c:pt idx="1895">
                  <c:v>2.95207404</c:v>
                </c:pt>
                <c:pt idx="1896">
                  <c:v>2.95267571</c:v>
                </c:pt>
                <c:pt idx="1897">
                  <c:v>2.95382299</c:v>
                </c:pt>
                <c:pt idx="1898">
                  <c:v>2.95436944</c:v>
                </c:pt>
                <c:pt idx="1899">
                  <c:v>2.95449565</c:v>
                </c:pt>
                <c:pt idx="1900">
                  <c:v>2.95452733</c:v>
                </c:pt>
                <c:pt idx="1901">
                  <c:v>2.95876096</c:v>
                </c:pt>
                <c:pt idx="1902">
                  <c:v>2.9596111</c:v>
                </c:pt>
                <c:pt idx="1903">
                  <c:v>2.96070223</c:v>
                </c:pt>
                <c:pt idx="1904">
                  <c:v>2.96243006</c:v>
                </c:pt>
                <c:pt idx="1905">
                  <c:v>2.9637382</c:v>
                </c:pt>
                <c:pt idx="1906">
                  <c:v>2.96456519</c:v>
                </c:pt>
                <c:pt idx="1907">
                  <c:v>2.96586946</c:v>
                </c:pt>
                <c:pt idx="1908">
                  <c:v>2.96613318</c:v>
                </c:pt>
                <c:pt idx="1909">
                  <c:v>2.96788735</c:v>
                </c:pt>
                <c:pt idx="1910">
                  <c:v>2.96907486</c:v>
                </c:pt>
                <c:pt idx="1911">
                  <c:v>2.96917428</c:v>
                </c:pt>
                <c:pt idx="1912">
                  <c:v>2.97261924</c:v>
                </c:pt>
                <c:pt idx="1913">
                  <c:v>2.97435343</c:v>
                </c:pt>
                <c:pt idx="1914">
                  <c:v>2.97448197</c:v>
                </c:pt>
                <c:pt idx="1915">
                  <c:v>2.977321</c:v>
                </c:pt>
                <c:pt idx="1916">
                  <c:v>2.97759599</c:v>
                </c:pt>
                <c:pt idx="1917">
                  <c:v>2.97838744</c:v>
                </c:pt>
                <c:pt idx="1918">
                  <c:v>2.97848145</c:v>
                </c:pt>
                <c:pt idx="1919">
                  <c:v>2.98006434</c:v>
                </c:pt>
                <c:pt idx="1920">
                  <c:v>2.98157283</c:v>
                </c:pt>
                <c:pt idx="1921">
                  <c:v>2.98359551</c:v>
                </c:pt>
                <c:pt idx="1922">
                  <c:v>2.98642302</c:v>
                </c:pt>
                <c:pt idx="1923">
                  <c:v>2.98673275</c:v>
                </c:pt>
                <c:pt idx="1924">
                  <c:v>2.98674476</c:v>
                </c:pt>
                <c:pt idx="1925">
                  <c:v>2.99270299</c:v>
                </c:pt>
                <c:pt idx="1926">
                  <c:v>2.99378066</c:v>
                </c:pt>
                <c:pt idx="1927">
                  <c:v>2.9950477</c:v>
                </c:pt>
                <c:pt idx="1928">
                  <c:v>2.99887534</c:v>
                </c:pt>
                <c:pt idx="1929">
                  <c:v>2.99966375</c:v>
                </c:pt>
                <c:pt idx="1930">
                  <c:v>3.0029352</c:v>
                </c:pt>
                <c:pt idx="1931">
                  <c:v>3.00327894</c:v>
                </c:pt>
                <c:pt idx="1932">
                  <c:v>3.00547518</c:v>
                </c:pt>
                <c:pt idx="1933">
                  <c:v>3.00701354</c:v>
                </c:pt>
                <c:pt idx="1934">
                  <c:v>3.00839298</c:v>
                </c:pt>
                <c:pt idx="1935">
                  <c:v>3.00852296</c:v>
                </c:pt>
                <c:pt idx="1936">
                  <c:v>3.01000049</c:v>
                </c:pt>
                <c:pt idx="1937">
                  <c:v>3.01203567</c:v>
                </c:pt>
                <c:pt idx="1938">
                  <c:v>3.01296174</c:v>
                </c:pt>
                <c:pt idx="1939">
                  <c:v>3.01437435</c:v>
                </c:pt>
                <c:pt idx="1940">
                  <c:v>3.01592499</c:v>
                </c:pt>
                <c:pt idx="1941">
                  <c:v>3.01768014</c:v>
                </c:pt>
                <c:pt idx="1942">
                  <c:v>3.01859989</c:v>
                </c:pt>
                <c:pt idx="1943">
                  <c:v>3.02023995</c:v>
                </c:pt>
                <c:pt idx="1944">
                  <c:v>3.02298894</c:v>
                </c:pt>
                <c:pt idx="1945">
                  <c:v>3.02359002</c:v>
                </c:pt>
                <c:pt idx="1946">
                  <c:v>3.02898228</c:v>
                </c:pt>
                <c:pt idx="1947">
                  <c:v>3.03164158</c:v>
                </c:pt>
                <c:pt idx="1948">
                  <c:v>3.03176689</c:v>
                </c:pt>
                <c:pt idx="1949">
                  <c:v>3.03184546</c:v>
                </c:pt>
                <c:pt idx="1950">
                  <c:v>3.03375499</c:v>
                </c:pt>
                <c:pt idx="1951">
                  <c:v>3.03480521</c:v>
                </c:pt>
                <c:pt idx="1952">
                  <c:v>3.03503059</c:v>
                </c:pt>
                <c:pt idx="1953">
                  <c:v>3.04200856</c:v>
                </c:pt>
                <c:pt idx="1954">
                  <c:v>3.04361348</c:v>
                </c:pt>
                <c:pt idx="1955">
                  <c:v>3.04391739</c:v>
                </c:pt>
                <c:pt idx="1956">
                  <c:v>3.04570569</c:v>
                </c:pt>
                <c:pt idx="1957">
                  <c:v>3.04877871</c:v>
                </c:pt>
                <c:pt idx="1958">
                  <c:v>3.04928315</c:v>
                </c:pt>
                <c:pt idx="1959">
                  <c:v>3.05087198</c:v>
                </c:pt>
                <c:pt idx="1960">
                  <c:v>3.05259492</c:v>
                </c:pt>
                <c:pt idx="1961">
                  <c:v>3.05499922</c:v>
                </c:pt>
                <c:pt idx="1962">
                  <c:v>3.05510925</c:v>
                </c:pt>
                <c:pt idx="1963">
                  <c:v>3.05531265</c:v>
                </c:pt>
                <c:pt idx="1964">
                  <c:v>3.05677098</c:v>
                </c:pt>
                <c:pt idx="1965">
                  <c:v>3.05700059</c:v>
                </c:pt>
                <c:pt idx="1966">
                  <c:v>3.0590582</c:v>
                </c:pt>
                <c:pt idx="1967">
                  <c:v>3.06023652</c:v>
                </c:pt>
                <c:pt idx="1968">
                  <c:v>3.06529053</c:v>
                </c:pt>
                <c:pt idx="1969">
                  <c:v>3.065626</c:v>
                </c:pt>
                <c:pt idx="1970">
                  <c:v>3.06577799</c:v>
                </c:pt>
                <c:pt idx="1971">
                  <c:v>3.06710451</c:v>
                </c:pt>
                <c:pt idx="1972">
                  <c:v>3.07178296</c:v>
                </c:pt>
                <c:pt idx="1973">
                  <c:v>3.07206586</c:v>
                </c:pt>
                <c:pt idx="1974">
                  <c:v>3.07253029</c:v>
                </c:pt>
                <c:pt idx="1975">
                  <c:v>3.07335594</c:v>
                </c:pt>
                <c:pt idx="1976">
                  <c:v>3.07567726</c:v>
                </c:pt>
                <c:pt idx="1977">
                  <c:v>3.07595507</c:v>
                </c:pt>
                <c:pt idx="1978">
                  <c:v>3.07692631</c:v>
                </c:pt>
                <c:pt idx="1979">
                  <c:v>3.07759465</c:v>
                </c:pt>
                <c:pt idx="1980">
                  <c:v>3.0792741</c:v>
                </c:pt>
                <c:pt idx="1981">
                  <c:v>3.08171598</c:v>
                </c:pt>
                <c:pt idx="1982">
                  <c:v>3.08279012</c:v>
                </c:pt>
                <c:pt idx="1983">
                  <c:v>3.08280209</c:v>
                </c:pt>
                <c:pt idx="1984">
                  <c:v>3.08332289</c:v>
                </c:pt>
                <c:pt idx="1985">
                  <c:v>3.08590481</c:v>
                </c:pt>
                <c:pt idx="1986">
                  <c:v>3.08735803</c:v>
                </c:pt>
                <c:pt idx="1987">
                  <c:v>3.08781972</c:v>
                </c:pt>
                <c:pt idx="1988">
                  <c:v>3.08982961</c:v>
                </c:pt>
                <c:pt idx="1989">
                  <c:v>3.09489028</c:v>
                </c:pt>
                <c:pt idx="1990">
                  <c:v>3.09509154</c:v>
                </c:pt>
                <c:pt idx="1991">
                  <c:v>3.09529118</c:v>
                </c:pt>
                <c:pt idx="1992">
                  <c:v>3.09583613</c:v>
                </c:pt>
                <c:pt idx="1993">
                  <c:v>3.09886316</c:v>
                </c:pt>
                <c:pt idx="1994">
                  <c:v>3.10017655</c:v>
                </c:pt>
                <c:pt idx="1995">
                  <c:v>3.10249838</c:v>
                </c:pt>
                <c:pt idx="1996">
                  <c:v>3.1052047</c:v>
                </c:pt>
                <c:pt idx="1997">
                  <c:v>3.10604675</c:v>
                </c:pt>
                <c:pt idx="1998">
                  <c:v>3.10694537</c:v>
                </c:pt>
                <c:pt idx="1999">
                  <c:v>3.10828137</c:v>
                </c:pt>
                <c:pt idx="2000">
                  <c:v>3.10957521</c:v>
                </c:pt>
                <c:pt idx="2001">
                  <c:v>3.11053918</c:v>
                </c:pt>
                <c:pt idx="2002">
                  <c:v>3.1117843</c:v>
                </c:pt>
                <c:pt idx="2003">
                  <c:v>3.1118612</c:v>
                </c:pt>
                <c:pt idx="2004">
                  <c:v>3.11389416</c:v>
                </c:pt>
                <c:pt idx="2005">
                  <c:v>3.11508568</c:v>
                </c:pt>
                <c:pt idx="2006">
                  <c:v>3.11513745</c:v>
                </c:pt>
                <c:pt idx="2007">
                  <c:v>3.11927168</c:v>
                </c:pt>
                <c:pt idx="2008">
                  <c:v>3.12022124</c:v>
                </c:pt>
                <c:pt idx="2009">
                  <c:v>3.12061194</c:v>
                </c:pt>
                <c:pt idx="2010">
                  <c:v>3.12099152</c:v>
                </c:pt>
                <c:pt idx="2011">
                  <c:v>3.12296558</c:v>
                </c:pt>
                <c:pt idx="2012">
                  <c:v>3.13136901</c:v>
                </c:pt>
                <c:pt idx="2013">
                  <c:v>3.13272124</c:v>
                </c:pt>
                <c:pt idx="2014">
                  <c:v>3.13284908</c:v>
                </c:pt>
                <c:pt idx="2015">
                  <c:v>3.13575426</c:v>
                </c:pt>
                <c:pt idx="2016">
                  <c:v>3.13641286</c:v>
                </c:pt>
                <c:pt idx="2017">
                  <c:v>3.13729344</c:v>
                </c:pt>
                <c:pt idx="2018">
                  <c:v>3.13764955</c:v>
                </c:pt>
                <c:pt idx="2019">
                  <c:v>3.13814585</c:v>
                </c:pt>
                <c:pt idx="2020">
                  <c:v>3.13939443</c:v>
                </c:pt>
                <c:pt idx="2021">
                  <c:v>3.13993197</c:v>
                </c:pt>
                <c:pt idx="2022">
                  <c:v>3.13999236</c:v>
                </c:pt>
                <c:pt idx="2023">
                  <c:v>3.14174643</c:v>
                </c:pt>
                <c:pt idx="2024">
                  <c:v>3.14233392</c:v>
                </c:pt>
                <c:pt idx="2025">
                  <c:v>3.14325873</c:v>
                </c:pt>
                <c:pt idx="2026">
                  <c:v>3.14418163</c:v>
                </c:pt>
                <c:pt idx="2027">
                  <c:v>3.14554858</c:v>
                </c:pt>
                <c:pt idx="2028">
                  <c:v>3.14674056</c:v>
                </c:pt>
                <c:pt idx="2029">
                  <c:v>3.14696022</c:v>
                </c:pt>
                <c:pt idx="2030">
                  <c:v>3.14710987</c:v>
                </c:pt>
                <c:pt idx="2031">
                  <c:v>3.14769098</c:v>
                </c:pt>
                <c:pt idx="2032">
                  <c:v>3.15016847</c:v>
                </c:pt>
                <c:pt idx="2033">
                  <c:v>3.15064571</c:v>
                </c:pt>
                <c:pt idx="2034">
                  <c:v>3.1532424</c:v>
                </c:pt>
                <c:pt idx="2035">
                  <c:v>3.1535674</c:v>
                </c:pt>
                <c:pt idx="2036">
                  <c:v>3.1536908</c:v>
                </c:pt>
                <c:pt idx="2037">
                  <c:v>3.15761453</c:v>
                </c:pt>
                <c:pt idx="2038">
                  <c:v>3.15856822</c:v>
                </c:pt>
                <c:pt idx="2039">
                  <c:v>3.16001061</c:v>
                </c:pt>
                <c:pt idx="2040">
                  <c:v>3.16014544</c:v>
                </c:pt>
                <c:pt idx="2041">
                  <c:v>3.16016564</c:v>
                </c:pt>
                <c:pt idx="2042">
                  <c:v>3.16071907</c:v>
                </c:pt>
                <c:pt idx="2043">
                  <c:v>3.16676509</c:v>
                </c:pt>
                <c:pt idx="2044">
                  <c:v>3.16832545</c:v>
                </c:pt>
                <c:pt idx="2045">
                  <c:v>3.16977651</c:v>
                </c:pt>
                <c:pt idx="2046">
                  <c:v>3.16980588</c:v>
                </c:pt>
                <c:pt idx="2047">
                  <c:v>3.17203199</c:v>
                </c:pt>
                <c:pt idx="2048">
                  <c:v>3.17211354</c:v>
                </c:pt>
                <c:pt idx="2049">
                  <c:v>3.17622232</c:v>
                </c:pt>
                <c:pt idx="2050">
                  <c:v>3.17720705</c:v>
                </c:pt>
                <c:pt idx="2051">
                  <c:v>3.17951973</c:v>
                </c:pt>
                <c:pt idx="2052">
                  <c:v>3.17952891</c:v>
                </c:pt>
                <c:pt idx="2053">
                  <c:v>3.18039495</c:v>
                </c:pt>
                <c:pt idx="2054">
                  <c:v>3.18461092</c:v>
                </c:pt>
                <c:pt idx="2055">
                  <c:v>3.1862164</c:v>
                </c:pt>
                <c:pt idx="2056">
                  <c:v>3.186562</c:v>
                </c:pt>
                <c:pt idx="2057">
                  <c:v>3.18993322</c:v>
                </c:pt>
                <c:pt idx="2058">
                  <c:v>3.19016254</c:v>
                </c:pt>
                <c:pt idx="2059">
                  <c:v>3.19199836</c:v>
                </c:pt>
                <c:pt idx="2060">
                  <c:v>3.19205079</c:v>
                </c:pt>
                <c:pt idx="2061">
                  <c:v>3.19352344</c:v>
                </c:pt>
                <c:pt idx="2062">
                  <c:v>3.19595527</c:v>
                </c:pt>
                <c:pt idx="2063">
                  <c:v>3.19646635</c:v>
                </c:pt>
                <c:pt idx="2064">
                  <c:v>3.19676207</c:v>
                </c:pt>
                <c:pt idx="2065">
                  <c:v>3.1969312</c:v>
                </c:pt>
                <c:pt idx="2066">
                  <c:v>3.19795647</c:v>
                </c:pt>
                <c:pt idx="2067">
                  <c:v>3.2000789</c:v>
                </c:pt>
                <c:pt idx="2068">
                  <c:v>3.20540037</c:v>
                </c:pt>
                <c:pt idx="2069">
                  <c:v>3.2059106</c:v>
                </c:pt>
                <c:pt idx="2070">
                  <c:v>3.20678661</c:v>
                </c:pt>
                <c:pt idx="2071">
                  <c:v>3.20752918</c:v>
                </c:pt>
                <c:pt idx="2072">
                  <c:v>3.20772712</c:v>
                </c:pt>
                <c:pt idx="2073">
                  <c:v>3.20889872</c:v>
                </c:pt>
                <c:pt idx="2074">
                  <c:v>3.21095041</c:v>
                </c:pt>
                <c:pt idx="2075">
                  <c:v>3.21267166</c:v>
                </c:pt>
                <c:pt idx="2076">
                  <c:v>3.21365721</c:v>
                </c:pt>
                <c:pt idx="2077">
                  <c:v>3.21478501</c:v>
                </c:pt>
                <c:pt idx="2078">
                  <c:v>3.21485766</c:v>
                </c:pt>
                <c:pt idx="2079">
                  <c:v>3.21715684</c:v>
                </c:pt>
                <c:pt idx="2080">
                  <c:v>3.21825135</c:v>
                </c:pt>
                <c:pt idx="2081">
                  <c:v>3.22044528</c:v>
                </c:pt>
                <c:pt idx="2082">
                  <c:v>3.22066655</c:v>
                </c:pt>
                <c:pt idx="2083">
                  <c:v>3.2215797</c:v>
                </c:pt>
                <c:pt idx="2084">
                  <c:v>3.22236119</c:v>
                </c:pt>
                <c:pt idx="2085">
                  <c:v>3.2225838</c:v>
                </c:pt>
                <c:pt idx="2086">
                  <c:v>3.22426011</c:v>
                </c:pt>
                <c:pt idx="2087">
                  <c:v>3.22479311</c:v>
                </c:pt>
                <c:pt idx="2088">
                  <c:v>3.22650268</c:v>
                </c:pt>
                <c:pt idx="2089">
                  <c:v>3.22721544</c:v>
                </c:pt>
                <c:pt idx="2090">
                  <c:v>3.22749654</c:v>
                </c:pt>
                <c:pt idx="2091">
                  <c:v>3.22777466</c:v>
                </c:pt>
                <c:pt idx="2092">
                  <c:v>3.23077744</c:v>
                </c:pt>
                <c:pt idx="2093">
                  <c:v>3.23205792</c:v>
                </c:pt>
                <c:pt idx="2094">
                  <c:v>3.23236962</c:v>
                </c:pt>
                <c:pt idx="2095">
                  <c:v>3.23275195</c:v>
                </c:pt>
                <c:pt idx="2096">
                  <c:v>3.23384264</c:v>
                </c:pt>
                <c:pt idx="2097">
                  <c:v>3.23397909</c:v>
                </c:pt>
                <c:pt idx="2098">
                  <c:v>3.23640434</c:v>
                </c:pt>
                <c:pt idx="2099">
                  <c:v>3.23672793</c:v>
                </c:pt>
                <c:pt idx="2100">
                  <c:v>3.23673321</c:v>
                </c:pt>
                <c:pt idx="2101">
                  <c:v>3.23857148</c:v>
                </c:pt>
                <c:pt idx="2102">
                  <c:v>3.23918021</c:v>
                </c:pt>
                <c:pt idx="2103">
                  <c:v>3.23944639</c:v>
                </c:pt>
                <c:pt idx="2104">
                  <c:v>3.24119151</c:v>
                </c:pt>
                <c:pt idx="2105">
                  <c:v>3.24272411</c:v>
                </c:pt>
                <c:pt idx="2106">
                  <c:v>3.24273019</c:v>
                </c:pt>
                <c:pt idx="2107">
                  <c:v>3.24424658</c:v>
                </c:pt>
                <c:pt idx="2108">
                  <c:v>3.24507957</c:v>
                </c:pt>
                <c:pt idx="2109">
                  <c:v>3.24537677</c:v>
                </c:pt>
                <c:pt idx="2110">
                  <c:v>3.24670729</c:v>
                </c:pt>
                <c:pt idx="2111">
                  <c:v>3.24839787</c:v>
                </c:pt>
                <c:pt idx="2112">
                  <c:v>3.24840967</c:v>
                </c:pt>
                <c:pt idx="2113">
                  <c:v>3.24947824</c:v>
                </c:pt>
                <c:pt idx="2114">
                  <c:v>3.25054584</c:v>
                </c:pt>
                <c:pt idx="2115">
                  <c:v>3.25143033</c:v>
                </c:pt>
                <c:pt idx="2116">
                  <c:v>3.25148176</c:v>
                </c:pt>
                <c:pt idx="2117">
                  <c:v>3.25274379</c:v>
                </c:pt>
                <c:pt idx="2118">
                  <c:v>3.25312382</c:v>
                </c:pt>
                <c:pt idx="2119">
                  <c:v>3.25465654</c:v>
                </c:pt>
                <c:pt idx="2120">
                  <c:v>3.25469203</c:v>
                </c:pt>
                <c:pt idx="2121">
                  <c:v>3.25512817</c:v>
                </c:pt>
                <c:pt idx="2122">
                  <c:v>3.25715501</c:v>
                </c:pt>
                <c:pt idx="2123">
                  <c:v>3.25887902</c:v>
                </c:pt>
                <c:pt idx="2124">
                  <c:v>3.2592933</c:v>
                </c:pt>
                <c:pt idx="2125">
                  <c:v>3.25966969</c:v>
                </c:pt>
                <c:pt idx="2126">
                  <c:v>3.26145843</c:v>
                </c:pt>
                <c:pt idx="2127">
                  <c:v>3.26260277</c:v>
                </c:pt>
                <c:pt idx="2128">
                  <c:v>3.26390022</c:v>
                </c:pt>
                <c:pt idx="2129">
                  <c:v>3.26476263</c:v>
                </c:pt>
                <c:pt idx="2130">
                  <c:v>3.26513986</c:v>
                </c:pt>
                <c:pt idx="2131">
                  <c:v>3.26560266</c:v>
                </c:pt>
                <c:pt idx="2132">
                  <c:v>3.26701616</c:v>
                </c:pt>
                <c:pt idx="2133">
                  <c:v>3.26704702</c:v>
                </c:pt>
                <c:pt idx="2134">
                  <c:v>3.26759535</c:v>
                </c:pt>
                <c:pt idx="2135">
                  <c:v>3.26877106</c:v>
                </c:pt>
                <c:pt idx="2136">
                  <c:v>3.26968315</c:v>
                </c:pt>
                <c:pt idx="2137">
                  <c:v>3.27050652</c:v>
                </c:pt>
                <c:pt idx="2138">
                  <c:v>3.27341104</c:v>
                </c:pt>
                <c:pt idx="2139">
                  <c:v>3.27485678</c:v>
                </c:pt>
                <c:pt idx="2140">
                  <c:v>3.27877157</c:v>
                </c:pt>
                <c:pt idx="2141">
                  <c:v>3.27939132</c:v>
                </c:pt>
                <c:pt idx="2142">
                  <c:v>3.28000177</c:v>
                </c:pt>
                <c:pt idx="2143">
                  <c:v>3.28148484</c:v>
                </c:pt>
                <c:pt idx="2144">
                  <c:v>3.28211302</c:v>
                </c:pt>
                <c:pt idx="2145">
                  <c:v>3.28212136</c:v>
                </c:pt>
                <c:pt idx="2146">
                  <c:v>3.28460736</c:v>
                </c:pt>
                <c:pt idx="2147">
                  <c:v>3.28507549</c:v>
                </c:pt>
                <c:pt idx="2148">
                  <c:v>3.28511395</c:v>
                </c:pt>
                <c:pt idx="2149">
                  <c:v>3.28623403</c:v>
                </c:pt>
                <c:pt idx="2150">
                  <c:v>3.2873317</c:v>
                </c:pt>
                <c:pt idx="2151">
                  <c:v>3.29045382</c:v>
                </c:pt>
                <c:pt idx="2152">
                  <c:v>3.29225165</c:v>
                </c:pt>
                <c:pt idx="2153">
                  <c:v>3.29844926</c:v>
                </c:pt>
                <c:pt idx="2154">
                  <c:v>3.29856455</c:v>
                </c:pt>
                <c:pt idx="2155">
                  <c:v>3.29870143</c:v>
                </c:pt>
                <c:pt idx="2156">
                  <c:v>3.29935974</c:v>
                </c:pt>
                <c:pt idx="2157">
                  <c:v>3.30099127</c:v>
                </c:pt>
                <c:pt idx="2158">
                  <c:v>3.30354864</c:v>
                </c:pt>
                <c:pt idx="2159">
                  <c:v>3.30541831</c:v>
                </c:pt>
                <c:pt idx="2160">
                  <c:v>3.30660465</c:v>
                </c:pt>
                <c:pt idx="2161">
                  <c:v>3.30682444</c:v>
                </c:pt>
                <c:pt idx="2162">
                  <c:v>3.30754906</c:v>
                </c:pt>
                <c:pt idx="2163">
                  <c:v>3.30924319</c:v>
                </c:pt>
                <c:pt idx="2164">
                  <c:v>3.30937256</c:v>
                </c:pt>
                <c:pt idx="2165">
                  <c:v>3.31031416</c:v>
                </c:pt>
                <c:pt idx="2166">
                  <c:v>3.31232498</c:v>
                </c:pt>
                <c:pt idx="2167">
                  <c:v>3.31340977</c:v>
                </c:pt>
                <c:pt idx="2168">
                  <c:v>3.31395119</c:v>
                </c:pt>
                <c:pt idx="2169">
                  <c:v>3.31420954</c:v>
                </c:pt>
                <c:pt idx="2170">
                  <c:v>3.31598949</c:v>
                </c:pt>
                <c:pt idx="2171">
                  <c:v>3.31819515</c:v>
                </c:pt>
                <c:pt idx="2172">
                  <c:v>3.31834118</c:v>
                </c:pt>
                <c:pt idx="2173">
                  <c:v>3.32065375</c:v>
                </c:pt>
                <c:pt idx="2174">
                  <c:v>3.32122028</c:v>
                </c:pt>
                <c:pt idx="2175">
                  <c:v>3.32210404</c:v>
                </c:pt>
                <c:pt idx="2176">
                  <c:v>3.3241815</c:v>
                </c:pt>
                <c:pt idx="2177">
                  <c:v>3.32422493</c:v>
                </c:pt>
                <c:pt idx="2178">
                  <c:v>3.32706314</c:v>
                </c:pt>
                <c:pt idx="2179">
                  <c:v>3.32708886</c:v>
                </c:pt>
                <c:pt idx="2180">
                  <c:v>3.32858837</c:v>
                </c:pt>
                <c:pt idx="2181">
                  <c:v>3.33057055</c:v>
                </c:pt>
                <c:pt idx="2182">
                  <c:v>3.33145351</c:v>
                </c:pt>
                <c:pt idx="2183">
                  <c:v>3.33293076</c:v>
                </c:pt>
                <c:pt idx="2184">
                  <c:v>3.33298436</c:v>
                </c:pt>
                <c:pt idx="2185">
                  <c:v>3.33653439</c:v>
                </c:pt>
                <c:pt idx="2186">
                  <c:v>3.33740896</c:v>
                </c:pt>
                <c:pt idx="2187">
                  <c:v>3.33839095</c:v>
                </c:pt>
                <c:pt idx="2188">
                  <c:v>3.33914721</c:v>
                </c:pt>
                <c:pt idx="2189">
                  <c:v>3.34162636</c:v>
                </c:pt>
                <c:pt idx="2190">
                  <c:v>3.34243133</c:v>
                </c:pt>
                <c:pt idx="2191">
                  <c:v>3.3425197</c:v>
                </c:pt>
                <c:pt idx="2192">
                  <c:v>3.34370026</c:v>
                </c:pt>
                <c:pt idx="2193">
                  <c:v>3.34436526</c:v>
                </c:pt>
                <c:pt idx="2194">
                  <c:v>3.34539787</c:v>
                </c:pt>
                <c:pt idx="2195">
                  <c:v>3.34974956</c:v>
                </c:pt>
                <c:pt idx="2196">
                  <c:v>3.35001744</c:v>
                </c:pt>
                <c:pt idx="2197">
                  <c:v>3.35043601</c:v>
                </c:pt>
                <c:pt idx="2198">
                  <c:v>3.35612099</c:v>
                </c:pt>
                <c:pt idx="2199">
                  <c:v>3.356504</c:v>
                </c:pt>
                <c:pt idx="2200">
                  <c:v>3.36232053</c:v>
                </c:pt>
                <c:pt idx="2201">
                  <c:v>3.36468448</c:v>
                </c:pt>
                <c:pt idx="2202">
                  <c:v>3.36482527</c:v>
                </c:pt>
                <c:pt idx="2203">
                  <c:v>3.36816966</c:v>
                </c:pt>
                <c:pt idx="2204">
                  <c:v>3.37039815</c:v>
                </c:pt>
                <c:pt idx="2205">
                  <c:v>3.3706698</c:v>
                </c:pt>
                <c:pt idx="2206">
                  <c:v>3.37255614</c:v>
                </c:pt>
                <c:pt idx="2207">
                  <c:v>3.37442042</c:v>
                </c:pt>
                <c:pt idx="2208">
                  <c:v>3.37544663</c:v>
                </c:pt>
                <c:pt idx="2209">
                  <c:v>3.37639674</c:v>
                </c:pt>
                <c:pt idx="2210">
                  <c:v>3.37648016</c:v>
                </c:pt>
                <c:pt idx="2211">
                  <c:v>3.37837714</c:v>
                </c:pt>
                <c:pt idx="2212">
                  <c:v>3.38044359</c:v>
                </c:pt>
                <c:pt idx="2213">
                  <c:v>3.38224413</c:v>
                </c:pt>
                <c:pt idx="2214">
                  <c:v>3.38239345</c:v>
                </c:pt>
                <c:pt idx="2215">
                  <c:v>3.3827936</c:v>
                </c:pt>
                <c:pt idx="2216">
                  <c:v>3.38457749</c:v>
                </c:pt>
                <c:pt idx="2217">
                  <c:v>3.38573661</c:v>
                </c:pt>
                <c:pt idx="2218">
                  <c:v>3.38665343</c:v>
                </c:pt>
                <c:pt idx="2219">
                  <c:v>3.38745682</c:v>
                </c:pt>
                <c:pt idx="2220">
                  <c:v>3.38791816</c:v>
                </c:pt>
                <c:pt idx="2221">
                  <c:v>3.38973111</c:v>
                </c:pt>
                <c:pt idx="2222">
                  <c:v>3.39005931</c:v>
                </c:pt>
                <c:pt idx="2223">
                  <c:v>3.39106105</c:v>
                </c:pt>
                <c:pt idx="2224">
                  <c:v>3.39299564</c:v>
                </c:pt>
                <c:pt idx="2225">
                  <c:v>3.3940108</c:v>
                </c:pt>
                <c:pt idx="2226">
                  <c:v>3.39548423</c:v>
                </c:pt>
                <c:pt idx="2227">
                  <c:v>3.39723443</c:v>
                </c:pt>
                <c:pt idx="2228">
                  <c:v>3.39796195</c:v>
                </c:pt>
                <c:pt idx="2229">
                  <c:v>3.39986092</c:v>
                </c:pt>
                <c:pt idx="2230">
                  <c:v>3.40053747</c:v>
                </c:pt>
                <c:pt idx="2231">
                  <c:v>3.40132908</c:v>
                </c:pt>
                <c:pt idx="2232">
                  <c:v>3.40326916</c:v>
                </c:pt>
                <c:pt idx="2233">
                  <c:v>3.40433038</c:v>
                </c:pt>
                <c:pt idx="2234">
                  <c:v>3.40457856</c:v>
                </c:pt>
                <c:pt idx="2235">
                  <c:v>3.40563245</c:v>
                </c:pt>
                <c:pt idx="2236">
                  <c:v>3.40733703</c:v>
                </c:pt>
                <c:pt idx="2237">
                  <c:v>3.40890915</c:v>
                </c:pt>
                <c:pt idx="2238">
                  <c:v>3.41070851</c:v>
                </c:pt>
                <c:pt idx="2239">
                  <c:v>3.41091047</c:v>
                </c:pt>
                <c:pt idx="2240">
                  <c:v>3.41616438</c:v>
                </c:pt>
                <c:pt idx="2241">
                  <c:v>3.41781833</c:v>
                </c:pt>
                <c:pt idx="2242">
                  <c:v>3.41805905</c:v>
                </c:pt>
                <c:pt idx="2243">
                  <c:v>3.42015735</c:v>
                </c:pt>
                <c:pt idx="2244">
                  <c:v>3.42019262</c:v>
                </c:pt>
                <c:pt idx="2245">
                  <c:v>3.42368264</c:v>
                </c:pt>
                <c:pt idx="2246">
                  <c:v>3.42737356</c:v>
                </c:pt>
                <c:pt idx="2247">
                  <c:v>3.42778345</c:v>
                </c:pt>
                <c:pt idx="2248">
                  <c:v>3.42880095</c:v>
                </c:pt>
                <c:pt idx="2249">
                  <c:v>3.42985964</c:v>
                </c:pt>
                <c:pt idx="2250">
                  <c:v>3.43263925</c:v>
                </c:pt>
                <c:pt idx="2251">
                  <c:v>3.43464471</c:v>
                </c:pt>
                <c:pt idx="2252">
                  <c:v>3.4346635</c:v>
                </c:pt>
                <c:pt idx="2253">
                  <c:v>3.43478621</c:v>
                </c:pt>
                <c:pt idx="2254">
                  <c:v>3.43793009</c:v>
                </c:pt>
                <c:pt idx="2255">
                  <c:v>3.43909906</c:v>
                </c:pt>
                <c:pt idx="2256">
                  <c:v>3.43977481</c:v>
                </c:pt>
                <c:pt idx="2257">
                  <c:v>3.44002778</c:v>
                </c:pt>
                <c:pt idx="2258">
                  <c:v>3.44490124</c:v>
                </c:pt>
                <c:pt idx="2259">
                  <c:v>3.44549646</c:v>
                </c:pt>
                <c:pt idx="2260">
                  <c:v>3.44626643</c:v>
                </c:pt>
                <c:pt idx="2261">
                  <c:v>3.44721539</c:v>
                </c:pt>
                <c:pt idx="2262">
                  <c:v>3.45168231</c:v>
                </c:pt>
                <c:pt idx="2263">
                  <c:v>3.45450613</c:v>
                </c:pt>
                <c:pt idx="2264">
                  <c:v>3.45890207</c:v>
                </c:pt>
                <c:pt idx="2265">
                  <c:v>3.4594301</c:v>
                </c:pt>
                <c:pt idx="2266">
                  <c:v>3.46158521</c:v>
                </c:pt>
                <c:pt idx="2267">
                  <c:v>3.46237353</c:v>
                </c:pt>
                <c:pt idx="2268">
                  <c:v>3.46409679</c:v>
                </c:pt>
                <c:pt idx="2269">
                  <c:v>3.46724364</c:v>
                </c:pt>
                <c:pt idx="2270">
                  <c:v>3.46813112</c:v>
                </c:pt>
                <c:pt idx="2271">
                  <c:v>3.47008307</c:v>
                </c:pt>
                <c:pt idx="2272">
                  <c:v>3.47047684</c:v>
                </c:pt>
                <c:pt idx="2273">
                  <c:v>3.47173244</c:v>
                </c:pt>
                <c:pt idx="2274">
                  <c:v>3.47235461</c:v>
                </c:pt>
                <c:pt idx="2275">
                  <c:v>3.47313363</c:v>
                </c:pt>
                <c:pt idx="2276">
                  <c:v>3.47435924</c:v>
                </c:pt>
                <c:pt idx="2277">
                  <c:v>3.47599474</c:v>
                </c:pt>
                <c:pt idx="2278">
                  <c:v>3.47729998</c:v>
                </c:pt>
                <c:pt idx="2279">
                  <c:v>3.47817485</c:v>
                </c:pt>
                <c:pt idx="2280">
                  <c:v>3.47973198</c:v>
                </c:pt>
                <c:pt idx="2281">
                  <c:v>3.4804709</c:v>
                </c:pt>
                <c:pt idx="2282">
                  <c:v>3.48062403</c:v>
                </c:pt>
                <c:pt idx="2283">
                  <c:v>3.4835811</c:v>
                </c:pt>
                <c:pt idx="2284">
                  <c:v>3.4853443</c:v>
                </c:pt>
                <c:pt idx="2285">
                  <c:v>3.48756316</c:v>
                </c:pt>
                <c:pt idx="2286">
                  <c:v>3.48780085</c:v>
                </c:pt>
                <c:pt idx="2287">
                  <c:v>3.48797251</c:v>
                </c:pt>
                <c:pt idx="2288">
                  <c:v>3.48967992</c:v>
                </c:pt>
                <c:pt idx="2289">
                  <c:v>3.49281283</c:v>
                </c:pt>
                <c:pt idx="2290">
                  <c:v>3.49339235</c:v>
                </c:pt>
                <c:pt idx="2291">
                  <c:v>3.49368806</c:v>
                </c:pt>
                <c:pt idx="2292">
                  <c:v>3.49525339</c:v>
                </c:pt>
                <c:pt idx="2293">
                  <c:v>3.49948787</c:v>
                </c:pt>
                <c:pt idx="2294">
                  <c:v>3.49956081</c:v>
                </c:pt>
                <c:pt idx="2295">
                  <c:v>3.50077792</c:v>
                </c:pt>
                <c:pt idx="2296">
                  <c:v>3.50402396</c:v>
                </c:pt>
                <c:pt idx="2297">
                  <c:v>3.50453464</c:v>
                </c:pt>
                <c:pt idx="2298">
                  <c:v>3.50566249</c:v>
                </c:pt>
                <c:pt idx="2299">
                  <c:v>3.5067855</c:v>
                </c:pt>
                <c:pt idx="2300">
                  <c:v>3.50839312</c:v>
                </c:pt>
                <c:pt idx="2301">
                  <c:v>3.50931569</c:v>
                </c:pt>
                <c:pt idx="2302">
                  <c:v>3.51095122</c:v>
                </c:pt>
                <c:pt idx="2303">
                  <c:v>3.51330217</c:v>
                </c:pt>
                <c:pt idx="2304">
                  <c:v>3.51370265</c:v>
                </c:pt>
                <c:pt idx="2305">
                  <c:v>3.51580187</c:v>
                </c:pt>
                <c:pt idx="2306">
                  <c:v>3.51920396</c:v>
                </c:pt>
                <c:pt idx="2307">
                  <c:v>3.51956459</c:v>
                </c:pt>
                <c:pt idx="2308">
                  <c:v>3.52237072</c:v>
                </c:pt>
                <c:pt idx="2309">
                  <c:v>3.52625887</c:v>
                </c:pt>
                <c:pt idx="2310">
                  <c:v>3.5294432</c:v>
                </c:pt>
                <c:pt idx="2311">
                  <c:v>3.53190013</c:v>
                </c:pt>
                <c:pt idx="2312">
                  <c:v>3.53296332</c:v>
                </c:pt>
                <c:pt idx="2313">
                  <c:v>3.53306475</c:v>
                </c:pt>
                <c:pt idx="2314">
                  <c:v>3.53387322</c:v>
                </c:pt>
                <c:pt idx="2315">
                  <c:v>3.53521466</c:v>
                </c:pt>
                <c:pt idx="2316">
                  <c:v>3.53803854</c:v>
                </c:pt>
                <c:pt idx="2317">
                  <c:v>3.53837518</c:v>
                </c:pt>
                <c:pt idx="2318">
                  <c:v>3.54027674</c:v>
                </c:pt>
                <c:pt idx="2319">
                  <c:v>3.54074133</c:v>
                </c:pt>
                <c:pt idx="2320">
                  <c:v>3.5428476</c:v>
                </c:pt>
                <c:pt idx="2321">
                  <c:v>3.54390317</c:v>
                </c:pt>
                <c:pt idx="2322">
                  <c:v>3.54668222</c:v>
                </c:pt>
                <c:pt idx="2323">
                  <c:v>3.54856468</c:v>
                </c:pt>
                <c:pt idx="2324">
                  <c:v>3.54945201</c:v>
                </c:pt>
                <c:pt idx="2325">
                  <c:v>3.55476983</c:v>
                </c:pt>
                <c:pt idx="2326">
                  <c:v>3.55563374</c:v>
                </c:pt>
                <c:pt idx="2327">
                  <c:v>3.5588723</c:v>
                </c:pt>
                <c:pt idx="2328">
                  <c:v>3.56157</c:v>
                </c:pt>
                <c:pt idx="2329">
                  <c:v>3.56208852</c:v>
                </c:pt>
                <c:pt idx="2330">
                  <c:v>3.56290243</c:v>
                </c:pt>
                <c:pt idx="2331">
                  <c:v>3.5645293</c:v>
                </c:pt>
                <c:pt idx="2332">
                  <c:v>3.56724459</c:v>
                </c:pt>
                <c:pt idx="2333">
                  <c:v>3.5675557</c:v>
                </c:pt>
                <c:pt idx="2334">
                  <c:v>3.5709002</c:v>
                </c:pt>
                <c:pt idx="2335">
                  <c:v>3.57305212</c:v>
                </c:pt>
                <c:pt idx="2336">
                  <c:v>3.57342355</c:v>
                </c:pt>
                <c:pt idx="2337">
                  <c:v>3.58112629</c:v>
                </c:pt>
                <c:pt idx="2338">
                  <c:v>3.58524829</c:v>
                </c:pt>
                <c:pt idx="2339">
                  <c:v>3.59001534</c:v>
                </c:pt>
                <c:pt idx="2340">
                  <c:v>3.5912285</c:v>
                </c:pt>
                <c:pt idx="2341">
                  <c:v>3.59481076</c:v>
                </c:pt>
                <c:pt idx="2342">
                  <c:v>3.5969573</c:v>
                </c:pt>
                <c:pt idx="2343">
                  <c:v>3.59862795</c:v>
                </c:pt>
                <c:pt idx="2344">
                  <c:v>3.60029277</c:v>
                </c:pt>
                <c:pt idx="2345">
                  <c:v>3.60206342</c:v>
                </c:pt>
                <c:pt idx="2346">
                  <c:v>3.60426556</c:v>
                </c:pt>
                <c:pt idx="2347">
                  <c:v>3.60608226</c:v>
                </c:pt>
                <c:pt idx="2348">
                  <c:v>3.60786769</c:v>
                </c:pt>
                <c:pt idx="2349">
                  <c:v>3.60792442</c:v>
                </c:pt>
                <c:pt idx="2350">
                  <c:v>3.61196835</c:v>
                </c:pt>
                <c:pt idx="2351">
                  <c:v>3.61787256</c:v>
                </c:pt>
                <c:pt idx="2352">
                  <c:v>3.6204084</c:v>
                </c:pt>
                <c:pt idx="2353">
                  <c:v>3.62231755</c:v>
                </c:pt>
                <c:pt idx="2354">
                  <c:v>3.62818808</c:v>
                </c:pt>
                <c:pt idx="2355">
                  <c:v>3.62822786</c:v>
                </c:pt>
                <c:pt idx="2356">
                  <c:v>3.62922387</c:v>
                </c:pt>
                <c:pt idx="2357">
                  <c:v>3.63263173</c:v>
                </c:pt>
                <c:pt idx="2358">
                  <c:v>3.63799393</c:v>
                </c:pt>
                <c:pt idx="2359">
                  <c:v>3.63851696</c:v>
                </c:pt>
                <c:pt idx="2360">
                  <c:v>3.64012028</c:v>
                </c:pt>
                <c:pt idx="2361">
                  <c:v>3.64680896</c:v>
                </c:pt>
                <c:pt idx="2362">
                  <c:v>3.64891023</c:v>
                </c:pt>
                <c:pt idx="2363">
                  <c:v>3.65307613</c:v>
                </c:pt>
                <c:pt idx="2364">
                  <c:v>3.65557865</c:v>
                </c:pt>
                <c:pt idx="2365">
                  <c:v>3.65612593</c:v>
                </c:pt>
                <c:pt idx="2366">
                  <c:v>3.66800877</c:v>
                </c:pt>
                <c:pt idx="2367">
                  <c:v>3.67371653</c:v>
                </c:pt>
                <c:pt idx="2368">
                  <c:v>3.67544496</c:v>
                </c:pt>
                <c:pt idx="2369">
                  <c:v>3.67607547</c:v>
                </c:pt>
                <c:pt idx="2370">
                  <c:v>3.67944317</c:v>
                </c:pt>
                <c:pt idx="2371">
                  <c:v>3.68107973</c:v>
                </c:pt>
                <c:pt idx="2372">
                  <c:v>3.68490655</c:v>
                </c:pt>
                <c:pt idx="2373">
                  <c:v>3.68854645</c:v>
                </c:pt>
                <c:pt idx="2374">
                  <c:v>3.69439651</c:v>
                </c:pt>
                <c:pt idx="2375">
                  <c:v>3.69703765</c:v>
                </c:pt>
                <c:pt idx="2376">
                  <c:v>3.70030935</c:v>
                </c:pt>
                <c:pt idx="2377">
                  <c:v>3.70398123</c:v>
                </c:pt>
                <c:pt idx="2378">
                  <c:v>3.70596219</c:v>
                </c:pt>
                <c:pt idx="2379">
                  <c:v>3.70630767</c:v>
                </c:pt>
                <c:pt idx="2380">
                  <c:v>3.7093118</c:v>
                </c:pt>
                <c:pt idx="2381">
                  <c:v>3.71357192</c:v>
                </c:pt>
                <c:pt idx="2382">
                  <c:v>3.71638287</c:v>
                </c:pt>
                <c:pt idx="2383">
                  <c:v>3.71664563</c:v>
                </c:pt>
                <c:pt idx="2384">
                  <c:v>3.71943357</c:v>
                </c:pt>
                <c:pt idx="2385">
                  <c:v>3.72345328</c:v>
                </c:pt>
                <c:pt idx="2386">
                  <c:v>3.72536482</c:v>
                </c:pt>
                <c:pt idx="2387">
                  <c:v>3.72886353</c:v>
                </c:pt>
                <c:pt idx="2388">
                  <c:v>3.73269678</c:v>
                </c:pt>
                <c:pt idx="2389">
                  <c:v>3.73551741</c:v>
                </c:pt>
                <c:pt idx="2390">
                  <c:v>3.73711756</c:v>
                </c:pt>
                <c:pt idx="2391">
                  <c:v>3.73719145</c:v>
                </c:pt>
                <c:pt idx="2392">
                  <c:v>3.74056764</c:v>
                </c:pt>
                <c:pt idx="2393">
                  <c:v>3.74160414</c:v>
                </c:pt>
                <c:pt idx="2394">
                  <c:v>3.74600485</c:v>
                </c:pt>
                <c:pt idx="2395">
                  <c:v>3.74609749</c:v>
                </c:pt>
                <c:pt idx="2396">
                  <c:v>3.75155082</c:v>
                </c:pt>
                <c:pt idx="2397">
                  <c:v>3.75626119</c:v>
                </c:pt>
                <c:pt idx="2398">
                  <c:v>3.75883079</c:v>
                </c:pt>
                <c:pt idx="2399">
                  <c:v>3.75930258</c:v>
                </c:pt>
                <c:pt idx="2400">
                  <c:v>3.76211913</c:v>
                </c:pt>
                <c:pt idx="2401">
                  <c:v>3.76321695</c:v>
                </c:pt>
                <c:pt idx="2402">
                  <c:v>3.76907086</c:v>
                </c:pt>
                <c:pt idx="2403">
                  <c:v>3.76988356</c:v>
                </c:pt>
                <c:pt idx="2404">
                  <c:v>3.77103415</c:v>
                </c:pt>
                <c:pt idx="2405">
                  <c:v>3.7749279</c:v>
                </c:pt>
                <c:pt idx="2406">
                  <c:v>3.7753381</c:v>
                </c:pt>
                <c:pt idx="2407">
                  <c:v>3.77546553</c:v>
                </c:pt>
                <c:pt idx="2408">
                  <c:v>3.78152487</c:v>
                </c:pt>
                <c:pt idx="2409">
                  <c:v>3.78217555</c:v>
                </c:pt>
                <c:pt idx="2410">
                  <c:v>3.78269226</c:v>
                </c:pt>
                <c:pt idx="2411">
                  <c:v>3.78568638</c:v>
                </c:pt>
                <c:pt idx="2412">
                  <c:v>3.78802282</c:v>
                </c:pt>
                <c:pt idx="2413">
                  <c:v>3.78954332</c:v>
                </c:pt>
                <c:pt idx="2414">
                  <c:v>3.79100679</c:v>
                </c:pt>
                <c:pt idx="2415">
                  <c:v>3.79159443</c:v>
                </c:pt>
                <c:pt idx="2416">
                  <c:v>3.79165634</c:v>
                </c:pt>
                <c:pt idx="2417">
                  <c:v>3.79395653</c:v>
                </c:pt>
                <c:pt idx="2418">
                  <c:v>3.79470763</c:v>
                </c:pt>
                <c:pt idx="2419">
                  <c:v>3.79691387</c:v>
                </c:pt>
                <c:pt idx="2420">
                  <c:v>3.8010576</c:v>
                </c:pt>
                <c:pt idx="2421">
                  <c:v>3.80175261</c:v>
                </c:pt>
                <c:pt idx="2422">
                  <c:v>3.80273024</c:v>
                </c:pt>
                <c:pt idx="2423">
                  <c:v>3.80570059</c:v>
                </c:pt>
                <c:pt idx="2424">
                  <c:v>3.81013457</c:v>
                </c:pt>
                <c:pt idx="2425">
                  <c:v>3.81198737</c:v>
                </c:pt>
                <c:pt idx="2426">
                  <c:v>3.81296196</c:v>
                </c:pt>
                <c:pt idx="2427">
                  <c:v>3.8146186</c:v>
                </c:pt>
                <c:pt idx="2428">
                  <c:v>3.81652963</c:v>
                </c:pt>
                <c:pt idx="2429">
                  <c:v>3.81704843</c:v>
                </c:pt>
                <c:pt idx="2430">
                  <c:v>3.81740604</c:v>
                </c:pt>
                <c:pt idx="2431">
                  <c:v>3.82333616</c:v>
                </c:pt>
                <c:pt idx="2432">
                  <c:v>3.82533854</c:v>
                </c:pt>
                <c:pt idx="2433">
                  <c:v>3.82611211</c:v>
                </c:pt>
                <c:pt idx="2434">
                  <c:v>3.82932516</c:v>
                </c:pt>
                <c:pt idx="2435">
                  <c:v>3.83186695</c:v>
                </c:pt>
                <c:pt idx="2436">
                  <c:v>3.83395131</c:v>
                </c:pt>
                <c:pt idx="2437">
                  <c:v>3.83913876</c:v>
                </c:pt>
                <c:pt idx="2438">
                  <c:v>3.84092125</c:v>
                </c:pt>
                <c:pt idx="2439">
                  <c:v>3.84176898</c:v>
                </c:pt>
                <c:pt idx="2440">
                  <c:v>3.84289021</c:v>
                </c:pt>
                <c:pt idx="2441">
                  <c:v>3.84605761</c:v>
                </c:pt>
                <c:pt idx="2442">
                  <c:v>3.84724665</c:v>
                </c:pt>
                <c:pt idx="2443">
                  <c:v>3.84786533</c:v>
                </c:pt>
                <c:pt idx="2444">
                  <c:v>3.85500151</c:v>
                </c:pt>
                <c:pt idx="2445">
                  <c:v>3.8551752</c:v>
                </c:pt>
                <c:pt idx="2446">
                  <c:v>3.85818441</c:v>
                </c:pt>
                <c:pt idx="2447">
                  <c:v>3.86132593</c:v>
                </c:pt>
                <c:pt idx="2448">
                  <c:v>3.86181325</c:v>
                </c:pt>
                <c:pt idx="2449">
                  <c:v>3.86476743</c:v>
                </c:pt>
                <c:pt idx="2450">
                  <c:v>3.86528866</c:v>
                </c:pt>
                <c:pt idx="2451">
                  <c:v>3.86836352</c:v>
                </c:pt>
                <c:pt idx="2452">
                  <c:v>3.87069775</c:v>
                </c:pt>
                <c:pt idx="2453">
                  <c:v>3.87135156</c:v>
                </c:pt>
                <c:pt idx="2454">
                  <c:v>3.87387502</c:v>
                </c:pt>
                <c:pt idx="2455">
                  <c:v>3.87644778</c:v>
                </c:pt>
                <c:pt idx="2456">
                  <c:v>3.87670798</c:v>
                </c:pt>
                <c:pt idx="2457">
                  <c:v>3.87793422</c:v>
                </c:pt>
                <c:pt idx="2458">
                  <c:v>3.88821823</c:v>
                </c:pt>
                <c:pt idx="2459">
                  <c:v>3.88847484</c:v>
                </c:pt>
                <c:pt idx="2460">
                  <c:v>3.89117991</c:v>
                </c:pt>
                <c:pt idx="2461">
                  <c:v>3.89483738</c:v>
                </c:pt>
                <c:pt idx="2462">
                  <c:v>3.89580488</c:v>
                </c:pt>
                <c:pt idx="2463">
                  <c:v>3.89847347</c:v>
                </c:pt>
                <c:pt idx="2464">
                  <c:v>3.89878029</c:v>
                </c:pt>
                <c:pt idx="2465">
                  <c:v>3.9002718</c:v>
                </c:pt>
                <c:pt idx="2466">
                  <c:v>3.90288058</c:v>
                </c:pt>
                <c:pt idx="2467">
                  <c:v>3.90565119</c:v>
                </c:pt>
                <c:pt idx="2468">
                  <c:v>3.90655334</c:v>
                </c:pt>
                <c:pt idx="2469">
                  <c:v>3.90727913</c:v>
                </c:pt>
                <c:pt idx="2470">
                  <c:v>3.90883207</c:v>
                </c:pt>
                <c:pt idx="2471">
                  <c:v>3.90910199</c:v>
                </c:pt>
                <c:pt idx="2472">
                  <c:v>3.91213624</c:v>
                </c:pt>
                <c:pt idx="2473">
                  <c:v>3.91462522</c:v>
                </c:pt>
                <c:pt idx="2474">
                  <c:v>3.91468862</c:v>
                </c:pt>
                <c:pt idx="2475">
                  <c:v>3.91871885</c:v>
                </c:pt>
                <c:pt idx="2476">
                  <c:v>3.92196763</c:v>
                </c:pt>
                <c:pt idx="2477">
                  <c:v>3.9279302</c:v>
                </c:pt>
                <c:pt idx="2478">
                  <c:v>3.93056434</c:v>
                </c:pt>
                <c:pt idx="2479">
                  <c:v>3.93077849</c:v>
                </c:pt>
                <c:pt idx="2480">
                  <c:v>3.93296827</c:v>
                </c:pt>
                <c:pt idx="2481">
                  <c:v>3.939309</c:v>
                </c:pt>
                <c:pt idx="2482">
                  <c:v>3.93957122</c:v>
                </c:pt>
                <c:pt idx="2483">
                  <c:v>3.94078211</c:v>
                </c:pt>
                <c:pt idx="2484">
                  <c:v>3.94418303</c:v>
                </c:pt>
                <c:pt idx="2485">
                  <c:v>3.94675945</c:v>
                </c:pt>
                <c:pt idx="2486">
                  <c:v>3.94840075</c:v>
                </c:pt>
                <c:pt idx="2487">
                  <c:v>3.9490513</c:v>
                </c:pt>
                <c:pt idx="2488">
                  <c:v>3.94950312</c:v>
                </c:pt>
                <c:pt idx="2489">
                  <c:v>3.95038143</c:v>
                </c:pt>
                <c:pt idx="2490">
                  <c:v>3.95485739</c:v>
                </c:pt>
                <c:pt idx="2491">
                  <c:v>3.9615545</c:v>
                </c:pt>
                <c:pt idx="2492">
                  <c:v>3.96368516</c:v>
                </c:pt>
                <c:pt idx="2493">
                  <c:v>3.96374693</c:v>
                </c:pt>
                <c:pt idx="2494">
                  <c:v>3.96503196</c:v>
                </c:pt>
                <c:pt idx="2495">
                  <c:v>3.96524966</c:v>
                </c:pt>
                <c:pt idx="2496">
                  <c:v>3.96829085</c:v>
                </c:pt>
                <c:pt idx="2497">
                  <c:v>3.9688975</c:v>
                </c:pt>
                <c:pt idx="2498">
                  <c:v>3.97250715</c:v>
                </c:pt>
                <c:pt idx="2499">
                  <c:v>3.97411031</c:v>
                </c:pt>
                <c:pt idx="2500">
                  <c:v>3.97548128</c:v>
                </c:pt>
                <c:pt idx="2501">
                  <c:v>3.9762506</c:v>
                </c:pt>
                <c:pt idx="2502">
                  <c:v>3.97792311</c:v>
                </c:pt>
                <c:pt idx="2503">
                  <c:v>3.97997013</c:v>
                </c:pt>
                <c:pt idx="2504">
                  <c:v>3.98214799</c:v>
                </c:pt>
                <c:pt idx="2505">
                  <c:v>3.98435776</c:v>
                </c:pt>
                <c:pt idx="2506">
                  <c:v>3.9857986</c:v>
                </c:pt>
                <c:pt idx="2507">
                  <c:v>3.98827661</c:v>
                </c:pt>
                <c:pt idx="2508">
                  <c:v>3.98965184</c:v>
                </c:pt>
                <c:pt idx="2509">
                  <c:v>3.99451137</c:v>
                </c:pt>
                <c:pt idx="2510">
                  <c:v>3.99838098</c:v>
                </c:pt>
                <c:pt idx="2511">
                  <c:v>4.00179336</c:v>
                </c:pt>
                <c:pt idx="2512">
                  <c:v>4.0033652</c:v>
                </c:pt>
                <c:pt idx="2513">
                  <c:v>4.00698067</c:v>
                </c:pt>
                <c:pt idx="2514">
                  <c:v>4.01192544</c:v>
                </c:pt>
                <c:pt idx="2515">
                  <c:v>4.01329622</c:v>
                </c:pt>
                <c:pt idx="2516">
                  <c:v>4.01506451</c:v>
                </c:pt>
                <c:pt idx="2517">
                  <c:v>4.01943156</c:v>
                </c:pt>
                <c:pt idx="2518">
                  <c:v>4.01973308</c:v>
                </c:pt>
                <c:pt idx="2519">
                  <c:v>4.02303817</c:v>
                </c:pt>
                <c:pt idx="2520">
                  <c:v>4.02661909</c:v>
                </c:pt>
                <c:pt idx="2521">
                  <c:v>4.02956581</c:v>
                </c:pt>
                <c:pt idx="2522">
                  <c:v>4.03263049</c:v>
                </c:pt>
                <c:pt idx="2523">
                  <c:v>4.03411724</c:v>
                </c:pt>
                <c:pt idx="2524">
                  <c:v>4.04737326</c:v>
                </c:pt>
                <c:pt idx="2525">
                  <c:v>4.04795572</c:v>
                </c:pt>
                <c:pt idx="2526">
                  <c:v>4.05564744</c:v>
                </c:pt>
                <c:pt idx="2527">
                  <c:v>4.05627245</c:v>
                </c:pt>
                <c:pt idx="2528">
                  <c:v>4.05677096</c:v>
                </c:pt>
                <c:pt idx="2529">
                  <c:v>4.06277074</c:v>
                </c:pt>
                <c:pt idx="2530">
                  <c:v>4.06528591</c:v>
                </c:pt>
                <c:pt idx="2531">
                  <c:v>4.06555183</c:v>
                </c:pt>
                <c:pt idx="2532">
                  <c:v>4.06588846</c:v>
                </c:pt>
                <c:pt idx="2533">
                  <c:v>4.07017701</c:v>
                </c:pt>
                <c:pt idx="2534">
                  <c:v>4.0733804</c:v>
                </c:pt>
                <c:pt idx="2535">
                  <c:v>4.07550024</c:v>
                </c:pt>
                <c:pt idx="2536">
                  <c:v>4.07581932</c:v>
                </c:pt>
                <c:pt idx="2537">
                  <c:v>4.07858588</c:v>
                </c:pt>
                <c:pt idx="2538">
                  <c:v>4.08175079</c:v>
                </c:pt>
                <c:pt idx="2539">
                  <c:v>4.08183591</c:v>
                </c:pt>
                <c:pt idx="2540">
                  <c:v>4.0860726</c:v>
                </c:pt>
                <c:pt idx="2541">
                  <c:v>4.08760373</c:v>
                </c:pt>
                <c:pt idx="2542">
                  <c:v>4.09184535</c:v>
                </c:pt>
                <c:pt idx="2543">
                  <c:v>4.10823008</c:v>
                </c:pt>
                <c:pt idx="2544">
                  <c:v>4.10946909</c:v>
                </c:pt>
                <c:pt idx="2545">
                  <c:v>4.1138706</c:v>
                </c:pt>
                <c:pt idx="2546">
                  <c:v>4.11550385</c:v>
                </c:pt>
                <c:pt idx="2547">
                  <c:v>4.11688268</c:v>
                </c:pt>
                <c:pt idx="2548">
                  <c:v>4.11984</c:v>
                </c:pt>
                <c:pt idx="2549">
                  <c:v>4.11988177</c:v>
                </c:pt>
                <c:pt idx="2550">
                  <c:v>4.12126281</c:v>
                </c:pt>
                <c:pt idx="2551">
                  <c:v>4.12706201</c:v>
                </c:pt>
                <c:pt idx="2552">
                  <c:v>4.12862495</c:v>
                </c:pt>
                <c:pt idx="2553">
                  <c:v>4.13280718</c:v>
                </c:pt>
                <c:pt idx="2554">
                  <c:v>4.1330201</c:v>
                </c:pt>
                <c:pt idx="2555">
                  <c:v>4.13586056</c:v>
                </c:pt>
                <c:pt idx="2556">
                  <c:v>4.13909453</c:v>
                </c:pt>
                <c:pt idx="2557">
                  <c:v>4.13956427</c:v>
                </c:pt>
                <c:pt idx="2558">
                  <c:v>4.14040545</c:v>
                </c:pt>
                <c:pt idx="2559">
                  <c:v>4.14605591</c:v>
                </c:pt>
                <c:pt idx="2560">
                  <c:v>4.14617697</c:v>
                </c:pt>
                <c:pt idx="2561">
                  <c:v>4.15065984</c:v>
                </c:pt>
                <c:pt idx="2562">
                  <c:v>4.15378474</c:v>
                </c:pt>
                <c:pt idx="2563">
                  <c:v>4.15616984</c:v>
                </c:pt>
                <c:pt idx="2564">
                  <c:v>4.16402107</c:v>
                </c:pt>
                <c:pt idx="2565">
                  <c:v>4.1649023</c:v>
                </c:pt>
                <c:pt idx="2566">
                  <c:v>4.16930889</c:v>
                </c:pt>
                <c:pt idx="2567">
                  <c:v>4.16998486</c:v>
                </c:pt>
                <c:pt idx="2568">
                  <c:v>4.17122492</c:v>
                </c:pt>
                <c:pt idx="2569">
                  <c:v>4.17200849</c:v>
                </c:pt>
                <c:pt idx="2570">
                  <c:v>4.17370096</c:v>
                </c:pt>
                <c:pt idx="2571">
                  <c:v>4.18098617</c:v>
                </c:pt>
                <c:pt idx="2572">
                  <c:v>4.18137302</c:v>
                </c:pt>
                <c:pt idx="2573">
                  <c:v>4.18314428</c:v>
                </c:pt>
                <c:pt idx="2574">
                  <c:v>4.18678652</c:v>
                </c:pt>
                <c:pt idx="2575">
                  <c:v>4.18683062</c:v>
                </c:pt>
                <c:pt idx="2576">
                  <c:v>4.19266567</c:v>
                </c:pt>
                <c:pt idx="2577">
                  <c:v>4.19312567</c:v>
                </c:pt>
                <c:pt idx="2578">
                  <c:v>4.19867174</c:v>
                </c:pt>
                <c:pt idx="2579">
                  <c:v>4.19937453</c:v>
                </c:pt>
                <c:pt idx="2580">
                  <c:v>4.20567672</c:v>
                </c:pt>
                <c:pt idx="2581">
                  <c:v>4.20741661</c:v>
                </c:pt>
                <c:pt idx="2582">
                  <c:v>4.20963019</c:v>
                </c:pt>
                <c:pt idx="2583">
                  <c:v>4.21295331</c:v>
                </c:pt>
                <c:pt idx="2584">
                  <c:v>4.21409312</c:v>
                </c:pt>
                <c:pt idx="2585">
                  <c:v>4.21675625</c:v>
                </c:pt>
                <c:pt idx="2586">
                  <c:v>4.21735278</c:v>
                </c:pt>
                <c:pt idx="2587">
                  <c:v>4.22048367</c:v>
                </c:pt>
                <c:pt idx="2588">
                  <c:v>4.22067266</c:v>
                </c:pt>
                <c:pt idx="2589">
                  <c:v>4.22084363</c:v>
                </c:pt>
                <c:pt idx="2590">
                  <c:v>4.22648473</c:v>
                </c:pt>
                <c:pt idx="2591">
                  <c:v>4.2347814</c:v>
                </c:pt>
                <c:pt idx="2592">
                  <c:v>4.23543666</c:v>
                </c:pt>
                <c:pt idx="2593">
                  <c:v>4.23828536</c:v>
                </c:pt>
                <c:pt idx="2594">
                  <c:v>4.23986976</c:v>
                </c:pt>
                <c:pt idx="2595">
                  <c:v>4.24206206</c:v>
                </c:pt>
                <c:pt idx="2596">
                  <c:v>4.24445311</c:v>
                </c:pt>
                <c:pt idx="2597">
                  <c:v>4.24501307</c:v>
                </c:pt>
                <c:pt idx="2598">
                  <c:v>4.24585328</c:v>
                </c:pt>
                <c:pt idx="2599">
                  <c:v>4.25300969</c:v>
                </c:pt>
                <c:pt idx="2600">
                  <c:v>4.25365044</c:v>
                </c:pt>
                <c:pt idx="2601">
                  <c:v>4.26056377</c:v>
                </c:pt>
                <c:pt idx="2602">
                  <c:v>4.26063331</c:v>
                </c:pt>
                <c:pt idx="2603">
                  <c:v>4.26671779</c:v>
                </c:pt>
                <c:pt idx="2604">
                  <c:v>4.27379508</c:v>
                </c:pt>
                <c:pt idx="2605">
                  <c:v>4.2751066</c:v>
                </c:pt>
                <c:pt idx="2606">
                  <c:v>4.28424651</c:v>
                </c:pt>
                <c:pt idx="2607">
                  <c:v>4.28544581</c:v>
                </c:pt>
                <c:pt idx="2608">
                  <c:v>4.29319506</c:v>
                </c:pt>
                <c:pt idx="2609">
                  <c:v>4.29322516</c:v>
                </c:pt>
                <c:pt idx="2610">
                  <c:v>4.29432292</c:v>
                </c:pt>
                <c:pt idx="2611">
                  <c:v>4.30289895</c:v>
                </c:pt>
                <c:pt idx="2612">
                  <c:v>4.30332403</c:v>
                </c:pt>
                <c:pt idx="2613">
                  <c:v>4.30346165</c:v>
                </c:pt>
                <c:pt idx="2614">
                  <c:v>4.31054641</c:v>
                </c:pt>
                <c:pt idx="2615">
                  <c:v>4.31079479</c:v>
                </c:pt>
                <c:pt idx="2616">
                  <c:v>4.31112609</c:v>
                </c:pt>
                <c:pt idx="2617">
                  <c:v>4.31489106</c:v>
                </c:pt>
                <c:pt idx="2618">
                  <c:v>4.31684803</c:v>
                </c:pt>
                <c:pt idx="2619">
                  <c:v>4.31751298</c:v>
                </c:pt>
                <c:pt idx="2620">
                  <c:v>4.31846215</c:v>
                </c:pt>
                <c:pt idx="2621">
                  <c:v>4.32512536</c:v>
                </c:pt>
                <c:pt idx="2622">
                  <c:v>4.3253207</c:v>
                </c:pt>
                <c:pt idx="2623">
                  <c:v>4.32547326</c:v>
                </c:pt>
                <c:pt idx="2624">
                  <c:v>4.33038321</c:v>
                </c:pt>
                <c:pt idx="2625">
                  <c:v>4.3333725</c:v>
                </c:pt>
                <c:pt idx="2626">
                  <c:v>4.33637407</c:v>
                </c:pt>
                <c:pt idx="2627">
                  <c:v>4.33681423</c:v>
                </c:pt>
                <c:pt idx="2628">
                  <c:v>4.34181331</c:v>
                </c:pt>
                <c:pt idx="2629">
                  <c:v>4.34821588</c:v>
                </c:pt>
                <c:pt idx="2630">
                  <c:v>4.34856657</c:v>
                </c:pt>
                <c:pt idx="2631">
                  <c:v>4.34940649</c:v>
                </c:pt>
                <c:pt idx="2632">
                  <c:v>4.35226683</c:v>
                </c:pt>
                <c:pt idx="2633">
                  <c:v>4.35461085</c:v>
                </c:pt>
                <c:pt idx="2634">
                  <c:v>4.35560492</c:v>
                </c:pt>
                <c:pt idx="2635">
                  <c:v>4.36032776</c:v>
                </c:pt>
                <c:pt idx="2636">
                  <c:v>4.36415356</c:v>
                </c:pt>
                <c:pt idx="2637">
                  <c:v>4.36415447</c:v>
                </c:pt>
                <c:pt idx="2638">
                  <c:v>4.3661391</c:v>
                </c:pt>
                <c:pt idx="2639">
                  <c:v>4.37020975</c:v>
                </c:pt>
                <c:pt idx="2640">
                  <c:v>4.37059345</c:v>
                </c:pt>
                <c:pt idx="2641">
                  <c:v>4.37145948</c:v>
                </c:pt>
                <c:pt idx="2642">
                  <c:v>4.37565958</c:v>
                </c:pt>
                <c:pt idx="2643">
                  <c:v>4.3784528</c:v>
                </c:pt>
                <c:pt idx="2644">
                  <c:v>4.38373794</c:v>
                </c:pt>
                <c:pt idx="2645">
                  <c:v>4.38854287</c:v>
                </c:pt>
                <c:pt idx="2646">
                  <c:v>4.38983318</c:v>
                </c:pt>
                <c:pt idx="2647">
                  <c:v>4.39363301</c:v>
                </c:pt>
                <c:pt idx="2648">
                  <c:v>4.39598774</c:v>
                </c:pt>
                <c:pt idx="2649">
                  <c:v>4.39787091</c:v>
                </c:pt>
                <c:pt idx="2650">
                  <c:v>4.40100265</c:v>
                </c:pt>
                <c:pt idx="2651">
                  <c:v>4.40471547</c:v>
                </c:pt>
                <c:pt idx="2652">
                  <c:v>4.40919116</c:v>
                </c:pt>
                <c:pt idx="2653">
                  <c:v>4.41243847</c:v>
                </c:pt>
                <c:pt idx="2654">
                  <c:v>4.41298368</c:v>
                </c:pt>
                <c:pt idx="2655">
                  <c:v>4.4165971</c:v>
                </c:pt>
                <c:pt idx="2656">
                  <c:v>4.42046651</c:v>
                </c:pt>
                <c:pt idx="2657">
                  <c:v>4.42517505</c:v>
                </c:pt>
                <c:pt idx="2658">
                  <c:v>4.42542028</c:v>
                </c:pt>
                <c:pt idx="2659">
                  <c:v>4.42569959</c:v>
                </c:pt>
                <c:pt idx="2660">
                  <c:v>4.4261532</c:v>
                </c:pt>
                <c:pt idx="2661">
                  <c:v>4.43070284</c:v>
                </c:pt>
                <c:pt idx="2662">
                  <c:v>4.43447951</c:v>
                </c:pt>
                <c:pt idx="2663">
                  <c:v>4.43496101</c:v>
                </c:pt>
                <c:pt idx="2664">
                  <c:v>4.43696027</c:v>
                </c:pt>
                <c:pt idx="2665">
                  <c:v>4.4371256</c:v>
                </c:pt>
                <c:pt idx="2666">
                  <c:v>4.44480977</c:v>
                </c:pt>
                <c:pt idx="2667">
                  <c:v>4.44514776</c:v>
                </c:pt>
                <c:pt idx="2668">
                  <c:v>4.44523335</c:v>
                </c:pt>
                <c:pt idx="2669">
                  <c:v>4.44742026</c:v>
                </c:pt>
                <c:pt idx="2670">
                  <c:v>4.44868738</c:v>
                </c:pt>
                <c:pt idx="2671">
                  <c:v>4.46112933</c:v>
                </c:pt>
                <c:pt idx="2672">
                  <c:v>4.46210848</c:v>
                </c:pt>
                <c:pt idx="2673">
                  <c:v>4.4645314</c:v>
                </c:pt>
                <c:pt idx="2674">
                  <c:v>4.46657449</c:v>
                </c:pt>
                <c:pt idx="2675">
                  <c:v>4.4669012</c:v>
                </c:pt>
                <c:pt idx="2676">
                  <c:v>4.47269426</c:v>
                </c:pt>
                <c:pt idx="2677">
                  <c:v>4.47410224</c:v>
                </c:pt>
                <c:pt idx="2678">
                  <c:v>4.47765823</c:v>
                </c:pt>
                <c:pt idx="2679">
                  <c:v>4.47851707</c:v>
                </c:pt>
                <c:pt idx="2680">
                  <c:v>4.48165976</c:v>
                </c:pt>
                <c:pt idx="2681">
                  <c:v>4.48619327</c:v>
                </c:pt>
                <c:pt idx="2682">
                  <c:v>4.49008522</c:v>
                </c:pt>
                <c:pt idx="2683">
                  <c:v>4.49139915</c:v>
                </c:pt>
                <c:pt idx="2684">
                  <c:v>4.49735302</c:v>
                </c:pt>
                <c:pt idx="2685">
                  <c:v>4.49793396</c:v>
                </c:pt>
                <c:pt idx="2686">
                  <c:v>4.50078232</c:v>
                </c:pt>
                <c:pt idx="2687">
                  <c:v>4.50120871</c:v>
                </c:pt>
                <c:pt idx="2688">
                  <c:v>4.51040528</c:v>
                </c:pt>
                <c:pt idx="2689">
                  <c:v>4.51046364</c:v>
                </c:pt>
                <c:pt idx="2690">
                  <c:v>4.51422656</c:v>
                </c:pt>
                <c:pt idx="2691">
                  <c:v>4.51545438</c:v>
                </c:pt>
                <c:pt idx="2692">
                  <c:v>4.51845499</c:v>
                </c:pt>
                <c:pt idx="2693">
                  <c:v>4.52035678</c:v>
                </c:pt>
                <c:pt idx="2694">
                  <c:v>4.5206023</c:v>
                </c:pt>
                <c:pt idx="2695">
                  <c:v>4.52664376</c:v>
                </c:pt>
                <c:pt idx="2696">
                  <c:v>4.53071468</c:v>
                </c:pt>
                <c:pt idx="2697">
                  <c:v>4.53082789</c:v>
                </c:pt>
                <c:pt idx="2698">
                  <c:v>4.53732267</c:v>
                </c:pt>
                <c:pt idx="2699">
                  <c:v>4.54252397</c:v>
                </c:pt>
                <c:pt idx="2700">
                  <c:v>4.54259309</c:v>
                </c:pt>
                <c:pt idx="2701">
                  <c:v>4.54386656</c:v>
                </c:pt>
                <c:pt idx="2702">
                  <c:v>4.54813352</c:v>
                </c:pt>
                <c:pt idx="2703">
                  <c:v>4.54993214</c:v>
                </c:pt>
                <c:pt idx="2704">
                  <c:v>4.55141106</c:v>
                </c:pt>
                <c:pt idx="2705">
                  <c:v>4.55257955</c:v>
                </c:pt>
                <c:pt idx="2706">
                  <c:v>4.55380567</c:v>
                </c:pt>
                <c:pt idx="2707">
                  <c:v>4.56168744</c:v>
                </c:pt>
                <c:pt idx="2708">
                  <c:v>4.56642663</c:v>
                </c:pt>
                <c:pt idx="2709">
                  <c:v>4.57487517</c:v>
                </c:pt>
                <c:pt idx="2710">
                  <c:v>4.57597978</c:v>
                </c:pt>
                <c:pt idx="2711">
                  <c:v>4.58119378</c:v>
                </c:pt>
                <c:pt idx="2712">
                  <c:v>4.58229766</c:v>
                </c:pt>
                <c:pt idx="2713">
                  <c:v>4.58355566</c:v>
                </c:pt>
                <c:pt idx="2714">
                  <c:v>4.58404757</c:v>
                </c:pt>
                <c:pt idx="2715">
                  <c:v>4.588036</c:v>
                </c:pt>
                <c:pt idx="2716">
                  <c:v>4.58815937</c:v>
                </c:pt>
                <c:pt idx="2717">
                  <c:v>4.59026801</c:v>
                </c:pt>
                <c:pt idx="2718">
                  <c:v>4.59373339</c:v>
                </c:pt>
                <c:pt idx="2719">
                  <c:v>4.59415602</c:v>
                </c:pt>
                <c:pt idx="2720">
                  <c:v>4.59574525</c:v>
                </c:pt>
                <c:pt idx="2721">
                  <c:v>4.59657876</c:v>
                </c:pt>
                <c:pt idx="2722">
                  <c:v>4.6043292</c:v>
                </c:pt>
                <c:pt idx="2723">
                  <c:v>4.6059778</c:v>
                </c:pt>
                <c:pt idx="2724">
                  <c:v>4.6060342</c:v>
                </c:pt>
                <c:pt idx="2725">
                  <c:v>4.60853031</c:v>
                </c:pt>
                <c:pt idx="2726">
                  <c:v>4.60879713</c:v>
                </c:pt>
                <c:pt idx="2727">
                  <c:v>4.61391135</c:v>
                </c:pt>
                <c:pt idx="2728">
                  <c:v>4.61483229</c:v>
                </c:pt>
                <c:pt idx="2729">
                  <c:v>4.6163369</c:v>
                </c:pt>
                <c:pt idx="2730">
                  <c:v>4.62013114</c:v>
                </c:pt>
                <c:pt idx="2731">
                  <c:v>4.62022021</c:v>
                </c:pt>
                <c:pt idx="2732">
                  <c:v>4.6205313</c:v>
                </c:pt>
                <c:pt idx="2733">
                  <c:v>4.6236355</c:v>
                </c:pt>
                <c:pt idx="2734">
                  <c:v>4.63041391</c:v>
                </c:pt>
                <c:pt idx="2735">
                  <c:v>4.63345244</c:v>
                </c:pt>
                <c:pt idx="2736">
                  <c:v>4.63370725</c:v>
                </c:pt>
                <c:pt idx="2737">
                  <c:v>4.63444714</c:v>
                </c:pt>
                <c:pt idx="2738">
                  <c:v>4.63730718</c:v>
                </c:pt>
                <c:pt idx="2739">
                  <c:v>4.63848328</c:v>
                </c:pt>
                <c:pt idx="2740">
                  <c:v>4.64109403</c:v>
                </c:pt>
                <c:pt idx="2741">
                  <c:v>4.64231757</c:v>
                </c:pt>
                <c:pt idx="2742">
                  <c:v>4.64341506</c:v>
                </c:pt>
                <c:pt idx="2743">
                  <c:v>4.64602495</c:v>
                </c:pt>
                <c:pt idx="2744">
                  <c:v>4.64661747</c:v>
                </c:pt>
                <c:pt idx="2745">
                  <c:v>4.64708309</c:v>
                </c:pt>
                <c:pt idx="2746">
                  <c:v>4.65499516</c:v>
                </c:pt>
                <c:pt idx="2747">
                  <c:v>4.65735586</c:v>
                </c:pt>
                <c:pt idx="2748">
                  <c:v>4.65758614</c:v>
                </c:pt>
                <c:pt idx="2749">
                  <c:v>4.66087498</c:v>
                </c:pt>
                <c:pt idx="2750">
                  <c:v>4.66155512</c:v>
                </c:pt>
                <c:pt idx="2751">
                  <c:v>4.66471999</c:v>
                </c:pt>
                <c:pt idx="2752">
                  <c:v>4.66771623</c:v>
                </c:pt>
                <c:pt idx="2753">
                  <c:v>4.67378953</c:v>
                </c:pt>
                <c:pt idx="2754">
                  <c:v>4.67513652</c:v>
                </c:pt>
                <c:pt idx="2755">
                  <c:v>4.67764988</c:v>
                </c:pt>
                <c:pt idx="2756">
                  <c:v>4.68351031</c:v>
                </c:pt>
                <c:pt idx="2757">
                  <c:v>4.68397469</c:v>
                </c:pt>
                <c:pt idx="2758">
                  <c:v>4.68836944</c:v>
                </c:pt>
                <c:pt idx="2759">
                  <c:v>4.69189043</c:v>
                </c:pt>
                <c:pt idx="2760">
                  <c:v>4.69410566</c:v>
                </c:pt>
                <c:pt idx="2761">
                  <c:v>4.69425741</c:v>
                </c:pt>
                <c:pt idx="2762">
                  <c:v>4.70356962</c:v>
                </c:pt>
                <c:pt idx="2763">
                  <c:v>4.70862254</c:v>
                </c:pt>
                <c:pt idx="2764">
                  <c:v>4.70979237</c:v>
                </c:pt>
                <c:pt idx="2765">
                  <c:v>4.71452244</c:v>
                </c:pt>
                <c:pt idx="2766">
                  <c:v>4.71524972</c:v>
                </c:pt>
                <c:pt idx="2767">
                  <c:v>4.72018115</c:v>
                </c:pt>
                <c:pt idx="2768">
                  <c:v>4.72734155</c:v>
                </c:pt>
                <c:pt idx="2769">
                  <c:v>4.73132086</c:v>
                </c:pt>
                <c:pt idx="2770">
                  <c:v>4.73471916</c:v>
                </c:pt>
                <c:pt idx="2771">
                  <c:v>4.74087622</c:v>
                </c:pt>
                <c:pt idx="2772">
                  <c:v>4.74194588</c:v>
                </c:pt>
                <c:pt idx="2773">
                  <c:v>4.75008588</c:v>
                </c:pt>
                <c:pt idx="2774">
                  <c:v>4.75027358</c:v>
                </c:pt>
                <c:pt idx="2775">
                  <c:v>4.75740593</c:v>
                </c:pt>
                <c:pt idx="2776">
                  <c:v>4.75948328</c:v>
                </c:pt>
                <c:pt idx="2777">
                  <c:v>4.76442187</c:v>
                </c:pt>
                <c:pt idx="2778">
                  <c:v>4.7647458</c:v>
                </c:pt>
                <c:pt idx="2779">
                  <c:v>4.76487736</c:v>
                </c:pt>
                <c:pt idx="2780">
                  <c:v>4.77363904</c:v>
                </c:pt>
                <c:pt idx="2781">
                  <c:v>4.77793781</c:v>
                </c:pt>
                <c:pt idx="2782">
                  <c:v>4.778492</c:v>
                </c:pt>
                <c:pt idx="2783">
                  <c:v>4.78389745</c:v>
                </c:pt>
                <c:pt idx="2784">
                  <c:v>4.78397954</c:v>
                </c:pt>
                <c:pt idx="2785">
                  <c:v>4.78982723</c:v>
                </c:pt>
                <c:pt idx="2786">
                  <c:v>4.79974845</c:v>
                </c:pt>
                <c:pt idx="2787">
                  <c:v>4.80301147</c:v>
                </c:pt>
                <c:pt idx="2788">
                  <c:v>4.80427227</c:v>
                </c:pt>
                <c:pt idx="2789">
                  <c:v>4.80893856</c:v>
                </c:pt>
                <c:pt idx="2790">
                  <c:v>4.80991219</c:v>
                </c:pt>
                <c:pt idx="2791">
                  <c:v>4.81081108</c:v>
                </c:pt>
                <c:pt idx="2792">
                  <c:v>4.81747083</c:v>
                </c:pt>
                <c:pt idx="2793">
                  <c:v>4.81778104</c:v>
                </c:pt>
                <c:pt idx="2794">
                  <c:v>4.81866182</c:v>
                </c:pt>
                <c:pt idx="2795">
                  <c:v>4.81868275</c:v>
                </c:pt>
                <c:pt idx="2796">
                  <c:v>4.82390934</c:v>
                </c:pt>
                <c:pt idx="2797">
                  <c:v>4.82472694</c:v>
                </c:pt>
                <c:pt idx="2798">
                  <c:v>4.82519921</c:v>
                </c:pt>
                <c:pt idx="2799">
                  <c:v>4.82706049</c:v>
                </c:pt>
                <c:pt idx="2800">
                  <c:v>4.82741339</c:v>
                </c:pt>
                <c:pt idx="2801">
                  <c:v>4.82988921</c:v>
                </c:pt>
                <c:pt idx="2802">
                  <c:v>4.83070978</c:v>
                </c:pt>
                <c:pt idx="2803">
                  <c:v>4.83130157</c:v>
                </c:pt>
                <c:pt idx="2804">
                  <c:v>4.83550403</c:v>
                </c:pt>
                <c:pt idx="2805">
                  <c:v>4.83613864</c:v>
                </c:pt>
                <c:pt idx="2806">
                  <c:v>4.83991088</c:v>
                </c:pt>
                <c:pt idx="2807">
                  <c:v>4.84062665</c:v>
                </c:pt>
                <c:pt idx="2808">
                  <c:v>4.8429237</c:v>
                </c:pt>
                <c:pt idx="2809">
                  <c:v>4.84342388</c:v>
                </c:pt>
                <c:pt idx="2810">
                  <c:v>4.8458843</c:v>
                </c:pt>
                <c:pt idx="2811">
                  <c:v>4.84787372</c:v>
                </c:pt>
                <c:pt idx="2812">
                  <c:v>4.8479534</c:v>
                </c:pt>
                <c:pt idx="2813">
                  <c:v>4.84896025</c:v>
                </c:pt>
                <c:pt idx="2814">
                  <c:v>4.85075468</c:v>
                </c:pt>
                <c:pt idx="2815">
                  <c:v>4.85076155</c:v>
                </c:pt>
                <c:pt idx="2816">
                  <c:v>4.85772071</c:v>
                </c:pt>
                <c:pt idx="2817">
                  <c:v>4.85949972</c:v>
                </c:pt>
                <c:pt idx="2818">
                  <c:v>4.86104742</c:v>
                </c:pt>
                <c:pt idx="2819">
                  <c:v>4.86216858</c:v>
                </c:pt>
                <c:pt idx="2820">
                  <c:v>4.86726867</c:v>
                </c:pt>
                <c:pt idx="2821">
                  <c:v>4.86981522</c:v>
                </c:pt>
                <c:pt idx="2822">
                  <c:v>4.86992236</c:v>
                </c:pt>
                <c:pt idx="2823">
                  <c:v>4.87098218</c:v>
                </c:pt>
                <c:pt idx="2824">
                  <c:v>4.87258467</c:v>
                </c:pt>
                <c:pt idx="2825">
                  <c:v>4.87400186</c:v>
                </c:pt>
                <c:pt idx="2826">
                  <c:v>4.8746312</c:v>
                </c:pt>
                <c:pt idx="2827">
                  <c:v>4.87468478</c:v>
                </c:pt>
                <c:pt idx="2828">
                  <c:v>4.8770492</c:v>
                </c:pt>
                <c:pt idx="2829">
                  <c:v>4.87830309</c:v>
                </c:pt>
                <c:pt idx="2830">
                  <c:v>4.87866008</c:v>
                </c:pt>
                <c:pt idx="2831">
                  <c:v>4.88281175</c:v>
                </c:pt>
                <c:pt idx="2832">
                  <c:v>4.88292115</c:v>
                </c:pt>
                <c:pt idx="2833">
                  <c:v>4.88420032</c:v>
                </c:pt>
                <c:pt idx="2834">
                  <c:v>4.8887168</c:v>
                </c:pt>
                <c:pt idx="2835">
                  <c:v>4.89168286</c:v>
                </c:pt>
                <c:pt idx="2836">
                  <c:v>4.89292355</c:v>
                </c:pt>
                <c:pt idx="2837">
                  <c:v>4.893161</c:v>
                </c:pt>
                <c:pt idx="2838">
                  <c:v>4.89587679</c:v>
                </c:pt>
                <c:pt idx="2839">
                  <c:v>4.89618522</c:v>
                </c:pt>
                <c:pt idx="2840">
                  <c:v>4.89663561</c:v>
                </c:pt>
                <c:pt idx="2841">
                  <c:v>4.89761739</c:v>
                </c:pt>
                <c:pt idx="2842">
                  <c:v>4.89777766</c:v>
                </c:pt>
                <c:pt idx="2843">
                  <c:v>4.9031711</c:v>
                </c:pt>
                <c:pt idx="2844">
                  <c:v>4.90498965</c:v>
                </c:pt>
                <c:pt idx="2845">
                  <c:v>4.90787151</c:v>
                </c:pt>
                <c:pt idx="2846">
                  <c:v>4.90792422</c:v>
                </c:pt>
                <c:pt idx="2847">
                  <c:v>4.90796441</c:v>
                </c:pt>
                <c:pt idx="2848">
                  <c:v>4.90808321</c:v>
                </c:pt>
                <c:pt idx="2849">
                  <c:v>4.90843712</c:v>
                </c:pt>
                <c:pt idx="2850">
                  <c:v>4.91977252</c:v>
                </c:pt>
                <c:pt idx="2851">
                  <c:v>4.92259118</c:v>
                </c:pt>
                <c:pt idx="2852">
                  <c:v>4.92281579</c:v>
                </c:pt>
                <c:pt idx="2853">
                  <c:v>4.92303002</c:v>
                </c:pt>
                <c:pt idx="2854">
                  <c:v>4.92552821</c:v>
                </c:pt>
                <c:pt idx="2855">
                  <c:v>4.92562038</c:v>
                </c:pt>
                <c:pt idx="2856">
                  <c:v>4.92918277</c:v>
                </c:pt>
                <c:pt idx="2857">
                  <c:v>4.93140197</c:v>
                </c:pt>
                <c:pt idx="2858">
                  <c:v>4.9344489</c:v>
                </c:pt>
                <c:pt idx="2859">
                  <c:v>4.9346991</c:v>
                </c:pt>
                <c:pt idx="2860">
                  <c:v>4.94318757</c:v>
                </c:pt>
                <c:pt idx="2861">
                  <c:v>4.94757054</c:v>
                </c:pt>
                <c:pt idx="2862">
                  <c:v>4.94906874</c:v>
                </c:pt>
                <c:pt idx="2863">
                  <c:v>4.94943297</c:v>
                </c:pt>
                <c:pt idx="2864">
                  <c:v>4.9536868</c:v>
                </c:pt>
                <c:pt idx="2865">
                  <c:v>4.95496657</c:v>
                </c:pt>
                <c:pt idx="2866">
                  <c:v>4.96086837</c:v>
                </c:pt>
                <c:pt idx="2867">
                  <c:v>4.96368075</c:v>
                </c:pt>
                <c:pt idx="2868">
                  <c:v>4.96962721</c:v>
                </c:pt>
                <c:pt idx="2869">
                  <c:v>4.97114207</c:v>
                </c:pt>
                <c:pt idx="2870">
                  <c:v>4.97449696</c:v>
                </c:pt>
                <c:pt idx="2871">
                  <c:v>4.97539534</c:v>
                </c:pt>
                <c:pt idx="2872">
                  <c:v>4.97548592</c:v>
                </c:pt>
                <c:pt idx="2873">
                  <c:v>4.98425381</c:v>
                </c:pt>
                <c:pt idx="2874">
                  <c:v>4.98431324</c:v>
                </c:pt>
                <c:pt idx="2875">
                  <c:v>4.98565846</c:v>
                </c:pt>
                <c:pt idx="2876">
                  <c:v>4.98571437</c:v>
                </c:pt>
                <c:pt idx="2877">
                  <c:v>4.99307258</c:v>
                </c:pt>
                <c:pt idx="2878">
                  <c:v>4.99309797</c:v>
                </c:pt>
                <c:pt idx="2879">
                  <c:v>4.99746331</c:v>
                </c:pt>
                <c:pt idx="2880">
                  <c:v>5.00008985</c:v>
                </c:pt>
                <c:pt idx="2881">
                  <c:v>5.00336731</c:v>
                </c:pt>
                <c:pt idx="2882">
                  <c:v>5.00340699</c:v>
                </c:pt>
                <c:pt idx="2883">
                  <c:v>5.00483882</c:v>
                </c:pt>
                <c:pt idx="2884">
                  <c:v>5.0073806</c:v>
                </c:pt>
                <c:pt idx="2885">
                  <c:v>5.00928284</c:v>
                </c:pt>
                <c:pt idx="2886">
                  <c:v>5.01509124</c:v>
                </c:pt>
                <c:pt idx="2887">
                  <c:v>5.01510838</c:v>
                </c:pt>
                <c:pt idx="2888">
                  <c:v>5.01806088</c:v>
                </c:pt>
                <c:pt idx="2889">
                  <c:v>5.01901603</c:v>
                </c:pt>
                <c:pt idx="2890">
                  <c:v>5.02243407</c:v>
                </c:pt>
                <c:pt idx="2891">
                  <c:v>5.02274831</c:v>
                </c:pt>
                <c:pt idx="2892">
                  <c:v>5.02537121</c:v>
                </c:pt>
                <c:pt idx="2893">
                  <c:v>5.02552893</c:v>
                </c:pt>
                <c:pt idx="2894">
                  <c:v>5.02560022</c:v>
                </c:pt>
                <c:pt idx="2895">
                  <c:v>5.02776277</c:v>
                </c:pt>
                <c:pt idx="2896">
                  <c:v>5.02997985</c:v>
                </c:pt>
                <c:pt idx="2897">
                  <c:v>5.02999792</c:v>
                </c:pt>
                <c:pt idx="2898">
                  <c:v>5.03125722</c:v>
                </c:pt>
                <c:pt idx="2899">
                  <c:v>5.03657401</c:v>
                </c:pt>
                <c:pt idx="2900">
                  <c:v>5.04166817</c:v>
                </c:pt>
                <c:pt idx="2901">
                  <c:v>5.0429636</c:v>
                </c:pt>
                <c:pt idx="2902">
                  <c:v>5.04387442</c:v>
                </c:pt>
                <c:pt idx="2903">
                  <c:v>5.04477905</c:v>
                </c:pt>
                <c:pt idx="2904">
                  <c:v>5.04763689</c:v>
                </c:pt>
                <c:pt idx="2905">
                  <c:v>5.04902761</c:v>
                </c:pt>
                <c:pt idx="2906">
                  <c:v>5.05045548</c:v>
                </c:pt>
                <c:pt idx="2907">
                  <c:v>5.05065417</c:v>
                </c:pt>
                <c:pt idx="2908">
                  <c:v>5.05069719</c:v>
                </c:pt>
                <c:pt idx="2909">
                  <c:v>5.05118533</c:v>
                </c:pt>
                <c:pt idx="2910">
                  <c:v>5.05489478</c:v>
                </c:pt>
                <c:pt idx="2911">
                  <c:v>5.05495911</c:v>
                </c:pt>
                <c:pt idx="2912">
                  <c:v>5.05654408</c:v>
                </c:pt>
                <c:pt idx="2913">
                  <c:v>5.05937096</c:v>
                </c:pt>
                <c:pt idx="2914">
                  <c:v>5.05950119</c:v>
                </c:pt>
                <c:pt idx="2915">
                  <c:v>5.06114686</c:v>
                </c:pt>
                <c:pt idx="2916">
                  <c:v>5.06147757</c:v>
                </c:pt>
                <c:pt idx="2917">
                  <c:v>5.0651856</c:v>
                </c:pt>
                <c:pt idx="2918">
                  <c:v>5.06526076</c:v>
                </c:pt>
                <c:pt idx="2919">
                  <c:v>5.06973103</c:v>
                </c:pt>
                <c:pt idx="2920">
                  <c:v>5.07003306</c:v>
                </c:pt>
                <c:pt idx="2921">
                  <c:v>5.07027994</c:v>
                </c:pt>
                <c:pt idx="2922">
                  <c:v>5.07403708</c:v>
                </c:pt>
                <c:pt idx="2923">
                  <c:v>5.07417288</c:v>
                </c:pt>
                <c:pt idx="2924">
                  <c:v>5.07448789</c:v>
                </c:pt>
                <c:pt idx="2925">
                  <c:v>5.07700096</c:v>
                </c:pt>
                <c:pt idx="2926">
                  <c:v>5.07859566</c:v>
                </c:pt>
                <c:pt idx="2927">
                  <c:v>5.07868233</c:v>
                </c:pt>
                <c:pt idx="2928">
                  <c:v>5.08007507</c:v>
                </c:pt>
                <c:pt idx="2929">
                  <c:v>5.08181793</c:v>
                </c:pt>
                <c:pt idx="2930">
                  <c:v>5.0845988</c:v>
                </c:pt>
                <c:pt idx="2931">
                  <c:v>5.08923086</c:v>
                </c:pt>
                <c:pt idx="2932">
                  <c:v>5.08942093</c:v>
                </c:pt>
                <c:pt idx="2933">
                  <c:v>5.09334068</c:v>
                </c:pt>
                <c:pt idx="2934">
                  <c:v>5.09657023</c:v>
                </c:pt>
                <c:pt idx="2935">
                  <c:v>5.0992984</c:v>
                </c:pt>
                <c:pt idx="2936">
                  <c:v>5.1023873</c:v>
                </c:pt>
                <c:pt idx="2937">
                  <c:v>5.10250097</c:v>
                </c:pt>
                <c:pt idx="2938">
                  <c:v>5.1115814</c:v>
                </c:pt>
                <c:pt idx="2939">
                  <c:v>5.11720557</c:v>
                </c:pt>
                <c:pt idx="2940">
                  <c:v>5.11805297</c:v>
                </c:pt>
                <c:pt idx="2941">
                  <c:v>5.11855541</c:v>
                </c:pt>
                <c:pt idx="2942">
                  <c:v>5.11861362</c:v>
                </c:pt>
                <c:pt idx="2943">
                  <c:v>5.1216071</c:v>
                </c:pt>
                <c:pt idx="2944">
                  <c:v>5.12403747</c:v>
                </c:pt>
                <c:pt idx="2945">
                  <c:v>5.13171858</c:v>
                </c:pt>
                <c:pt idx="2946">
                  <c:v>5.13179831</c:v>
                </c:pt>
                <c:pt idx="2947">
                  <c:v>5.13556563</c:v>
                </c:pt>
                <c:pt idx="2948">
                  <c:v>5.13574382</c:v>
                </c:pt>
                <c:pt idx="2949">
                  <c:v>5.14150386</c:v>
                </c:pt>
                <c:pt idx="2950">
                  <c:v>5.1434392</c:v>
                </c:pt>
                <c:pt idx="2951">
                  <c:v>5.14637149</c:v>
                </c:pt>
                <c:pt idx="2952">
                  <c:v>5.1464522</c:v>
                </c:pt>
                <c:pt idx="2953">
                  <c:v>5.14938365</c:v>
                </c:pt>
                <c:pt idx="2954">
                  <c:v>5.14950161</c:v>
                </c:pt>
                <c:pt idx="2955">
                  <c:v>5.15325198</c:v>
                </c:pt>
                <c:pt idx="2956">
                  <c:v>5.1537855</c:v>
                </c:pt>
                <c:pt idx="2957">
                  <c:v>5.15580689</c:v>
                </c:pt>
                <c:pt idx="2958">
                  <c:v>5.15646057</c:v>
                </c:pt>
                <c:pt idx="2959">
                  <c:v>5.15785122</c:v>
                </c:pt>
                <c:pt idx="2960">
                  <c:v>5.15799846</c:v>
                </c:pt>
                <c:pt idx="2961">
                  <c:v>5.16166129</c:v>
                </c:pt>
                <c:pt idx="2962">
                  <c:v>5.16651914</c:v>
                </c:pt>
                <c:pt idx="2963">
                  <c:v>5.16701767</c:v>
                </c:pt>
                <c:pt idx="2964">
                  <c:v>5.16785095</c:v>
                </c:pt>
                <c:pt idx="2965">
                  <c:v>5.17436562</c:v>
                </c:pt>
                <c:pt idx="2966">
                  <c:v>5.17541014</c:v>
                </c:pt>
                <c:pt idx="2967">
                  <c:v>5.17997125</c:v>
                </c:pt>
                <c:pt idx="2968">
                  <c:v>5.18210349</c:v>
                </c:pt>
                <c:pt idx="2969">
                  <c:v>5.18246889</c:v>
                </c:pt>
                <c:pt idx="2970">
                  <c:v>5.18309991</c:v>
                </c:pt>
                <c:pt idx="2971">
                  <c:v>5.1867998</c:v>
                </c:pt>
                <c:pt idx="2972">
                  <c:v>5.18722183</c:v>
                </c:pt>
                <c:pt idx="2973">
                  <c:v>5.18979712</c:v>
                </c:pt>
                <c:pt idx="2974">
                  <c:v>5.18996104</c:v>
                </c:pt>
                <c:pt idx="2975">
                  <c:v>5.19190177</c:v>
                </c:pt>
                <c:pt idx="2976">
                  <c:v>5.19316449</c:v>
                </c:pt>
                <c:pt idx="2977">
                  <c:v>5.19343048</c:v>
                </c:pt>
                <c:pt idx="2978">
                  <c:v>5.19599277</c:v>
                </c:pt>
                <c:pt idx="2979">
                  <c:v>5.1960046</c:v>
                </c:pt>
                <c:pt idx="2980">
                  <c:v>5.19689354</c:v>
                </c:pt>
                <c:pt idx="2981">
                  <c:v>5.1971134</c:v>
                </c:pt>
                <c:pt idx="2982">
                  <c:v>5.20044048</c:v>
                </c:pt>
                <c:pt idx="2983">
                  <c:v>5.20137718</c:v>
                </c:pt>
                <c:pt idx="2984">
                  <c:v>5.20191009</c:v>
                </c:pt>
                <c:pt idx="2985">
                  <c:v>5.20818604</c:v>
                </c:pt>
                <c:pt idx="2986">
                  <c:v>5.2100089</c:v>
                </c:pt>
                <c:pt idx="2987">
                  <c:v>5.21218102</c:v>
                </c:pt>
                <c:pt idx="2988">
                  <c:v>5.21516392</c:v>
                </c:pt>
                <c:pt idx="2989">
                  <c:v>5.21532068</c:v>
                </c:pt>
                <c:pt idx="2990">
                  <c:v>5.21761303</c:v>
                </c:pt>
                <c:pt idx="2991">
                  <c:v>5.2182533</c:v>
                </c:pt>
                <c:pt idx="2992">
                  <c:v>5.22074405</c:v>
                </c:pt>
                <c:pt idx="2993">
                  <c:v>5.22096728</c:v>
                </c:pt>
                <c:pt idx="2994">
                  <c:v>5.22141486</c:v>
                </c:pt>
                <c:pt idx="2995">
                  <c:v>5.22268269</c:v>
                </c:pt>
                <c:pt idx="2996">
                  <c:v>5.22561262</c:v>
                </c:pt>
                <c:pt idx="2997">
                  <c:v>5.22692018</c:v>
                </c:pt>
                <c:pt idx="2998">
                  <c:v>5.23372065</c:v>
                </c:pt>
                <c:pt idx="2999">
                  <c:v>5.23379223</c:v>
                </c:pt>
                <c:pt idx="3000">
                  <c:v>5.23440585</c:v>
                </c:pt>
                <c:pt idx="3001">
                  <c:v>5.2371156</c:v>
                </c:pt>
                <c:pt idx="3002">
                  <c:v>5.23980342</c:v>
                </c:pt>
                <c:pt idx="3003">
                  <c:v>5.24102894</c:v>
                </c:pt>
                <c:pt idx="3004">
                  <c:v>5.24178925</c:v>
                </c:pt>
                <c:pt idx="3005">
                  <c:v>5.2438413</c:v>
                </c:pt>
                <c:pt idx="3006">
                  <c:v>5.24591821</c:v>
                </c:pt>
                <c:pt idx="3007">
                  <c:v>5.24621943</c:v>
                </c:pt>
                <c:pt idx="3008">
                  <c:v>5.24811586</c:v>
                </c:pt>
                <c:pt idx="3009">
                  <c:v>5.24834877</c:v>
                </c:pt>
                <c:pt idx="3010">
                  <c:v>5.24920826</c:v>
                </c:pt>
                <c:pt idx="3011">
                  <c:v>5.25112267</c:v>
                </c:pt>
                <c:pt idx="3012">
                  <c:v>5.25364576</c:v>
                </c:pt>
                <c:pt idx="3013">
                  <c:v>5.25447208</c:v>
                </c:pt>
                <c:pt idx="3014">
                  <c:v>5.25450641</c:v>
                </c:pt>
                <c:pt idx="3015">
                  <c:v>5.25516725</c:v>
                </c:pt>
                <c:pt idx="3016">
                  <c:v>5.25725508</c:v>
                </c:pt>
                <c:pt idx="3017">
                  <c:v>5.25958895</c:v>
                </c:pt>
                <c:pt idx="3018">
                  <c:v>5.25984942</c:v>
                </c:pt>
                <c:pt idx="3019">
                  <c:v>5.25985819</c:v>
                </c:pt>
                <c:pt idx="3020">
                  <c:v>5.26033358</c:v>
                </c:pt>
                <c:pt idx="3021">
                  <c:v>5.26114215</c:v>
                </c:pt>
                <c:pt idx="3022">
                  <c:v>5.26229584</c:v>
                </c:pt>
                <c:pt idx="3023">
                  <c:v>5.26256972</c:v>
                </c:pt>
                <c:pt idx="3024">
                  <c:v>5.26427341</c:v>
                </c:pt>
                <c:pt idx="3025">
                  <c:v>5.26483774</c:v>
                </c:pt>
                <c:pt idx="3026">
                  <c:v>5.2662751</c:v>
                </c:pt>
                <c:pt idx="3027">
                  <c:v>5.266406</c:v>
                </c:pt>
                <c:pt idx="3028">
                  <c:v>5.26762394</c:v>
                </c:pt>
                <c:pt idx="3029">
                  <c:v>5.26865428</c:v>
                </c:pt>
                <c:pt idx="3030">
                  <c:v>5.26978499</c:v>
                </c:pt>
                <c:pt idx="3031">
                  <c:v>5.27040098</c:v>
                </c:pt>
                <c:pt idx="3032">
                  <c:v>5.27153691</c:v>
                </c:pt>
                <c:pt idx="3033">
                  <c:v>5.27164405</c:v>
                </c:pt>
                <c:pt idx="3034">
                  <c:v>5.27226132</c:v>
                </c:pt>
                <c:pt idx="3035">
                  <c:v>5.27312489</c:v>
                </c:pt>
                <c:pt idx="3036">
                  <c:v>5.27449802</c:v>
                </c:pt>
                <c:pt idx="3037">
                  <c:v>5.2747956</c:v>
                </c:pt>
                <c:pt idx="3038">
                  <c:v>5.27534111</c:v>
                </c:pt>
                <c:pt idx="3039">
                  <c:v>5.27788563</c:v>
                </c:pt>
                <c:pt idx="3040">
                  <c:v>5.27795325</c:v>
                </c:pt>
                <c:pt idx="3041">
                  <c:v>5.2792193</c:v>
                </c:pt>
                <c:pt idx="3042">
                  <c:v>5.28195389</c:v>
                </c:pt>
                <c:pt idx="3043">
                  <c:v>5.2830767</c:v>
                </c:pt>
                <c:pt idx="3044">
                  <c:v>5.28395554</c:v>
                </c:pt>
                <c:pt idx="3045">
                  <c:v>5.28521224</c:v>
                </c:pt>
                <c:pt idx="3046">
                  <c:v>5.28605687</c:v>
                </c:pt>
                <c:pt idx="3047">
                  <c:v>5.28659953</c:v>
                </c:pt>
                <c:pt idx="3048">
                  <c:v>5.28930318</c:v>
                </c:pt>
                <c:pt idx="3049">
                  <c:v>5.29040535</c:v>
                </c:pt>
                <c:pt idx="3050">
                  <c:v>5.29113588</c:v>
                </c:pt>
                <c:pt idx="3051">
                  <c:v>5.29298729</c:v>
                </c:pt>
                <c:pt idx="3052">
                  <c:v>5.29484228</c:v>
                </c:pt>
                <c:pt idx="3053">
                  <c:v>5.29695624</c:v>
                </c:pt>
                <c:pt idx="3054">
                  <c:v>5.29812436</c:v>
                </c:pt>
                <c:pt idx="3055">
                  <c:v>5.29917569</c:v>
                </c:pt>
                <c:pt idx="3056">
                  <c:v>5.3005564</c:v>
                </c:pt>
                <c:pt idx="3057">
                  <c:v>5.30236838</c:v>
                </c:pt>
                <c:pt idx="3058">
                  <c:v>5.30451341</c:v>
                </c:pt>
                <c:pt idx="3059">
                  <c:v>5.30497231</c:v>
                </c:pt>
                <c:pt idx="3060">
                  <c:v>5.3069236</c:v>
                </c:pt>
                <c:pt idx="3061">
                  <c:v>5.30720227</c:v>
                </c:pt>
                <c:pt idx="3062">
                  <c:v>5.30746266</c:v>
                </c:pt>
                <c:pt idx="3063">
                  <c:v>5.31079757</c:v>
                </c:pt>
                <c:pt idx="3064">
                  <c:v>5.31163971</c:v>
                </c:pt>
                <c:pt idx="3065">
                  <c:v>5.31167297</c:v>
                </c:pt>
                <c:pt idx="3066">
                  <c:v>5.3117663</c:v>
                </c:pt>
                <c:pt idx="3067">
                  <c:v>5.31898184</c:v>
                </c:pt>
                <c:pt idx="3068">
                  <c:v>5.31952427</c:v>
                </c:pt>
                <c:pt idx="3069">
                  <c:v>5.32076435</c:v>
                </c:pt>
                <c:pt idx="3070">
                  <c:v>5.32201443</c:v>
                </c:pt>
                <c:pt idx="3071">
                  <c:v>5.3234809</c:v>
                </c:pt>
                <c:pt idx="3072">
                  <c:v>5.32680329</c:v>
                </c:pt>
                <c:pt idx="3073">
                  <c:v>5.33237246</c:v>
                </c:pt>
                <c:pt idx="3074">
                  <c:v>5.33323407</c:v>
                </c:pt>
                <c:pt idx="3075">
                  <c:v>5.33677234</c:v>
                </c:pt>
                <c:pt idx="3076">
                  <c:v>5.33831219</c:v>
                </c:pt>
                <c:pt idx="3077">
                  <c:v>5.34061819</c:v>
                </c:pt>
                <c:pt idx="3078">
                  <c:v>5.3414267</c:v>
                </c:pt>
                <c:pt idx="3079">
                  <c:v>5.34263133</c:v>
                </c:pt>
                <c:pt idx="3080">
                  <c:v>5.34433584</c:v>
                </c:pt>
                <c:pt idx="3081">
                  <c:v>5.34435578</c:v>
                </c:pt>
                <c:pt idx="3082">
                  <c:v>5.34707158</c:v>
                </c:pt>
                <c:pt idx="3083">
                  <c:v>5.34876271</c:v>
                </c:pt>
                <c:pt idx="3084">
                  <c:v>5.35042533</c:v>
                </c:pt>
                <c:pt idx="3085">
                  <c:v>5.35086469</c:v>
                </c:pt>
                <c:pt idx="3086">
                  <c:v>5.35153683</c:v>
                </c:pt>
                <c:pt idx="3087">
                  <c:v>5.35468854</c:v>
                </c:pt>
                <c:pt idx="3088">
                  <c:v>5.35921728</c:v>
                </c:pt>
                <c:pt idx="3089">
                  <c:v>5.36091509</c:v>
                </c:pt>
                <c:pt idx="3090">
                  <c:v>5.36176716</c:v>
                </c:pt>
                <c:pt idx="3091">
                  <c:v>5.36475194</c:v>
                </c:pt>
                <c:pt idx="3092">
                  <c:v>5.36489641</c:v>
                </c:pt>
                <c:pt idx="3093">
                  <c:v>5.36515831</c:v>
                </c:pt>
                <c:pt idx="3094">
                  <c:v>5.36922141</c:v>
                </c:pt>
                <c:pt idx="3095">
                  <c:v>5.36928292</c:v>
                </c:pt>
                <c:pt idx="3096">
                  <c:v>5.37121633</c:v>
                </c:pt>
                <c:pt idx="3097">
                  <c:v>5.37225236</c:v>
                </c:pt>
                <c:pt idx="3098">
                  <c:v>5.37369292</c:v>
                </c:pt>
                <c:pt idx="3099">
                  <c:v>5.3767251</c:v>
                </c:pt>
                <c:pt idx="3100">
                  <c:v>5.37873792</c:v>
                </c:pt>
                <c:pt idx="3101">
                  <c:v>5.37956894</c:v>
                </c:pt>
                <c:pt idx="3102">
                  <c:v>5.37991608</c:v>
                </c:pt>
                <c:pt idx="3103">
                  <c:v>5.38120469</c:v>
                </c:pt>
                <c:pt idx="3104">
                  <c:v>5.38238548</c:v>
                </c:pt>
                <c:pt idx="3105">
                  <c:v>5.38700785</c:v>
                </c:pt>
                <c:pt idx="3106">
                  <c:v>5.38763538</c:v>
                </c:pt>
                <c:pt idx="3107">
                  <c:v>5.38862594</c:v>
                </c:pt>
                <c:pt idx="3108">
                  <c:v>5.38875874</c:v>
                </c:pt>
                <c:pt idx="3109">
                  <c:v>5.39178724</c:v>
                </c:pt>
                <c:pt idx="3110">
                  <c:v>5.39340661</c:v>
                </c:pt>
                <c:pt idx="3111">
                  <c:v>5.39349538</c:v>
                </c:pt>
                <c:pt idx="3112">
                  <c:v>5.39452002</c:v>
                </c:pt>
                <c:pt idx="3113">
                  <c:v>5.3958641</c:v>
                </c:pt>
                <c:pt idx="3114">
                  <c:v>5.39639692</c:v>
                </c:pt>
                <c:pt idx="3115">
                  <c:v>5.4004415</c:v>
                </c:pt>
                <c:pt idx="3116">
                  <c:v>5.40251247</c:v>
                </c:pt>
                <c:pt idx="3117">
                  <c:v>5.40464382</c:v>
                </c:pt>
                <c:pt idx="3118">
                  <c:v>5.40631238</c:v>
                </c:pt>
                <c:pt idx="3119">
                  <c:v>5.406559</c:v>
                </c:pt>
                <c:pt idx="3120">
                  <c:v>5.40825291</c:v>
                </c:pt>
                <c:pt idx="3121">
                  <c:v>5.40851934</c:v>
                </c:pt>
                <c:pt idx="3122">
                  <c:v>5.40937831</c:v>
                </c:pt>
                <c:pt idx="3123">
                  <c:v>5.41193588</c:v>
                </c:pt>
                <c:pt idx="3124">
                  <c:v>5.41246753</c:v>
                </c:pt>
                <c:pt idx="3125">
                  <c:v>5.41266957</c:v>
                </c:pt>
                <c:pt idx="3126">
                  <c:v>5.41449354</c:v>
                </c:pt>
                <c:pt idx="3127">
                  <c:v>5.41673197</c:v>
                </c:pt>
                <c:pt idx="3128">
                  <c:v>5.41789592</c:v>
                </c:pt>
                <c:pt idx="3129">
                  <c:v>5.41864194</c:v>
                </c:pt>
                <c:pt idx="3130">
                  <c:v>5.42041227</c:v>
                </c:pt>
                <c:pt idx="3131">
                  <c:v>5.42265266</c:v>
                </c:pt>
                <c:pt idx="3132">
                  <c:v>5.42341317</c:v>
                </c:pt>
                <c:pt idx="3133">
                  <c:v>5.42409402</c:v>
                </c:pt>
                <c:pt idx="3134">
                  <c:v>5.42525352</c:v>
                </c:pt>
                <c:pt idx="3135">
                  <c:v>5.42626594</c:v>
                </c:pt>
                <c:pt idx="3136">
                  <c:v>5.42712563</c:v>
                </c:pt>
                <c:pt idx="3137">
                  <c:v>5.42843702</c:v>
                </c:pt>
                <c:pt idx="3138">
                  <c:v>5.42854181</c:v>
                </c:pt>
                <c:pt idx="3139">
                  <c:v>5.42867711</c:v>
                </c:pt>
                <c:pt idx="3140">
                  <c:v>5.43605027</c:v>
                </c:pt>
                <c:pt idx="3141">
                  <c:v>5.43695583</c:v>
                </c:pt>
                <c:pt idx="3142">
                  <c:v>5.43771105</c:v>
                </c:pt>
                <c:pt idx="3143">
                  <c:v>5.44169478</c:v>
                </c:pt>
                <c:pt idx="3144">
                  <c:v>5.4421871</c:v>
                </c:pt>
                <c:pt idx="3145">
                  <c:v>5.44478002</c:v>
                </c:pt>
                <c:pt idx="3146">
                  <c:v>5.44487261</c:v>
                </c:pt>
                <c:pt idx="3147">
                  <c:v>5.44577765</c:v>
                </c:pt>
                <c:pt idx="3148">
                  <c:v>5.44679275</c:v>
                </c:pt>
                <c:pt idx="3149">
                  <c:v>5.44817048</c:v>
                </c:pt>
                <c:pt idx="3150">
                  <c:v>5.44894191</c:v>
                </c:pt>
                <c:pt idx="3151">
                  <c:v>5.44933843</c:v>
                </c:pt>
                <c:pt idx="3152">
                  <c:v>5.45166067</c:v>
                </c:pt>
                <c:pt idx="3153">
                  <c:v>5.45265063</c:v>
                </c:pt>
                <c:pt idx="3154">
                  <c:v>5.45266902</c:v>
                </c:pt>
                <c:pt idx="3155">
                  <c:v>5.45354335</c:v>
                </c:pt>
                <c:pt idx="3156">
                  <c:v>5.45522434</c:v>
                </c:pt>
                <c:pt idx="3157">
                  <c:v>5.45709405</c:v>
                </c:pt>
                <c:pt idx="3158">
                  <c:v>5.45903308</c:v>
                </c:pt>
                <c:pt idx="3159">
                  <c:v>5.45971213</c:v>
                </c:pt>
                <c:pt idx="3160">
                  <c:v>5.46001229</c:v>
                </c:pt>
                <c:pt idx="3161">
                  <c:v>5.4601033</c:v>
                </c:pt>
                <c:pt idx="3162">
                  <c:v>5.46090905</c:v>
                </c:pt>
                <c:pt idx="3163">
                  <c:v>5.4636344</c:v>
                </c:pt>
                <c:pt idx="3164">
                  <c:v>5.46522141</c:v>
                </c:pt>
                <c:pt idx="3165">
                  <c:v>5.4653647</c:v>
                </c:pt>
                <c:pt idx="3166">
                  <c:v>5.46790166</c:v>
                </c:pt>
                <c:pt idx="3167">
                  <c:v>5.4689493</c:v>
                </c:pt>
                <c:pt idx="3168">
                  <c:v>5.46980766</c:v>
                </c:pt>
                <c:pt idx="3169">
                  <c:v>5.47014714</c:v>
                </c:pt>
                <c:pt idx="3170">
                  <c:v>5.47195852</c:v>
                </c:pt>
                <c:pt idx="3171">
                  <c:v>5.47232609</c:v>
                </c:pt>
                <c:pt idx="3172">
                  <c:v>5.47422703</c:v>
                </c:pt>
                <c:pt idx="3173">
                  <c:v>5.47423708</c:v>
                </c:pt>
                <c:pt idx="3174">
                  <c:v>5.47466024</c:v>
                </c:pt>
                <c:pt idx="3175">
                  <c:v>5.47647685</c:v>
                </c:pt>
                <c:pt idx="3176">
                  <c:v>5.4771679</c:v>
                </c:pt>
                <c:pt idx="3177">
                  <c:v>5.47823084</c:v>
                </c:pt>
                <c:pt idx="3178">
                  <c:v>5.47869139</c:v>
                </c:pt>
                <c:pt idx="3179">
                  <c:v>5.47964613</c:v>
                </c:pt>
                <c:pt idx="3180">
                  <c:v>5.48239436</c:v>
                </c:pt>
                <c:pt idx="3181">
                  <c:v>5.48258559</c:v>
                </c:pt>
                <c:pt idx="3182">
                  <c:v>5.48345049</c:v>
                </c:pt>
                <c:pt idx="3183">
                  <c:v>5.48449164</c:v>
                </c:pt>
                <c:pt idx="3184">
                  <c:v>5.48540198</c:v>
                </c:pt>
                <c:pt idx="3185">
                  <c:v>5.48710255</c:v>
                </c:pt>
                <c:pt idx="3186">
                  <c:v>5.48751196</c:v>
                </c:pt>
                <c:pt idx="3187">
                  <c:v>5.48839084</c:v>
                </c:pt>
                <c:pt idx="3188">
                  <c:v>5.49008535</c:v>
                </c:pt>
                <c:pt idx="3189">
                  <c:v>5.49022845</c:v>
                </c:pt>
                <c:pt idx="3190">
                  <c:v>5.492019</c:v>
                </c:pt>
                <c:pt idx="3191">
                  <c:v>5.49226186</c:v>
                </c:pt>
                <c:pt idx="3192">
                  <c:v>5.49405573</c:v>
                </c:pt>
                <c:pt idx="3193">
                  <c:v>5.49440541</c:v>
                </c:pt>
                <c:pt idx="3194">
                  <c:v>5.49454418</c:v>
                </c:pt>
                <c:pt idx="3195">
                  <c:v>5.49881218</c:v>
                </c:pt>
                <c:pt idx="3196">
                  <c:v>5.49889341</c:v>
                </c:pt>
                <c:pt idx="3197">
                  <c:v>5.49929518</c:v>
                </c:pt>
                <c:pt idx="3198">
                  <c:v>5.5011647</c:v>
                </c:pt>
                <c:pt idx="3199">
                  <c:v>5.50257117</c:v>
                </c:pt>
                <c:pt idx="3200">
                  <c:v>5.50326756</c:v>
                </c:pt>
                <c:pt idx="3201">
                  <c:v>5.50342613</c:v>
                </c:pt>
                <c:pt idx="3202">
                  <c:v>5.50397504</c:v>
                </c:pt>
                <c:pt idx="3203">
                  <c:v>5.50496504</c:v>
                </c:pt>
                <c:pt idx="3204">
                  <c:v>5.50640767</c:v>
                </c:pt>
                <c:pt idx="3205">
                  <c:v>5.50663518</c:v>
                </c:pt>
                <c:pt idx="3206">
                  <c:v>5.50777828</c:v>
                </c:pt>
                <c:pt idx="3207">
                  <c:v>5.50938731</c:v>
                </c:pt>
                <c:pt idx="3208">
                  <c:v>5.50965847</c:v>
                </c:pt>
                <c:pt idx="3209">
                  <c:v>5.51084754</c:v>
                </c:pt>
                <c:pt idx="3210">
                  <c:v>5.51279359</c:v>
                </c:pt>
                <c:pt idx="3211">
                  <c:v>5.51372761</c:v>
                </c:pt>
                <c:pt idx="3212">
                  <c:v>5.51486136</c:v>
                </c:pt>
                <c:pt idx="3213">
                  <c:v>5.51652389</c:v>
                </c:pt>
                <c:pt idx="3214">
                  <c:v>5.51684977</c:v>
                </c:pt>
                <c:pt idx="3215">
                  <c:v>5.51700085</c:v>
                </c:pt>
                <c:pt idx="3216">
                  <c:v>5.52146382</c:v>
                </c:pt>
                <c:pt idx="3217">
                  <c:v>5.52449769</c:v>
                </c:pt>
                <c:pt idx="3218">
                  <c:v>5.52450573</c:v>
                </c:pt>
                <c:pt idx="3219">
                  <c:v>5.5255539</c:v>
                </c:pt>
                <c:pt idx="3220">
                  <c:v>5.52599339</c:v>
                </c:pt>
                <c:pt idx="3221">
                  <c:v>5.52691017</c:v>
                </c:pt>
                <c:pt idx="3222">
                  <c:v>5.53182297</c:v>
                </c:pt>
                <c:pt idx="3223">
                  <c:v>5.53471863</c:v>
                </c:pt>
                <c:pt idx="3224">
                  <c:v>5.53507572</c:v>
                </c:pt>
                <c:pt idx="3225">
                  <c:v>5.536197</c:v>
                </c:pt>
                <c:pt idx="3226">
                  <c:v>5.53772692</c:v>
                </c:pt>
                <c:pt idx="3227">
                  <c:v>5.53870231</c:v>
                </c:pt>
                <c:pt idx="3228">
                  <c:v>5.53945407</c:v>
                </c:pt>
                <c:pt idx="3229">
                  <c:v>5.54069647</c:v>
                </c:pt>
                <c:pt idx="3230">
                  <c:v>5.54214387</c:v>
                </c:pt>
                <c:pt idx="3231">
                  <c:v>5.54646553</c:v>
                </c:pt>
                <c:pt idx="3232">
                  <c:v>5.54661726</c:v>
                </c:pt>
                <c:pt idx="3233">
                  <c:v>5.54904974</c:v>
                </c:pt>
                <c:pt idx="3234">
                  <c:v>5.54950826</c:v>
                </c:pt>
                <c:pt idx="3235">
                  <c:v>5.55102912</c:v>
                </c:pt>
                <c:pt idx="3236">
                  <c:v>5.55348948</c:v>
                </c:pt>
                <c:pt idx="3237">
                  <c:v>5.55411672</c:v>
                </c:pt>
                <c:pt idx="3238">
                  <c:v>5.55677613</c:v>
                </c:pt>
                <c:pt idx="3239">
                  <c:v>5.55687897</c:v>
                </c:pt>
                <c:pt idx="3240">
                  <c:v>5.55696573</c:v>
                </c:pt>
                <c:pt idx="3241">
                  <c:v>5.55942705</c:v>
                </c:pt>
                <c:pt idx="3242">
                  <c:v>5.55995846</c:v>
                </c:pt>
                <c:pt idx="3243">
                  <c:v>5.56147722</c:v>
                </c:pt>
                <c:pt idx="3244">
                  <c:v>5.56243318</c:v>
                </c:pt>
                <c:pt idx="3245">
                  <c:v>5.56281404</c:v>
                </c:pt>
                <c:pt idx="3246">
                  <c:v>5.56451114</c:v>
                </c:pt>
                <c:pt idx="3247">
                  <c:v>5.56583023</c:v>
                </c:pt>
                <c:pt idx="3248">
                  <c:v>5.56697093</c:v>
                </c:pt>
                <c:pt idx="3249">
                  <c:v>5.56703723</c:v>
                </c:pt>
                <c:pt idx="3250">
                  <c:v>5.57146691</c:v>
                </c:pt>
                <c:pt idx="3251">
                  <c:v>5.57323757</c:v>
                </c:pt>
                <c:pt idx="3252">
                  <c:v>5.57579117</c:v>
                </c:pt>
                <c:pt idx="3253">
                  <c:v>5.57909462</c:v>
                </c:pt>
                <c:pt idx="3254">
                  <c:v>5.57918122</c:v>
                </c:pt>
                <c:pt idx="3255">
                  <c:v>5.58024434</c:v>
                </c:pt>
                <c:pt idx="3256">
                  <c:v>5.58168292</c:v>
                </c:pt>
                <c:pt idx="3257">
                  <c:v>5.5844994</c:v>
                </c:pt>
                <c:pt idx="3258">
                  <c:v>5.58469792</c:v>
                </c:pt>
                <c:pt idx="3259">
                  <c:v>5.5849873</c:v>
                </c:pt>
                <c:pt idx="3260">
                  <c:v>5.58655374</c:v>
                </c:pt>
                <c:pt idx="3261">
                  <c:v>5.58907063</c:v>
                </c:pt>
                <c:pt idx="3262">
                  <c:v>5.58917317</c:v>
                </c:pt>
                <c:pt idx="3263">
                  <c:v>5.59087184</c:v>
                </c:pt>
                <c:pt idx="3264">
                  <c:v>5.5909763</c:v>
                </c:pt>
                <c:pt idx="3265">
                  <c:v>5.59400315</c:v>
                </c:pt>
                <c:pt idx="3266">
                  <c:v>5.59544907</c:v>
                </c:pt>
                <c:pt idx="3267">
                  <c:v>5.59795907</c:v>
                </c:pt>
                <c:pt idx="3268">
                  <c:v>5.59897707</c:v>
                </c:pt>
                <c:pt idx="3269">
                  <c:v>5.59968118</c:v>
                </c:pt>
                <c:pt idx="3270">
                  <c:v>5.60157203</c:v>
                </c:pt>
                <c:pt idx="3271">
                  <c:v>5.60164826</c:v>
                </c:pt>
                <c:pt idx="3272">
                  <c:v>5.60694408</c:v>
                </c:pt>
                <c:pt idx="3273">
                  <c:v>5.60805261</c:v>
                </c:pt>
                <c:pt idx="3274">
                  <c:v>5.60862417</c:v>
                </c:pt>
                <c:pt idx="3275">
                  <c:v>5.61091548</c:v>
                </c:pt>
                <c:pt idx="3276">
                  <c:v>5.61158629</c:v>
                </c:pt>
                <c:pt idx="3277">
                  <c:v>5.61203918</c:v>
                </c:pt>
                <c:pt idx="3278">
                  <c:v>5.61693634</c:v>
                </c:pt>
                <c:pt idx="3279">
                  <c:v>5.61743819</c:v>
                </c:pt>
                <c:pt idx="3280">
                  <c:v>5.6188177</c:v>
                </c:pt>
                <c:pt idx="3281">
                  <c:v>5.62052475</c:v>
                </c:pt>
                <c:pt idx="3282">
                  <c:v>5.62308984</c:v>
                </c:pt>
                <c:pt idx="3283">
                  <c:v>5.62341842</c:v>
                </c:pt>
                <c:pt idx="3284">
                  <c:v>5.62366888</c:v>
                </c:pt>
                <c:pt idx="3285">
                  <c:v>5.62491188</c:v>
                </c:pt>
                <c:pt idx="3286">
                  <c:v>5.62909572</c:v>
                </c:pt>
                <c:pt idx="3287">
                  <c:v>5.62932647</c:v>
                </c:pt>
                <c:pt idx="3288">
                  <c:v>5.63135981</c:v>
                </c:pt>
                <c:pt idx="3289">
                  <c:v>5.63160453</c:v>
                </c:pt>
                <c:pt idx="3290">
                  <c:v>5.63232403</c:v>
                </c:pt>
                <c:pt idx="3291">
                  <c:v>5.63627345</c:v>
                </c:pt>
                <c:pt idx="3292">
                  <c:v>5.63629444</c:v>
                </c:pt>
                <c:pt idx="3293">
                  <c:v>5.63820414</c:v>
                </c:pt>
                <c:pt idx="3294">
                  <c:v>5.6382738</c:v>
                </c:pt>
                <c:pt idx="3295">
                  <c:v>5.64005527</c:v>
                </c:pt>
                <c:pt idx="3296">
                  <c:v>5.64180834</c:v>
                </c:pt>
                <c:pt idx="3297">
                  <c:v>5.64218267</c:v>
                </c:pt>
                <c:pt idx="3298">
                  <c:v>5.6431068</c:v>
                </c:pt>
                <c:pt idx="3299">
                  <c:v>5.64409233</c:v>
                </c:pt>
                <c:pt idx="3300">
                  <c:v>5.64623027</c:v>
                </c:pt>
                <c:pt idx="3301">
                  <c:v>5.64661146</c:v>
                </c:pt>
                <c:pt idx="3302">
                  <c:v>5.64667479</c:v>
                </c:pt>
                <c:pt idx="3303">
                  <c:v>5.64706517</c:v>
                </c:pt>
                <c:pt idx="3304">
                  <c:v>5.64848211</c:v>
                </c:pt>
                <c:pt idx="3305">
                  <c:v>5.6502155</c:v>
                </c:pt>
                <c:pt idx="3306">
                  <c:v>5.65104319</c:v>
                </c:pt>
                <c:pt idx="3307">
                  <c:v>5.65256642</c:v>
                </c:pt>
                <c:pt idx="3308">
                  <c:v>5.6540311</c:v>
                </c:pt>
                <c:pt idx="3309">
                  <c:v>5.65554728</c:v>
                </c:pt>
                <c:pt idx="3310">
                  <c:v>5.65725788</c:v>
                </c:pt>
                <c:pt idx="3311">
                  <c:v>5.65970864</c:v>
                </c:pt>
                <c:pt idx="3312">
                  <c:v>5.66000483</c:v>
                </c:pt>
                <c:pt idx="3313">
                  <c:v>5.66436098</c:v>
                </c:pt>
                <c:pt idx="3314">
                  <c:v>5.66588112</c:v>
                </c:pt>
                <c:pt idx="3315">
                  <c:v>5.66749599</c:v>
                </c:pt>
                <c:pt idx="3316">
                  <c:v>5.67021414</c:v>
                </c:pt>
                <c:pt idx="3317">
                  <c:v>5.67062173</c:v>
                </c:pt>
                <c:pt idx="3318">
                  <c:v>5.67178211</c:v>
                </c:pt>
                <c:pt idx="3319">
                  <c:v>5.67442553</c:v>
                </c:pt>
                <c:pt idx="3320">
                  <c:v>5.67472829</c:v>
                </c:pt>
                <c:pt idx="3321">
                  <c:v>5.6763424</c:v>
                </c:pt>
                <c:pt idx="3322">
                  <c:v>5.67757323</c:v>
                </c:pt>
                <c:pt idx="3323">
                  <c:v>5.67768889</c:v>
                </c:pt>
                <c:pt idx="3324">
                  <c:v>5.67803332</c:v>
                </c:pt>
                <c:pt idx="3325">
                  <c:v>5.68004359</c:v>
                </c:pt>
                <c:pt idx="3326">
                  <c:v>5.68221303</c:v>
                </c:pt>
                <c:pt idx="3327">
                  <c:v>5.68244349</c:v>
                </c:pt>
                <c:pt idx="3328">
                  <c:v>5.68351348</c:v>
                </c:pt>
                <c:pt idx="3329">
                  <c:v>5.68364518</c:v>
                </c:pt>
                <c:pt idx="3330">
                  <c:v>5.68582731</c:v>
                </c:pt>
                <c:pt idx="3331">
                  <c:v>5.68620207</c:v>
                </c:pt>
                <c:pt idx="3332">
                  <c:v>5.69037372</c:v>
                </c:pt>
                <c:pt idx="3333">
                  <c:v>5.69125998</c:v>
                </c:pt>
                <c:pt idx="3334">
                  <c:v>5.6940014</c:v>
                </c:pt>
                <c:pt idx="3335">
                  <c:v>5.6942414</c:v>
                </c:pt>
                <c:pt idx="3336">
                  <c:v>5.6953562</c:v>
                </c:pt>
                <c:pt idx="3337">
                  <c:v>5.69653978</c:v>
                </c:pt>
                <c:pt idx="3338">
                  <c:v>5.69794059</c:v>
                </c:pt>
                <c:pt idx="3339">
                  <c:v>5.69983637</c:v>
                </c:pt>
                <c:pt idx="3340">
                  <c:v>5.70094185</c:v>
                </c:pt>
                <c:pt idx="3341">
                  <c:v>5.70126108</c:v>
                </c:pt>
                <c:pt idx="3342">
                  <c:v>5.7028646</c:v>
                </c:pt>
                <c:pt idx="3343">
                  <c:v>5.70303835</c:v>
                </c:pt>
                <c:pt idx="3344">
                  <c:v>5.70604105</c:v>
                </c:pt>
                <c:pt idx="3345">
                  <c:v>5.70723384</c:v>
                </c:pt>
                <c:pt idx="3346">
                  <c:v>5.70822491</c:v>
                </c:pt>
                <c:pt idx="3347">
                  <c:v>5.70982628</c:v>
                </c:pt>
                <c:pt idx="3348">
                  <c:v>5.71153231</c:v>
                </c:pt>
                <c:pt idx="3349">
                  <c:v>5.71176034</c:v>
                </c:pt>
                <c:pt idx="3350">
                  <c:v>5.71317616</c:v>
                </c:pt>
                <c:pt idx="3351">
                  <c:v>5.71484365</c:v>
                </c:pt>
                <c:pt idx="3352">
                  <c:v>5.71598645</c:v>
                </c:pt>
                <c:pt idx="3353">
                  <c:v>5.71830197</c:v>
                </c:pt>
                <c:pt idx="3354">
                  <c:v>5.71860904</c:v>
                </c:pt>
                <c:pt idx="3355">
                  <c:v>5.71904887</c:v>
                </c:pt>
                <c:pt idx="3356">
                  <c:v>5.72044171</c:v>
                </c:pt>
                <c:pt idx="3357">
                  <c:v>5.72365165</c:v>
                </c:pt>
                <c:pt idx="3358">
                  <c:v>5.7244247</c:v>
                </c:pt>
                <c:pt idx="3359">
                  <c:v>5.72487907</c:v>
                </c:pt>
                <c:pt idx="3360">
                  <c:v>5.72492551</c:v>
                </c:pt>
                <c:pt idx="3361">
                  <c:v>5.72559506</c:v>
                </c:pt>
                <c:pt idx="3362">
                  <c:v>5.72693769</c:v>
                </c:pt>
                <c:pt idx="3363">
                  <c:v>5.7298404</c:v>
                </c:pt>
                <c:pt idx="3364">
                  <c:v>5.73078485</c:v>
                </c:pt>
                <c:pt idx="3365">
                  <c:v>5.73246692</c:v>
                </c:pt>
                <c:pt idx="3366">
                  <c:v>5.73376298</c:v>
                </c:pt>
                <c:pt idx="3367">
                  <c:v>5.73470319</c:v>
                </c:pt>
                <c:pt idx="3368">
                  <c:v>5.73531003</c:v>
                </c:pt>
                <c:pt idx="3369">
                  <c:v>5.73572144</c:v>
                </c:pt>
                <c:pt idx="3370">
                  <c:v>5.73827325</c:v>
                </c:pt>
                <c:pt idx="3371">
                  <c:v>5.73843558</c:v>
                </c:pt>
                <c:pt idx="3372">
                  <c:v>5.74012665</c:v>
                </c:pt>
                <c:pt idx="3373">
                  <c:v>5.7412005</c:v>
                </c:pt>
                <c:pt idx="3374">
                  <c:v>5.74267431</c:v>
                </c:pt>
                <c:pt idx="3375">
                  <c:v>5.74295027</c:v>
                </c:pt>
                <c:pt idx="3376">
                  <c:v>5.74501405</c:v>
                </c:pt>
                <c:pt idx="3377">
                  <c:v>5.74596492</c:v>
                </c:pt>
                <c:pt idx="3378">
                  <c:v>5.74731964</c:v>
                </c:pt>
                <c:pt idx="3379">
                  <c:v>5.74853586</c:v>
                </c:pt>
                <c:pt idx="3380">
                  <c:v>5.74862554</c:v>
                </c:pt>
                <c:pt idx="3381">
                  <c:v>5.75032316</c:v>
                </c:pt>
                <c:pt idx="3382">
                  <c:v>5.75089677</c:v>
                </c:pt>
                <c:pt idx="3383">
                  <c:v>5.75311446</c:v>
                </c:pt>
                <c:pt idx="3384">
                  <c:v>5.75330789</c:v>
                </c:pt>
                <c:pt idx="3385">
                  <c:v>5.75452586</c:v>
                </c:pt>
                <c:pt idx="3386">
                  <c:v>5.75588402</c:v>
                </c:pt>
                <c:pt idx="3387">
                  <c:v>5.75591833</c:v>
                </c:pt>
                <c:pt idx="3388">
                  <c:v>5.75753213</c:v>
                </c:pt>
                <c:pt idx="3389">
                  <c:v>5.76002055</c:v>
                </c:pt>
                <c:pt idx="3390">
                  <c:v>5.76105526</c:v>
                </c:pt>
                <c:pt idx="3391">
                  <c:v>5.76213905</c:v>
                </c:pt>
                <c:pt idx="3392">
                  <c:v>5.762646</c:v>
                </c:pt>
                <c:pt idx="3393">
                  <c:v>5.76339052</c:v>
                </c:pt>
                <c:pt idx="3394">
                  <c:v>5.76938474</c:v>
                </c:pt>
                <c:pt idx="3395">
                  <c:v>5.77263423</c:v>
                </c:pt>
                <c:pt idx="3396">
                  <c:v>5.77381667</c:v>
                </c:pt>
                <c:pt idx="3397">
                  <c:v>5.77446824</c:v>
                </c:pt>
                <c:pt idx="3398">
                  <c:v>5.77505815</c:v>
                </c:pt>
                <c:pt idx="3399">
                  <c:v>5.77955295</c:v>
                </c:pt>
                <c:pt idx="3400">
                  <c:v>5.779719</c:v>
                </c:pt>
                <c:pt idx="3401">
                  <c:v>5.78019557</c:v>
                </c:pt>
                <c:pt idx="3402">
                  <c:v>5.78455993</c:v>
                </c:pt>
                <c:pt idx="3403">
                  <c:v>5.78758045</c:v>
                </c:pt>
                <c:pt idx="3404">
                  <c:v>5.78949162</c:v>
                </c:pt>
                <c:pt idx="3405">
                  <c:v>5.78999241</c:v>
                </c:pt>
                <c:pt idx="3406">
                  <c:v>5.79108388</c:v>
                </c:pt>
                <c:pt idx="3407">
                  <c:v>5.79193785</c:v>
                </c:pt>
                <c:pt idx="3408">
                  <c:v>5.79253906</c:v>
                </c:pt>
                <c:pt idx="3409">
                  <c:v>5.79755149</c:v>
                </c:pt>
                <c:pt idx="3410">
                  <c:v>5.79848161</c:v>
                </c:pt>
                <c:pt idx="3411">
                  <c:v>5.80055362</c:v>
                </c:pt>
                <c:pt idx="3412">
                  <c:v>5.80123696</c:v>
                </c:pt>
                <c:pt idx="3413">
                  <c:v>5.80220392</c:v>
                </c:pt>
                <c:pt idx="3414">
                  <c:v>5.8025972</c:v>
                </c:pt>
                <c:pt idx="3415">
                  <c:v>5.80715326</c:v>
                </c:pt>
                <c:pt idx="3416">
                  <c:v>5.80730132</c:v>
                </c:pt>
                <c:pt idx="3417">
                  <c:v>5.80795792</c:v>
                </c:pt>
                <c:pt idx="3418">
                  <c:v>5.81017186</c:v>
                </c:pt>
                <c:pt idx="3419">
                  <c:v>5.81092839</c:v>
                </c:pt>
                <c:pt idx="3420">
                  <c:v>5.8113416</c:v>
                </c:pt>
                <c:pt idx="3421">
                  <c:v>5.8117345</c:v>
                </c:pt>
                <c:pt idx="3422">
                  <c:v>5.8124673</c:v>
                </c:pt>
                <c:pt idx="3423">
                  <c:v>5.81618346</c:v>
                </c:pt>
                <c:pt idx="3424">
                  <c:v>5.81682915</c:v>
                </c:pt>
                <c:pt idx="3425">
                  <c:v>5.81986073</c:v>
                </c:pt>
                <c:pt idx="3426">
                  <c:v>5.82050777</c:v>
                </c:pt>
                <c:pt idx="3427">
                  <c:v>5.82062259</c:v>
                </c:pt>
                <c:pt idx="3428">
                  <c:v>5.82277902</c:v>
                </c:pt>
                <c:pt idx="3429">
                  <c:v>5.82345127</c:v>
                </c:pt>
                <c:pt idx="3430">
                  <c:v>5.82565531</c:v>
                </c:pt>
                <c:pt idx="3431">
                  <c:v>5.82655984</c:v>
                </c:pt>
                <c:pt idx="3432">
                  <c:v>5.82721328</c:v>
                </c:pt>
                <c:pt idx="3433">
                  <c:v>5.82783534</c:v>
                </c:pt>
                <c:pt idx="3434">
                  <c:v>5.83012074</c:v>
                </c:pt>
                <c:pt idx="3435">
                  <c:v>5.83018416</c:v>
                </c:pt>
                <c:pt idx="3436">
                  <c:v>5.83020837</c:v>
                </c:pt>
                <c:pt idx="3437">
                  <c:v>5.83098384</c:v>
                </c:pt>
                <c:pt idx="3438">
                  <c:v>5.83371863</c:v>
                </c:pt>
                <c:pt idx="3439">
                  <c:v>5.83402173</c:v>
                </c:pt>
                <c:pt idx="3440">
                  <c:v>5.83613804</c:v>
                </c:pt>
                <c:pt idx="3441">
                  <c:v>5.83625576</c:v>
                </c:pt>
                <c:pt idx="3442">
                  <c:v>5.839146</c:v>
                </c:pt>
                <c:pt idx="3443">
                  <c:v>5.84022937</c:v>
                </c:pt>
                <c:pt idx="3444">
                  <c:v>5.8413151</c:v>
                </c:pt>
                <c:pt idx="3445">
                  <c:v>5.84387381</c:v>
                </c:pt>
                <c:pt idx="3446">
                  <c:v>5.84786048</c:v>
                </c:pt>
                <c:pt idx="3447">
                  <c:v>5.8491731</c:v>
                </c:pt>
                <c:pt idx="3448">
                  <c:v>5.85017891</c:v>
                </c:pt>
                <c:pt idx="3449">
                  <c:v>5.85094857</c:v>
                </c:pt>
                <c:pt idx="3450">
                  <c:v>5.8560945</c:v>
                </c:pt>
                <c:pt idx="3451">
                  <c:v>5.85823056</c:v>
                </c:pt>
                <c:pt idx="3452">
                  <c:v>5.85838367</c:v>
                </c:pt>
                <c:pt idx="3453">
                  <c:v>5.85941902</c:v>
                </c:pt>
                <c:pt idx="3454">
                  <c:v>5.85953157</c:v>
                </c:pt>
                <c:pt idx="3455">
                  <c:v>5.86778512</c:v>
                </c:pt>
                <c:pt idx="3456">
                  <c:v>5.86862428</c:v>
                </c:pt>
                <c:pt idx="3457">
                  <c:v>5.87310015</c:v>
                </c:pt>
                <c:pt idx="3458">
                  <c:v>5.87368215</c:v>
                </c:pt>
                <c:pt idx="3459">
                  <c:v>5.87430966</c:v>
                </c:pt>
                <c:pt idx="3460">
                  <c:v>5.87556599</c:v>
                </c:pt>
                <c:pt idx="3461">
                  <c:v>5.87563053</c:v>
                </c:pt>
                <c:pt idx="3462">
                  <c:v>5.88451461</c:v>
                </c:pt>
                <c:pt idx="3463">
                  <c:v>5.88876897</c:v>
                </c:pt>
                <c:pt idx="3464">
                  <c:v>5.89021413</c:v>
                </c:pt>
                <c:pt idx="3465">
                  <c:v>5.89207767</c:v>
                </c:pt>
                <c:pt idx="3466">
                  <c:v>5.89461259</c:v>
                </c:pt>
                <c:pt idx="3467">
                  <c:v>5.89611462</c:v>
                </c:pt>
                <c:pt idx="3468">
                  <c:v>5.89791486</c:v>
                </c:pt>
                <c:pt idx="3469">
                  <c:v>5.90146615</c:v>
                </c:pt>
                <c:pt idx="3470">
                  <c:v>5.90354797</c:v>
                </c:pt>
                <c:pt idx="3471">
                  <c:v>5.90490363</c:v>
                </c:pt>
                <c:pt idx="3472">
                  <c:v>5.90507053</c:v>
                </c:pt>
                <c:pt idx="3473">
                  <c:v>5.91241844</c:v>
                </c:pt>
                <c:pt idx="3474">
                  <c:v>5.91464706</c:v>
                </c:pt>
                <c:pt idx="3475">
                  <c:v>5.91562377</c:v>
                </c:pt>
                <c:pt idx="3476">
                  <c:v>5.91669754</c:v>
                </c:pt>
                <c:pt idx="3477">
                  <c:v>5.91678146</c:v>
                </c:pt>
                <c:pt idx="3478">
                  <c:v>5.92636754</c:v>
                </c:pt>
                <c:pt idx="3479">
                  <c:v>5.926873</c:v>
                </c:pt>
                <c:pt idx="3480">
                  <c:v>5.93449134</c:v>
                </c:pt>
                <c:pt idx="3481">
                  <c:v>5.9352387</c:v>
                </c:pt>
                <c:pt idx="3482">
                  <c:v>5.94137821</c:v>
                </c:pt>
                <c:pt idx="3483">
                  <c:v>5.94297628</c:v>
                </c:pt>
                <c:pt idx="3484">
                  <c:v>5.94690634</c:v>
                </c:pt>
                <c:pt idx="3485">
                  <c:v>5.94751935</c:v>
                </c:pt>
                <c:pt idx="3486">
                  <c:v>5.95204004</c:v>
                </c:pt>
                <c:pt idx="3487">
                  <c:v>5.95717291</c:v>
                </c:pt>
                <c:pt idx="3488">
                  <c:v>5.95764959</c:v>
                </c:pt>
                <c:pt idx="3489">
                  <c:v>5.96498546</c:v>
                </c:pt>
                <c:pt idx="3490">
                  <c:v>5.96521116</c:v>
                </c:pt>
                <c:pt idx="3491">
                  <c:v>5.96744916</c:v>
                </c:pt>
                <c:pt idx="3492">
                  <c:v>5.97031648</c:v>
                </c:pt>
                <c:pt idx="3493">
                  <c:v>5.97054662</c:v>
                </c:pt>
                <c:pt idx="3494">
                  <c:v>5.9719566</c:v>
                </c:pt>
                <c:pt idx="3495">
                  <c:v>5.97231621</c:v>
                </c:pt>
                <c:pt idx="3496">
                  <c:v>5.9754879</c:v>
                </c:pt>
                <c:pt idx="3497">
                  <c:v>5.97784341</c:v>
                </c:pt>
                <c:pt idx="3498">
                  <c:v>5.97827746</c:v>
                </c:pt>
                <c:pt idx="3499">
                  <c:v>5.98117356</c:v>
                </c:pt>
                <c:pt idx="3500">
                  <c:v>5.98669502</c:v>
                </c:pt>
                <c:pt idx="3501">
                  <c:v>5.9871039</c:v>
                </c:pt>
                <c:pt idx="3502">
                  <c:v>5.98877741</c:v>
                </c:pt>
                <c:pt idx="3503">
                  <c:v>5.99066118</c:v>
                </c:pt>
                <c:pt idx="3504">
                  <c:v>5.9958476</c:v>
                </c:pt>
                <c:pt idx="3505">
                  <c:v>5.99651247</c:v>
                </c:pt>
                <c:pt idx="3506">
                  <c:v>6.00046273</c:v>
                </c:pt>
                <c:pt idx="3507">
                  <c:v>6.0014013</c:v>
                </c:pt>
                <c:pt idx="3508">
                  <c:v>6.00610957</c:v>
                </c:pt>
                <c:pt idx="3509">
                  <c:v>6.00623031</c:v>
                </c:pt>
                <c:pt idx="3510">
                  <c:v>6.01165628</c:v>
                </c:pt>
                <c:pt idx="3511">
                  <c:v>6.01469386</c:v>
                </c:pt>
                <c:pt idx="3512">
                  <c:v>6.01500372</c:v>
                </c:pt>
                <c:pt idx="3513">
                  <c:v>6.01928875</c:v>
                </c:pt>
                <c:pt idx="3514">
                  <c:v>6.02242541</c:v>
                </c:pt>
                <c:pt idx="3515">
                  <c:v>6.02351496</c:v>
                </c:pt>
                <c:pt idx="3516">
                  <c:v>6.02387256</c:v>
                </c:pt>
                <c:pt idx="3517">
                  <c:v>6.02943529</c:v>
                </c:pt>
                <c:pt idx="3518">
                  <c:v>6.0300672</c:v>
                </c:pt>
                <c:pt idx="3519">
                  <c:v>6.03242815</c:v>
                </c:pt>
                <c:pt idx="3520">
                  <c:v>6.03250905</c:v>
                </c:pt>
                <c:pt idx="3521">
                  <c:v>6.03274032</c:v>
                </c:pt>
                <c:pt idx="3522">
                  <c:v>6.03837126</c:v>
                </c:pt>
                <c:pt idx="3523">
                  <c:v>6.03975738</c:v>
                </c:pt>
                <c:pt idx="3524">
                  <c:v>6.04038962</c:v>
                </c:pt>
                <c:pt idx="3525">
                  <c:v>6.04142477</c:v>
                </c:pt>
                <c:pt idx="3526">
                  <c:v>6.04666321</c:v>
                </c:pt>
                <c:pt idx="3527">
                  <c:v>6.0473975</c:v>
                </c:pt>
                <c:pt idx="3528">
                  <c:v>6.05063441</c:v>
                </c:pt>
                <c:pt idx="3529">
                  <c:v>6.05147575</c:v>
                </c:pt>
                <c:pt idx="3530">
                  <c:v>6.05232607</c:v>
                </c:pt>
                <c:pt idx="3531">
                  <c:v>6.05366711</c:v>
                </c:pt>
                <c:pt idx="3532">
                  <c:v>6.05447161</c:v>
                </c:pt>
                <c:pt idx="3533">
                  <c:v>6.0586596</c:v>
                </c:pt>
                <c:pt idx="3534">
                  <c:v>6.05901661</c:v>
                </c:pt>
                <c:pt idx="3535">
                  <c:v>6.05908985</c:v>
                </c:pt>
                <c:pt idx="3536">
                  <c:v>6.06689566</c:v>
                </c:pt>
                <c:pt idx="3537">
                  <c:v>6.0676865</c:v>
                </c:pt>
                <c:pt idx="3538">
                  <c:v>6.07640197</c:v>
                </c:pt>
                <c:pt idx="3539">
                  <c:v>6.07811022</c:v>
                </c:pt>
                <c:pt idx="3540">
                  <c:v>6.07820208</c:v>
                </c:pt>
                <c:pt idx="3541">
                  <c:v>6.08245351</c:v>
                </c:pt>
                <c:pt idx="3542">
                  <c:v>6.08252589</c:v>
                </c:pt>
                <c:pt idx="3543">
                  <c:v>6.08259941</c:v>
                </c:pt>
                <c:pt idx="3544">
                  <c:v>6.08840954</c:v>
                </c:pt>
                <c:pt idx="3545">
                  <c:v>6.09142333</c:v>
                </c:pt>
                <c:pt idx="3546">
                  <c:v>6.09413192</c:v>
                </c:pt>
                <c:pt idx="3547">
                  <c:v>6.09718452</c:v>
                </c:pt>
                <c:pt idx="3548">
                  <c:v>6.0987917</c:v>
                </c:pt>
                <c:pt idx="3549">
                  <c:v>6.10004228</c:v>
                </c:pt>
                <c:pt idx="3550">
                  <c:v>6.1001225</c:v>
                </c:pt>
                <c:pt idx="3551">
                  <c:v>6.10472623</c:v>
                </c:pt>
                <c:pt idx="3552">
                  <c:v>6.10677375</c:v>
                </c:pt>
                <c:pt idx="3553">
                  <c:v>6.10739533</c:v>
                </c:pt>
                <c:pt idx="3554">
                  <c:v>6.10895653</c:v>
                </c:pt>
                <c:pt idx="3555">
                  <c:v>6.11206055</c:v>
                </c:pt>
                <c:pt idx="3556">
                  <c:v>6.11389837</c:v>
                </c:pt>
                <c:pt idx="3557">
                  <c:v>6.11460109</c:v>
                </c:pt>
                <c:pt idx="3558">
                  <c:v>6.11487416</c:v>
                </c:pt>
                <c:pt idx="3559">
                  <c:v>6.11897432</c:v>
                </c:pt>
                <c:pt idx="3560">
                  <c:v>6.11914849</c:v>
                </c:pt>
                <c:pt idx="3561">
                  <c:v>6.12464998</c:v>
                </c:pt>
                <c:pt idx="3562">
                  <c:v>6.12645966</c:v>
                </c:pt>
                <c:pt idx="3563">
                  <c:v>6.12758473</c:v>
                </c:pt>
                <c:pt idx="3564">
                  <c:v>6.12779698</c:v>
                </c:pt>
                <c:pt idx="3565">
                  <c:v>6.12801683</c:v>
                </c:pt>
                <c:pt idx="3566">
                  <c:v>6.13674487</c:v>
                </c:pt>
                <c:pt idx="3567">
                  <c:v>6.13806863</c:v>
                </c:pt>
                <c:pt idx="3568">
                  <c:v>6.14260352</c:v>
                </c:pt>
                <c:pt idx="3569">
                  <c:v>6.14329334</c:v>
                </c:pt>
                <c:pt idx="3570">
                  <c:v>6.14495591</c:v>
                </c:pt>
                <c:pt idx="3571">
                  <c:v>6.14551346</c:v>
                </c:pt>
                <c:pt idx="3572">
                  <c:v>6.14564822</c:v>
                </c:pt>
                <c:pt idx="3573">
                  <c:v>6.14567402</c:v>
                </c:pt>
                <c:pt idx="3574">
                  <c:v>6.15235721</c:v>
                </c:pt>
                <c:pt idx="3575">
                  <c:v>6.15277356</c:v>
                </c:pt>
                <c:pt idx="3576">
                  <c:v>6.15632838</c:v>
                </c:pt>
                <c:pt idx="3577">
                  <c:v>6.15659138</c:v>
                </c:pt>
                <c:pt idx="3578">
                  <c:v>6.15816698</c:v>
                </c:pt>
                <c:pt idx="3579">
                  <c:v>6.1588098</c:v>
                </c:pt>
                <c:pt idx="3580">
                  <c:v>6.15892441</c:v>
                </c:pt>
                <c:pt idx="3581">
                  <c:v>6.15975956</c:v>
                </c:pt>
                <c:pt idx="3582">
                  <c:v>6.16104332</c:v>
                </c:pt>
                <c:pt idx="3583">
                  <c:v>6.16175148</c:v>
                </c:pt>
                <c:pt idx="3584">
                  <c:v>6.16275979</c:v>
                </c:pt>
                <c:pt idx="3585">
                  <c:v>6.16384578</c:v>
                </c:pt>
                <c:pt idx="3586">
                  <c:v>6.16447748</c:v>
                </c:pt>
                <c:pt idx="3587">
                  <c:v>6.16619367</c:v>
                </c:pt>
                <c:pt idx="3588">
                  <c:v>6.16892739</c:v>
                </c:pt>
                <c:pt idx="3589">
                  <c:v>6.16979068</c:v>
                </c:pt>
                <c:pt idx="3590">
                  <c:v>6.17008994</c:v>
                </c:pt>
                <c:pt idx="3591">
                  <c:v>6.1719362</c:v>
                </c:pt>
                <c:pt idx="3592">
                  <c:v>6.17202195</c:v>
                </c:pt>
                <c:pt idx="3593">
                  <c:v>6.17216468</c:v>
                </c:pt>
                <c:pt idx="3594">
                  <c:v>6.17695536</c:v>
                </c:pt>
                <c:pt idx="3595">
                  <c:v>6.17805587</c:v>
                </c:pt>
                <c:pt idx="3596">
                  <c:v>6.17858041</c:v>
                </c:pt>
                <c:pt idx="3597">
                  <c:v>6.17886131</c:v>
                </c:pt>
                <c:pt idx="3598">
                  <c:v>6.18201128</c:v>
                </c:pt>
                <c:pt idx="3599">
                  <c:v>6.18236593</c:v>
                </c:pt>
                <c:pt idx="3600">
                  <c:v>6.18364104</c:v>
                </c:pt>
                <c:pt idx="3601">
                  <c:v>6.18471543</c:v>
                </c:pt>
                <c:pt idx="3602">
                  <c:v>6.18498617</c:v>
                </c:pt>
                <c:pt idx="3603">
                  <c:v>6.18589325</c:v>
                </c:pt>
                <c:pt idx="3604">
                  <c:v>6.19325319</c:v>
                </c:pt>
                <c:pt idx="3605">
                  <c:v>6.19484473</c:v>
                </c:pt>
                <c:pt idx="3606">
                  <c:v>6.19499986</c:v>
                </c:pt>
                <c:pt idx="3607">
                  <c:v>6.19559107</c:v>
                </c:pt>
                <c:pt idx="3608">
                  <c:v>6.19612217</c:v>
                </c:pt>
                <c:pt idx="3609">
                  <c:v>6.19680063</c:v>
                </c:pt>
                <c:pt idx="3610">
                  <c:v>6.20103961</c:v>
                </c:pt>
                <c:pt idx="3611">
                  <c:v>6.20165256</c:v>
                </c:pt>
                <c:pt idx="3612">
                  <c:v>6.20265241</c:v>
                </c:pt>
                <c:pt idx="3613">
                  <c:v>6.20340869</c:v>
                </c:pt>
                <c:pt idx="3614">
                  <c:v>6.20365955</c:v>
                </c:pt>
                <c:pt idx="3615">
                  <c:v>6.20584106</c:v>
                </c:pt>
                <c:pt idx="3616">
                  <c:v>6.20613121</c:v>
                </c:pt>
                <c:pt idx="3617">
                  <c:v>6.20637572</c:v>
                </c:pt>
                <c:pt idx="3618">
                  <c:v>6.20709277</c:v>
                </c:pt>
                <c:pt idx="3619">
                  <c:v>6.208108</c:v>
                </c:pt>
                <c:pt idx="3620">
                  <c:v>6.21260401</c:v>
                </c:pt>
                <c:pt idx="3621">
                  <c:v>6.21271804</c:v>
                </c:pt>
                <c:pt idx="3622">
                  <c:v>6.2129227</c:v>
                </c:pt>
                <c:pt idx="3623">
                  <c:v>6.21514299</c:v>
                </c:pt>
                <c:pt idx="3624">
                  <c:v>6.21545034</c:v>
                </c:pt>
                <c:pt idx="3625">
                  <c:v>6.21592202</c:v>
                </c:pt>
                <c:pt idx="3626">
                  <c:v>6.217794</c:v>
                </c:pt>
                <c:pt idx="3627">
                  <c:v>6.2178704</c:v>
                </c:pt>
                <c:pt idx="3628">
                  <c:v>6.21886637</c:v>
                </c:pt>
                <c:pt idx="3629">
                  <c:v>6.21935803</c:v>
                </c:pt>
                <c:pt idx="3630">
                  <c:v>6.21956076</c:v>
                </c:pt>
                <c:pt idx="3631">
                  <c:v>6.21987971</c:v>
                </c:pt>
                <c:pt idx="3632">
                  <c:v>6.22047177</c:v>
                </c:pt>
                <c:pt idx="3633">
                  <c:v>6.2234071</c:v>
                </c:pt>
                <c:pt idx="3634">
                  <c:v>6.22478507</c:v>
                </c:pt>
                <c:pt idx="3635">
                  <c:v>6.22546974</c:v>
                </c:pt>
                <c:pt idx="3636">
                  <c:v>6.22720308</c:v>
                </c:pt>
                <c:pt idx="3637">
                  <c:v>6.22923031</c:v>
                </c:pt>
                <c:pt idx="3638">
                  <c:v>6.22961827</c:v>
                </c:pt>
                <c:pt idx="3639">
                  <c:v>6.22971209</c:v>
                </c:pt>
                <c:pt idx="3640">
                  <c:v>6.23187528</c:v>
                </c:pt>
                <c:pt idx="3641">
                  <c:v>6.23202128</c:v>
                </c:pt>
                <c:pt idx="3642">
                  <c:v>6.23203944</c:v>
                </c:pt>
                <c:pt idx="3643">
                  <c:v>6.23683923</c:v>
                </c:pt>
                <c:pt idx="3644">
                  <c:v>6.23846667</c:v>
                </c:pt>
                <c:pt idx="3645">
                  <c:v>6.2388139</c:v>
                </c:pt>
                <c:pt idx="3646">
                  <c:v>6.2395755</c:v>
                </c:pt>
                <c:pt idx="3647">
                  <c:v>6.2399287</c:v>
                </c:pt>
                <c:pt idx="3648">
                  <c:v>6.2413028</c:v>
                </c:pt>
                <c:pt idx="3649">
                  <c:v>6.24154956</c:v>
                </c:pt>
                <c:pt idx="3650">
                  <c:v>6.24817775</c:v>
                </c:pt>
                <c:pt idx="3651">
                  <c:v>6.24901467</c:v>
                </c:pt>
                <c:pt idx="3652">
                  <c:v>6.24986949</c:v>
                </c:pt>
                <c:pt idx="3653">
                  <c:v>6.25119661</c:v>
                </c:pt>
                <c:pt idx="3654">
                  <c:v>6.25158673</c:v>
                </c:pt>
                <c:pt idx="3655">
                  <c:v>6.25244134</c:v>
                </c:pt>
                <c:pt idx="3656">
                  <c:v>6.25346784</c:v>
                </c:pt>
                <c:pt idx="3657">
                  <c:v>6.25451561</c:v>
                </c:pt>
                <c:pt idx="3658">
                  <c:v>6.25522408</c:v>
                </c:pt>
                <c:pt idx="3659">
                  <c:v>6.25566547</c:v>
                </c:pt>
                <c:pt idx="3660">
                  <c:v>6.25732154</c:v>
                </c:pt>
                <c:pt idx="3661">
                  <c:v>6.25890242</c:v>
                </c:pt>
                <c:pt idx="3662">
                  <c:v>6.25934022</c:v>
                </c:pt>
                <c:pt idx="3663">
                  <c:v>6.25984033</c:v>
                </c:pt>
                <c:pt idx="3664">
                  <c:v>6.26098809</c:v>
                </c:pt>
                <c:pt idx="3665">
                  <c:v>6.2615481</c:v>
                </c:pt>
                <c:pt idx="3666">
                  <c:v>6.26183572</c:v>
                </c:pt>
                <c:pt idx="3667">
                  <c:v>6.26226801</c:v>
                </c:pt>
                <c:pt idx="3668">
                  <c:v>6.26293439</c:v>
                </c:pt>
                <c:pt idx="3669">
                  <c:v>6.2637727</c:v>
                </c:pt>
                <c:pt idx="3670">
                  <c:v>6.26601459</c:v>
                </c:pt>
                <c:pt idx="3671">
                  <c:v>6.26604666</c:v>
                </c:pt>
                <c:pt idx="3672">
                  <c:v>6.26623117</c:v>
                </c:pt>
                <c:pt idx="3673">
                  <c:v>6.26714293</c:v>
                </c:pt>
                <c:pt idx="3674">
                  <c:v>6.26778234</c:v>
                </c:pt>
                <c:pt idx="3675">
                  <c:v>6.26819676</c:v>
                </c:pt>
                <c:pt idx="3676">
                  <c:v>6.27010962</c:v>
                </c:pt>
                <c:pt idx="3677">
                  <c:v>6.27067521</c:v>
                </c:pt>
                <c:pt idx="3678">
                  <c:v>6.27146662</c:v>
                </c:pt>
                <c:pt idx="3679">
                  <c:v>6.27189719</c:v>
                </c:pt>
                <c:pt idx="3680">
                  <c:v>6.27209902</c:v>
                </c:pt>
                <c:pt idx="3681">
                  <c:v>6.27216813</c:v>
                </c:pt>
                <c:pt idx="3682">
                  <c:v>6.27545406</c:v>
                </c:pt>
                <c:pt idx="3683">
                  <c:v>6.27756679</c:v>
                </c:pt>
                <c:pt idx="3684">
                  <c:v>6.27841181</c:v>
                </c:pt>
                <c:pt idx="3685">
                  <c:v>6.27941629</c:v>
                </c:pt>
                <c:pt idx="3686">
                  <c:v>6.2819394</c:v>
                </c:pt>
                <c:pt idx="3687">
                  <c:v>6.28215632</c:v>
                </c:pt>
                <c:pt idx="3688">
                  <c:v>6.28239582</c:v>
                </c:pt>
                <c:pt idx="3689">
                  <c:v>6.28315593</c:v>
                </c:pt>
                <c:pt idx="3690">
                  <c:v>6.28428093</c:v>
                </c:pt>
                <c:pt idx="3691">
                  <c:v>6.28530651</c:v>
                </c:pt>
                <c:pt idx="3692">
                  <c:v>6.28661606</c:v>
                </c:pt>
                <c:pt idx="3693">
                  <c:v>6.28676892</c:v>
                </c:pt>
                <c:pt idx="3694">
                  <c:v>6.28765825</c:v>
                </c:pt>
                <c:pt idx="3695">
                  <c:v>6.28820319</c:v>
                </c:pt>
                <c:pt idx="3696">
                  <c:v>6.28922658</c:v>
                </c:pt>
                <c:pt idx="3697">
                  <c:v>6.29170759</c:v>
                </c:pt>
                <c:pt idx="3698">
                  <c:v>6.29263219</c:v>
                </c:pt>
                <c:pt idx="3699">
                  <c:v>6.29284297</c:v>
                </c:pt>
                <c:pt idx="3700">
                  <c:v>6.29401515</c:v>
                </c:pt>
                <c:pt idx="3701">
                  <c:v>6.29450845</c:v>
                </c:pt>
                <c:pt idx="3702">
                  <c:v>6.29546238</c:v>
                </c:pt>
                <c:pt idx="3703">
                  <c:v>6.29561471</c:v>
                </c:pt>
                <c:pt idx="3704">
                  <c:v>6.29752732</c:v>
                </c:pt>
                <c:pt idx="3705">
                  <c:v>6.29799856</c:v>
                </c:pt>
                <c:pt idx="3706">
                  <c:v>6.29805413</c:v>
                </c:pt>
                <c:pt idx="3707">
                  <c:v>6.29911221</c:v>
                </c:pt>
                <c:pt idx="3708">
                  <c:v>6.30051367</c:v>
                </c:pt>
                <c:pt idx="3709">
                  <c:v>6.30077465</c:v>
                </c:pt>
                <c:pt idx="3710">
                  <c:v>6.30246838</c:v>
                </c:pt>
                <c:pt idx="3711">
                  <c:v>6.30279934</c:v>
                </c:pt>
                <c:pt idx="3712">
                  <c:v>6.30357433</c:v>
                </c:pt>
                <c:pt idx="3713">
                  <c:v>6.30393078</c:v>
                </c:pt>
                <c:pt idx="3714">
                  <c:v>6.30495611</c:v>
                </c:pt>
                <c:pt idx="3715">
                  <c:v>6.30571677</c:v>
                </c:pt>
                <c:pt idx="3716">
                  <c:v>6.30695971</c:v>
                </c:pt>
                <c:pt idx="3717">
                  <c:v>6.3076639</c:v>
                </c:pt>
                <c:pt idx="3718">
                  <c:v>6.30879246</c:v>
                </c:pt>
                <c:pt idx="3719">
                  <c:v>6.30879887</c:v>
                </c:pt>
                <c:pt idx="3720">
                  <c:v>6.30983762</c:v>
                </c:pt>
                <c:pt idx="3721">
                  <c:v>6.31082779</c:v>
                </c:pt>
                <c:pt idx="3722">
                  <c:v>6.31128337</c:v>
                </c:pt>
                <c:pt idx="3723">
                  <c:v>6.3113508</c:v>
                </c:pt>
                <c:pt idx="3724">
                  <c:v>6.31310423</c:v>
                </c:pt>
                <c:pt idx="3725">
                  <c:v>6.31313494</c:v>
                </c:pt>
                <c:pt idx="3726">
                  <c:v>6.31467377</c:v>
                </c:pt>
                <c:pt idx="3727">
                  <c:v>6.31495106</c:v>
                </c:pt>
                <c:pt idx="3728">
                  <c:v>6.31526787</c:v>
                </c:pt>
                <c:pt idx="3729">
                  <c:v>6.32048697</c:v>
                </c:pt>
                <c:pt idx="3730">
                  <c:v>6.32127955</c:v>
                </c:pt>
                <c:pt idx="3731">
                  <c:v>6.32181576</c:v>
                </c:pt>
                <c:pt idx="3732">
                  <c:v>6.32204464</c:v>
                </c:pt>
                <c:pt idx="3733">
                  <c:v>6.32259655</c:v>
                </c:pt>
                <c:pt idx="3734">
                  <c:v>6.32280066</c:v>
                </c:pt>
                <c:pt idx="3735">
                  <c:v>6.32472905</c:v>
                </c:pt>
                <c:pt idx="3736">
                  <c:v>6.32561994</c:v>
                </c:pt>
                <c:pt idx="3737">
                  <c:v>6.32626283</c:v>
                </c:pt>
                <c:pt idx="3738">
                  <c:v>6.3263705</c:v>
                </c:pt>
                <c:pt idx="3739">
                  <c:v>6.32648556</c:v>
                </c:pt>
                <c:pt idx="3740">
                  <c:v>6.32848524</c:v>
                </c:pt>
                <c:pt idx="3741">
                  <c:v>6.32886456</c:v>
                </c:pt>
                <c:pt idx="3742">
                  <c:v>6.32898017</c:v>
                </c:pt>
                <c:pt idx="3743">
                  <c:v>6.33071271</c:v>
                </c:pt>
                <c:pt idx="3744">
                  <c:v>6.33148236</c:v>
                </c:pt>
                <c:pt idx="3745">
                  <c:v>6.33240815</c:v>
                </c:pt>
                <c:pt idx="3746">
                  <c:v>6.33329489</c:v>
                </c:pt>
                <c:pt idx="3747">
                  <c:v>6.33413632</c:v>
                </c:pt>
                <c:pt idx="3748">
                  <c:v>6.33454744</c:v>
                </c:pt>
                <c:pt idx="3749">
                  <c:v>6.33518029</c:v>
                </c:pt>
                <c:pt idx="3750">
                  <c:v>6.33547433</c:v>
                </c:pt>
                <c:pt idx="3751">
                  <c:v>6.33801199</c:v>
                </c:pt>
                <c:pt idx="3752">
                  <c:v>6.3383028</c:v>
                </c:pt>
                <c:pt idx="3753">
                  <c:v>6.33883044</c:v>
                </c:pt>
                <c:pt idx="3754">
                  <c:v>6.34072118</c:v>
                </c:pt>
                <c:pt idx="3755">
                  <c:v>6.34078976</c:v>
                </c:pt>
                <c:pt idx="3756">
                  <c:v>6.34081488</c:v>
                </c:pt>
                <c:pt idx="3757">
                  <c:v>6.34270721</c:v>
                </c:pt>
                <c:pt idx="3758">
                  <c:v>6.34323278</c:v>
                </c:pt>
                <c:pt idx="3759">
                  <c:v>6.34336923</c:v>
                </c:pt>
                <c:pt idx="3760">
                  <c:v>6.3442222</c:v>
                </c:pt>
                <c:pt idx="3761">
                  <c:v>6.3448703</c:v>
                </c:pt>
                <c:pt idx="3762">
                  <c:v>6.34542313</c:v>
                </c:pt>
                <c:pt idx="3763">
                  <c:v>6.34998109</c:v>
                </c:pt>
                <c:pt idx="3764">
                  <c:v>6.350011</c:v>
                </c:pt>
                <c:pt idx="3765">
                  <c:v>6.35156499</c:v>
                </c:pt>
                <c:pt idx="3766">
                  <c:v>6.35206336</c:v>
                </c:pt>
                <c:pt idx="3767">
                  <c:v>6.35397783</c:v>
                </c:pt>
                <c:pt idx="3768">
                  <c:v>6.35453617</c:v>
                </c:pt>
                <c:pt idx="3769">
                  <c:v>6.35507265</c:v>
                </c:pt>
                <c:pt idx="3770">
                  <c:v>6.35663693</c:v>
                </c:pt>
                <c:pt idx="3771">
                  <c:v>6.35842395</c:v>
                </c:pt>
                <c:pt idx="3772">
                  <c:v>6.35896985</c:v>
                </c:pt>
                <c:pt idx="3773">
                  <c:v>6.3595487</c:v>
                </c:pt>
                <c:pt idx="3774">
                  <c:v>6.36034163</c:v>
                </c:pt>
                <c:pt idx="3775">
                  <c:v>6.36135633</c:v>
                </c:pt>
                <c:pt idx="3776">
                  <c:v>6.36173089</c:v>
                </c:pt>
                <c:pt idx="3777">
                  <c:v>6.36251718</c:v>
                </c:pt>
                <c:pt idx="3778">
                  <c:v>6.3627013</c:v>
                </c:pt>
                <c:pt idx="3779">
                  <c:v>6.3648029</c:v>
                </c:pt>
                <c:pt idx="3780">
                  <c:v>6.36526124</c:v>
                </c:pt>
                <c:pt idx="3781">
                  <c:v>6.36628376</c:v>
                </c:pt>
                <c:pt idx="3782">
                  <c:v>6.36638522</c:v>
                </c:pt>
                <c:pt idx="3783">
                  <c:v>6.3673705</c:v>
                </c:pt>
                <c:pt idx="3784">
                  <c:v>6.36836222</c:v>
                </c:pt>
                <c:pt idx="3785">
                  <c:v>6.36865272</c:v>
                </c:pt>
                <c:pt idx="3786">
                  <c:v>6.36924864</c:v>
                </c:pt>
                <c:pt idx="3787">
                  <c:v>6.37069968</c:v>
                </c:pt>
                <c:pt idx="3788">
                  <c:v>6.37075972</c:v>
                </c:pt>
                <c:pt idx="3789">
                  <c:v>6.37483637</c:v>
                </c:pt>
                <c:pt idx="3790">
                  <c:v>6.37514892</c:v>
                </c:pt>
                <c:pt idx="3791">
                  <c:v>6.37663401</c:v>
                </c:pt>
                <c:pt idx="3792">
                  <c:v>6.3766924</c:v>
                </c:pt>
                <c:pt idx="3793">
                  <c:v>6.3774486</c:v>
                </c:pt>
                <c:pt idx="3794">
                  <c:v>6.37748206</c:v>
                </c:pt>
                <c:pt idx="3795">
                  <c:v>6.38037975</c:v>
                </c:pt>
                <c:pt idx="3796">
                  <c:v>6.3811232</c:v>
                </c:pt>
                <c:pt idx="3797">
                  <c:v>6.38134469</c:v>
                </c:pt>
                <c:pt idx="3798">
                  <c:v>6.38144875</c:v>
                </c:pt>
                <c:pt idx="3799">
                  <c:v>6.38249495</c:v>
                </c:pt>
                <c:pt idx="3800">
                  <c:v>6.38336952</c:v>
                </c:pt>
                <c:pt idx="3801">
                  <c:v>6.38390721</c:v>
                </c:pt>
                <c:pt idx="3802">
                  <c:v>6.38541104</c:v>
                </c:pt>
                <c:pt idx="3803">
                  <c:v>6.38548544</c:v>
                </c:pt>
                <c:pt idx="3804">
                  <c:v>6.38638887</c:v>
                </c:pt>
                <c:pt idx="3805">
                  <c:v>6.38732427</c:v>
                </c:pt>
                <c:pt idx="3806">
                  <c:v>6.38784375</c:v>
                </c:pt>
                <c:pt idx="3807">
                  <c:v>6.38834131</c:v>
                </c:pt>
                <c:pt idx="3808">
                  <c:v>6.38941119</c:v>
                </c:pt>
                <c:pt idx="3809">
                  <c:v>6.38980375</c:v>
                </c:pt>
                <c:pt idx="3810">
                  <c:v>6.38995204</c:v>
                </c:pt>
                <c:pt idx="3811">
                  <c:v>6.39174625</c:v>
                </c:pt>
                <c:pt idx="3812">
                  <c:v>6.39234977</c:v>
                </c:pt>
                <c:pt idx="3813">
                  <c:v>6.39287235</c:v>
                </c:pt>
                <c:pt idx="3814">
                  <c:v>6.39309071</c:v>
                </c:pt>
                <c:pt idx="3815">
                  <c:v>6.3937645</c:v>
                </c:pt>
                <c:pt idx="3816">
                  <c:v>6.39426053</c:v>
                </c:pt>
                <c:pt idx="3817">
                  <c:v>6.39824128</c:v>
                </c:pt>
                <c:pt idx="3818">
                  <c:v>6.39881003</c:v>
                </c:pt>
                <c:pt idx="3819">
                  <c:v>6.3990649</c:v>
                </c:pt>
                <c:pt idx="3820">
                  <c:v>6.39971964</c:v>
                </c:pt>
                <c:pt idx="3821">
                  <c:v>6.40116075</c:v>
                </c:pt>
                <c:pt idx="3822">
                  <c:v>6.40139183</c:v>
                </c:pt>
                <c:pt idx="3823">
                  <c:v>6.40151132</c:v>
                </c:pt>
                <c:pt idx="3824">
                  <c:v>6.40153745</c:v>
                </c:pt>
                <c:pt idx="3825">
                  <c:v>6.40172813</c:v>
                </c:pt>
                <c:pt idx="3826">
                  <c:v>6.40351511</c:v>
                </c:pt>
                <c:pt idx="3827">
                  <c:v>6.40467451</c:v>
                </c:pt>
                <c:pt idx="3828">
                  <c:v>6.40470477</c:v>
                </c:pt>
                <c:pt idx="3829">
                  <c:v>6.4059805</c:v>
                </c:pt>
                <c:pt idx="3830">
                  <c:v>6.4061206</c:v>
                </c:pt>
                <c:pt idx="3831">
                  <c:v>6.40653705</c:v>
                </c:pt>
                <c:pt idx="3832">
                  <c:v>6.40787834</c:v>
                </c:pt>
                <c:pt idx="3833">
                  <c:v>6.40910477</c:v>
                </c:pt>
                <c:pt idx="3834">
                  <c:v>6.40915705</c:v>
                </c:pt>
                <c:pt idx="3835">
                  <c:v>6.40918978</c:v>
                </c:pt>
                <c:pt idx="3836">
                  <c:v>6.41097266</c:v>
                </c:pt>
                <c:pt idx="3837">
                  <c:v>6.41163782</c:v>
                </c:pt>
                <c:pt idx="3838">
                  <c:v>6.41185485</c:v>
                </c:pt>
                <c:pt idx="3839">
                  <c:v>6.41287572</c:v>
                </c:pt>
                <c:pt idx="3840">
                  <c:v>6.41359987</c:v>
                </c:pt>
                <c:pt idx="3841">
                  <c:v>6.41514621</c:v>
                </c:pt>
                <c:pt idx="3842">
                  <c:v>6.41579078</c:v>
                </c:pt>
                <c:pt idx="3843">
                  <c:v>6.41653467</c:v>
                </c:pt>
                <c:pt idx="3844">
                  <c:v>6.41686842</c:v>
                </c:pt>
                <c:pt idx="3845">
                  <c:v>6.41764278</c:v>
                </c:pt>
                <c:pt idx="3846">
                  <c:v>6.41771839</c:v>
                </c:pt>
                <c:pt idx="3847">
                  <c:v>6.42312111</c:v>
                </c:pt>
                <c:pt idx="3848">
                  <c:v>6.42378731</c:v>
                </c:pt>
                <c:pt idx="3849">
                  <c:v>6.42388148</c:v>
                </c:pt>
                <c:pt idx="3850">
                  <c:v>6.42495886</c:v>
                </c:pt>
                <c:pt idx="3851">
                  <c:v>6.42517487</c:v>
                </c:pt>
                <c:pt idx="3852">
                  <c:v>6.42663976</c:v>
                </c:pt>
                <c:pt idx="3853">
                  <c:v>6.42702885</c:v>
                </c:pt>
                <c:pt idx="3854">
                  <c:v>6.42789678</c:v>
                </c:pt>
                <c:pt idx="3855">
                  <c:v>6.42832923</c:v>
                </c:pt>
                <c:pt idx="3856">
                  <c:v>6.42960704</c:v>
                </c:pt>
                <c:pt idx="3857">
                  <c:v>6.43104875</c:v>
                </c:pt>
                <c:pt idx="3858">
                  <c:v>6.43112248</c:v>
                </c:pt>
                <c:pt idx="3859">
                  <c:v>6.43276007</c:v>
                </c:pt>
                <c:pt idx="3860">
                  <c:v>6.43290574</c:v>
                </c:pt>
                <c:pt idx="3861">
                  <c:v>6.43377845</c:v>
                </c:pt>
                <c:pt idx="3862">
                  <c:v>6.43484156</c:v>
                </c:pt>
                <c:pt idx="3863">
                  <c:v>6.43484829</c:v>
                </c:pt>
                <c:pt idx="3864">
                  <c:v>6.43512561</c:v>
                </c:pt>
                <c:pt idx="3865">
                  <c:v>6.43736263</c:v>
                </c:pt>
                <c:pt idx="3866">
                  <c:v>6.4378815</c:v>
                </c:pt>
                <c:pt idx="3867">
                  <c:v>6.43865765</c:v>
                </c:pt>
                <c:pt idx="3868">
                  <c:v>6.439068</c:v>
                </c:pt>
                <c:pt idx="3869">
                  <c:v>6.43956905</c:v>
                </c:pt>
                <c:pt idx="3870">
                  <c:v>6.44110432</c:v>
                </c:pt>
                <c:pt idx="3871">
                  <c:v>6.44179346</c:v>
                </c:pt>
                <c:pt idx="3872">
                  <c:v>6.44181833</c:v>
                </c:pt>
                <c:pt idx="3873">
                  <c:v>6.44219681</c:v>
                </c:pt>
                <c:pt idx="3874">
                  <c:v>6.44282241</c:v>
                </c:pt>
                <c:pt idx="3875">
                  <c:v>6.44805358</c:v>
                </c:pt>
                <c:pt idx="3876">
                  <c:v>6.44868975</c:v>
                </c:pt>
                <c:pt idx="3877">
                  <c:v>6.44883155</c:v>
                </c:pt>
                <c:pt idx="3878">
                  <c:v>6.45055322</c:v>
                </c:pt>
                <c:pt idx="3879">
                  <c:v>6.45131464</c:v>
                </c:pt>
                <c:pt idx="3880">
                  <c:v>6.45161876</c:v>
                </c:pt>
                <c:pt idx="3881">
                  <c:v>6.45209145</c:v>
                </c:pt>
                <c:pt idx="3882">
                  <c:v>6.45247498</c:v>
                </c:pt>
                <c:pt idx="3883">
                  <c:v>6.45376722</c:v>
                </c:pt>
                <c:pt idx="3884">
                  <c:v>6.45470576</c:v>
                </c:pt>
                <c:pt idx="3885">
                  <c:v>6.45574558</c:v>
                </c:pt>
                <c:pt idx="3886">
                  <c:v>6.45610299</c:v>
                </c:pt>
                <c:pt idx="3887">
                  <c:v>6.45647804</c:v>
                </c:pt>
                <c:pt idx="3888">
                  <c:v>6.45771328</c:v>
                </c:pt>
                <c:pt idx="3889">
                  <c:v>6.45825213</c:v>
                </c:pt>
                <c:pt idx="3890">
                  <c:v>6.45873149</c:v>
                </c:pt>
                <c:pt idx="3891">
                  <c:v>6.45981847</c:v>
                </c:pt>
                <c:pt idx="3892">
                  <c:v>6.46016603</c:v>
                </c:pt>
                <c:pt idx="3893">
                  <c:v>6.4605072</c:v>
                </c:pt>
                <c:pt idx="3894">
                  <c:v>6.46089728</c:v>
                </c:pt>
                <c:pt idx="3895">
                  <c:v>6.4612634</c:v>
                </c:pt>
                <c:pt idx="3896">
                  <c:v>6.463369</c:v>
                </c:pt>
                <c:pt idx="3897">
                  <c:v>6.46358163</c:v>
                </c:pt>
                <c:pt idx="3898">
                  <c:v>6.46419289</c:v>
                </c:pt>
                <c:pt idx="3899">
                  <c:v>6.46461296</c:v>
                </c:pt>
                <c:pt idx="3900">
                  <c:v>6.46566928</c:v>
                </c:pt>
                <c:pt idx="3901">
                  <c:v>6.46679628</c:v>
                </c:pt>
                <c:pt idx="3902">
                  <c:v>6.46714586</c:v>
                </c:pt>
                <c:pt idx="3903">
                  <c:v>6.46716411</c:v>
                </c:pt>
                <c:pt idx="3904">
                  <c:v>6.46762749</c:v>
                </c:pt>
                <c:pt idx="3905">
                  <c:v>6.46799652</c:v>
                </c:pt>
                <c:pt idx="3906">
                  <c:v>6.46953971</c:v>
                </c:pt>
                <c:pt idx="3907">
                  <c:v>6.4714956</c:v>
                </c:pt>
                <c:pt idx="3908">
                  <c:v>6.47251071</c:v>
                </c:pt>
                <c:pt idx="3909">
                  <c:v>6.4726479</c:v>
                </c:pt>
                <c:pt idx="3910">
                  <c:v>6.47348862</c:v>
                </c:pt>
                <c:pt idx="3911">
                  <c:v>6.47379704</c:v>
                </c:pt>
                <c:pt idx="3912">
                  <c:v>6.4740601</c:v>
                </c:pt>
                <c:pt idx="3913">
                  <c:v>6.47451024</c:v>
                </c:pt>
                <c:pt idx="3914">
                  <c:v>6.47549338</c:v>
                </c:pt>
                <c:pt idx="3915">
                  <c:v>6.47556871</c:v>
                </c:pt>
                <c:pt idx="3916">
                  <c:v>6.47658635</c:v>
                </c:pt>
                <c:pt idx="3917">
                  <c:v>6.47672307</c:v>
                </c:pt>
                <c:pt idx="3918">
                  <c:v>6.47805718</c:v>
                </c:pt>
                <c:pt idx="3919">
                  <c:v>6.4781738</c:v>
                </c:pt>
                <c:pt idx="3920">
                  <c:v>6.47967919</c:v>
                </c:pt>
                <c:pt idx="3921">
                  <c:v>6.47996023</c:v>
                </c:pt>
                <c:pt idx="3922">
                  <c:v>6.4814814</c:v>
                </c:pt>
                <c:pt idx="3923">
                  <c:v>6.48179092</c:v>
                </c:pt>
                <c:pt idx="3924">
                  <c:v>6.48329036</c:v>
                </c:pt>
                <c:pt idx="3925">
                  <c:v>6.48412863</c:v>
                </c:pt>
                <c:pt idx="3926">
                  <c:v>6.48712411</c:v>
                </c:pt>
                <c:pt idx="3927">
                  <c:v>6.4878352</c:v>
                </c:pt>
                <c:pt idx="3928">
                  <c:v>6.49072884</c:v>
                </c:pt>
                <c:pt idx="3929">
                  <c:v>6.49515198</c:v>
                </c:pt>
                <c:pt idx="3930">
                  <c:v>6.49892361</c:v>
                </c:pt>
                <c:pt idx="3931">
                  <c:v>6.4995955</c:v>
                </c:pt>
                <c:pt idx="3932">
                  <c:v>6.50189544</c:v>
                </c:pt>
                <c:pt idx="3933">
                  <c:v>6.50347841</c:v>
                </c:pt>
                <c:pt idx="3934">
                  <c:v>6.50405681</c:v>
                </c:pt>
                <c:pt idx="3935">
                  <c:v>6.50708161</c:v>
                </c:pt>
                <c:pt idx="3936">
                  <c:v>6.50934424</c:v>
                </c:pt>
                <c:pt idx="3937">
                  <c:v>6.51381284</c:v>
                </c:pt>
                <c:pt idx="3938">
                  <c:v>6.51466484</c:v>
                </c:pt>
                <c:pt idx="3939">
                  <c:v>6.51678269</c:v>
                </c:pt>
                <c:pt idx="3940">
                  <c:v>6.51738354</c:v>
                </c:pt>
                <c:pt idx="3941">
                  <c:v>6.51949715</c:v>
                </c:pt>
                <c:pt idx="3942">
                  <c:v>6.5241341</c:v>
                </c:pt>
                <c:pt idx="3943">
                  <c:v>6.52677456</c:v>
                </c:pt>
                <c:pt idx="3944">
                  <c:v>6.52912262</c:v>
                </c:pt>
                <c:pt idx="3945">
                  <c:v>6.53501466</c:v>
                </c:pt>
                <c:pt idx="3946">
                  <c:v>6.53801375</c:v>
                </c:pt>
                <c:pt idx="3947">
                  <c:v>6.54129018</c:v>
                </c:pt>
                <c:pt idx="3948">
                  <c:v>6.54246768</c:v>
                </c:pt>
                <c:pt idx="3949">
                  <c:v>6.54544305</c:v>
                </c:pt>
                <c:pt idx="3950">
                  <c:v>6.54748827</c:v>
                </c:pt>
                <c:pt idx="3951">
                  <c:v>6.54992288</c:v>
                </c:pt>
                <c:pt idx="3952">
                  <c:v>6.55048283</c:v>
                </c:pt>
                <c:pt idx="3953">
                  <c:v>6.5534734</c:v>
                </c:pt>
                <c:pt idx="3954">
                  <c:v>6.55436605</c:v>
                </c:pt>
                <c:pt idx="3955">
                  <c:v>6.55734988</c:v>
                </c:pt>
                <c:pt idx="3956">
                  <c:v>6.55789653</c:v>
                </c:pt>
                <c:pt idx="3957">
                  <c:v>6.56089404</c:v>
                </c:pt>
                <c:pt idx="3958">
                  <c:v>6.56179646</c:v>
                </c:pt>
                <c:pt idx="3959">
                  <c:v>6.56387029</c:v>
                </c:pt>
                <c:pt idx="3960">
                  <c:v>6.56625069</c:v>
                </c:pt>
                <c:pt idx="3961">
                  <c:v>6.56686957</c:v>
                </c:pt>
                <c:pt idx="3962">
                  <c:v>6.56844293</c:v>
                </c:pt>
                <c:pt idx="3963">
                  <c:v>6.57070192</c:v>
                </c:pt>
                <c:pt idx="3964">
                  <c:v>6.57131263</c:v>
                </c:pt>
                <c:pt idx="3965">
                  <c:v>6.57254353</c:v>
                </c:pt>
                <c:pt idx="3966">
                  <c:v>6.5743004</c:v>
                </c:pt>
                <c:pt idx="3967">
                  <c:v>6.57502457</c:v>
                </c:pt>
                <c:pt idx="3968">
                  <c:v>6.57561677</c:v>
                </c:pt>
                <c:pt idx="3969">
                  <c:v>6.5771951</c:v>
                </c:pt>
                <c:pt idx="3970">
                  <c:v>6.57757315</c:v>
                </c:pt>
                <c:pt idx="3971">
                  <c:v>6.58069222</c:v>
                </c:pt>
                <c:pt idx="3972">
                  <c:v>6.58310706</c:v>
                </c:pt>
                <c:pt idx="3973">
                  <c:v>6.58421521</c:v>
                </c:pt>
                <c:pt idx="3974">
                  <c:v>6.58802633</c:v>
                </c:pt>
                <c:pt idx="3975">
                  <c:v>6.59260772</c:v>
                </c:pt>
                <c:pt idx="3976">
                  <c:v>6.59996132</c:v>
                </c:pt>
                <c:pt idx="3977">
                  <c:v>6.60130515</c:v>
                </c:pt>
                <c:pt idx="3978">
                  <c:v>6.60635041</c:v>
                </c:pt>
                <c:pt idx="3979">
                  <c:v>6.60891526</c:v>
                </c:pt>
                <c:pt idx="3980">
                  <c:v>6.61156887</c:v>
                </c:pt>
                <c:pt idx="3981">
                  <c:v>6.61734528</c:v>
                </c:pt>
                <c:pt idx="3982">
                  <c:v>6.62078907</c:v>
                </c:pt>
                <c:pt idx="3983">
                  <c:v>6.62523124</c:v>
                </c:pt>
                <c:pt idx="3984">
                  <c:v>6.62825102</c:v>
                </c:pt>
                <c:pt idx="3985">
                  <c:v>6.6312213</c:v>
                </c:pt>
                <c:pt idx="3986">
                  <c:v>6.63566917</c:v>
                </c:pt>
                <c:pt idx="3987">
                  <c:v>6.63865731</c:v>
                </c:pt>
                <c:pt idx="3988">
                  <c:v>6.64310459</c:v>
                </c:pt>
                <c:pt idx="3989">
                  <c:v>6.64753036</c:v>
                </c:pt>
                <c:pt idx="3990">
                  <c:v>6.65051781</c:v>
                </c:pt>
                <c:pt idx="3991">
                  <c:v>6.65496698</c:v>
                </c:pt>
                <c:pt idx="3992">
                  <c:v>6.65939485</c:v>
                </c:pt>
                <c:pt idx="3993">
                  <c:v>6.66979433</c:v>
                </c:pt>
                <c:pt idx="3994">
                  <c:v>6.67423245</c:v>
                </c:pt>
                <c:pt idx="3995">
                  <c:v>6.67724148</c:v>
                </c:pt>
                <c:pt idx="3996">
                  <c:v>6.68161658</c:v>
                </c:pt>
                <c:pt idx="3997">
                  <c:v>6.68458304</c:v>
                </c:pt>
                <c:pt idx="3998">
                  <c:v>6.68758977</c:v>
                </c:pt>
                <c:pt idx="3999">
                  <c:v>6.69208738</c:v>
                </c:pt>
                <c:pt idx="4000">
                  <c:v>6.70243035</c:v>
                </c:pt>
                <c:pt idx="4001">
                  <c:v>6.70691324</c:v>
                </c:pt>
                <c:pt idx="4002">
                  <c:v>6.70994419</c:v>
                </c:pt>
                <c:pt idx="4003">
                  <c:v>6.71582294</c:v>
                </c:pt>
                <c:pt idx="4004">
                  <c:v>6.72025609</c:v>
                </c:pt>
                <c:pt idx="4005">
                  <c:v>6.72326994</c:v>
                </c:pt>
                <c:pt idx="4006">
                  <c:v>6.72773468</c:v>
                </c:pt>
                <c:pt idx="4007">
                  <c:v>6.73071212</c:v>
                </c:pt>
                <c:pt idx="4008">
                  <c:v>6.73514587</c:v>
                </c:pt>
                <c:pt idx="4009">
                  <c:v>6.73967174</c:v>
                </c:pt>
                <c:pt idx="4010">
                  <c:v>6.7440302</c:v>
                </c:pt>
                <c:pt idx="4011">
                  <c:v>6.75471338</c:v>
                </c:pt>
                <c:pt idx="4012">
                  <c:v>6.76505636</c:v>
                </c:pt>
                <c:pt idx="4013">
                  <c:v>6.765915</c:v>
                </c:pt>
                <c:pt idx="4014">
                  <c:v>6.77392913</c:v>
                </c:pt>
                <c:pt idx="4015">
                  <c:v>6.77697581</c:v>
                </c:pt>
                <c:pt idx="4016">
                  <c:v>6.78138943</c:v>
                </c:pt>
                <c:pt idx="4017">
                  <c:v>6.79761274</c:v>
                </c:pt>
                <c:pt idx="4018">
                  <c:v>6.80804214</c:v>
                </c:pt>
                <c:pt idx="4019">
                  <c:v>6.81389047</c:v>
                </c:pt>
                <c:pt idx="4020">
                  <c:v>6.81841396</c:v>
                </c:pt>
                <c:pt idx="4021">
                  <c:v>6.82284321</c:v>
                </c:pt>
                <c:pt idx="4022">
                  <c:v>6.82580495</c:v>
                </c:pt>
                <c:pt idx="4023">
                  <c:v>6.8375911</c:v>
                </c:pt>
                <c:pt idx="4024">
                  <c:v>6.84208909</c:v>
                </c:pt>
                <c:pt idx="4025">
                  <c:v>6.84653717</c:v>
                </c:pt>
                <c:pt idx="4026">
                  <c:v>6.85105173</c:v>
                </c:pt>
                <c:pt idx="4027">
                  <c:v>6.85545115</c:v>
                </c:pt>
                <c:pt idx="4028">
                  <c:v>6.85989115</c:v>
                </c:pt>
                <c:pt idx="4029">
                  <c:v>6.86292809</c:v>
                </c:pt>
                <c:pt idx="4030">
                  <c:v>6.86883271</c:v>
                </c:pt>
                <c:pt idx="4031">
                  <c:v>6.87477417</c:v>
                </c:pt>
                <c:pt idx="4032">
                  <c:v>6.88061833</c:v>
                </c:pt>
                <c:pt idx="4033">
                  <c:v>6.88507285</c:v>
                </c:pt>
                <c:pt idx="4034">
                  <c:v>6.88978948</c:v>
                </c:pt>
                <c:pt idx="4035">
                  <c:v>6.89584326</c:v>
                </c:pt>
                <c:pt idx="4036">
                  <c:v>6.90168566</c:v>
                </c:pt>
                <c:pt idx="4037">
                  <c:v>6.90759122</c:v>
                </c:pt>
                <c:pt idx="4038">
                  <c:v>6.91211692</c:v>
                </c:pt>
                <c:pt idx="4039">
                  <c:v>6.91647681</c:v>
                </c:pt>
                <c:pt idx="4040">
                  <c:v>6.92092481</c:v>
                </c:pt>
                <c:pt idx="4041">
                  <c:v>6.93275467</c:v>
                </c:pt>
                <c:pt idx="4042">
                  <c:v>6.93714806</c:v>
                </c:pt>
                <c:pt idx="4043">
                  <c:v>6.94750591</c:v>
                </c:pt>
                <c:pt idx="4044">
                  <c:v>6.95345408</c:v>
                </c:pt>
                <c:pt idx="4045">
                  <c:v>6.96836538</c:v>
                </c:pt>
                <c:pt idx="4046">
                  <c:v>6.97257863</c:v>
                </c:pt>
                <c:pt idx="4047">
                  <c:v>6.97992574</c:v>
                </c:pt>
                <c:pt idx="4048">
                  <c:v>6.98289582</c:v>
                </c:pt>
                <c:pt idx="4049">
                  <c:v>6.98588031</c:v>
                </c:pt>
                <c:pt idx="4050">
                  <c:v>6.98742198</c:v>
                </c:pt>
                <c:pt idx="4051">
                  <c:v>6.99040625</c:v>
                </c:pt>
                <c:pt idx="4052">
                  <c:v>6.99339607</c:v>
                </c:pt>
                <c:pt idx="4053">
                  <c:v>6.99783701</c:v>
                </c:pt>
                <c:pt idx="4054">
                  <c:v>7.00233021</c:v>
                </c:pt>
                <c:pt idx="4055">
                  <c:v>7.00530453</c:v>
                </c:pt>
                <c:pt idx="4056">
                  <c:v>7.00829581</c:v>
                </c:pt>
                <c:pt idx="4057">
                  <c:v>7.01126706</c:v>
                </c:pt>
                <c:pt idx="4058">
                  <c:v>7.01570136</c:v>
                </c:pt>
                <c:pt idx="4059">
                  <c:v>7.01730948</c:v>
                </c:pt>
                <c:pt idx="4060">
                  <c:v>7.01911316</c:v>
                </c:pt>
                <c:pt idx="4061">
                  <c:v>7.02823726</c:v>
                </c:pt>
                <c:pt idx="4062">
                  <c:v>7.03203947</c:v>
                </c:pt>
                <c:pt idx="4063">
                  <c:v>7.03791611</c:v>
                </c:pt>
                <c:pt idx="4064">
                  <c:v>7.0390862</c:v>
                </c:pt>
                <c:pt idx="4065">
                  <c:v>7.0423655</c:v>
                </c:pt>
                <c:pt idx="4066">
                  <c:v>7.04359775</c:v>
                </c:pt>
                <c:pt idx="4067">
                  <c:v>7.04804713</c:v>
                </c:pt>
                <c:pt idx="4068">
                  <c:v>7.04972165</c:v>
                </c:pt>
                <c:pt idx="4069">
                  <c:v>7.05129115</c:v>
                </c:pt>
                <c:pt idx="4070">
                  <c:v>7.05287148</c:v>
                </c:pt>
                <c:pt idx="4071">
                  <c:v>7.05444789</c:v>
                </c:pt>
                <c:pt idx="4072">
                  <c:v>7.05743827</c:v>
                </c:pt>
                <c:pt idx="4073">
                  <c:v>7.06045818</c:v>
                </c:pt>
                <c:pt idx="4074">
                  <c:v>7.06488222</c:v>
                </c:pt>
                <c:pt idx="4075">
                  <c:v>7.0693858</c:v>
                </c:pt>
                <c:pt idx="4076">
                  <c:v>7.07523396</c:v>
                </c:pt>
                <c:pt idx="4077">
                  <c:v>7.07968923</c:v>
                </c:pt>
                <c:pt idx="4078">
                  <c:v>7.08560853</c:v>
                </c:pt>
                <c:pt idx="4079">
                  <c:v>7.091502</c:v>
                </c:pt>
                <c:pt idx="4080">
                  <c:v>7.09739444</c:v>
                </c:pt>
                <c:pt idx="4081">
                  <c:v>7.10184613</c:v>
                </c:pt>
                <c:pt idx="4082">
                  <c:v>7.10776349</c:v>
                </c:pt>
                <c:pt idx="4083">
                  <c:v>7.11363661</c:v>
                </c:pt>
                <c:pt idx="4084">
                  <c:v>7.11959741</c:v>
                </c:pt>
                <c:pt idx="4085">
                  <c:v>7.12404944</c:v>
                </c:pt>
                <c:pt idx="4086">
                  <c:v>7.12733458</c:v>
                </c:pt>
                <c:pt idx="4087">
                  <c:v>7.135408</c:v>
                </c:pt>
                <c:pt idx="4088">
                  <c:v>7.13798196</c:v>
                </c:pt>
                <c:pt idx="4089">
                  <c:v>7.14159177</c:v>
                </c:pt>
                <c:pt idx="4090">
                  <c:v>7.14356823</c:v>
                </c:pt>
                <c:pt idx="4091">
                  <c:v>7.14606685</c:v>
                </c:pt>
                <c:pt idx="4092">
                  <c:v>7.14762984</c:v>
                </c:pt>
                <c:pt idx="4093">
                  <c:v>7.15203644</c:v>
                </c:pt>
                <c:pt idx="4094">
                  <c:v>7.15657123</c:v>
                </c:pt>
                <c:pt idx="4095">
                  <c:v>7.16092726</c:v>
                </c:pt>
                <c:pt idx="4096">
                  <c:v>7.16711558</c:v>
                </c:pt>
                <c:pt idx="4097">
                  <c:v>7.17753051</c:v>
                </c:pt>
                <c:pt idx="4098">
                  <c:v>7.18186441</c:v>
                </c:pt>
                <c:pt idx="4099">
                  <c:v>7.18630081</c:v>
                </c:pt>
                <c:pt idx="4100">
                  <c:v>7.19968966</c:v>
                </c:pt>
                <c:pt idx="4101">
                  <c:v>7.2040853</c:v>
                </c:pt>
                <c:pt idx="4102">
                  <c:v>7.20853274</c:v>
                </c:pt>
                <c:pt idx="4103">
                  <c:v>7.2129976</c:v>
                </c:pt>
                <c:pt idx="4104">
                  <c:v>7.23224623</c:v>
                </c:pt>
                <c:pt idx="4105">
                  <c:v>7.23669523</c:v>
                </c:pt>
                <c:pt idx="4106">
                  <c:v>7.24259129</c:v>
                </c:pt>
                <c:pt idx="4107">
                  <c:v>7.24854465</c:v>
                </c:pt>
                <c:pt idx="4108">
                  <c:v>7.25294283</c:v>
                </c:pt>
                <c:pt idx="4109">
                  <c:v>7.25884872</c:v>
                </c:pt>
                <c:pt idx="4110">
                  <c:v>7.26335898</c:v>
                </c:pt>
                <c:pt idx="4111">
                  <c:v>7.28393527</c:v>
                </c:pt>
                <c:pt idx="4112">
                  <c:v>7.28695542</c:v>
                </c:pt>
                <c:pt idx="4113">
                  <c:v>7.28993908</c:v>
                </c:pt>
                <c:pt idx="4114">
                  <c:v>7.29435827</c:v>
                </c:pt>
                <c:pt idx="4115">
                  <c:v>7.29879864</c:v>
                </c:pt>
                <c:pt idx="4116">
                  <c:v>7.30205631</c:v>
                </c:pt>
                <c:pt idx="4117">
                  <c:v>7.30506506</c:v>
                </c:pt>
                <c:pt idx="4118">
                  <c:v>7.30958211</c:v>
                </c:pt>
                <c:pt idx="4119">
                  <c:v>7.33609928</c:v>
                </c:pt>
                <c:pt idx="4120">
                  <c:v>7.34797274</c:v>
                </c:pt>
                <c:pt idx="4121">
                  <c:v>7.35387828</c:v>
                </c:pt>
                <c:pt idx="4122">
                  <c:v>7.35976897</c:v>
                </c:pt>
                <c:pt idx="4123">
                  <c:v>7.36570244</c:v>
                </c:pt>
                <c:pt idx="4124">
                  <c:v>7.37164054</c:v>
                </c:pt>
                <c:pt idx="4125">
                  <c:v>7.39228174</c:v>
                </c:pt>
                <c:pt idx="4126">
                  <c:v>7.39678138</c:v>
                </c:pt>
                <c:pt idx="4127">
                  <c:v>7.41002922</c:v>
                </c:pt>
                <c:pt idx="4128">
                  <c:v>7.41448904</c:v>
                </c:pt>
                <c:pt idx="4129">
                  <c:v>7.42777109</c:v>
                </c:pt>
                <c:pt idx="4130">
                  <c:v>7.43370401</c:v>
                </c:pt>
                <c:pt idx="4131">
                  <c:v>7.43993052</c:v>
                </c:pt>
                <c:pt idx="4132">
                  <c:v>7.4457285</c:v>
                </c:pt>
                <c:pt idx="4133">
                  <c:v>7.45164221</c:v>
                </c:pt>
                <c:pt idx="4134">
                  <c:v>7.4634844</c:v>
                </c:pt>
                <c:pt idx="4135">
                  <c:v>7.46790567</c:v>
                </c:pt>
                <c:pt idx="4136">
                  <c:v>7.4724257</c:v>
                </c:pt>
                <c:pt idx="4137">
                  <c:v>7.49304701</c:v>
                </c:pt>
                <c:pt idx="4138">
                  <c:v>7.49894502</c:v>
                </c:pt>
                <c:pt idx="4139">
                  <c:v>7.5034286</c:v>
                </c:pt>
                <c:pt idx="4140">
                  <c:v>7.51519373</c:v>
                </c:pt>
                <c:pt idx="4141">
                  <c:v>7.53133004</c:v>
                </c:pt>
                <c:pt idx="4142">
                  <c:v>7.53431359</c:v>
                </c:pt>
                <c:pt idx="4143">
                  <c:v>7.53879255</c:v>
                </c:pt>
                <c:pt idx="4144">
                  <c:v>7.55503723</c:v>
                </c:pt>
                <c:pt idx="4145">
                  <c:v>7.57441881</c:v>
                </c:pt>
                <c:pt idx="4146">
                  <c:v>7.59647202</c:v>
                </c:pt>
                <c:pt idx="4147">
                  <c:v>7.60240442</c:v>
                </c:pt>
                <c:pt idx="4148">
                  <c:v>7.6097572</c:v>
                </c:pt>
                <c:pt idx="4149">
                  <c:v>7.61572889</c:v>
                </c:pt>
                <c:pt idx="4150">
                  <c:v>7.62017154</c:v>
                </c:pt>
                <c:pt idx="4151">
                  <c:v>7.62463422</c:v>
                </c:pt>
                <c:pt idx="4152">
                  <c:v>7.63053344</c:v>
                </c:pt>
                <c:pt idx="4153">
                  <c:v>7.63503157</c:v>
                </c:pt>
                <c:pt idx="4154">
                  <c:v>7.63753948</c:v>
                </c:pt>
                <c:pt idx="4155">
                  <c:v>7.63839323</c:v>
                </c:pt>
                <c:pt idx="4156">
                  <c:v>7.63946399</c:v>
                </c:pt>
                <c:pt idx="4157">
                  <c:v>7.64112497</c:v>
                </c:pt>
                <c:pt idx="4158">
                  <c:v>7.64114976</c:v>
                </c:pt>
                <c:pt idx="4159">
                  <c:v>7.6438038</c:v>
                </c:pt>
                <c:pt idx="4160">
                  <c:v>7.64392261</c:v>
                </c:pt>
                <c:pt idx="4161">
                  <c:v>7.64624397</c:v>
                </c:pt>
                <c:pt idx="4162">
                  <c:v>7.64677241</c:v>
                </c:pt>
                <c:pt idx="4163">
                  <c:v>7.65400865</c:v>
                </c:pt>
                <c:pt idx="4164">
                  <c:v>7.65590294</c:v>
                </c:pt>
                <c:pt idx="4165">
                  <c:v>7.66029362</c:v>
                </c:pt>
                <c:pt idx="4166">
                  <c:v>7.66033605</c:v>
                </c:pt>
                <c:pt idx="4167">
                  <c:v>7.66033822</c:v>
                </c:pt>
                <c:pt idx="4168">
                  <c:v>7.66033982</c:v>
                </c:pt>
                <c:pt idx="4169">
                  <c:v>7.66035075</c:v>
                </c:pt>
                <c:pt idx="4170">
                  <c:v>7.66373905</c:v>
                </c:pt>
                <c:pt idx="4171">
                  <c:v>7.66391275</c:v>
                </c:pt>
                <c:pt idx="4172">
                  <c:v>7.66449814</c:v>
                </c:pt>
                <c:pt idx="4173">
                  <c:v>7.66463733</c:v>
                </c:pt>
                <c:pt idx="4174">
                  <c:v>7.6647106</c:v>
                </c:pt>
                <c:pt idx="4175">
                  <c:v>7.66808005</c:v>
                </c:pt>
                <c:pt idx="4176">
                  <c:v>7.66863736</c:v>
                </c:pt>
                <c:pt idx="4177">
                  <c:v>7.67003768</c:v>
                </c:pt>
                <c:pt idx="4178">
                  <c:v>7.67050566</c:v>
                </c:pt>
                <c:pt idx="4179">
                  <c:v>7.67259427</c:v>
                </c:pt>
                <c:pt idx="4180">
                  <c:v>7.67324348</c:v>
                </c:pt>
                <c:pt idx="4181">
                  <c:v>7.67340434</c:v>
                </c:pt>
                <c:pt idx="4182">
                  <c:v>7.67395073</c:v>
                </c:pt>
                <c:pt idx="4183">
                  <c:v>7.67511435</c:v>
                </c:pt>
                <c:pt idx="4184">
                  <c:v>7.67628381</c:v>
                </c:pt>
                <c:pt idx="4185">
                  <c:v>7.67705362</c:v>
                </c:pt>
                <c:pt idx="4186">
                  <c:v>7.6778062</c:v>
                </c:pt>
                <c:pt idx="4187">
                  <c:v>7.67983155</c:v>
                </c:pt>
                <c:pt idx="4188">
                  <c:v>7.68067225</c:v>
                </c:pt>
                <c:pt idx="4189">
                  <c:v>7.68343761</c:v>
                </c:pt>
                <c:pt idx="4190">
                  <c:v>7.68359014</c:v>
                </c:pt>
                <c:pt idx="4191">
                  <c:v>7.68367926</c:v>
                </c:pt>
                <c:pt idx="4192">
                  <c:v>7.68475151</c:v>
                </c:pt>
                <c:pt idx="4193">
                  <c:v>7.68579076</c:v>
                </c:pt>
                <c:pt idx="4194">
                  <c:v>7.68657655</c:v>
                </c:pt>
                <c:pt idx="4195">
                  <c:v>7.68741712</c:v>
                </c:pt>
                <c:pt idx="4196">
                  <c:v>7.6881181</c:v>
                </c:pt>
                <c:pt idx="4197">
                  <c:v>7.68884541</c:v>
                </c:pt>
                <c:pt idx="4198">
                  <c:v>7.68958155</c:v>
                </c:pt>
                <c:pt idx="4199">
                  <c:v>7.69027278</c:v>
                </c:pt>
                <c:pt idx="4200">
                  <c:v>7.69031533</c:v>
                </c:pt>
                <c:pt idx="4201">
                  <c:v>7.69049653</c:v>
                </c:pt>
                <c:pt idx="4202">
                  <c:v>7.69284692</c:v>
                </c:pt>
                <c:pt idx="4203">
                  <c:v>7.69350365</c:v>
                </c:pt>
                <c:pt idx="4204">
                  <c:v>7.69399206</c:v>
                </c:pt>
                <c:pt idx="4205">
                  <c:v>7.69401446</c:v>
                </c:pt>
                <c:pt idx="4206">
                  <c:v>7.69580037</c:v>
                </c:pt>
                <c:pt idx="4207">
                  <c:v>7.69650185</c:v>
                </c:pt>
                <c:pt idx="4208">
                  <c:v>7.69650547</c:v>
                </c:pt>
                <c:pt idx="4209">
                  <c:v>7.6978203</c:v>
                </c:pt>
                <c:pt idx="4210">
                  <c:v>7.69837209</c:v>
                </c:pt>
                <c:pt idx="4211">
                  <c:v>7.69958288</c:v>
                </c:pt>
                <c:pt idx="4212">
                  <c:v>7.70021392</c:v>
                </c:pt>
                <c:pt idx="4213">
                  <c:v>7.70224405</c:v>
                </c:pt>
                <c:pt idx="4214">
                  <c:v>7.70237056</c:v>
                </c:pt>
                <c:pt idx="4215">
                  <c:v>7.7038046</c:v>
                </c:pt>
                <c:pt idx="4216">
                  <c:v>7.70422919</c:v>
                </c:pt>
                <c:pt idx="4217">
                  <c:v>7.70513572</c:v>
                </c:pt>
                <c:pt idx="4218">
                  <c:v>7.70555204</c:v>
                </c:pt>
                <c:pt idx="4219">
                  <c:v>7.70611696</c:v>
                </c:pt>
                <c:pt idx="4220">
                  <c:v>7.70657891</c:v>
                </c:pt>
                <c:pt idx="4221">
                  <c:v>7.70680798</c:v>
                </c:pt>
                <c:pt idx="4222">
                  <c:v>7.70729758</c:v>
                </c:pt>
                <c:pt idx="4223">
                  <c:v>7.70804849</c:v>
                </c:pt>
                <c:pt idx="4224">
                  <c:v>7.7088688</c:v>
                </c:pt>
                <c:pt idx="4225">
                  <c:v>7.70936309</c:v>
                </c:pt>
                <c:pt idx="4226">
                  <c:v>7.70944531</c:v>
                </c:pt>
                <c:pt idx="4227">
                  <c:v>7.71093033</c:v>
                </c:pt>
                <c:pt idx="4228">
                  <c:v>7.71107466</c:v>
                </c:pt>
                <c:pt idx="4229">
                  <c:v>7.71283234</c:v>
                </c:pt>
                <c:pt idx="4230">
                  <c:v>7.71386015</c:v>
                </c:pt>
                <c:pt idx="4231">
                  <c:v>7.71414264</c:v>
                </c:pt>
                <c:pt idx="4232">
                  <c:v>7.7149398</c:v>
                </c:pt>
                <c:pt idx="4233">
                  <c:v>7.71760545</c:v>
                </c:pt>
                <c:pt idx="4234">
                  <c:v>7.71818556</c:v>
                </c:pt>
                <c:pt idx="4235">
                  <c:v>7.71823845</c:v>
                </c:pt>
                <c:pt idx="4236">
                  <c:v>7.7185836</c:v>
                </c:pt>
                <c:pt idx="4237">
                  <c:v>7.71985961</c:v>
                </c:pt>
                <c:pt idx="4238">
                  <c:v>7.72058223</c:v>
                </c:pt>
                <c:pt idx="4239">
                  <c:v>7.72067147</c:v>
                </c:pt>
                <c:pt idx="4240">
                  <c:v>7.7215798</c:v>
                </c:pt>
                <c:pt idx="4241">
                  <c:v>7.72206943</c:v>
                </c:pt>
                <c:pt idx="4242">
                  <c:v>7.72246982</c:v>
                </c:pt>
                <c:pt idx="4243">
                  <c:v>7.72280848</c:v>
                </c:pt>
                <c:pt idx="4244">
                  <c:v>7.72417681</c:v>
                </c:pt>
                <c:pt idx="4245">
                  <c:v>7.72543302</c:v>
                </c:pt>
                <c:pt idx="4246">
                  <c:v>7.72603268</c:v>
                </c:pt>
                <c:pt idx="4247">
                  <c:v>7.72706492</c:v>
                </c:pt>
                <c:pt idx="4248">
                  <c:v>7.73627227</c:v>
                </c:pt>
                <c:pt idx="4249">
                  <c:v>7.73635418</c:v>
                </c:pt>
                <c:pt idx="4250">
                  <c:v>7.73637066</c:v>
                </c:pt>
                <c:pt idx="4251">
                  <c:v>7.73656821</c:v>
                </c:pt>
                <c:pt idx="4252">
                  <c:v>7.73703986</c:v>
                </c:pt>
                <c:pt idx="4253">
                  <c:v>7.73869157</c:v>
                </c:pt>
                <c:pt idx="4254">
                  <c:v>7.73911097</c:v>
                </c:pt>
                <c:pt idx="4255">
                  <c:v>7.73943629</c:v>
                </c:pt>
                <c:pt idx="4256">
                  <c:v>7.73996015</c:v>
                </c:pt>
                <c:pt idx="4257">
                  <c:v>7.74165898</c:v>
                </c:pt>
                <c:pt idx="4258">
                  <c:v>7.74213889</c:v>
                </c:pt>
                <c:pt idx="4259">
                  <c:v>7.74294757</c:v>
                </c:pt>
                <c:pt idx="4260">
                  <c:v>7.74387528</c:v>
                </c:pt>
                <c:pt idx="4261">
                  <c:v>7.74421442</c:v>
                </c:pt>
                <c:pt idx="4262">
                  <c:v>7.74445669</c:v>
                </c:pt>
                <c:pt idx="4263">
                  <c:v>7.74446083</c:v>
                </c:pt>
                <c:pt idx="4264">
                  <c:v>7.74532417</c:v>
                </c:pt>
                <c:pt idx="4265">
                  <c:v>7.74608909</c:v>
                </c:pt>
                <c:pt idx="4266">
                  <c:v>7.74666149</c:v>
                </c:pt>
                <c:pt idx="4267">
                  <c:v>7.75958024</c:v>
                </c:pt>
                <c:pt idx="4268">
                  <c:v>7.75994521</c:v>
                </c:pt>
                <c:pt idx="4269">
                  <c:v>7.76016905</c:v>
                </c:pt>
                <c:pt idx="4270">
                  <c:v>7.76042099</c:v>
                </c:pt>
                <c:pt idx="4271">
                  <c:v>7.7604595</c:v>
                </c:pt>
                <c:pt idx="4272">
                  <c:v>7.76160358</c:v>
                </c:pt>
                <c:pt idx="4273">
                  <c:v>7.76191896</c:v>
                </c:pt>
                <c:pt idx="4274">
                  <c:v>7.76239456</c:v>
                </c:pt>
                <c:pt idx="4275">
                  <c:v>7.76268317</c:v>
                </c:pt>
                <c:pt idx="4276">
                  <c:v>7.76318647</c:v>
                </c:pt>
                <c:pt idx="4277">
                  <c:v>7.76412931</c:v>
                </c:pt>
                <c:pt idx="4278">
                  <c:v>7.76494282</c:v>
                </c:pt>
                <c:pt idx="4279">
                  <c:v>7.7650479</c:v>
                </c:pt>
                <c:pt idx="4280">
                  <c:v>7.76601159</c:v>
                </c:pt>
                <c:pt idx="4281">
                  <c:v>7.76603822</c:v>
                </c:pt>
                <c:pt idx="4282">
                  <c:v>7.76670751</c:v>
                </c:pt>
                <c:pt idx="4283">
                  <c:v>7.76730139</c:v>
                </c:pt>
                <c:pt idx="4284">
                  <c:v>7.76745042</c:v>
                </c:pt>
                <c:pt idx="4285">
                  <c:v>7.76808522</c:v>
                </c:pt>
                <c:pt idx="4286">
                  <c:v>7.7690502</c:v>
                </c:pt>
                <c:pt idx="4287">
                  <c:v>7.77019954</c:v>
                </c:pt>
                <c:pt idx="4288">
                  <c:v>7.77140385</c:v>
                </c:pt>
                <c:pt idx="4289">
                  <c:v>7.77216033</c:v>
                </c:pt>
                <c:pt idx="4290">
                  <c:v>7.77305174</c:v>
                </c:pt>
                <c:pt idx="4291">
                  <c:v>7.77436189</c:v>
                </c:pt>
                <c:pt idx="4292">
                  <c:v>7.77696858</c:v>
                </c:pt>
                <c:pt idx="4293">
                  <c:v>7.77825471</c:v>
                </c:pt>
                <c:pt idx="4294">
                  <c:v>7.77863499</c:v>
                </c:pt>
                <c:pt idx="4295">
                  <c:v>7.77878464</c:v>
                </c:pt>
                <c:pt idx="4296">
                  <c:v>7.77880994</c:v>
                </c:pt>
                <c:pt idx="4297">
                  <c:v>7.78072289</c:v>
                </c:pt>
                <c:pt idx="4298">
                  <c:v>7.78121349</c:v>
                </c:pt>
                <c:pt idx="4299">
                  <c:v>7.782914</c:v>
                </c:pt>
                <c:pt idx="4300">
                  <c:v>7.78341627</c:v>
                </c:pt>
                <c:pt idx="4301">
                  <c:v>7.78488016</c:v>
                </c:pt>
                <c:pt idx="4302">
                  <c:v>7.78581823</c:v>
                </c:pt>
                <c:pt idx="4303">
                  <c:v>7.78590634</c:v>
                </c:pt>
                <c:pt idx="4304">
                  <c:v>7.7865276</c:v>
                </c:pt>
                <c:pt idx="4305">
                  <c:v>7.78694028</c:v>
                </c:pt>
                <c:pt idx="4306">
                  <c:v>7.78771384</c:v>
                </c:pt>
                <c:pt idx="4307">
                  <c:v>7.78793624</c:v>
                </c:pt>
                <c:pt idx="4308">
                  <c:v>7.78892429</c:v>
                </c:pt>
                <c:pt idx="4309">
                  <c:v>7.78954759</c:v>
                </c:pt>
                <c:pt idx="4310">
                  <c:v>7.78966689</c:v>
                </c:pt>
                <c:pt idx="4311">
                  <c:v>7.79074568</c:v>
                </c:pt>
                <c:pt idx="4312">
                  <c:v>7.79111395</c:v>
                </c:pt>
                <c:pt idx="4313">
                  <c:v>7.79301451</c:v>
                </c:pt>
                <c:pt idx="4314">
                  <c:v>7.79396802</c:v>
                </c:pt>
                <c:pt idx="4315">
                  <c:v>7.80141737</c:v>
                </c:pt>
                <c:pt idx="4316">
                  <c:v>7.80173158</c:v>
                </c:pt>
                <c:pt idx="4317">
                  <c:v>7.80173559</c:v>
                </c:pt>
                <c:pt idx="4318">
                  <c:v>7.80233127</c:v>
                </c:pt>
                <c:pt idx="4319">
                  <c:v>7.80321898</c:v>
                </c:pt>
                <c:pt idx="4320">
                  <c:v>7.8040523</c:v>
                </c:pt>
                <c:pt idx="4321">
                  <c:v>7.80426883</c:v>
                </c:pt>
                <c:pt idx="4322">
                  <c:v>7.80598863</c:v>
                </c:pt>
                <c:pt idx="4323">
                  <c:v>7.80670861</c:v>
                </c:pt>
                <c:pt idx="4324">
                  <c:v>7.80714278</c:v>
                </c:pt>
                <c:pt idx="4325">
                  <c:v>7.80816924</c:v>
                </c:pt>
                <c:pt idx="4326">
                  <c:v>7.80897769</c:v>
                </c:pt>
                <c:pt idx="4327">
                  <c:v>7.80943769</c:v>
                </c:pt>
                <c:pt idx="4328">
                  <c:v>7.81033322</c:v>
                </c:pt>
                <c:pt idx="4329">
                  <c:v>7.8105287</c:v>
                </c:pt>
                <c:pt idx="4330">
                  <c:v>7.8113172</c:v>
                </c:pt>
                <c:pt idx="4331">
                  <c:v>7.81298951</c:v>
                </c:pt>
                <c:pt idx="4332">
                  <c:v>7.8136637</c:v>
                </c:pt>
                <c:pt idx="4333">
                  <c:v>7.81440824</c:v>
                </c:pt>
                <c:pt idx="4334">
                  <c:v>7.81495821</c:v>
                </c:pt>
                <c:pt idx="4335">
                  <c:v>7.8155844</c:v>
                </c:pt>
                <c:pt idx="4336">
                  <c:v>7.81700562</c:v>
                </c:pt>
                <c:pt idx="4337">
                  <c:v>7.81732274</c:v>
                </c:pt>
                <c:pt idx="4338">
                  <c:v>7.81831923</c:v>
                </c:pt>
                <c:pt idx="4339">
                  <c:v>7.81880823</c:v>
                </c:pt>
                <c:pt idx="4340">
                  <c:v>7.82004932</c:v>
                </c:pt>
                <c:pt idx="4341">
                  <c:v>7.8207015</c:v>
                </c:pt>
                <c:pt idx="4342">
                  <c:v>7.82084003</c:v>
                </c:pt>
                <c:pt idx="4343">
                  <c:v>7.82167595</c:v>
                </c:pt>
                <c:pt idx="4344">
                  <c:v>7.82229214</c:v>
                </c:pt>
                <c:pt idx="4345">
                  <c:v>7.82322905</c:v>
                </c:pt>
                <c:pt idx="4346">
                  <c:v>7.82554529</c:v>
                </c:pt>
                <c:pt idx="4347">
                  <c:v>7.82751351</c:v>
                </c:pt>
                <c:pt idx="4348">
                  <c:v>7.82810789</c:v>
                </c:pt>
                <c:pt idx="4349">
                  <c:v>7.82835959</c:v>
                </c:pt>
                <c:pt idx="4350">
                  <c:v>7.82911594</c:v>
                </c:pt>
                <c:pt idx="4351">
                  <c:v>7.82921517</c:v>
                </c:pt>
                <c:pt idx="4352">
                  <c:v>7.82983435</c:v>
                </c:pt>
                <c:pt idx="4353">
                  <c:v>7.8315524</c:v>
                </c:pt>
                <c:pt idx="4354">
                  <c:v>7.83219351</c:v>
                </c:pt>
                <c:pt idx="4355">
                  <c:v>7.83519996</c:v>
                </c:pt>
                <c:pt idx="4356">
                  <c:v>7.836118</c:v>
                </c:pt>
                <c:pt idx="4357">
                  <c:v>7.83628708</c:v>
                </c:pt>
                <c:pt idx="4358">
                  <c:v>7.83665519</c:v>
                </c:pt>
                <c:pt idx="4359">
                  <c:v>7.83770418</c:v>
                </c:pt>
                <c:pt idx="4360">
                  <c:v>7.83952526</c:v>
                </c:pt>
                <c:pt idx="4361">
                  <c:v>7.83971943</c:v>
                </c:pt>
                <c:pt idx="4362">
                  <c:v>7.84116403</c:v>
                </c:pt>
                <c:pt idx="4363">
                  <c:v>7.84181341</c:v>
                </c:pt>
                <c:pt idx="4364">
                  <c:v>7.84296852</c:v>
                </c:pt>
                <c:pt idx="4365">
                  <c:v>7.84309681</c:v>
                </c:pt>
                <c:pt idx="4366">
                  <c:v>7.8439305</c:v>
                </c:pt>
                <c:pt idx="4367">
                  <c:v>7.84650638</c:v>
                </c:pt>
                <c:pt idx="4368">
                  <c:v>7.84898809</c:v>
                </c:pt>
                <c:pt idx="4369">
                  <c:v>7.85002404</c:v>
                </c:pt>
                <c:pt idx="4370">
                  <c:v>7.85089515</c:v>
                </c:pt>
                <c:pt idx="4371">
                  <c:v>7.85207427</c:v>
                </c:pt>
                <c:pt idx="4372">
                  <c:v>7.85217191</c:v>
                </c:pt>
                <c:pt idx="4373">
                  <c:v>7.85228824</c:v>
                </c:pt>
                <c:pt idx="4374">
                  <c:v>7.85243349</c:v>
                </c:pt>
                <c:pt idx="4375">
                  <c:v>7.85251861</c:v>
                </c:pt>
                <c:pt idx="4376">
                  <c:v>7.85421927</c:v>
                </c:pt>
                <c:pt idx="4377">
                  <c:v>7.85489663</c:v>
                </c:pt>
                <c:pt idx="4378">
                  <c:v>7.85573928</c:v>
                </c:pt>
                <c:pt idx="4379">
                  <c:v>7.85695782</c:v>
                </c:pt>
                <c:pt idx="4380">
                  <c:v>7.85806949</c:v>
                </c:pt>
                <c:pt idx="4381">
                  <c:v>7.85869401</c:v>
                </c:pt>
                <c:pt idx="4382">
                  <c:v>7.85980925</c:v>
                </c:pt>
                <c:pt idx="4383">
                  <c:v>7.85994122</c:v>
                </c:pt>
                <c:pt idx="4384">
                  <c:v>7.86204558</c:v>
                </c:pt>
                <c:pt idx="4385">
                  <c:v>7.86216681</c:v>
                </c:pt>
                <c:pt idx="4386">
                  <c:v>7.86272225</c:v>
                </c:pt>
                <c:pt idx="4387">
                  <c:v>7.86463133</c:v>
                </c:pt>
                <c:pt idx="4388">
                  <c:v>7.8670872</c:v>
                </c:pt>
                <c:pt idx="4389">
                  <c:v>7.86729467</c:v>
                </c:pt>
                <c:pt idx="4390">
                  <c:v>7.86877942</c:v>
                </c:pt>
                <c:pt idx="4391">
                  <c:v>7.8702176</c:v>
                </c:pt>
                <c:pt idx="4392">
                  <c:v>7.87207201</c:v>
                </c:pt>
                <c:pt idx="4393">
                  <c:v>7.87222934</c:v>
                </c:pt>
                <c:pt idx="4394">
                  <c:v>7.87420149</c:v>
                </c:pt>
                <c:pt idx="4395">
                  <c:v>7.87452878</c:v>
                </c:pt>
                <c:pt idx="4396">
                  <c:v>7.87456091</c:v>
                </c:pt>
                <c:pt idx="4397">
                  <c:v>7.87613293</c:v>
                </c:pt>
                <c:pt idx="4398">
                  <c:v>7.87755652</c:v>
                </c:pt>
                <c:pt idx="4399">
                  <c:v>7.87767949</c:v>
                </c:pt>
                <c:pt idx="4400">
                  <c:v>7.87777677</c:v>
                </c:pt>
                <c:pt idx="4401">
                  <c:v>7.87952248</c:v>
                </c:pt>
                <c:pt idx="4402">
                  <c:v>7.88115037</c:v>
                </c:pt>
                <c:pt idx="4403">
                  <c:v>7.88134443</c:v>
                </c:pt>
                <c:pt idx="4404">
                  <c:v>7.88367189</c:v>
                </c:pt>
                <c:pt idx="4405">
                  <c:v>7.88429076</c:v>
                </c:pt>
                <c:pt idx="4406">
                  <c:v>7.88451403</c:v>
                </c:pt>
                <c:pt idx="4407">
                  <c:v>7.88705612</c:v>
                </c:pt>
                <c:pt idx="4408">
                  <c:v>7.88815036</c:v>
                </c:pt>
                <c:pt idx="4409">
                  <c:v>7.88901408</c:v>
                </c:pt>
                <c:pt idx="4410">
                  <c:v>7.88922007</c:v>
                </c:pt>
                <c:pt idx="4411">
                  <c:v>7.88975462</c:v>
                </c:pt>
                <c:pt idx="4412">
                  <c:v>7.89085623</c:v>
                </c:pt>
                <c:pt idx="4413">
                  <c:v>7.89191172</c:v>
                </c:pt>
                <c:pt idx="4414">
                  <c:v>7.89435807</c:v>
                </c:pt>
                <c:pt idx="4415">
                  <c:v>7.89456991</c:v>
                </c:pt>
                <c:pt idx="4416">
                  <c:v>7.89717084</c:v>
                </c:pt>
                <c:pt idx="4417">
                  <c:v>7.89767296</c:v>
                </c:pt>
                <c:pt idx="4418">
                  <c:v>7.89925305</c:v>
                </c:pt>
                <c:pt idx="4419">
                  <c:v>7.90213817</c:v>
                </c:pt>
                <c:pt idx="4420">
                  <c:v>7.90282564</c:v>
                </c:pt>
                <c:pt idx="4421">
                  <c:v>7.90352133</c:v>
                </c:pt>
                <c:pt idx="4422">
                  <c:v>7.90376597</c:v>
                </c:pt>
                <c:pt idx="4423">
                  <c:v>7.90499692</c:v>
                </c:pt>
                <c:pt idx="4424">
                  <c:v>7.90684968</c:v>
                </c:pt>
                <c:pt idx="4425">
                  <c:v>7.90687536</c:v>
                </c:pt>
                <c:pt idx="4426">
                  <c:v>7.9072511</c:v>
                </c:pt>
                <c:pt idx="4427">
                  <c:v>7.90909726</c:v>
                </c:pt>
                <c:pt idx="4428">
                  <c:v>7.90911863</c:v>
                </c:pt>
                <c:pt idx="4429">
                  <c:v>7.90921959</c:v>
                </c:pt>
                <c:pt idx="4430">
                  <c:v>7.91098486</c:v>
                </c:pt>
                <c:pt idx="4431">
                  <c:v>7.91114385</c:v>
                </c:pt>
                <c:pt idx="4432">
                  <c:v>7.91173599</c:v>
                </c:pt>
                <c:pt idx="4433">
                  <c:v>7.91311103</c:v>
                </c:pt>
                <c:pt idx="4434">
                  <c:v>7.91371853</c:v>
                </c:pt>
                <c:pt idx="4435">
                  <c:v>7.91496893</c:v>
                </c:pt>
                <c:pt idx="4436">
                  <c:v>7.91600467</c:v>
                </c:pt>
                <c:pt idx="4437">
                  <c:v>7.91616795</c:v>
                </c:pt>
                <c:pt idx="4438">
                  <c:v>7.91651495</c:v>
                </c:pt>
                <c:pt idx="4439">
                  <c:v>7.91818859</c:v>
                </c:pt>
                <c:pt idx="4440">
                  <c:v>7.91824132</c:v>
                </c:pt>
                <c:pt idx="4441">
                  <c:v>7.91831144</c:v>
                </c:pt>
                <c:pt idx="4442">
                  <c:v>7.91842731</c:v>
                </c:pt>
                <c:pt idx="4443">
                  <c:v>7.92170919</c:v>
                </c:pt>
                <c:pt idx="4444">
                  <c:v>7.92195285</c:v>
                </c:pt>
                <c:pt idx="4445">
                  <c:v>7.9241438</c:v>
                </c:pt>
                <c:pt idx="4446">
                  <c:v>7.92745303</c:v>
                </c:pt>
                <c:pt idx="4447">
                  <c:v>7.92779558</c:v>
                </c:pt>
                <c:pt idx="4448">
                  <c:v>7.9283558</c:v>
                </c:pt>
                <c:pt idx="4449">
                  <c:v>7.92923609</c:v>
                </c:pt>
                <c:pt idx="4450">
                  <c:v>7.92969239</c:v>
                </c:pt>
                <c:pt idx="4451">
                  <c:v>7.93077758</c:v>
                </c:pt>
                <c:pt idx="4452">
                  <c:v>7.93181542</c:v>
                </c:pt>
                <c:pt idx="4453">
                  <c:v>7.93183732</c:v>
                </c:pt>
                <c:pt idx="4454">
                  <c:v>7.93193042</c:v>
                </c:pt>
                <c:pt idx="4455">
                  <c:v>7.93343346</c:v>
                </c:pt>
                <c:pt idx="4456">
                  <c:v>7.93480799</c:v>
                </c:pt>
                <c:pt idx="4457">
                  <c:v>7.9374924</c:v>
                </c:pt>
                <c:pt idx="4458">
                  <c:v>7.93854287</c:v>
                </c:pt>
                <c:pt idx="4459">
                  <c:v>7.93962176</c:v>
                </c:pt>
                <c:pt idx="4460">
                  <c:v>7.93966462</c:v>
                </c:pt>
                <c:pt idx="4461">
                  <c:v>7.93967978</c:v>
                </c:pt>
                <c:pt idx="4462">
                  <c:v>7.94117216</c:v>
                </c:pt>
                <c:pt idx="4463">
                  <c:v>7.94209267</c:v>
                </c:pt>
                <c:pt idx="4464">
                  <c:v>7.94390908</c:v>
                </c:pt>
                <c:pt idx="4465">
                  <c:v>7.94419869</c:v>
                </c:pt>
                <c:pt idx="4466">
                  <c:v>7.94528141</c:v>
                </c:pt>
                <c:pt idx="4467">
                  <c:v>7.94604306</c:v>
                </c:pt>
                <c:pt idx="4468">
                  <c:v>7.94683666</c:v>
                </c:pt>
                <c:pt idx="4469">
                  <c:v>7.94693231</c:v>
                </c:pt>
                <c:pt idx="4470">
                  <c:v>7.94844777</c:v>
                </c:pt>
                <c:pt idx="4471">
                  <c:v>7.94854453</c:v>
                </c:pt>
                <c:pt idx="4472">
                  <c:v>7.94949897</c:v>
                </c:pt>
                <c:pt idx="4473">
                  <c:v>7.94985902</c:v>
                </c:pt>
                <c:pt idx="4474">
                  <c:v>7.95147541</c:v>
                </c:pt>
                <c:pt idx="4475">
                  <c:v>7.9534142</c:v>
                </c:pt>
                <c:pt idx="4476">
                  <c:v>7.9535482</c:v>
                </c:pt>
                <c:pt idx="4477">
                  <c:v>7.95860654</c:v>
                </c:pt>
                <c:pt idx="4478">
                  <c:v>7.95981985</c:v>
                </c:pt>
                <c:pt idx="4479">
                  <c:v>7.96023138</c:v>
                </c:pt>
                <c:pt idx="4480">
                  <c:v>7.96059467</c:v>
                </c:pt>
                <c:pt idx="4481">
                  <c:v>7.96165244</c:v>
                </c:pt>
                <c:pt idx="4482">
                  <c:v>7.96264617</c:v>
                </c:pt>
                <c:pt idx="4483">
                  <c:v>7.96392053</c:v>
                </c:pt>
                <c:pt idx="4484">
                  <c:v>7.96454048</c:v>
                </c:pt>
                <c:pt idx="4485">
                  <c:v>7.96736081</c:v>
                </c:pt>
                <c:pt idx="4486">
                  <c:v>7.96752775</c:v>
                </c:pt>
                <c:pt idx="4487">
                  <c:v>7.96922439</c:v>
                </c:pt>
                <c:pt idx="4488">
                  <c:v>7.96933666</c:v>
                </c:pt>
                <c:pt idx="4489">
                  <c:v>7.97002082</c:v>
                </c:pt>
                <c:pt idx="4490">
                  <c:v>7.9707025</c:v>
                </c:pt>
                <c:pt idx="4491">
                  <c:v>7.9707221</c:v>
                </c:pt>
                <c:pt idx="4492">
                  <c:v>7.97294043</c:v>
                </c:pt>
                <c:pt idx="4493">
                  <c:v>7.97330085</c:v>
                </c:pt>
                <c:pt idx="4494">
                  <c:v>7.97482632</c:v>
                </c:pt>
                <c:pt idx="4495">
                  <c:v>7.97595356</c:v>
                </c:pt>
                <c:pt idx="4496">
                  <c:v>7.98257629</c:v>
                </c:pt>
                <c:pt idx="4497">
                  <c:v>7.9831951</c:v>
                </c:pt>
                <c:pt idx="4498">
                  <c:v>7.98329371</c:v>
                </c:pt>
                <c:pt idx="4499">
                  <c:v>7.98440678</c:v>
                </c:pt>
                <c:pt idx="4500">
                  <c:v>7.98643628</c:v>
                </c:pt>
                <c:pt idx="4501">
                  <c:v>7.98643868</c:v>
                </c:pt>
                <c:pt idx="4502">
                  <c:v>7.98738551</c:v>
                </c:pt>
                <c:pt idx="4503">
                  <c:v>7.98777226</c:v>
                </c:pt>
                <c:pt idx="4504">
                  <c:v>7.98938648</c:v>
                </c:pt>
                <c:pt idx="4505">
                  <c:v>7.98940886</c:v>
                </c:pt>
                <c:pt idx="4506">
                  <c:v>7.9894397</c:v>
                </c:pt>
                <c:pt idx="4507">
                  <c:v>7.99026427</c:v>
                </c:pt>
                <c:pt idx="4508">
                  <c:v>7.99076598</c:v>
                </c:pt>
                <c:pt idx="4509">
                  <c:v>7.99162227</c:v>
                </c:pt>
                <c:pt idx="4510">
                  <c:v>7.99242433</c:v>
                </c:pt>
                <c:pt idx="4511">
                  <c:v>7.99399709</c:v>
                </c:pt>
                <c:pt idx="4512">
                  <c:v>7.9957455</c:v>
                </c:pt>
                <c:pt idx="4513">
                  <c:v>7.99686831</c:v>
                </c:pt>
                <c:pt idx="4514">
                  <c:v>8.00144327</c:v>
                </c:pt>
                <c:pt idx="4515">
                  <c:v>8.00168541</c:v>
                </c:pt>
                <c:pt idx="4516">
                  <c:v>8.00186119</c:v>
                </c:pt>
                <c:pt idx="4517">
                  <c:v>8.0022606</c:v>
                </c:pt>
                <c:pt idx="4518">
                  <c:v>8.00376922</c:v>
                </c:pt>
                <c:pt idx="4519">
                  <c:v>8.00482142</c:v>
                </c:pt>
                <c:pt idx="4520">
                  <c:v>8.00565996</c:v>
                </c:pt>
                <c:pt idx="4521">
                  <c:v>8.00568731</c:v>
                </c:pt>
                <c:pt idx="4522">
                  <c:v>8.00589315</c:v>
                </c:pt>
                <c:pt idx="4523">
                  <c:v>8.00741912</c:v>
                </c:pt>
                <c:pt idx="4524">
                  <c:v>8.00781541</c:v>
                </c:pt>
                <c:pt idx="4525">
                  <c:v>8.00810649</c:v>
                </c:pt>
                <c:pt idx="4526">
                  <c:v>8.00939985</c:v>
                </c:pt>
                <c:pt idx="4527">
                  <c:v>8.01021466</c:v>
                </c:pt>
                <c:pt idx="4528">
                  <c:v>8.01101762</c:v>
                </c:pt>
                <c:pt idx="4529">
                  <c:v>8.01128601</c:v>
                </c:pt>
                <c:pt idx="4530">
                  <c:v>8.01162132</c:v>
                </c:pt>
                <c:pt idx="4531">
                  <c:v>8.0128793</c:v>
                </c:pt>
                <c:pt idx="4532">
                  <c:v>8.01396349</c:v>
                </c:pt>
                <c:pt idx="4533">
                  <c:v>8.01447878</c:v>
                </c:pt>
                <c:pt idx="4534">
                  <c:v>8.0159384</c:v>
                </c:pt>
                <c:pt idx="4535">
                  <c:v>8.01713923</c:v>
                </c:pt>
                <c:pt idx="4536">
                  <c:v>8.01727651</c:v>
                </c:pt>
                <c:pt idx="4537">
                  <c:v>8.01862415</c:v>
                </c:pt>
                <c:pt idx="4538">
                  <c:v>8.01943411</c:v>
                </c:pt>
                <c:pt idx="4539">
                  <c:v>8.01977991</c:v>
                </c:pt>
                <c:pt idx="4540">
                  <c:v>8.0200498</c:v>
                </c:pt>
                <c:pt idx="4541">
                  <c:v>8.02097682</c:v>
                </c:pt>
                <c:pt idx="4542">
                  <c:v>8.02104219</c:v>
                </c:pt>
                <c:pt idx="4543">
                  <c:v>8.02186163</c:v>
                </c:pt>
                <c:pt idx="4544">
                  <c:v>8.02400769</c:v>
                </c:pt>
                <c:pt idx="4545">
                  <c:v>8.02572291</c:v>
                </c:pt>
                <c:pt idx="4546">
                  <c:v>8.02655772</c:v>
                </c:pt>
                <c:pt idx="4547">
                  <c:v>8.02752811</c:v>
                </c:pt>
                <c:pt idx="4548">
                  <c:v>8.02962942</c:v>
                </c:pt>
                <c:pt idx="4549">
                  <c:v>8.0301334</c:v>
                </c:pt>
                <c:pt idx="4550">
                  <c:v>8.03113581</c:v>
                </c:pt>
                <c:pt idx="4551">
                  <c:v>8.03209567</c:v>
                </c:pt>
                <c:pt idx="4552">
                  <c:v>8.03276135</c:v>
                </c:pt>
                <c:pt idx="4553">
                  <c:v>8.03323737</c:v>
                </c:pt>
                <c:pt idx="4554">
                  <c:v>8.03478507</c:v>
                </c:pt>
                <c:pt idx="4555">
                  <c:v>8.03575262</c:v>
                </c:pt>
                <c:pt idx="4556">
                  <c:v>8.03614369</c:v>
                </c:pt>
                <c:pt idx="4557">
                  <c:v>8.03616134</c:v>
                </c:pt>
                <c:pt idx="4558">
                  <c:v>8.03752409</c:v>
                </c:pt>
                <c:pt idx="4559">
                  <c:v>8.03837471</c:v>
                </c:pt>
                <c:pt idx="4560">
                  <c:v>8.03981458</c:v>
                </c:pt>
                <c:pt idx="4561">
                  <c:v>8.04306165</c:v>
                </c:pt>
                <c:pt idx="4562">
                  <c:v>8.04419006</c:v>
                </c:pt>
                <c:pt idx="4563">
                  <c:v>8.04456755</c:v>
                </c:pt>
                <c:pt idx="4564">
                  <c:v>8.04457896</c:v>
                </c:pt>
                <c:pt idx="4565">
                  <c:v>8.04569317</c:v>
                </c:pt>
                <c:pt idx="4566">
                  <c:v>8.04643704</c:v>
                </c:pt>
                <c:pt idx="4567">
                  <c:v>8.04761753</c:v>
                </c:pt>
                <c:pt idx="4568">
                  <c:v>8.04770721</c:v>
                </c:pt>
                <c:pt idx="4569">
                  <c:v>8.04878196</c:v>
                </c:pt>
                <c:pt idx="4570">
                  <c:v>8.05037993</c:v>
                </c:pt>
                <c:pt idx="4571">
                  <c:v>8.05336452</c:v>
                </c:pt>
                <c:pt idx="4572">
                  <c:v>8.05451267</c:v>
                </c:pt>
                <c:pt idx="4573">
                  <c:v>8.05460328</c:v>
                </c:pt>
                <c:pt idx="4574">
                  <c:v>8.05635711</c:v>
                </c:pt>
                <c:pt idx="4575">
                  <c:v>8.05658859</c:v>
                </c:pt>
                <c:pt idx="4576">
                  <c:v>8.05735528</c:v>
                </c:pt>
                <c:pt idx="4577">
                  <c:v>8.05793833</c:v>
                </c:pt>
                <c:pt idx="4578">
                  <c:v>8.05806108</c:v>
                </c:pt>
                <c:pt idx="4579">
                  <c:v>8.05915896</c:v>
                </c:pt>
                <c:pt idx="4580">
                  <c:v>8.06451266</c:v>
                </c:pt>
                <c:pt idx="4581">
                  <c:v>8.06467459</c:v>
                </c:pt>
                <c:pt idx="4582">
                  <c:v>8.06656522</c:v>
                </c:pt>
                <c:pt idx="4583">
                  <c:v>8.06769582</c:v>
                </c:pt>
                <c:pt idx="4584">
                  <c:v>8.06881211</c:v>
                </c:pt>
                <c:pt idx="4585">
                  <c:v>8.06966816</c:v>
                </c:pt>
                <c:pt idx="4586">
                  <c:v>8.07040678</c:v>
                </c:pt>
                <c:pt idx="4587">
                  <c:v>8.07264359</c:v>
                </c:pt>
                <c:pt idx="4588">
                  <c:v>8.07382999</c:v>
                </c:pt>
                <c:pt idx="4589">
                  <c:v>8.07475922</c:v>
                </c:pt>
                <c:pt idx="4590">
                  <c:v>8.07674813</c:v>
                </c:pt>
                <c:pt idx="4591">
                  <c:v>8.07832768</c:v>
                </c:pt>
                <c:pt idx="4592">
                  <c:v>8.07974229</c:v>
                </c:pt>
                <c:pt idx="4593">
                  <c:v>8.07998143</c:v>
                </c:pt>
                <c:pt idx="4594">
                  <c:v>8.08272597</c:v>
                </c:pt>
                <c:pt idx="4595">
                  <c:v>8.08434148</c:v>
                </c:pt>
                <c:pt idx="4596">
                  <c:v>8.08448493</c:v>
                </c:pt>
                <c:pt idx="4597">
                  <c:v>8.08603531</c:v>
                </c:pt>
                <c:pt idx="4598">
                  <c:v>8.0910961</c:v>
                </c:pt>
                <c:pt idx="4599">
                  <c:v>8.09122085</c:v>
                </c:pt>
                <c:pt idx="4600">
                  <c:v>8.09291528</c:v>
                </c:pt>
                <c:pt idx="4601">
                  <c:v>8.09315619</c:v>
                </c:pt>
                <c:pt idx="4602">
                  <c:v>8.09441384</c:v>
                </c:pt>
                <c:pt idx="4603">
                  <c:v>8.09588645</c:v>
                </c:pt>
                <c:pt idx="4604">
                  <c:v>8.09735297</c:v>
                </c:pt>
                <c:pt idx="4605">
                  <c:v>8.10046928</c:v>
                </c:pt>
                <c:pt idx="4606">
                  <c:v>8.10047456</c:v>
                </c:pt>
                <c:pt idx="4607">
                  <c:v>8.10333765</c:v>
                </c:pt>
                <c:pt idx="4608">
                  <c:v>8.10340599</c:v>
                </c:pt>
                <c:pt idx="4609">
                  <c:v>8.1041341</c:v>
                </c:pt>
                <c:pt idx="4610">
                  <c:v>8.10528272</c:v>
                </c:pt>
                <c:pt idx="4611">
                  <c:v>8.10643587</c:v>
                </c:pt>
                <c:pt idx="4612">
                  <c:v>8.10810553</c:v>
                </c:pt>
                <c:pt idx="4613">
                  <c:v>8.10886545</c:v>
                </c:pt>
                <c:pt idx="4614">
                  <c:v>8.10949683</c:v>
                </c:pt>
                <c:pt idx="4615">
                  <c:v>8.11207996</c:v>
                </c:pt>
                <c:pt idx="4616">
                  <c:v>8.11318933</c:v>
                </c:pt>
                <c:pt idx="4617">
                  <c:v>8.11386731</c:v>
                </c:pt>
                <c:pt idx="4618">
                  <c:v>8.11517314</c:v>
                </c:pt>
                <c:pt idx="4619">
                  <c:v>8.11672725</c:v>
                </c:pt>
                <c:pt idx="4620">
                  <c:v>8.11745092</c:v>
                </c:pt>
                <c:pt idx="4621">
                  <c:v>8.12847064</c:v>
                </c:pt>
                <c:pt idx="4622">
                  <c:v>8.12989928</c:v>
                </c:pt>
                <c:pt idx="4623">
                  <c:v>8.13091864</c:v>
                </c:pt>
                <c:pt idx="4624">
                  <c:v>8.13590798</c:v>
                </c:pt>
                <c:pt idx="4625">
                  <c:v>8.14009648</c:v>
                </c:pt>
                <c:pt idx="4626">
                  <c:v>8.39237795</c:v>
                </c:pt>
                <c:pt idx="4627">
                  <c:v>8.39537919</c:v>
                </c:pt>
                <c:pt idx="4628">
                  <c:v>8.39683085</c:v>
                </c:pt>
                <c:pt idx="4629">
                  <c:v>8.39770737</c:v>
                </c:pt>
                <c:pt idx="4630">
                  <c:v>8.39869298</c:v>
                </c:pt>
                <c:pt idx="4631">
                  <c:v>8.40496713</c:v>
                </c:pt>
                <c:pt idx="4632">
                  <c:v>8.40840334</c:v>
                </c:pt>
                <c:pt idx="4633">
                  <c:v>8.40932851</c:v>
                </c:pt>
                <c:pt idx="4634">
                  <c:v>8.41367648</c:v>
                </c:pt>
                <c:pt idx="4635">
                  <c:v>8.41573319</c:v>
                </c:pt>
                <c:pt idx="4636">
                  <c:v>8.42013573</c:v>
                </c:pt>
                <c:pt idx="4637">
                  <c:v>8.42142722</c:v>
                </c:pt>
                <c:pt idx="4638">
                  <c:v>8.42450356</c:v>
                </c:pt>
                <c:pt idx="4639">
                  <c:v>8.42640598</c:v>
                </c:pt>
                <c:pt idx="4640">
                  <c:v>8.42729445</c:v>
                </c:pt>
                <c:pt idx="4641">
                  <c:v>8.42941997</c:v>
                </c:pt>
                <c:pt idx="4642">
                  <c:v>8.43321549</c:v>
                </c:pt>
                <c:pt idx="4643">
                  <c:v>8.43477549</c:v>
                </c:pt>
                <c:pt idx="4644">
                  <c:v>8.43777911</c:v>
                </c:pt>
                <c:pt idx="4645">
                  <c:v>8.43934843</c:v>
                </c:pt>
                <c:pt idx="4646">
                  <c:v>8.44235884</c:v>
                </c:pt>
                <c:pt idx="4647">
                  <c:v>8.44390731</c:v>
                </c:pt>
                <c:pt idx="4648">
                  <c:v>8.44504951</c:v>
                </c:pt>
                <c:pt idx="4649">
                  <c:v>8.44693111</c:v>
                </c:pt>
                <c:pt idx="4650">
                  <c:v>8.44980318</c:v>
                </c:pt>
                <c:pt idx="4651">
                  <c:v>8.4513467</c:v>
                </c:pt>
                <c:pt idx="4652">
                  <c:v>8.45288308</c:v>
                </c:pt>
                <c:pt idx="4653">
                  <c:v>8.4544472</c:v>
                </c:pt>
                <c:pt idx="4654">
                  <c:v>8.45745129</c:v>
                </c:pt>
                <c:pt idx="4655">
                  <c:v>8.45832854</c:v>
                </c:pt>
                <c:pt idx="4656">
                  <c:v>8.46617828</c:v>
                </c:pt>
                <c:pt idx="4657">
                  <c:v>8.46918604</c:v>
                </c:pt>
                <c:pt idx="4658">
                  <c:v>8.47054914</c:v>
                </c:pt>
                <c:pt idx="4659">
                  <c:v>8.47217351</c:v>
                </c:pt>
                <c:pt idx="4660">
                  <c:v>8.47361077</c:v>
                </c:pt>
                <c:pt idx="4661">
                  <c:v>8.48378891</c:v>
                </c:pt>
                <c:pt idx="4662">
                  <c:v>8.48525997</c:v>
                </c:pt>
                <c:pt idx="4663">
                  <c:v>8.48675581</c:v>
                </c:pt>
                <c:pt idx="4664">
                  <c:v>8.48967208</c:v>
                </c:pt>
                <c:pt idx="4665">
                  <c:v>8.49139516</c:v>
                </c:pt>
                <c:pt idx="4666">
                  <c:v>8.49211604</c:v>
                </c:pt>
                <c:pt idx="4667">
                  <c:v>8.49553913</c:v>
                </c:pt>
                <c:pt idx="4668">
                  <c:v>8.49709148</c:v>
                </c:pt>
                <c:pt idx="4669">
                  <c:v>8.49833787</c:v>
                </c:pt>
                <c:pt idx="4670">
                  <c:v>8.49988071</c:v>
                </c:pt>
                <c:pt idx="4671">
                  <c:v>8.50356972</c:v>
                </c:pt>
                <c:pt idx="4672">
                  <c:v>8.50445798</c:v>
                </c:pt>
                <c:pt idx="4673">
                  <c:v>8.50616359</c:v>
                </c:pt>
                <c:pt idx="4674">
                  <c:v>8.51432188</c:v>
                </c:pt>
                <c:pt idx="4675">
                  <c:v>8.51748669</c:v>
                </c:pt>
                <c:pt idx="4676">
                  <c:v>8.51905442</c:v>
                </c:pt>
                <c:pt idx="4677">
                  <c:v>8.52082789</c:v>
                </c:pt>
                <c:pt idx="4678">
                  <c:v>8.52203019</c:v>
                </c:pt>
                <c:pt idx="4679">
                  <c:v>8.52257622</c:v>
                </c:pt>
                <c:pt idx="4680">
                  <c:v>8.52473215</c:v>
                </c:pt>
                <c:pt idx="4681">
                  <c:v>8.52648494</c:v>
                </c:pt>
                <c:pt idx="4682">
                  <c:v>8.52665723</c:v>
                </c:pt>
                <c:pt idx="4683">
                  <c:v>8.52759172</c:v>
                </c:pt>
                <c:pt idx="4684">
                  <c:v>8.52892259</c:v>
                </c:pt>
                <c:pt idx="4685">
                  <c:v>8.53022122</c:v>
                </c:pt>
                <c:pt idx="4686">
                  <c:v>8.53461528</c:v>
                </c:pt>
                <c:pt idx="4687">
                  <c:v>8.53501785</c:v>
                </c:pt>
                <c:pt idx="4688">
                  <c:v>8.5380047</c:v>
                </c:pt>
                <c:pt idx="4689">
                  <c:v>8.53808945</c:v>
                </c:pt>
                <c:pt idx="4690">
                  <c:v>8.53893784</c:v>
                </c:pt>
                <c:pt idx="4691">
                  <c:v>8.53982977</c:v>
                </c:pt>
                <c:pt idx="4692">
                  <c:v>8.5404514</c:v>
                </c:pt>
                <c:pt idx="4693">
                  <c:v>8.54060885</c:v>
                </c:pt>
                <c:pt idx="4694">
                  <c:v>8.54538204</c:v>
                </c:pt>
                <c:pt idx="4695">
                  <c:v>8.54554985</c:v>
                </c:pt>
                <c:pt idx="4696">
                  <c:v>8.54837115</c:v>
                </c:pt>
                <c:pt idx="4697">
                  <c:v>8.54946704</c:v>
                </c:pt>
                <c:pt idx="4698">
                  <c:v>8.55108865</c:v>
                </c:pt>
                <c:pt idx="4699">
                  <c:v>8.55263645</c:v>
                </c:pt>
                <c:pt idx="4700">
                  <c:v>8.55395349</c:v>
                </c:pt>
                <c:pt idx="4701">
                  <c:v>8.55433004</c:v>
                </c:pt>
                <c:pt idx="4702">
                  <c:v>8.55568982</c:v>
                </c:pt>
                <c:pt idx="4703">
                  <c:v>8.55642053</c:v>
                </c:pt>
                <c:pt idx="4704">
                  <c:v>8.55774808</c:v>
                </c:pt>
                <c:pt idx="4705">
                  <c:v>8.55828542</c:v>
                </c:pt>
                <c:pt idx="4706">
                  <c:v>8.5595256</c:v>
                </c:pt>
                <c:pt idx="4707">
                  <c:v>8.5600323</c:v>
                </c:pt>
                <c:pt idx="4708">
                  <c:v>8.56091148</c:v>
                </c:pt>
                <c:pt idx="4709">
                  <c:v>8.56200237</c:v>
                </c:pt>
                <c:pt idx="4710">
                  <c:v>8.56297444</c:v>
                </c:pt>
                <c:pt idx="4711">
                  <c:v>8.5630991</c:v>
                </c:pt>
                <c:pt idx="4712">
                  <c:v>8.56749744</c:v>
                </c:pt>
                <c:pt idx="4713">
                  <c:v>8.56857345</c:v>
                </c:pt>
                <c:pt idx="4714">
                  <c:v>8.56866585</c:v>
                </c:pt>
                <c:pt idx="4715">
                  <c:v>8.5701946</c:v>
                </c:pt>
                <c:pt idx="4716">
                  <c:v>8.57109837</c:v>
                </c:pt>
                <c:pt idx="4717">
                  <c:v>8.5715776</c:v>
                </c:pt>
                <c:pt idx="4718">
                  <c:v>8.57245712</c:v>
                </c:pt>
                <c:pt idx="4719">
                  <c:v>8.5732024</c:v>
                </c:pt>
                <c:pt idx="4720">
                  <c:v>8.57452047</c:v>
                </c:pt>
                <c:pt idx="4721">
                  <c:v>8.57575351</c:v>
                </c:pt>
                <c:pt idx="4722">
                  <c:v>8.57586631</c:v>
                </c:pt>
                <c:pt idx="4723">
                  <c:v>8.57737092</c:v>
                </c:pt>
                <c:pt idx="4724">
                  <c:v>8.57985402</c:v>
                </c:pt>
                <c:pt idx="4725">
                  <c:v>8.58087162</c:v>
                </c:pt>
                <c:pt idx="4726">
                  <c:v>8.58151908</c:v>
                </c:pt>
                <c:pt idx="4727">
                  <c:v>8.582865</c:v>
                </c:pt>
                <c:pt idx="4728">
                  <c:v>8.5841644</c:v>
                </c:pt>
                <c:pt idx="4729">
                  <c:v>8.58462801</c:v>
                </c:pt>
                <c:pt idx="4730">
                  <c:v>8.5862786</c:v>
                </c:pt>
                <c:pt idx="4731">
                  <c:v>8.58781492</c:v>
                </c:pt>
                <c:pt idx="4732">
                  <c:v>8.58914976</c:v>
                </c:pt>
                <c:pt idx="4733">
                  <c:v>8.59118191</c:v>
                </c:pt>
                <c:pt idx="4734">
                  <c:v>8.59148078</c:v>
                </c:pt>
                <c:pt idx="4735">
                  <c:v>8.59254165</c:v>
                </c:pt>
                <c:pt idx="4736">
                  <c:v>8.59522368</c:v>
                </c:pt>
                <c:pt idx="4737">
                  <c:v>8.59589962</c:v>
                </c:pt>
                <c:pt idx="4738">
                  <c:v>8.5981752</c:v>
                </c:pt>
                <c:pt idx="4739">
                  <c:v>8.60298046</c:v>
                </c:pt>
                <c:pt idx="4740">
                  <c:v>8.60394502</c:v>
                </c:pt>
                <c:pt idx="4741">
                  <c:v>8.60451932</c:v>
                </c:pt>
                <c:pt idx="4742">
                  <c:v>8.60545108</c:v>
                </c:pt>
                <c:pt idx="4743">
                  <c:v>8.60768186</c:v>
                </c:pt>
                <c:pt idx="4744">
                  <c:v>8.61047334</c:v>
                </c:pt>
                <c:pt idx="4745">
                  <c:v>8.61169418</c:v>
                </c:pt>
                <c:pt idx="4746">
                  <c:v>8.61242169</c:v>
                </c:pt>
                <c:pt idx="4747">
                  <c:v>8.61400077</c:v>
                </c:pt>
                <c:pt idx="4748">
                  <c:v>8.61495567</c:v>
                </c:pt>
                <c:pt idx="4749">
                  <c:v>8.6156035</c:v>
                </c:pt>
                <c:pt idx="4750">
                  <c:v>8.61572323</c:v>
                </c:pt>
                <c:pt idx="4751">
                  <c:v>8.61731774</c:v>
                </c:pt>
                <c:pt idx="4752">
                  <c:v>8.61759845</c:v>
                </c:pt>
                <c:pt idx="4753">
                  <c:v>8.61861366</c:v>
                </c:pt>
                <c:pt idx="4754">
                  <c:v>8.61921691</c:v>
                </c:pt>
                <c:pt idx="4755">
                  <c:v>8.61949447</c:v>
                </c:pt>
                <c:pt idx="4756">
                  <c:v>8.62058707</c:v>
                </c:pt>
                <c:pt idx="4757">
                  <c:v>8.62158785</c:v>
                </c:pt>
                <c:pt idx="4758">
                  <c:v>8.62316912</c:v>
                </c:pt>
                <c:pt idx="4759">
                  <c:v>8.62403247</c:v>
                </c:pt>
                <c:pt idx="4760">
                  <c:v>8.62502383</c:v>
                </c:pt>
                <c:pt idx="4761">
                  <c:v>8.62542601</c:v>
                </c:pt>
                <c:pt idx="4762">
                  <c:v>8.62615706</c:v>
                </c:pt>
                <c:pt idx="4763">
                  <c:v>8.62619543</c:v>
                </c:pt>
                <c:pt idx="4764">
                  <c:v>8.62738191</c:v>
                </c:pt>
                <c:pt idx="4765">
                  <c:v>8.62795048</c:v>
                </c:pt>
                <c:pt idx="4766">
                  <c:v>8.62802433</c:v>
                </c:pt>
                <c:pt idx="4767">
                  <c:v>8.62876888</c:v>
                </c:pt>
                <c:pt idx="4768">
                  <c:v>8.62962506</c:v>
                </c:pt>
                <c:pt idx="4769">
                  <c:v>8.62967915</c:v>
                </c:pt>
                <c:pt idx="4770">
                  <c:v>8.63152574</c:v>
                </c:pt>
                <c:pt idx="4771">
                  <c:v>8.63321718</c:v>
                </c:pt>
                <c:pt idx="4772">
                  <c:v>8.63774223</c:v>
                </c:pt>
                <c:pt idx="4773">
                  <c:v>8.6377509</c:v>
                </c:pt>
                <c:pt idx="4774">
                  <c:v>8.63788484</c:v>
                </c:pt>
                <c:pt idx="4775">
                  <c:v>8.63821305</c:v>
                </c:pt>
                <c:pt idx="4776">
                  <c:v>8.6392242</c:v>
                </c:pt>
                <c:pt idx="4777">
                  <c:v>8.63957605</c:v>
                </c:pt>
                <c:pt idx="4778">
                  <c:v>8.64096953</c:v>
                </c:pt>
                <c:pt idx="4779">
                  <c:v>8.64221137</c:v>
                </c:pt>
                <c:pt idx="4780">
                  <c:v>8.64228731</c:v>
                </c:pt>
                <c:pt idx="4781">
                  <c:v>8.6425479</c:v>
                </c:pt>
                <c:pt idx="4782">
                  <c:v>8.64288355</c:v>
                </c:pt>
                <c:pt idx="4783">
                  <c:v>8.64450275</c:v>
                </c:pt>
                <c:pt idx="4784">
                  <c:v>8.64491273</c:v>
                </c:pt>
                <c:pt idx="4785">
                  <c:v>8.64527975</c:v>
                </c:pt>
                <c:pt idx="4786">
                  <c:v>8.64698043</c:v>
                </c:pt>
                <c:pt idx="4787">
                  <c:v>8.64826749</c:v>
                </c:pt>
                <c:pt idx="4788">
                  <c:v>8.64963178</c:v>
                </c:pt>
                <c:pt idx="4789">
                  <c:v>8.64994748</c:v>
                </c:pt>
                <c:pt idx="4790">
                  <c:v>8.65105391</c:v>
                </c:pt>
                <c:pt idx="4791">
                  <c:v>8.65109084</c:v>
                </c:pt>
                <c:pt idx="4792">
                  <c:v>8.65200779</c:v>
                </c:pt>
                <c:pt idx="4793">
                  <c:v>8.65241396</c:v>
                </c:pt>
                <c:pt idx="4794">
                  <c:v>8.65383918</c:v>
                </c:pt>
                <c:pt idx="4795">
                  <c:v>8.65555452</c:v>
                </c:pt>
                <c:pt idx="4796">
                  <c:v>8.65684872</c:v>
                </c:pt>
                <c:pt idx="4797">
                  <c:v>8.65697804</c:v>
                </c:pt>
                <c:pt idx="4798">
                  <c:v>8.65728929</c:v>
                </c:pt>
                <c:pt idx="4799">
                  <c:v>8.65793434</c:v>
                </c:pt>
                <c:pt idx="4800">
                  <c:v>8.65941714</c:v>
                </c:pt>
                <c:pt idx="4801">
                  <c:v>8.66047098</c:v>
                </c:pt>
                <c:pt idx="4802">
                  <c:v>8.66233154</c:v>
                </c:pt>
                <c:pt idx="4803">
                  <c:v>8.66323998</c:v>
                </c:pt>
                <c:pt idx="4804">
                  <c:v>8.66368753</c:v>
                </c:pt>
                <c:pt idx="4805">
                  <c:v>8.66567801</c:v>
                </c:pt>
                <c:pt idx="4806">
                  <c:v>8.667231</c:v>
                </c:pt>
                <c:pt idx="4807">
                  <c:v>8.66847107</c:v>
                </c:pt>
                <c:pt idx="4808">
                  <c:v>8.66928665</c:v>
                </c:pt>
                <c:pt idx="4809">
                  <c:v>8.66959802</c:v>
                </c:pt>
                <c:pt idx="4810">
                  <c:v>8.67210133</c:v>
                </c:pt>
                <c:pt idx="4811">
                  <c:v>8.67366071</c:v>
                </c:pt>
                <c:pt idx="4812">
                  <c:v>8.67510197</c:v>
                </c:pt>
                <c:pt idx="4813">
                  <c:v>8.6759976</c:v>
                </c:pt>
                <c:pt idx="4814">
                  <c:v>8.67715845</c:v>
                </c:pt>
                <c:pt idx="4815">
                  <c:v>8.67730525</c:v>
                </c:pt>
                <c:pt idx="4816">
                  <c:v>8.67757589</c:v>
                </c:pt>
                <c:pt idx="4817">
                  <c:v>8.67873462</c:v>
                </c:pt>
                <c:pt idx="4818">
                  <c:v>8.67985962</c:v>
                </c:pt>
                <c:pt idx="4819">
                  <c:v>8.6804885</c:v>
                </c:pt>
                <c:pt idx="4820">
                  <c:v>8.68105272</c:v>
                </c:pt>
                <c:pt idx="4821">
                  <c:v>8.68324828</c:v>
                </c:pt>
                <c:pt idx="4822">
                  <c:v>8.68564943</c:v>
                </c:pt>
                <c:pt idx="4823">
                  <c:v>8.68791645</c:v>
                </c:pt>
                <c:pt idx="4824">
                  <c:v>8.68794613</c:v>
                </c:pt>
                <c:pt idx="4825">
                  <c:v>8.68795033</c:v>
                </c:pt>
                <c:pt idx="4826">
                  <c:v>8.68797562</c:v>
                </c:pt>
                <c:pt idx="4827">
                  <c:v>8.68798373</c:v>
                </c:pt>
                <c:pt idx="4828">
                  <c:v>8.68950394</c:v>
                </c:pt>
                <c:pt idx="4829">
                  <c:v>8.68959719</c:v>
                </c:pt>
                <c:pt idx="4830">
                  <c:v>8.68966801</c:v>
                </c:pt>
                <c:pt idx="4831">
                  <c:v>8.69209461</c:v>
                </c:pt>
                <c:pt idx="4832">
                  <c:v>8.69325454</c:v>
                </c:pt>
                <c:pt idx="4833">
                  <c:v>8.69338591</c:v>
                </c:pt>
                <c:pt idx="4834">
                  <c:v>8.69352953</c:v>
                </c:pt>
                <c:pt idx="4835">
                  <c:v>8.6959638</c:v>
                </c:pt>
                <c:pt idx="4836">
                  <c:v>8.69669022</c:v>
                </c:pt>
                <c:pt idx="4837">
                  <c:v>8.69810218</c:v>
                </c:pt>
                <c:pt idx="4838">
                  <c:v>8.69951667</c:v>
                </c:pt>
                <c:pt idx="4839">
                  <c:v>8.69998155</c:v>
                </c:pt>
                <c:pt idx="4840">
                  <c:v>8.70139605</c:v>
                </c:pt>
                <c:pt idx="4841">
                  <c:v>8.70145491</c:v>
                </c:pt>
                <c:pt idx="4842">
                  <c:v>8.70310125</c:v>
                </c:pt>
                <c:pt idx="4843">
                  <c:v>8.704034</c:v>
                </c:pt>
                <c:pt idx="4844">
                  <c:v>8.70482859</c:v>
                </c:pt>
                <c:pt idx="4845">
                  <c:v>8.70540602</c:v>
                </c:pt>
                <c:pt idx="4846">
                  <c:v>8.70688988</c:v>
                </c:pt>
                <c:pt idx="4847">
                  <c:v>8.70741103</c:v>
                </c:pt>
                <c:pt idx="4848">
                  <c:v>8.70816584</c:v>
                </c:pt>
                <c:pt idx="4849">
                  <c:v>8.70924339</c:v>
                </c:pt>
                <c:pt idx="4850">
                  <c:v>8.70938018</c:v>
                </c:pt>
                <c:pt idx="4851">
                  <c:v>8.70971003</c:v>
                </c:pt>
                <c:pt idx="4852">
                  <c:v>8.71058112</c:v>
                </c:pt>
                <c:pt idx="4853">
                  <c:v>8.71284709</c:v>
                </c:pt>
                <c:pt idx="4854">
                  <c:v>8.71341546</c:v>
                </c:pt>
                <c:pt idx="4855">
                  <c:v>8.71365198</c:v>
                </c:pt>
                <c:pt idx="4856">
                  <c:v>8.71559195</c:v>
                </c:pt>
                <c:pt idx="4857">
                  <c:v>8.71630014</c:v>
                </c:pt>
                <c:pt idx="4858">
                  <c:v>8.71692324</c:v>
                </c:pt>
                <c:pt idx="4859">
                  <c:v>8.71703473</c:v>
                </c:pt>
                <c:pt idx="4860">
                  <c:v>8.71761881</c:v>
                </c:pt>
                <c:pt idx="4861">
                  <c:v>8.71880769</c:v>
                </c:pt>
                <c:pt idx="4862">
                  <c:v>8.71949796</c:v>
                </c:pt>
                <c:pt idx="4863">
                  <c:v>8.72052323</c:v>
                </c:pt>
                <c:pt idx="4864">
                  <c:v>8.72139124</c:v>
                </c:pt>
                <c:pt idx="4865">
                  <c:v>8.72267972</c:v>
                </c:pt>
                <c:pt idx="4866">
                  <c:v>8.72365028</c:v>
                </c:pt>
                <c:pt idx="4867">
                  <c:v>8.72567063</c:v>
                </c:pt>
                <c:pt idx="4868">
                  <c:v>8.72581809</c:v>
                </c:pt>
                <c:pt idx="4869">
                  <c:v>8.72587054</c:v>
                </c:pt>
                <c:pt idx="4870">
                  <c:v>8.7273036</c:v>
                </c:pt>
                <c:pt idx="4871">
                  <c:v>8.7274842</c:v>
                </c:pt>
                <c:pt idx="4872">
                  <c:v>8.72915806</c:v>
                </c:pt>
                <c:pt idx="4873">
                  <c:v>8.73079632</c:v>
                </c:pt>
                <c:pt idx="4874">
                  <c:v>8.73080369</c:v>
                </c:pt>
                <c:pt idx="4875">
                  <c:v>8.73143389</c:v>
                </c:pt>
                <c:pt idx="4876">
                  <c:v>8.73219553</c:v>
                </c:pt>
                <c:pt idx="4877">
                  <c:v>8.73402861</c:v>
                </c:pt>
                <c:pt idx="4878">
                  <c:v>8.7344084</c:v>
                </c:pt>
                <c:pt idx="4879">
                  <c:v>8.73590391</c:v>
                </c:pt>
                <c:pt idx="4880">
                  <c:v>8.73602153</c:v>
                </c:pt>
                <c:pt idx="4881">
                  <c:v>8.7370846</c:v>
                </c:pt>
                <c:pt idx="4882">
                  <c:v>8.73740723</c:v>
                </c:pt>
                <c:pt idx="4883">
                  <c:v>8.73838636</c:v>
                </c:pt>
                <c:pt idx="4884">
                  <c:v>8.73844911</c:v>
                </c:pt>
                <c:pt idx="4885">
                  <c:v>8.73848073</c:v>
                </c:pt>
                <c:pt idx="4886">
                  <c:v>8.7403443</c:v>
                </c:pt>
                <c:pt idx="4887">
                  <c:v>8.7404448</c:v>
                </c:pt>
                <c:pt idx="4888">
                  <c:v>8.74165619</c:v>
                </c:pt>
                <c:pt idx="4889">
                  <c:v>8.74188699</c:v>
                </c:pt>
                <c:pt idx="4890">
                  <c:v>8.74310316</c:v>
                </c:pt>
                <c:pt idx="4891">
                  <c:v>8.74385273</c:v>
                </c:pt>
                <c:pt idx="4892">
                  <c:v>8.74396868</c:v>
                </c:pt>
                <c:pt idx="4893">
                  <c:v>8.74525979</c:v>
                </c:pt>
                <c:pt idx="4894">
                  <c:v>8.74623967</c:v>
                </c:pt>
                <c:pt idx="4895">
                  <c:v>8.74689327</c:v>
                </c:pt>
                <c:pt idx="4896">
                  <c:v>8.74787235</c:v>
                </c:pt>
                <c:pt idx="4897">
                  <c:v>8.7488853</c:v>
                </c:pt>
                <c:pt idx="4898">
                  <c:v>8.74904537</c:v>
                </c:pt>
                <c:pt idx="4899">
                  <c:v>8.75036586</c:v>
                </c:pt>
                <c:pt idx="4900">
                  <c:v>8.75154772</c:v>
                </c:pt>
                <c:pt idx="4901">
                  <c:v>8.75224909</c:v>
                </c:pt>
                <c:pt idx="4902">
                  <c:v>8.75226428</c:v>
                </c:pt>
                <c:pt idx="4903">
                  <c:v>8.75258016</c:v>
                </c:pt>
                <c:pt idx="4904">
                  <c:v>8.75444806</c:v>
                </c:pt>
                <c:pt idx="4905">
                  <c:v>8.75587462</c:v>
                </c:pt>
                <c:pt idx="4906">
                  <c:v>8.7560803</c:v>
                </c:pt>
                <c:pt idx="4907">
                  <c:v>8.75617912</c:v>
                </c:pt>
                <c:pt idx="4908">
                  <c:v>8.7564396</c:v>
                </c:pt>
                <c:pt idx="4909">
                  <c:v>8.75726823</c:v>
                </c:pt>
                <c:pt idx="4910">
                  <c:v>8.75837895</c:v>
                </c:pt>
                <c:pt idx="4911">
                  <c:v>8.75912326</c:v>
                </c:pt>
                <c:pt idx="4912">
                  <c:v>8.75923751</c:v>
                </c:pt>
                <c:pt idx="4913">
                  <c:v>8.75970719</c:v>
                </c:pt>
                <c:pt idx="4914">
                  <c:v>8.76152382</c:v>
                </c:pt>
                <c:pt idx="4915">
                  <c:v>8.76174679</c:v>
                </c:pt>
                <c:pt idx="4916">
                  <c:v>8.76183761</c:v>
                </c:pt>
                <c:pt idx="4917">
                  <c:v>8.76234393</c:v>
                </c:pt>
                <c:pt idx="4918">
                  <c:v>8.76394531</c:v>
                </c:pt>
                <c:pt idx="4919">
                  <c:v>8.76460565</c:v>
                </c:pt>
                <c:pt idx="4920">
                  <c:v>8.76482946</c:v>
                </c:pt>
                <c:pt idx="4921">
                  <c:v>8.76546908</c:v>
                </c:pt>
                <c:pt idx="4922">
                  <c:v>8.76780517</c:v>
                </c:pt>
                <c:pt idx="4923">
                  <c:v>8.76781533</c:v>
                </c:pt>
                <c:pt idx="4924">
                  <c:v>8.76788262</c:v>
                </c:pt>
                <c:pt idx="4925">
                  <c:v>8.76948986</c:v>
                </c:pt>
                <c:pt idx="4926">
                  <c:v>8.77011778</c:v>
                </c:pt>
                <c:pt idx="4927">
                  <c:v>8.77101715</c:v>
                </c:pt>
                <c:pt idx="4928">
                  <c:v>8.77107419</c:v>
                </c:pt>
                <c:pt idx="4929">
                  <c:v>8.77332867</c:v>
                </c:pt>
                <c:pt idx="4930">
                  <c:v>8.77333419</c:v>
                </c:pt>
                <c:pt idx="4931">
                  <c:v>8.77377373</c:v>
                </c:pt>
                <c:pt idx="4932">
                  <c:v>8.77424691</c:v>
                </c:pt>
                <c:pt idx="4933">
                  <c:v>8.77460706</c:v>
                </c:pt>
                <c:pt idx="4934">
                  <c:v>8.77583603</c:v>
                </c:pt>
                <c:pt idx="4935">
                  <c:v>8.77663394</c:v>
                </c:pt>
                <c:pt idx="4936">
                  <c:v>8.77837771</c:v>
                </c:pt>
                <c:pt idx="4937">
                  <c:v>8.77943184</c:v>
                </c:pt>
                <c:pt idx="4938">
                  <c:v>8.77979908</c:v>
                </c:pt>
                <c:pt idx="4939">
                  <c:v>8.78012411</c:v>
                </c:pt>
                <c:pt idx="4940">
                  <c:v>8.78113525</c:v>
                </c:pt>
                <c:pt idx="4941">
                  <c:v>8.78157983</c:v>
                </c:pt>
                <c:pt idx="4942">
                  <c:v>8.78208223</c:v>
                </c:pt>
                <c:pt idx="4943">
                  <c:v>8.78274039</c:v>
                </c:pt>
                <c:pt idx="4944">
                  <c:v>8.78305869</c:v>
                </c:pt>
                <c:pt idx="4945">
                  <c:v>8.78410801</c:v>
                </c:pt>
                <c:pt idx="4946">
                  <c:v>8.78429965</c:v>
                </c:pt>
                <c:pt idx="4947">
                  <c:v>8.78544015</c:v>
                </c:pt>
                <c:pt idx="4948">
                  <c:v>8.78685097</c:v>
                </c:pt>
                <c:pt idx="4949">
                  <c:v>8.78742744</c:v>
                </c:pt>
                <c:pt idx="4950">
                  <c:v>8.78830301</c:v>
                </c:pt>
                <c:pt idx="4951">
                  <c:v>8.78840789</c:v>
                </c:pt>
                <c:pt idx="4952">
                  <c:v>8.78917701</c:v>
                </c:pt>
                <c:pt idx="4953">
                  <c:v>8.7897033</c:v>
                </c:pt>
                <c:pt idx="4954">
                  <c:v>8.79034492</c:v>
                </c:pt>
                <c:pt idx="4955">
                  <c:v>8.79194979</c:v>
                </c:pt>
                <c:pt idx="4956">
                  <c:v>8.79276077</c:v>
                </c:pt>
                <c:pt idx="4957">
                  <c:v>8.7929461</c:v>
                </c:pt>
                <c:pt idx="4958">
                  <c:v>8.79296999</c:v>
                </c:pt>
                <c:pt idx="4959">
                  <c:v>8.7948557</c:v>
                </c:pt>
                <c:pt idx="4960">
                  <c:v>8.79537991</c:v>
                </c:pt>
                <c:pt idx="4961">
                  <c:v>8.79547647</c:v>
                </c:pt>
                <c:pt idx="4962">
                  <c:v>8.79701777</c:v>
                </c:pt>
                <c:pt idx="4963">
                  <c:v>8.7977124</c:v>
                </c:pt>
                <c:pt idx="4964">
                  <c:v>8.79780577</c:v>
                </c:pt>
                <c:pt idx="4965">
                  <c:v>8.79840959</c:v>
                </c:pt>
                <c:pt idx="4966">
                  <c:v>8.79966493</c:v>
                </c:pt>
                <c:pt idx="4967">
                  <c:v>8.79988958</c:v>
                </c:pt>
                <c:pt idx="4968">
                  <c:v>8.80114622</c:v>
                </c:pt>
                <c:pt idx="4969">
                  <c:v>8.8015183</c:v>
                </c:pt>
                <c:pt idx="4970">
                  <c:v>8.80246521</c:v>
                </c:pt>
                <c:pt idx="4971">
                  <c:v>8.80433482</c:v>
                </c:pt>
                <c:pt idx="4972">
                  <c:v>8.80438101</c:v>
                </c:pt>
                <c:pt idx="4973">
                  <c:v>8.80552418</c:v>
                </c:pt>
                <c:pt idx="4974">
                  <c:v>8.80556978</c:v>
                </c:pt>
                <c:pt idx="4975">
                  <c:v>8.8064521</c:v>
                </c:pt>
                <c:pt idx="4976">
                  <c:v>8.80802334</c:v>
                </c:pt>
                <c:pt idx="4977">
                  <c:v>8.80865796</c:v>
                </c:pt>
                <c:pt idx="4978">
                  <c:v>8.80943211</c:v>
                </c:pt>
                <c:pt idx="4979">
                  <c:v>8.81007994</c:v>
                </c:pt>
                <c:pt idx="4980">
                  <c:v>8.81084244</c:v>
                </c:pt>
                <c:pt idx="4981">
                  <c:v>8.81295753</c:v>
                </c:pt>
                <c:pt idx="4982">
                  <c:v>8.81378753</c:v>
                </c:pt>
                <c:pt idx="4983">
                  <c:v>8.81456185</c:v>
                </c:pt>
                <c:pt idx="4984">
                  <c:v>8.81503037</c:v>
                </c:pt>
                <c:pt idx="4985">
                  <c:v>8.81575936</c:v>
                </c:pt>
                <c:pt idx="4986">
                  <c:v>8.81700169</c:v>
                </c:pt>
                <c:pt idx="4987">
                  <c:v>8.81702503</c:v>
                </c:pt>
                <c:pt idx="4988">
                  <c:v>8.8171642</c:v>
                </c:pt>
                <c:pt idx="4989">
                  <c:v>8.82029947</c:v>
                </c:pt>
                <c:pt idx="4990">
                  <c:v>8.82135519</c:v>
                </c:pt>
                <c:pt idx="4991">
                  <c:v>8.82152968</c:v>
                </c:pt>
                <c:pt idx="4992">
                  <c:v>8.82164503</c:v>
                </c:pt>
                <c:pt idx="4993">
                  <c:v>8.82261305</c:v>
                </c:pt>
                <c:pt idx="4994">
                  <c:v>8.82429608</c:v>
                </c:pt>
                <c:pt idx="4995">
                  <c:v>8.82454589</c:v>
                </c:pt>
                <c:pt idx="4996">
                  <c:v>8.82566947</c:v>
                </c:pt>
                <c:pt idx="4997">
                  <c:v>8.82606012</c:v>
                </c:pt>
                <c:pt idx="4998">
                  <c:v>8.82633769</c:v>
                </c:pt>
                <c:pt idx="4999">
                  <c:v>8.82754313</c:v>
                </c:pt>
                <c:pt idx="5000">
                  <c:v>8.82769507</c:v>
                </c:pt>
                <c:pt idx="5001">
                  <c:v>8.82893206</c:v>
                </c:pt>
                <c:pt idx="5002">
                  <c:v>8.83056097</c:v>
                </c:pt>
                <c:pt idx="5003">
                  <c:v>8.83091444</c:v>
                </c:pt>
                <c:pt idx="5004">
                  <c:v>8.8333511</c:v>
                </c:pt>
                <c:pt idx="5005">
                  <c:v>8.83338232</c:v>
                </c:pt>
                <c:pt idx="5006">
                  <c:v>8.83482454</c:v>
                </c:pt>
                <c:pt idx="5007">
                  <c:v>8.83490885</c:v>
                </c:pt>
                <c:pt idx="5008">
                  <c:v>8.83615431</c:v>
                </c:pt>
                <c:pt idx="5009">
                  <c:v>8.83618518</c:v>
                </c:pt>
                <c:pt idx="5010">
                  <c:v>8.83645963</c:v>
                </c:pt>
                <c:pt idx="5011">
                  <c:v>8.83782494</c:v>
                </c:pt>
                <c:pt idx="5012">
                  <c:v>8.83793127</c:v>
                </c:pt>
                <c:pt idx="5013">
                  <c:v>8.83929868</c:v>
                </c:pt>
                <c:pt idx="5014">
                  <c:v>8.84038686</c:v>
                </c:pt>
                <c:pt idx="5015">
                  <c:v>8.84044329</c:v>
                </c:pt>
                <c:pt idx="5016">
                  <c:v>8.84177536</c:v>
                </c:pt>
                <c:pt idx="5017">
                  <c:v>8.84280515</c:v>
                </c:pt>
                <c:pt idx="5018">
                  <c:v>8.84397315</c:v>
                </c:pt>
                <c:pt idx="5019">
                  <c:v>8.84500377</c:v>
                </c:pt>
                <c:pt idx="5020">
                  <c:v>8.84502809</c:v>
                </c:pt>
                <c:pt idx="5021">
                  <c:v>8.84627376</c:v>
                </c:pt>
                <c:pt idx="5022">
                  <c:v>8.84633658</c:v>
                </c:pt>
                <c:pt idx="5023">
                  <c:v>8.84753823</c:v>
                </c:pt>
                <c:pt idx="5024">
                  <c:v>8.8491852</c:v>
                </c:pt>
                <c:pt idx="5025">
                  <c:v>8.84928746</c:v>
                </c:pt>
                <c:pt idx="5026">
                  <c:v>8.85003307</c:v>
                </c:pt>
                <c:pt idx="5027">
                  <c:v>8.85085966</c:v>
                </c:pt>
                <c:pt idx="5028">
                  <c:v>8.85105839</c:v>
                </c:pt>
                <c:pt idx="5029">
                  <c:v>8.85131663</c:v>
                </c:pt>
                <c:pt idx="5030">
                  <c:v>8.85219911</c:v>
                </c:pt>
                <c:pt idx="5031">
                  <c:v>8.85330689</c:v>
                </c:pt>
                <c:pt idx="5032">
                  <c:v>8.8541442</c:v>
                </c:pt>
                <c:pt idx="5033">
                  <c:v>8.85525461</c:v>
                </c:pt>
                <c:pt idx="5034">
                  <c:v>8.85652057</c:v>
                </c:pt>
                <c:pt idx="5035">
                  <c:v>8.85808762</c:v>
                </c:pt>
                <c:pt idx="5036">
                  <c:v>8.85949577</c:v>
                </c:pt>
                <c:pt idx="5037">
                  <c:v>8.8595863</c:v>
                </c:pt>
                <c:pt idx="5038">
                  <c:v>8.86086657</c:v>
                </c:pt>
                <c:pt idx="5039">
                  <c:v>8.86162592</c:v>
                </c:pt>
                <c:pt idx="5040">
                  <c:v>8.86288143</c:v>
                </c:pt>
                <c:pt idx="5041">
                  <c:v>8.86379373</c:v>
                </c:pt>
                <c:pt idx="5042">
                  <c:v>8.86385136</c:v>
                </c:pt>
                <c:pt idx="5043">
                  <c:v>8.86599356</c:v>
                </c:pt>
                <c:pt idx="5044">
                  <c:v>8.8670833</c:v>
                </c:pt>
                <c:pt idx="5045">
                  <c:v>8.86708683</c:v>
                </c:pt>
                <c:pt idx="5046">
                  <c:v>8.86891514</c:v>
                </c:pt>
                <c:pt idx="5047">
                  <c:v>8.8695638</c:v>
                </c:pt>
                <c:pt idx="5048">
                  <c:v>8.87110074</c:v>
                </c:pt>
                <c:pt idx="5049">
                  <c:v>8.87160977</c:v>
                </c:pt>
                <c:pt idx="5050">
                  <c:v>8.87304785</c:v>
                </c:pt>
                <c:pt idx="5051">
                  <c:v>8.87538862</c:v>
                </c:pt>
                <c:pt idx="5052">
                  <c:v>8.87547817</c:v>
                </c:pt>
                <c:pt idx="5053">
                  <c:v>8.87695482</c:v>
                </c:pt>
                <c:pt idx="5054">
                  <c:v>8.87837813</c:v>
                </c:pt>
                <c:pt idx="5055">
                  <c:v>8.87885789</c:v>
                </c:pt>
                <c:pt idx="5056">
                  <c:v>8.87967452</c:v>
                </c:pt>
                <c:pt idx="5057">
                  <c:v>8.87972184</c:v>
                </c:pt>
                <c:pt idx="5058">
                  <c:v>8.88087762</c:v>
                </c:pt>
                <c:pt idx="5059">
                  <c:v>8.88129143</c:v>
                </c:pt>
                <c:pt idx="5060">
                  <c:v>8.88189965</c:v>
                </c:pt>
                <c:pt idx="5061">
                  <c:v>8.88199861</c:v>
                </c:pt>
                <c:pt idx="5062">
                  <c:v>8.88415295</c:v>
                </c:pt>
                <c:pt idx="5063">
                  <c:v>8.88451013</c:v>
                </c:pt>
                <c:pt idx="5064">
                  <c:v>8.88452409</c:v>
                </c:pt>
                <c:pt idx="5065">
                  <c:v>8.88596972</c:v>
                </c:pt>
                <c:pt idx="5066">
                  <c:v>8.88755103</c:v>
                </c:pt>
                <c:pt idx="5067">
                  <c:v>8.88855805</c:v>
                </c:pt>
                <c:pt idx="5068">
                  <c:v>8.88993697</c:v>
                </c:pt>
                <c:pt idx="5069">
                  <c:v>8.89130828</c:v>
                </c:pt>
                <c:pt idx="5070">
                  <c:v>8.8914809</c:v>
                </c:pt>
                <c:pt idx="5071">
                  <c:v>8.89277106</c:v>
                </c:pt>
                <c:pt idx="5072">
                  <c:v>8.89279309</c:v>
                </c:pt>
                <c:pt idx="5073">
                  <c:v>8.89286651</c:v>
                </c:pt>
                <c:pt idx="5074">
                  <c:v>8.89358993</c:v>
                </c:pt>
                <c:pt idx="5075">
                  <c:v>8.89364115</c:v>
                </c:pt>
                <c:pt idx="5076">
                  <c:v>8.89561659</c:v>
                </c:pt>
                <c:pt idx="5077">
                  <c:v>8.89588545</c:v>
                </c:pt>
                <c:pt idx="5078">
                  <c:v>8.89710585</c:v>
                </c:pt>
                <c:pt idx="5079">
                  <c:v>8.89729254</c:v>
                </c:pt>
                <c:pt idx="5080">
                  <c:v>8.89733422</c:v>
                </c:pt>
                <c:pt idx="5081">
                  <c:v>8.899132</c:v>
                </c:pt>
                <c:pt idx="5082">
                  <c:v>8.89914294</c:v>
                </c:pt>
                <c:pt idx="5083">
                  <c:v>8.90169074</c:v>
                </c:pt>
                <c:pt idx="5084">
                  <c:v>8.90228596</c:v>
                </c:pt>
                <c:pt idx="5085">
                  <c:v>8.9029497</c:v>
                </c:pt>
                <c:pt idx="5086">
                  <c:v>8.90363052</c:v>
                </c:pt>
                <c:pt idx="5087">
                  <c:v>8.90501039</c:v>
                </c:pt>
                <c:pt idx="5088">
                  <c:v>8.90675405</c:v>
                </c:pt>
                <c:pt idx="5089">
                  <c:v>8.90751282</c:v>
                </c:pt>
                <c:pt idx="5090">
                  <c:v>8.9076118</c:v>
                </c:pt>
                <c:pt idx="5091">
                  <c:v>8.90899432</c:v>
                </c:pt>
                <c:pt idx="5092">
                  <c:v>8.90928847</c:v>
                </c:pt>
                <c:pt idx="5093">
                  <c:v>8.91024399</c:v>
                </c:pt>
                <c:pt idx="5094">
                  <c:v>8.91077094</c:v>
                </c:pt>
                <c:pt idx="5095">
                  <c:v>8.91216741</c:v>
                </c:pt>
                <c:pt idx="5096">
                  <c:v>8.91218746</c:v>
                </c:pt>
                <c:pt idx="5097">
                  <c:v>8.91323124</c:v>
                </c:pt>
                <c:pt idx="5098">
                  <c:v>8.91356365</c:v>
                </c:pt>
                <c:pt idx="5099">
                  <c:v>8.9153197</c:v>
                </c:pt>
                <c:pt idx="5100">
                  <c:v>8.91595054</c:v>
                </c:pt>
                <c:pt idx="5101">
                  <c:v>8.91600361</c:v>
                </c:pt>
                <c:pt idx="5102">
                  <c:v>8.91749524</c:v>
                </c:pt>
                <c:pt idx="5103">
                  <c:v>8.9175679</c:v>
                </c:pt>
                <c:pt idx="5104">
                  <c:v>8.9177268</c:v>
                </c:pt>
                <c:pt idx="5105">
                  <c:v>8.92021715</c:v>
                </c:pt>
                <c:pt idx="5106">
                  <c:v>8.92047306</c:v>
                </c:pt>
                <c:pt idx="5107">
                  <c:v>8.92058299</c:v>
                </c:pt>
                <c:pt idx="5108">
                  <c:v>8.92062378</c:v>
                </c:pt>
                <c:pt idx="5109">
                  <c:v>8.92180638</c:v>
                </c:pt>
                <c:pt idx="5110">
                  <c:v>8.92340751</c:v>
                </c:pt>
                <c:pt idx="5111">
                  <c:v>8.923722</c:v>
                </c:pt>
                <c:pt idx="5112">
                  <c:v>8.92461071</c:v>
                </c:pt>
                <c:pt idx="5113">
                  <c:v>8.92613086</c:v>
                </c:pt>
                <c:pt idx="5114">
                  <c:v>8.92655524</c:v>
                </c:pt>
                <c:pt idx="5115">
                  <c:v>8.9268374</c:v>
                </c:pt>
                <c:pt idx="5116">
                  <c:v>8.92832637</c:v>
                </c:pt>
                <c:pt idx="5117">
                  <c:v>8.92961363</c:v>
                </c:pt>
                <c:pt idx="5118">
                  <c:v>8.93036762</c:v>
                </c:pt>
                <c:pt idx="5119">
                  <c:v>8.93051388</c:v>
                </c:pt>
                <c:pt idx="5120">
                  <c:v>8.93082731</c:v>
                </c:pt>
                <c:pt idx="5121">
                  <c:v>8.9315018</c:v>
                </c:pt>
                <c:pt idx="5122">
                  <c:v>8.93205332</c:v>
                </c:pt>
                <c:pt idx="5123">
                  <c:v>8.93253141</c:v>
                </c:pt>
                <c:pt idx="5124">
                  <c:v>8.93370354</c:v>
                </c:pt>
                <c:pt idx="5125">
                  <c:v>8.93386435</c:v>
                </c:pt>
                <c:pt idx="5126">
                  <c:v>8.93498378</c:v>
                </c:pt>
                <c:pt idx="5127">
                  <c:v>8.93605052</c:v>
                </c:pt>
                <c:pt idx="5128">
                  <c:v>8.93727842</c:v>
                </c:pt>
                <c:pt idx="5129">
                  <c:v>8.93758259</c:v>
                </c:pt>
                <c:pt idx="5130">
                  <c:v>8.93922992</c:v>
                </c:pt>
                <c:pt idx="5131">
                  <c:v>8.93981352</c:v>
                </c:pt>
                <c:pt idx="5132">
                  <c:v>8.94073035</c:v>
                </c:pt>
                <c:pt idx="5133">
                  <c:v>8.94135796</c:v>
                </c:pt>
                <c:pt idx="5134">
                  <c:v>8.94141108</c:v>
                </c:pt>
                <c:pt idx="5135">
                  <c:v>8.94315948</c:v>
                </c:pt>
                <c:pt idx="5136">
                  <c:v>8.94390213</c:v>
                </c:pt>
                <c:pt idx="5137">
                  <c:v>8.94502668</c:v>
                </c:pt>
                <c:pt idx="5138">
                  <c:v>8.94584166</c:v>
                </c:pt>
                <c:pt idx="5139">
                  <c:v>8.94714911</c:v>
                </c:pt>
                <c:pt idx="5140">
                  <c:v>8.94798036</c:v>
                </c:pt>
                <c:pt idx="5141">
                  <c:v>8.94884917</c:v>
                </c:pt>
                <c:pt idx="5142">
                  <c:v>8.94931208</c:v>
                </c:pt>
                <c:pt idx="5143">
                  <c:v>8.95084704</c:v>
                </c:pt>
                <c:pt idx="5144">
                  <c:v>8.9516049</c:v>
                </c:pt>
                <c:pt idx="5145">
                  <c:v>8.95230404</c:v>
                </c:pt>
                <c:pt idx="5146">
                  <c:v>8.95234622</c:v>
                </c:pt>
                <c:pt idx="5147">
                  <c:v>8.9526475</c:v>
                </c:pt>
                <c:pt idx="5148">
                  <c:v>8.95428705</c:v>
                </c:pt>
                <c:pt idx="5149">
                  <c:v>8.95642457</c:v>
                </c:pt>
                <c:pt idx="5150">
                  <c:v>8.95649514</c:v>
                </c:pt>
                <c:pt idx="5151">
                  <c:v>8.95675159</c:v>
                </c:pt>
                <c:pt idx="5152">
                  <c:v>8.9587703</c:v>
                </c:pt>
                <c:pt idx="5153">
                  <c:v>8.95977886</c:v>
                </c:pt>
                <c:pt idx="5154">
                  <c:v>8.96009072</c:v>
                </c:pt>
                <c:pt idx="5155">
                  <c:v>8.9611582</c:v>
                </c:pt>
                <c:pt idx="5156">
                  <c:v>8.96429784</c:v>
                </c:pt>
                <c:pt idx="5157">
                  <c:v>8.96539824</c:v>
                </c:pt>
                <c:pt idx="5158">
                  <c:v>8.96549763</c:v>
                </c:pt>
                <c:pt idx="5159">
                  <c:v>8.96650223</c:v>
                </c:pt>
                <c:pt idx="5160">
                  <c:v>8.96680639</c:v>
                </c:pt>
                <c:pt idx="5161">
                  <c:v>8.96780127</c:v>
                </c:pt>
                <c:pt idx="5162">
                  <c:v>8.96788864</c:v>
                </c:pt>
                <c:pt idx="5163">
                  <c:v>8.96958211</c:v>
                </c:pt>
                <c:pt idx="5164">
                  <c:v>8.97046974</c:v>
                </c:pt>
                <c:pt idx="5165">
                  <c:v>8.97077395</c:v>
                </c:pt>
                <c:pt idx="5166">
                  <c:v>8.97080794</c:v>
                </c:pt>
                <c:pt idx="5167">
                  <c:v>8.97237956</c:v>
                </c:pt>
                <c:pt idx="5168">
                  <c:v>8.97350972</c:v>
                </c:pt>
                <c:pt idx="5169">
                  <c:v>8.97409008</c:v>
                </c:pt>
                <c:pt idx="5170">
                  <c:v>8.97639055</c:v>
                </c:pt>
                <c:pt idx="5171">
                  <c:v>8.97743171</c:v>
                </c:pt>
                <c:pt idx="5172">
                  <c:v>8.97846562</c:v>
                </c:pt>
                <c:pt idx="5173">
                  <c:v>8.97909443</c:v>
                </c:pt>
                <c:pt idx="5174">
                  <c:v>8.979866</c:v>
                </c:pt>
                <c:pt idx="5175">
                  <c:v>8.98038815</c:v>
                </c:pt>
                <c:pt idx="5176">
                  <c:v>8.98182459</c:v>
                </c:pt>
                <c:pt idx="5177">
                  <c:v>8.98287473</c:v>
                </c:pt>
                <c:pt idx="5178">
                  <c:v>8.98476848</c:v>
                </c:pt>
                <c:pt idx="5179">
                  <c:v>8.98479775</c:v>
                </c:pt>
                <c:pt idx="5180">
                  <c:v>8.98576812</c:v>
                </c:pt>
                <c:pt idx="5181">
                  <c:v>8.98705321</c:v>
                </c:pt>
                <c:pt idx="5182">
                  <c:v>8.9871712</c:v>
                </c:pt>
                <c:pt idx="5183">
                  <c:v>8.98906576</c:v>
                </c:pt>
                <c:pt idx="5184">
                  <c:v>8.98997186</c:v>
                </c:pt>
                <c:pt idx="5185">
                  <c:v>8.99016373</c:v>
                </c:pt>
                <c:pt idx="5186">
                  <c:v>8.99150489</c:v>
                </c:pt>
                <c:pt idx="5187">
                  <c:v>8.99222203</c:v>
                </c:pt>
                <c:pt idx="5188">
                  <c:v>8.99228422</c:v>
                </c:pt>
                <c:pt idx="5189">
                  <c:v>8.992959</c:v>
                </c:pt>
                <c:pt idx="5190">
                  <c:v>8.9940101</c:v>
                </c:pt>
                <c:pt idx="5191">
                  <c:v>8.99497462</c:v>
                </c:pt>
                <c:pt idx="5192">
                  <c:v>8.99641488</c:v>
                </c:pt>
                <c:pt idx="5193">
                  <c:v>8.99707713</c:v>
                </c:pt>
                <c:pt idx="5194">
                  <c:v>8.99740398</c:v>
                </c:pt>
                <c:pt idx="5195">
                  <c:v>8.99781096</c:v>
                </c:pt>
                <c:pt idx="5196">
                  <c:v>8.99793944</c:v>
                </c:pt>
                <c:pt idx="5197">
                  <c:v>8.99861399</c:v>
                </c:pt>
                <c:pt idx="5198">
                  <c:v>8.99978638</c:v>
                </c:pt>
                <c:pt idx="5199">
                  <c:v>9.00094037</c:v>
                </c:pt>
                <c:pt idx="5200">
                  <c:v>9.00109358</c:v>
                </c:pt>
                <c:pt idx="5201">
                  <c:v>9.00365617</c:v>
                </c:pt>
                <c:pt idx="5202">
                  <c:v>9.00459918</c:v>
                </c:pt>
                <c:pt idx="5203">
                  <c:v>9.00602585</c:v>
                </c:pt>
                <c:pt idx="5204">
                  <c:v>9.00678351</c:v>
                </c:pt>
                <c:pt idx="5205">
                  <c:v>9.00797266</c:v>
                </c:pt>
                <c:pt idx="5206">
                  <c:v>9.00806101</c:v>
                </c:pt>
                <c:pt idx="5207">
                  <c:v>9.00927208</c:v>
                </c:pt>
                <c:pt idx="5208">
                  <c:v>9.01010891</c:v>
                </c:pt>
                <c:pt idx="5209">
                  <c:v>9.01013043</c:v>
                </c:pt>
                <c:pt idx="5210">
                  <c:v>9.01144507</c:v>
                </c:pt>
                <c:pt idx="5211">
                  <c:v>9.01149285</c:v>
                </c:pt>
                <c:pt idx="5212">
                  <c:v>9.01336673</c:v>
                </c:pt>
                <c:pt idx="5213">
                  <c:v>9.01410537</c:v>
                </c:pt>
                <c:pt idx="5214">
                  <c:v>9.01475837</c:v>
                </c:pt>
                <c:pt idx="5215">
                  <c:v>9.01623536</c:v>
                </c:pt>
                <c:pt idx="5216">
                  <c:v>9.01628749</c:v>
                </c:pt>
                <c:pt idx="5217">
                  <c:v>9.01801268</c:v>
                </c:pt>
                <c:pt idx="5218">
                  <c:v>9.01824385</c:v>
                </c:pt>
                <c:pt idx="5219">
                  <c:v>9.01947003</c:v>
                </c:pt>
                <c:pt idx="5220">
                  <c:v>9.01949664</c:v>
                </c:pt>
                <c:pt idx="5221">
                  <c:v>9.02053656</c:v>
                </c:pt>
                <c:pt idx="5222">
                  <c:v>9.02125569</c:v>
                </c:pt>
                <c:pt idx="5223">
                  <c:v>9.02179922</c:v>
                </c:pt>
                <c:pt idx="5224">
                  <c:v>9.02194335</c:v>
                </c:pt>
                <c:pt idx="5225">
                  <c:v>9.02355307</c:v>
                </c:pt>
                <c:pt idx="5226">
                  <c:v>9.02495913</c:v>
                </c:pt>
                <c:pt idx="5227">
                  <c:v>9.02497594</c:v>
                </c:pt>
                <c:pt idx="5228">
                  <c:v>9.02505121</c:v>
                </c:pt>
                <c:pt idx="5229">
                  <c:v>9.02555136</c:v>
                </c:pt>
                <c:pt idx="5230">
                  <c:v>9.0266127</c:v>
                </c:pt>
                <c:pt idx="5231">
                  <c:v>9.02777746</c:v>
                </c:pt>
                <c:pt idx="5232">
                  <c:v>9.02860535</c:v>
                </c:pt>
                <c:pt idx="5233">
                  <c:v>9.02934685</c:v>
                </c:pt>
                <c:pt idx="5234">
                  <c:v>9.03070452</c:v>
                </c:pt>
                <c:pt idx="5235">
                  <c:v>9.03117464</c:v>
                </c:pt>
                <c:pt idx="5236">
                  <c:v>9.03252369</c:v>
                </c:pt>
                <c:pt idx="5237">
                  <c:v>9.03260424</c:v>
                </c:pt>
                <c:pt idx="5238">
                  <c:v>9.03443088</c:v>
                </c:pt>
                <c:pt idx="5239">
                  <c:v>9.0346048</c:v>
                </c:pt>
                <c:pt idx="5240">
                  <c:v>9.03634093</c:v>
                </c:pt>
                <c:pt idx="5241">
                  <c:v>9.03657819</c:v>
                </c:pt>
                <c:pt idx="5242">
                  <c:v>9.03708055</c:v>
                </c:pt>
                <c:pt idx="5243">
                  <c:v>9.03828263</c:v>
                </c:pt>
                <c:pt idx="5244">
                  <c:v>9.03832781</c:v>
                </c:pt>
                <c:pt idx="5245">
                  <c:v>9.04008065</c:v>
                </c:pt>
                <c:pt idx="5246">
                  <c:v>9.0409127</c:v>
                </c:pt>
                <c:pt idx="5247">
                  <c:v>9.04096247</c:v>
                </c:pt>
                <c:pt idx="5248">
                  <c:v>9.04199595</c:v>
                </c:pt>
                <c:pt idx="5249">
                  <c:v>9.04294593</c:v>
                </c:pt>
                <c:pt idx="5250">
                  <c:v>9.04295779</c:v>
                </c:pt>
                <c:pt idx="5251">
                  <c:v>9.04417616</c:v>
                </c:pt>
                <c:pt idx="5252">
                  <c:v>9.04577622</c:v>
                </c:pt>
                <c:pt idx="5253">
                  <c:v>9.04584978</c:v>
                </c:pt>
                <c:pt idx="5254">
                  <c:v>9.0458748</c:v>
                </c:pt>
                <c:pt idx="5255">
                  <c:v>9.04587693</c:v>
                </c:pt>
                <c:pt idx="5256">
                  <c:v>9.04919054</c:v>
                </c:pt>
                <c:pt idx="5257">
                  <c:v>9.04996587</c:v>
                </c:pt>
                <c:pt idx="5258">
                  <c:v>9.05105918</c:v>
                </c:pt>
                <c:pt idx="5259">
                  <c:v>9.0526462</c:v>
                </c:pt>
                <c:pt idx="5260">
                  <c:v>9.05358018</c:v>
                </c:pt>
                <c:pt idx="5261">
                  <c:v>9.05401365</c:v>
                </c:pt>
                <c:pt idx="5262">
                  <c:v>9.05540681</c:v>
                </c:pt>
                <c:pt idx="5263">
                  <c:v>9.05546147</c:v>
                </c:pt>
                <c:pt idx="5264">
                  <c:v>9.05573688</c:v>
                </c:pt>
                <c:pt idx="5265">
                  <c:v>9.05717712</c:v>
                </c:pt>
                <c:pt idx="5266">
                  <c:v>9.05880696</c:v>
                </c:pt>
                <c:pt idx="5267">
                  <c:v>9.05883314</c:v>
                </c:pt>
                <c:pt idx="5268">
                  <c:v>9.06036893</c:v>
                </c:pt>
                <c:pt idx="5269">
                  <c:v>9.06107878</c:v>
                </c:pt>
                <c:pt idx="5270">
                  <c:v>9.06155866</c:v>
                </c:pt>
                <c:pt idx="5271">
                  <c:v>9.06290724</c:v>
                </c:pt>
                <c:pt idx="5272">
                  <c:v>9.06308534</c:v>
                </c:pt>
                <c:pt idx="5273">
                  <c:v>9.06471915</c:v>
                </c:pt>
                <c:pt idx="5274">
                  <c:v>9.06486573</c:v>
                </c:pt>
                <c:pt idx="5275">
                  <c:v>9.06610761</c:v>
                </c:pt>
                <c:pt idx="5276">
                  <c:v>9.06725724</c:v>
                </c:pt>
                <c:pt idx="5277">
                  <c:v>9.06875988</c:v>
                </c:pt>
                <c:pt idx="5278">
                  <c:v>9.0699138</c:v>
                </c:pt>
                <c:pt idx="5279">
                  <c:v>9.06998076</c:v>
                </c:pt>
                <c:pt idx="5280">
                  <c:v>9.07137493</c:v>
                </c:pt>
                <c:pt idx="5281">
                  <c:v>9.07141711</c:v>
                </c:pt>
                <c:pt idx="5282">
                  <c:v>9.0729739</c:v>
                </c:pt>
                <c:pt idx="5283">
                  <c:v>9.07461138</c:v>
                </c:pt>
                <c:pt idx="5284">
                  <c:v>9.07465467</c:v>
                </c:pt>
                <c:pt idx="5285">
                  <c:v>9.07485706</c:v>
                </c:pt>
                <c:pt idx="5286">
                  <c:v>9.07649339</c:v>
                </c:pt>
                <c:pt idx="5287">
                  <c:v>9.07735488</c:v>
                </c:pt>
                <c:pt idx="5288">
                  <c:v>9.0787565</c:v>
                </c:pt>
                <c:pt idx="5289">
                  <c:v>9.0792441</c:v>
                </c:pt>
                <c:pt idx="5290">
                  <c:v>9.0792462</c:v>
                </c:pt>
                <c:pt idx="5291">
                  <c:v>9.0814546</c:v>
                </c:pt>
                <c:pt idx="5292">
                  <c:v>9.08251902</c:v>
                </c:pt>
                <c:pt idx="5293">
                  <c:v>9.08335463</c:v>
                </c:pt>
                <c:pt idx="5294">
                  <c:v>9.08439726</c:v>
                </c:pt>
                <c:pt idx="5295">
                  <c:v>9.08598791</c:v>
                </c:pt>
                <c:pt idx="5296">
                  <c:v>9.08626613</c:v>
                </c:pt>
                <c:pt idx="5297">
                  <c:v>9.08729512</c:v>
                </c:pt>
                <c:pt idx="5298">
                  <c:v>9.08821087</c:v>
                </c:pt>
                <c:pt idx="5299">
                  <c:v>9.08886175</c:v>
                </c:pt>
                <c:pt idx="5300">
                  <c:v>9.08997592</c:v>
                </c:pt>
                <c:pt idx="5301">
                  <c:v>9.09042765</c:v>
                </c:pt>
                <c:pt idx="5302">
                  <c:v>9.09216153</c:v>
                </c:pt>
                <c:pt idx="5303">
                  <c:v>9.09217103</c:v>
                </c:pt>
                <c:pt idx="5304">
                  <c:v>9.09225163</c:v>
                </c:pt>
                <c:pt idx="5305">
                  <c:v>9.09396047</c:v>
                </c:pt>
                <c:pt idx="5306">
                  <c:v>9.0947321</c:v>
                </c:pt>
                <c:pt idx="5307">
                  <c:v>9.095549</c:v>
                </c:pt>
                <c:pt idx="5308">
                  <c:v>9.09624156</c:v>
                </c:pt>
                <c:pt idx="5309">
                  <c:v>9.09677329</c:v>
                </c:pt>
                <c:pt idx="5310">
                  <c:v>9.09847699</c:v>
                </c:pt>
                <c:pt idx="5311">
                  <c:v>9.09853054</c:v>
                </c:pt>
                <c:pt idx="5312">
                  <c:v>9.09854592</c:v>
                </c:pt>
                <c:pt idx="5313">
                  <c:v>9.09875095</c:v>
                </c:pt>
                <c:pt idx="5314">
                  <c:v>9.10051155</c:v>
                </c:pt>
                <c:pt idx="5315">
                  <c:v>9.10076357</c:v>
                </c:pt>
                <c:pt idx="5316">
                  <c:v>9.10205163</c:v>
                </c:pt>
                <c:pt idx="5317">
                  <c:v>9.10302989</c:v>
                </c:pt>
                <c:pt idx="5318">
                  <c:v>9.10308177</c:v>
                </c:pt>
                <c:pt idx="5319">
                  <c:v>9.10312552</c:v>
                </c:pt>
                <c:pt idx="5320">
                  <c:v>9.10355214</c:v>
                </c:pt>
                <c:pt idx="5321">
                  <c:v>9.10477579</c:v>
                </c:pt>
                <c:pt idx="5322">
                  <c:v>9.10559259</c:v>
                </c:pt>
                <c:pt idx="5323">
                  <c:v>9.10640507</c:v>
                </c:pt>
                <c:pt idx="5324">
                  <c:v>9.10742128</c:v>
                </c:pt>
                <c:pt idx="5325">
                  <c:v>9.1075959</c:v>
                </c:pt>
                <c:pt idx="5326">
                  <c:v>9.10872998</c:v>
                </c:pt>
                <c:pt idx="5327">
                  <c:v>9.10930774</c:v>
                </c:pt>
                <c:pt idx="5328">
                  <c:v>9.11055733</c:v>
                </c:pt>
                <c:pt idx="5329">
                  <c:v>9.11084036</c:v>
                </c:pt>
                <c:pt idx="5330">
                  <c:v>9.11203219</c:v>
                </c:pt>
                <c:pt idx="5331">
                  <c:v>9.11207284</c:v>
                </c:pt>
                <c:pt idx="5332">
                  <c:v>9.1125828</c:v>
                </c:pt>
                <c:pt idx="5333">
                  <c:v>9.11397084</c:v>
                </c:pt>
                <c:pt idx="5334">
                  <c:v>9.11399637</c:v>
                </c:pt>
                <c:pt idx="5335">
                  <c:v>9.11541479</c:v>
                </c:pt>
                <c:pt idx="5336">
                  <c:v>9.11616597</c:v>
                </c:pt>
                <c:pt idx="5337">
                  <c:v>9.11621923</c:v>
                </c:pt>
                <c:pt idx="5338">
                  <c:v>9.11793996</c:v>
                </c:pt>
                <c:pt idx="5339">
                  <c:v>9.1180674</c:v>
                </c:pt>
                <c:pt idx="5340">
                  <c:v>9.11962245</c:v>
                </c:pt>
                <c:pt idx="5341">
                  <c:v>9.12071431</c:v>
                </c:pt>
                <c:pt idx="5342">
                  <c:v>9.1215437</c:v>
                </c:pt>
                <c:pt idx="5343">
                  <c:v>9.12207455</c:v>
                </c:pt>
                <c:pt idx="5344">
                  <c:v>9.12262878</c:v>
                </c:pt>
                <c:pt idx="5345">
                  <c:v>9.1234101</c:v>
                </c:pt>
                <c:pt idx="5346">
                  <c:v>9.12397122</c:v>
                </c:pt>
                <c:pt idx="5347">
                  <c:v>9.1243939</c:v>
                </c:pt>
                <c:pt idx="5348">
                  <c:v>9.1244972</c:v>
                </c:pt>
                <c:pt idx="5349">
                  <c:v>9.12583545</c:v>
                </c:pt>
                <c:pt idx="5350">
                  <c:v>9.12687166</c:v>
                </c:pt>
                <c:pt idx="5351">
                  <c:v>9.12754887</c:v>
                </c:pt>
                <c:pt idx="5352">
                  <c:v>9.12852244</c:v>
                </c:pt>
                <c:pt idx="5353">
                  <c:v>9.12930321</c:v>
                </c:pt>
                <c:pt idx="5354">
                  <c:v>9.12950194</c:v>
                </c:pt>
                <c:pt idx="5355">
                  <c:v>9.13388691</c:v>
                </c:pt>
                <c:pt idx="5356">
                  <c:v>9.13411274</c:v>
                </c:pt>
                <c:pt idx="5357">
                  <c:v>9.13503052</c:v>
                </c:pt>
                <c:pt idx="5358">
                  <c:v>9.13516905</c:v>
                </c:pt>
                <c:pt idx="5359">
                  <c:v>9.13678943</c:v>
                </c:pt>
                <c:pt idx="5360">
                  <c:v>9.13703396</c:v>
                </c:pt>
                <c:pt idx="5361">
                  <c:v>9.1379762</c:v>
                </c:pt>
                <c:pt idx="5362">
                  <c:v>9.13942037</c:v>
                </c:pt>
                <c:pt idx="5363">
                  <c:v>9.13949634</c:v>
                </c:pt>
                <c:pt idx="5364">
                  <c:v>9.14090337</c:v>
                </c:pt>
                <c:pt idx="5365">
                  <c:v>9.14110497</c:v>
                </c:pt>
                <c:pt idx="5366">
                  <c:v>9.14136785</c:v>
                </c:pt>
                <c:pt idx="5367">
                  <c:v>9.1422687</c:v>
                </c:pt>
                <c:pt idx="5368">
                  <c:v>9.14369857</c:v>
                </c:pt>
                <c:pt idx="5369">
                  <c:v>9.14468911</c:v>
                </c:pt>
                <c:pt idx="5370">
                  <c:v>9.14635396</c:v>
                </c:pt>
                <c:pt idx="5371">
                  <c:v>9.14697277</c:v>
                </c:pt>
                <c:pt idx="5372">
                  <c:v>9.14700589</c:v>
                </c:pt>
                <c:pt idx="5373">
                  <c:v>9.14938956</c:v>
                </c:pt>
                <c:pt idx="5374">
                  <c:v>9.14942953</c:v>
                </c:pt>
                <c:pt idx="5375">
                  <c:v>9.15091298</c:v>
                </c:pt>
                <c:pt idx="5376">
                  <c:v>9.15107365</c:v>
                </c:pt>
                <c:pt idx="5377">
                  <c:v>9.1515064</c:v>
                </c:pt>
                <c:pt idx="5378">
                  <c:v>9.15156249</c:v>
                </c:pt>
                <c:pt idx="5379">
                  <c:v>9.1519615</c:v>
                </c:pt>
                <c:pt idx="5380">
                  <c:v>9.15323183</c:v>
                </c:pt>
                <c:pt idx="5381">
                  <c:v>9.15423967</c:v>
                </c:pt>
                <c:pt idx="5382">
                  <c:v>9.15506543</c:v>
                </c:pt>
                <c:pt idx="5383">
                  <c:v>9.15639557</c:v>
                </c:pt>
                <c:pt idx="5384">
                  <c:v>9.1582437</c:v>
                </c:pt>
                <c:pt idx="5385">
                  <c:v>9.1586793</c:v>
                </c:pt>
                <c:pt idx="5386">
                  <c:v>9.15977114</c:v>
                </c:pt>
                <c:pt idx="5387">
                  <c:v>9.16083035</c:v>
                </c:pt>
                <c:pt idx="5388">
                  <c:v>9.16085144</c:v>
                </c:pt>
                <c:pt idx="5389">
                  <c:v>9.16168234</c:v>
                </c:pt>
                <c:pt idx="5390">
                  <c:v>9.16341903</c:v>
                </c:pt>
                <c:pt idx="5391">
                  <c:v>9.16488957</c:v>
                </c:pt>
                <c:pt idx="5392">
                  <c:v>9.16493952</c:v>
                </c:pt>
                <c:pt idx="5393">
                  <c:v>9.16647956</c:v>
                </c:pt>
                <c:pt idx="5394">
                  <c:v>9.16720411</c:v>
                </c:pt>
                <c:pt idx="5395">
                  <c:v>9.16754957</c:v>
                </c:pt>
                <c:pt idx="5396">
                  <c:v>9.16863417</c:v>
                </c:pt>
                <c:pt idx="5397">
                  <c:v>9.16877732</c:v>
                </c:pt>
                <c:pt idx="5398">
                  <c:v>9.16891178</c:v>
                </c:pt>
                <c:pt idx="5399">
                  <c:v>9.17031846</c:v>
                </c:pt>
                <c:pt idx="5400">
                  <c:v>9.1704184</c:v>
                </c:pt>
                <c:pt idx="5401">
                  <c:v>9.17147151</c:v>
                </c:pt>
                <c:pt idx="5402">
                  <c:v>9.1714888</c:v>
                </c:pt>
                <c:pt idx="5403">
                  <c:v>9.17342909</c:v>
                </c:pt>
                <c:pt idx="5404">
                  <c:v>9.17461284</c:v>
                </c:pt>
                <c:pt idx="5405">
                  <c:v>9.17533301</c:v>
                </c:pt>
                <c:pt idx="5406">
                  <c:v>9.17569829</c:v>
                </c:pt>
                <c:pt idx="5407">
                  <c:v>9.17609839</c:v>
                </c:pt>
                <c:pt idx="5408">
                  <c:v>9.17764819</c:v>
                </c:pt>
                <c:pt idx="5409">
                  <c:v>9.17806253</c:v>
                </c:pt>
                <c:pt idx="5410">
                  <c:v>9.17892625</c:v>
                </c:pt>
                <c:pt idx="5411">
                  <c:v>9.18000649</c:v>
                </c:pt>
                <c:pt idx="5412">
                  <c:v>9.18007829</c:v>
                </c:pt>
                <c:pt idx="5413">
                  <c:v>9.18105963</c:v>
                </c:pt>
                <c:pt idx="5414">
                  <c:v>9.18230331</c:v>
                </c:pt>
                <c:pt idx="5415">
                  <c:v>9.18302952</c:v>
                </c:pt>
                <c:pt idx="5416">
                  <c:v>9.18322635</c:v>
                </c:pt>
                <c:pt idx="5417">
                  <c:v>9.18551047</c:v>
                </c:pt>
                <c:pt idx="5418">
                  <c:v>9.18632081</c:v>
                </c:pt>
                <c:pt idx="5419">
                  <c:v>9.18632569</c:v>
                </c:pt>
                <c:pt idx="5420">
                  <c:v>9.18721594</c:v>
                </c:pt>
                <c:pt idx="5421">
                  <c:v>9.18873635</c:v>
                </c:pt>
                <c:pt idx="5422">
                  <c:v>9.18913426</c:v>
                </c:pt>
                <c:pt idx="5423">
                  <c:v>9.19055917</c:v>
                </c:pt>
                <c:pt idx="5424">
                  <c:v>9.19057812</c:v>
                </c:pt>
                <c:pt idx="5425">
                  <c:v>9.19179001</c:v>
                </c:pt>
                <c:pt idx="5426">
                  <c:v>9.19226489</c:v>
                </c:pt>
                <c:pt idx="5427">
                  <c:v>9.19292255</c:v>
                </c:pt>
                <c:pt idx="5428">
                  <c:v>9.19350424</c:v>
                </c:pt>
                <c:pt idx="5429">
                  <c:v>9.1935915</c:v>
                </c:pt>
                <c:pt idx="5430">
                  <c:v>9.19644894</c:v>
                </c:pt>
                <c:pt idx="5431">
                  <c:v>9.19855179</c:v>
                </c:pt>
                <c:pt idx="5432">
                  <c:v>9.1986067</c:v>
                </c:pt>
                <c:pt idx="5433">
                  <c:v>9.19982405</c:v>
                </c:pt>
                <c:pt idx="5434">
                  <c:v>9.19996392</c:v>
                </c:pt>
                <c:pt idx="5435">
                  <c:v>9.20229144</c:v>
                </c:pt>
                <c:pt idx="5436">
                  <c:v>9.20246038</c:v>
                </c:pt>
                <c:pt idx="5437">
                  <c:v>9.20288305</c:v>
                </c:pt>
                <c:pt idx="5438">
                  <c:v>9.20427533</c:v>
                </c:pt>
                <c:pt idx="5439">
                  <c:v>9.20435407</c:v>
                </c:pt>
                <c:pt idx="5440">
                  <c:v>9.20566259</c:v>
                </c:pt>
                <c:pt idx="5441">
                  <c:v>9.20588985</c:v>
                </c:pt>
                <c:pt idx="5442">
                  <c:v>9.20876878</c:v>
                </c:pt>
                <c:pt idx="5443">
                  <c:v>9.20953565</c:v>
                </c:pt>
                <c:pt idx="5444">
                  <c:v>9.20963974</c:v>
                </c:pt>
                <c:pt idx="5445">
                  <c:v>9.21069748</c:v>
                </c:pt>
                <c:pt idx="5446">
                  <c:v>9.21086988</c:v>
                </c:pt>
                <c:pt idx="5447">
                  <c:v>9.21208527</c:v>
                </c:pt>
                <c:pt idx="5448">
                  <c:v>9.2131048</c:v>
                </c:pt>
                <c:pt idx="5449">
                  <c:v>9.21375942</c:v>
                </c:pt>
                <c:pt idx="5450">
                  <c:v>9.21387806</c:v>
                </c:pt>
                <c:pt idx="5451">
                  <c:v>9.21565176</c:v>
                </c:pt>
                <c:pt idx="5452">
                  <c:v>9.21682928</c:v>
                </c:pt>
                <c:pt idx="5453">
                  <c:v>9.21705855</c:v>
                </c:pt>
                <c:pt idx="5454">
                  <c:v>9.21827606</c:v>
                </c:pt>
                <c:pt idx="5455">
                  <c:v>9.21903647</c:v>
                </c:pt>
                <c:pt idx="5456">
                  <c:v>9.22068113</c:v>
                </c:pt>
                <c:pt idx="5457">
                  <c:v>9.2229679</c:v>
                </c:pt>
                <c:pt idx="5458">
                  <c:v>9.22314107</c:v>
                </c:pt>
                <c:pt idx="5459">
                  <c:v>9.2240598</c:v>
                </c:pt>
                <c:pt idx="5460">
                  <c:v>9.22464996</c:v>
                </c:pt>
                <c:pt idx="5461">
                  <c:v>9.22579205</c:v>
                </c:pt>
                <c:pt idx="5462">
                  <c:v>9.22807487</c:v>
                </c:pt>
                <c:pt idx="5463">
                  <c:v>9.22846639</c:v>
                </c:pt>
                <c:pt idx="5464">
                  <c:v>9.22929687</c:v>
                </c:pt>
                <c:pt idx="5465">
                  <c:v>9.229747</c:v>
                </c:pt>
                <c:pt idx="5466">
                  <c:v>9.23048077</c:v>
                </c:pt>
                <c:pt idx="5467">
                  <c:v>9.23178043</c:v>
                </c:pt>
                <c:pt idx="5468">
                  <c:v>9.23235794</c:v>
                </c:pt>
                <c:pt idx="5469">
                  <c:v>9.23372145</c:v>
                </c:pt>
                <c:pt idx="5470">
                  <c:v>9.23373548</c:v>
                </c:pt>
                <c:pt idx="5471">
                  <c:v>9.23455215</c:v>
                </c:pt>
                <c:pt idx="5472">
                  <c:v>9.23463735</c:v>
                </c:pt>
                <c:pt idx="5473">
                  <c:v>9.23708372</c:v>
                </c:pt>
                <c:pt idx="5474">
                  <c:v>9.23786163</c:v>
                </c:pt>
                <c:pt idx="5475">
                  <c:v>9.2386341</c:v>
                </c:pt>
                <c:pt idx="5476">
                  <c:v>9.23912806</c:v>
                </c:pt>
                <c:pt idx="5477">
                  <c:v>9.23921912</c:v>
                </c:pt>
                <c:pt idx="5478">
                  <c:v>9.24054694</c:v>
                </c:pt>
                <c:pt idx="5479">
                  <c:v>9.24078278</c:v>
                </c:pt>
                <c:pt idx="5480">
                  <c:v>9.24204785</c:v>
                </c:pt>
                <c:pt idx="5481">
                  <c:v>9.24315293</c:v>
                </c:pt>
                <c:pt idx="5482">
                  <c:v>9.24392907</c:v>
                </c:pt>
                <c:pt idx="5483">
                  <c:v>9.24499939</c:v>
                </c:pt>
                <c:pt idx="5484">
                  <c:v>9.24522011</c:v>
                </c:pt>
                <c:pt idx="5485">
                  <c:v>9.24755967</c:v>
                </c:pt>
                <c:pt idx="5486">
                  <c:v>9.25062148</c:v>
                </c:pt>
                <c:pt idx="5487">
                  <c:v>9.25159611</c:v>
                </c:pt>
                <c:pt idx="5488">
                  <c:v>9.25163367</c:v>
                </c:pt>
                <c:pt idx="5489">
                  <c:v>9.2523567</c:v>
                </c:pt>
                <c:pt idx="5490">
                  <c:v>9.253839</c:v>
                </c:pt>
                <c:pt idx="5491">
                  <c:v>9.25400829</c:v>
                </c:pt>
                <c:pt idx="5492">
                  <c:v>9.25514419</c:v>
                </c:pt>
                <c:pt idx="5493">
                  <c:v>9.25528725</c:v>
                </c:pt>
                <c:pt idx="5494">
                  <c:v>9.25544527</c:v>
                </c:pt>
                <c:pt idx="5495">
                  <c:v>9.25838745</c:v>
                </c:pt>
                <c:pt idx="5496">
                  <c:v>9.2585433</c:v>
                </c:pt>
                <c:pt idx="5497">
                  <c:v>9.25957218</c:v>
                </c:pt>
                <c:pt idx="5498">
                  <c:v>9.26013492</c:v>
                </c:pt>
                <c:pt idx="5499">
                  <c:v>9.26157717</c:v>
                </c:pt>
                <c:pt idx="5500">
                  <c:v>9.26238564</c:v>
                </c:pt>
                <c:pt idx="5501">
                  <c:v>9.26246994</c:v>
                </c:pt>
                <c:pt idx="5502">
                  <c:v>9.26363007</c:v>
                </c:pt>
                <c:pt idx="5503">
                  <c:v>9.26386184</c:v>
                </c:pt>
                <c:pt idx="5504">
                  <c:v>9.26531178</c:v>
                </c:pt>
                <c:pt idx="5505">
                  <c:v>9.26627398</c:v>
                </c:pt>
                <c:pt idx="5506">
                  <c:v>9.26639086</c:v>
                </c:pt>
                <c:pt idx="5507">
                  <c:v>9.267651</c:v>
                </c:pt>
                <c:pt idx="5508">
                  <c:v>9.26880432</c:v>
                </c:pt>
                <c:pt idx="5509">
                  <c:v>9.26947075</c:v>
                </c:pt>
                <c:pt idx="5510">
                  <c:v>9.2696175</c:v>
                </c:pt>
                <c:pt idx="5511">
                  <c:v>9.27177814</c:v>
                </c:pt>
                <c:pt idx="5512">
                  <c:v>9.27288663</c:v>
                </c:pt>
                <c:pt idx="5513">
                  <c:v>9.27307624</c:v>
                </c:pt>
                <c:pt idx="5514">
                  <c:v>9.27346301</c:v>
                </c:pt>
                <c:pt idx="5515">
                  <c:v>9.27435414</c:v>
                </c:pt>
                <c:pt idx="5516">
                  <c:v>9.27475729</c:v>
                </c:pt>
                <c:pt idx="5517">
                  <c:v>9.2754505</c:v>
                </c:pt>
                <c:pt idx="5518">
                  <c:v>9.27644525</c:v>
                </c:pt>
                <c:pt idx="5519">
                  <c:v>9.27750387</c:v>
                </c:pt>
                <c:pt idx="5520">
                  <c:v>9.27758597</c:v>
                </c:pt>
                <c:pt idx="5521">
                  <c:v>9.27891938</c:v>
                </c:pt>
                <c:pt idx="5522">
                  <c:v>9.27892845</c:v>
                </c:pt>
                <c:pt idx="5523">
                  <c:v>9.2816398</c:v>
                </c:pt>
                <c:pt idx="5524">
                  <c:v>9.2816594</c:v>
                </c:pt>
                <c:pt idx="5525">
                  <c:v>9.28349323</c:v>
                </c:pt>
                <c:pt idx="5526">
                  <c:v>9.28358564</c:v>
                </c:pt>
                <c:pt idx="5527">
                  <c:v>9.2863738</c:v>
                </c:pt>
                <c:pt idx="5528">
                  <c:v>9.28693989</c:v>
                </c:pt>
                <c:pt idx="5529">
                  <c:v>9.28809493</c:v>
                </c:pt>
                <c:pt idx="5530">
                  <c:v>9.28831042</c:v>
                </c:pt>
                <c:pt idx="5531">
                  <c:v>9.28918979</c:v>
                </c:pt>
                <c:pt idx="5532">
                  <c:v>9.2904758</c:v>
                </c:pt>
                <c:pt idx="5533">
                  <c:v>9.29063457</c:v>
                </c:pt>
                <c:pt idx="5534">
                  <c:v>9.29115226</c:v>
                </c:pt>
                <c:pt idx="5535">
                  <c:v>9.29271919</c:v>
                </c:pt>
                <c:pt idx="5536">
                  <c:v>9.29280952</c:v>
                </c:pt>
                <c:pt idx="5537">
                  <c:v>9.29557412</c:v>
                </c:pt>
                <c:pt idx="5538">
                  <c:v>9.29626033</c:v>
                </c:pt>
                <c:pt idx="5539">
                  <c:v>9.29767134</c:v>
                </c:pt>
                <c:pt idx="5540">
                  <c:v>9.29874899</c:v>
                </c:pt>
                <c:pt idx="5541">
                  <c:v>9.29882757</c:v>
                </c:pt>
                <c:pt idx="5542">
                  <c:v>9.29937354</c:v>
                </c:pt>
                <c:pt idx="5543">
                  <c:v>9.29950462</c:v>
                </c:pt>
                <c:pt idx="5544">
                  <c:v>9.30000245</c:v>
                </c:pt>
                <c:pt idx="5545">
                  <c:v>9.30119914</c:v>
                </c:pt>
                <c:pt idx="5546">
                  <c:v>9.30229987</c:v>
                </c:pt>
                <c:pt idx="5547">
                  <c:v>9.30236484</c:v>
                </c:pt>
                <c:pt idx="5548">
                  <c:v>9.30242183</c:v>
                </c:pt>
                <c:pt idx="5549">
                  <c:v>9.30467178</c:v>
                </c:pt>
                <c:pt idx="5550">
                  <c:v>9.30535834</c:v>
                </c:pt>
                <c:pt idx="5551">
                  <c:v>9.30553558</c:v>
                </c:pt>
                <c:pt idx="5552">
                  <c:v>9.30783749</c:v>
                </c:pt>
                <c:pt idx="5553">
                  <c:v>9.30789416</c:v>
                </c:pt>
                <c:pt idx="5554">
                  <c:v>9.30874353</c:v>
                </c:pt>
                <c:pt idx="5555">
                  <c:v>9.30978371</c:v>
                </c:pt>
                <c:pt idx="5556">
                  <c:v>9.31143082</c:v>
                </c:pt>
                <c:pt idx="5557">
                  <c:v>9.31203256</c:v>
                </c:pt>
                <c:pt idx="5558">
                  <c:v>9.31352421</c:v>
                </c:pt>
                <c:pt idx="5559">
                  <c:v>9.31429195</c:v>
                </c:pt>
                <c:pt idx="5560">
                  <c:v>9.31434722</c:v>
                </c:pt>
                <c:pt idx="5561">
                  <c:v>9.31537526</c:v>
                </c:pt>
                <c:pt idx="5562">
                  <c:v>9.31642721</c:v>
                </c:pt>
                <c:pt idx="5563">
                  <c:v>9.31688675</c:v>
                </c:pt>
                <c:pt idx="5564">
                  <c:v>9.31838097</c:v>
                </c:pt>
                <c:pt idx="5565">
                  <c:v>9.3188141</c:v>
                </c:pt>
                <c:pt idx="5566">
                  <c:v>9.31955299</c:v>
                </c:pt>
                <c:pt idx="5567">
                  <c:v>9.3210295</c:v>
                </c:pt>
                <c:pt idx="5568">
                  <c:v>9.32211998</c:v>
                </c:pt>
                <c:pt idx="5569">
                  <c:v>9.3225775</c:v>
                </c:pt>
                <c:pt idx="5570">
                  <c:v>9.32450975</c:v>
                </c:pt>
                <c:pt idx="5571">
                  <c:v>9.32491738</c:v>
                </c:pt>
                <c:pt idx="5572">
                  <c:v>9.32600284</c:v>
                </c:pt>
                <c:pt idx="5573">
                  <c:v>9.32650003</c:v>
                </c:pt>
                <c:pt idx="5574">
                  <c:v>9.3265718</c:v>
                </c:pt>
                <c:pt idx="5575">
                  <c:v>9.32829547</c:v>
                </c:pt>
                <c:pt idx="5576">
                  <c:v>9.32831661</c:v>
                </c:pt>
                <c:pt idx="5577">
                  <c:v>9.32833004</c:v>
                </c:pt>
                <c:pt idx="5578">
                  <c:v>9.32899267</c:v>
                </c:pt>
                <c:pt idx="5579">
                  <c:v>9.3302052</c:v>
                </c:pt>
                <c:pt idx="5580">
                  <c:v>9.33080491</c:v>
                </c:pt>
                <c:pt idx="5581">
                  <c:v>9.3308685</c:v>
                </c:pt>
                <c:pt idx="5582">
                  <c:v>9.33302849</c:v>
                </c:pt>
                <c:pt idx="5583">
                  <c:v>9.33312428</c:v>
                </c:pt>
                <c:pt idx="5584">
                  <c:v>9.33426727</c:v>
                </c:pt>
                <c:pt idx="5585">
                  <c:v>9.33499156</c:v>
                </c:pt>
                <c:pt idx="5586">
                  <c:v>9.33569074</c:v>
                </c:pt>
                <c:pt idx="5587">
                  <c:v>9.33586578</c:v>
                </c:pt>
                <c:pt idx="5588">
                  <c:v>9.33710481</c:v>
                </c:pt>
                <c:pt idx="5589">
                  <c:v>9.33813006</c:v>
                </c:pt>
                <c:pt idx="5590">
                  <c:v>9.33887854</c:v>
                </c:pt>
                <c:pt idx="5591">
                  <c:v>9.33973026</c:v>
                </c:pt>
                <c:pt idx="5592">
                  <c:v>9.3398682</c:v>
                </c:pt>
                <c:pt idx="5593">
                  <c:v>9.34166198</c:v>
                </c:pt>
                <c:pt idx="5594">
                  <c:v>9.34280462</c:v>
                </c:pt>
                <c:pt idx="5595">
                  <c:v>9.3434664</c:v>
                </c:pt>
                <c:pt idx="5596">
                  <c:v>9.34430801</c:v>
                </c:pt>
                <c:pt idx="5597">
                  <c:v>9.34451371</c:v>
                </c:pt>
                <c:pt idx="5598">
                  <c:v>9.34477574</c:v>
                </c:pt>
                <c:pt idx="5599">
                  <c:v>9.34628329</c:v>
                </c:pt>
                <c:pt idx="5600">
                  <c:v>9.34633894</c:v>
                </c:pt>
                <c:pt idx="5601">
                  <c:v>9.34722102</c:v>
                </c:pt>
                <c:pt idx="5602">
                  <c:v>9.34826118</c:v>
                </c:pt>
                <c:pt idx="5603">
                  <c:v>9.3487779</c:v>
                </c:pt>
                <c:pt idx="5604">
                  <c:v>9.34999175</c:v>
                </c:pt>
                <c:pt idx="5605">
                  <c:v>9.35115226</c:v>
                </c:pt>
                <c:pt idx="5606">
                  <c:v>9.35177788</c:v>
                </c:pt>
                <c:pt idx="5607">
                  <c:v>9.35252767</c:v>
                </c:pt>
                <c:pt idx="5608">
                  <c:v>9.35274472</c:v>
                </c:pt>
                <c:pt idx="5609">
                  <c:v>9.35571164</c:v>
                </c:pt>
                <c:pt idx="5610">
                  <c:v>9.3564474</c:v>
                </c:pt>
                <c:pt idx="5611">
                  <c:v>9.35646806</c:v>
                </c:pt>
                <c:pt idx="5612">
                  <c:v>9.35745631</c:v>
                </c:pt>
                <c:pt idx="5613">
                  <c:v>9.35827563</c:v>
                </c:pt>
                <c:pt idx="5614">
                  <c:v>9.35852704</c:v>
                </c:pt>
                <c:pt idx="5615">
                  <c:v>9.36022897</c:v>
                </c:pt>
                <c:pt idx="5616">
                  <c:v>9.36061333</c:v>
                </c:pt>
                <c:pt idx="5617">
                  <c:v>9.36082784</c:v>
                </c:pt>
                <c:pt idx="5618">
                  <c:v>9.36194106</c:v>
                </c:pt>
                <c:pt idx="5619">
                  <c:v>9.36318233</c:v>
                </c:pt>
                <c:pt idx="5620">
                  <c:v>9.36392057</c:v>
                </c:pt>
                <c:pt idx="5621">
                  <c:v>9.3647825</c:v>
                </c:pt>
                <c:pt idx="5622">
                  <c:v>9.36640797</c:v>
                </c:pt>
                <c:pt idx="5623">
                  <c:v>9.36658808</c:v>
                </c:pt>
                <c:pt idx="5624">
                  <c:v>9.36819493</c:v>
                </c:pt>
                <c:pt idx="5625">
                  <c:v>9.36912886</c:v>
                </c:pt>
                <c:pt idx="5626">
                  <c:v>9.36940175</c:v>
                </c:pt>
                <c:pt idx="5627">
                  <c:v>9.36990888</c:v>
                </c:pt>
                <c:pt idx="5628">
                  <c:v>9.37095937</c:v>
                </c:pt>
                <c:pt idx="5629">
                  <c:v>9.37141249</c:v>
                </c:pt>
                <c:pt idx="5630">
                  <c:v>9.37141812</c:v>
                </c:pt>
                <c:pt idx="5631">
                  <c:v>9.37146759</c:v>
                </c:pt>
                <c:pt idx="5632">
                  <c:v>9.37354833</c:v>
                </c:pt>
                <c:pt idx="5633">
                  <c:v>9.3746185</c:v>
                </c:pt>
                <c:pt idx="5634">
                  <c:v>9.37634931</c:v>
                </c:pt>
                <c:pt idx="5635">
                  <c:v>9.37646662</c:v>
                </c:pt>
                <c:pt idx="5636">
                  <c:v>9.37696731</c:v>
                </c:pt>
                <c:pt idx="5637">
                  <c:v>9.37888622</c:v>
                </c:pt>
                <c:pt idx="5638">
                  <c:v>9.37932974</c:v>
                </c:pt>
                <c:pt idx="5639">
                  <c:v>9.38048923</c:v>
                </c:pt>
                <c:pt idx="5640">
                  <c:v>9.3812482</c:v>
                </c:pt>
                <c:pt idx="5641">
                  <c:v>9.38181215</c:v>
                </c:pt>
                <c:pt idx="5642">
                  <c:v>9.38439136</c:v>
                </c:pt>
                <c:pt idx="5643">
                  <c:v>9.38474747</c:v>
                </c:pt>
                <c:pt idx="5644">
                  <c:v>9.38543871</c:v>
                </c:pt>
                <c:pt idx="5645">
                  <c:v>9.38668565</c:v>
                </c:pt>
                <c:pt idx="5646">
                  <c:v>9.38679318</c:v>
                </c:pt>
                <c:pt idx="5647">
                  <c:v>9.38783485</c:v>
                </c:pt>
                <c:pt idx="5648">
                  <c:v>9.38858535</c:v>
                </c:pt>
                <c:pt idx="5649">
                  <c:v>9.38860014</c:v>
                </c:pt>
                <c:pt idx="5650">
                  <c:v>9.38866233</c:v>
                </c:pt>
                <c:pt idx="5651">
                  <c:v>9.39055036</c:v>
                </c:pt>
                <c:pt idx="5652">
                  <c:v>9.39307767</c:v>
                </c:pt>
                <c:pt idx="5653">
                  <c:v>9.39319582</c:v>
                </c:pt>
                <c:pt idx="5654">
                  <c:v>9.39519233</c:v>
                </c:pt>
                <c:pt idx="5655">
                  <c:v>9.39534842</c:v>
                </c:pt>
                <c:pt idx="5656">
                  <c:v>9.39757394</c:v>
                </c:pt>
                <c:pt idx="5657">
                  <c:v>9.3987186</c:v>
                </c:pt>
                <c:pt idx="5658">
                  <c:v>9.39928606</c:v>
                </c:pt>
                <c:pt idx="5659">
                  <c:v>9.40074765</c:v>
                </c:pt>
                <c:pt idx="5660">
                  <c:v>9.40082389</c:v>
                </c:pt>
                <c:pt idx="5661">
                  <c:v>9.40085095</c:v>
                </c:pt>
                <c:pt idx="5662">
                  <c:v>9.40260946</c:v>
                </c:pt>
                <c:pt idx="5663">
                  <c:v>9.40268941</c:v>
                </c:pt>
                <c:pt idx="5664">
                  <c:v>9.40275013</c:v>
                </c:pt>
                <c:pt idx="5665">
                  <c:v>9.40347193</c:v>
                </c:pt>
                <c:pt idx="5666">
                  <c:v>9.4039384</c:v>
                </c:pt>
                <c:pt idx="5667">
                  <c:v>9.4047398</c:v>
                </c:pt>
                <c:pt idx="5668">
                  <c:v>9.4064375</c:v>
                </c:pt>
                <c:pt idx="5669">
                  <c:v>9.40656097</c:v>
                </c:pt>
                <c:pt idx="5670">
                  <c:v>9.40818724</c:v>
                </c:pt>
                <c:pt idx="5671">
                  <c:v>9.40993683</c:v>
                </c:pt>
                <c:pt idx="5672">
                  <c:v>9.41065557</c:v>
                </c:pt>
                <c:pt idx="5673">
                  <c:v>9.41162208</c:v>
                </c:pt>
                <c:pt idx="5674">
                  <c:v>9.41192998</c:v>
                </c:pt>
                <c:pt idx="5675">
                  <c:v>9.41320156</c:v>
                </c:pt>
                <c:pt idx="5676">
                  <c:v>9.41403576</c:v>
                </c:pt>
                <c:pt idx="5677">
                  <c:v>9.41408531</c:v>
                </c:pt>
                <c:pt idx="5678">
                  <c:v>9.4152141</c:v>
                </c:pt>
                <c:pt idx="5679">
                  <c:v>9.41608938</c:v>
                </c:pt>
                <c:pt idx="5680">
                  <c:v>9.41685918</c:v>
                </c:pt>
                <c:pt idx="5681">
                  <c:v>9.4184236</c:v>
                </c:pt>
                <c:pt idx="5682">
                  <c:v>9.41973389</c:v>
                </c:pt>
                <c:pt idx="5683">
                  <c:v>9.42150504</c:v>
                </c:pt>
                <c:pt idx="5684">
                  <c:v>9.42160842</c:v>
                </c:pt>
                <c:pt idx="5685">
                  <c:v>9.42291656</c:v>
                </c:pt>
                <c:pt idx="5686">
                  <c:v>9.42316349</c:v>
                </c:pt>
                <c:pt idx="5687">
                  <c:v>9.4244029</c:v>
                </c:pt>
                <c:pt idx="5688">
                  <c:v>9.42523223</c:v>
                </c:pt>
                <c:pt idx="5689">
                  <c:v>9.42531005</c:v>
                </c:pt>
                <c:pt idx="5690">
                  <c:v>9.42797506</c:v>
                </c:pt>
                <c:pt idx="5691">
                  <c:v>9.42854578</c:v>
                </c:pt>
                <c:pt idx="5692">
                  <c:v>9.43058549</c:v>
                </c:pt>
                <c:pt idx="5693">
                  <c:v>9.43062296</c:v>
                </c:pt>
                <c:pt idx="5694">
                  <c:v>9.43225106</c:v>
                </c:pt>
                <c:pt idx="5695">
                  <c:v>9.43263235</c:v>
                </c:pt>
                <c:pt idx="5696">
                  <c:v>9.43379826</c:v>
                </c:pt>
                <c:pt idx="5697">
                  <c:v>9.43507386</c:v>
                </c:pt>
                <c:pt idx="5698">
                  <c:v>9.43559715</c:v>
                </c:pt>
                <c:pt idx="5699">
                  <c:v>9.43652955</c:v>
                </c:pt>
                <c:pt idx="5700">
                  <c:v>9.43670446</c:v>
                </c:pt>
                <c:pt idx="5701">
                  <c:v>9.43682255</c:v>
                </c:pt>
                <c:pt idx="5702">
                  <c:v>9.43976586</c:v>
                </c:pt>
                <c:pt idx="5703">
                  <c:v>9.44132965</c:v>
                </c:pt>
                <c:pt idx="5704">
                  <c:v>9.44172169</c:v>
                </c:pt>
                <c:pt idx="5705">
                  <c:v>9.44228416</c:v>
                </c:pt>
                <c:pt idx="5706">
                  <c:v>9.44327149</c:v>
                </c:pt>
                <c:pt idx="5707">
                  <c:v>9.44401893</c:v>
                </c:pt>
                <c:pt idx="5708">
                  <c:v>9.44404957</c:v>
                </c:pt>
                <c:pt idx="5709">
                  <c:v>9.44406496</c:v>
                </c:pt>
                <c:pt idx="5710">
                  <c:v>9.44606763</c:v>
                </c:pt>
                <c:pt idx="5711">
                  <c:v>9.44787227</c:v>
                </c:pt>
                <c:pt idx="5712">
                  <c:v>9.44922932</c:v>
                </c:pt>
                <c:pt idx="5713">
                  <c:v>9.45021614</c:v>
                </c:pt>
                <c:pt idx="5714">
                  <c:v>9.45132227</c:v>
                </c:pt>
                <c:pt idx="5715">
                  <c:v>9.45168015</c:v>
                </c:pt>
                <c:pt idx="5716">
                  <c:v>9.45363628</c:v>
                </c:pt>
                <c:pt idx="5717">
                  <c:v>9.4537983</c:v>
                </c:pt>
                <c:pt idx="5718">
                  <c:v>9.45588271</c:v>
                </c:pt>
                <c:pt idx="5719">
                  <c:v>9.456232</c:v>
                </c:pt>
                <c:pt idx="5720">
                  <c:v>9.45664368</c:v>
                </c:pt>
                <c:pt idx="5721">
                  <c:v>9.4582494</c:v>
                </c:pt>
                <c:pt idx="5722">
                  <c:v>9.45856767</c:v>
                </c:pt>
                <c:pt idx="5723">
                  <c:v>9.45968416</c:v>
                </c:pt>
                <c:pt idx="5724">
                  <c:v>9.45971225</c:v>
                </c:pt>
                <c:pt idx="5725">
                  <c:v>9.4604269</c:v>
                </c:pt>
                <c:pt idx="5726">
                  <c:v>9.46153707</c:v>
                </c:pt>
                <c:pt idx="5727">
                  <c:v>9.46284967</c:v>
                </c:pt>
                <c:pt idx="5728">
                  <c:v>9.46296103</c:v>
                </c:pt>
                <c:pt idx="5729">
                  <c:v>9.46353928</c:v>
                </c:pt>
                <c:pt idx="5730">
                  <c:v>9.46362516</c:v>
                </c:pt>
                <c:pt idx="5731">
                  <c:v>9.46459964</c:v>
                </c:pt>
                <c:pt idx="5732">
                  <c:v>9.46540427</c:v>
                </c:pt>
                <c:pt idx="5733">
                  <c:v>9.46736478</c:v>
                </c:pt>
                <c:pt idx="5734">
                  <c:v>9.46808325</c:v>
                </c:pt>
                <c:pt idx="5735">
                  <c:v>9.47074291</c:v>
                </c:pt>
                <c:pt idx="5736">
                  <c:v>9.47131899</c:v>
                </c:pt>
                <c:pt idx="5737">
                  <c:v>9.47164553</c:v>
                </c:pt>
                <c:pt idx="5738">
                  <c:v>9.47281318</c:v>
                </c:pt>
                <c:pt idx="5739">
                  <c:v>9.4728325</c:v>
                </c:pt>
                <c:pt idx="5740">
                  <c:v>9.47294635</c:v>
                </c:pt>
                <c:pt idx="5741">
                  <c:v>9.47373451</c:v>
                </c:pt>
                <c:pt idx="5742">
                  <c:v>9.47575414</c:v>
                </c:pt>
                <c:pt idx="5743">
                  <c:v>9.47583826</c:v>
                </c:pt>
                <c:pt idx="5744">
                  <c:v>9.47590485</c:v>
                </c:pt>
                <c:pt idx="5745">
                  <c:v>9.47811972</c:v>
                </c:pt>
                <c:pt idx="5746">
                  <c:v>9.47913413</c:v>
                </c:pt>
                <c:pt idx="5747">
                  <c:v>9.48241336</c:v>
                </c:pt>
                <c:pt idx="5748">
                  <c:v>9.48249325</c:v>
                </c:pt>
                <c:pt idx="5749">
                  <c:v>9.48384571</c:v>
                </c:pt>
                <c:pt idx="5750">
                  <c:v>9.48391904</c:v>
                </c:pt>
                <c:pt idx="5751">
                  <c:v>9.48395965</c:v>
                </c:pt>
                <c:pt idx="5752">
                  <c:v>9.48615625</c:v>
                </c:pt>
                <c:pt idx="5753">
                  <c:v>9.48647229</c:v>
                </c:pt>
                <c:pt idx="5754">
                  <c:v>9.4876684</c:v>
                </c:pt>
                <c:pt idx="5755">
                  <c:v>9.48814695</c:v>
                </c:pt>
                <c:pt idx="5756">
                  <c:v>9.48978794</c:v>
                </c:pt>
                <c:pt idx="5757">
                  <c:v>9.49038383</c:v>
                </c:pt>
                <c:pt idx="5758">
                  <c:v>9.4911252</c:v>
                </c:pt>
                <c:pt idx="5759">
                  <c:v>9.49283277</c:v>
                </c:pt>
                <c:pt idx="5760">
                  <c:v>9.49499812</c:v>
                </c:pt>
                <c:pt idx="5761">
                  <c:v>9.49699155</c:v>
                </c:pt>
                <c:pt idx="5762">
                  <c:v>9.49837403</c:v>
                </c:pt>
                <c:pt idx="5763">
                  <c:v>9.50008769</c:v>
                </c:pt>
                <c:pt idx="5764">
                  <c:v>9.50122349</c:v>
                </c:pt>
                <c:pt idx="5765">
                  <c:v>9.50131611</c:v>
                </c:pt>
                <c:pt idx="5766">
                  <c:v>9.50210232</c:v>
                </c:pt>
                <c:pt idx="5767">
                  <c:v>9.50274812</c:v>
                </c:pt>
                <c:pt idx="5768">
                  <c:v>9.50348517</c:v>
                </c:pt>
                <c:pt idx="5769">
                  <c:v>9.50480243</c:v>
                </c:pt>
                <c:pt idx="5770">
                  <c:v>9.50597623</c:v>
                </c:pt>
                <c:pt idx="5771">
                  <c:v>9.50674509</c:v>
                </c:pt>
                <c:pt idx="5772">
                  <c:v>9.50771272</c:v>
                </c:pt>
                <c:pt idx="5773">
                  <c:v>9.50775125</c:v>
                </c:pt>
                <c:pt idx="5774">
                  <c:v>9.51007868</c:v>
                </c:pt>
                <c:pt idx="5775">
                  <c:v>9.51074376</c:v>
                </c:pt>
                <c:pt idx="5776">
                  <c:v>9.51153166</c:v>
                </c:pt>
                <c:pt idx="5777">
                  <c:v>9.51253613</c:v>
                </c:pt>
                <c:pt idx="5778">
                  <c:v>9.51309573</c:v>
                </c:pt>
                <c:pt idx="5779">
                  <c:v>9.51372165</c:v>
                </c:pt>
                <c:pt idx="5780">
                  <c:v>9.51533474</c:v>
                </c:pt>
                <c:pt idx="5781">
                  <c:v>9.51539312</c:v>
                </c:pt>
                <c:pt idx="5782">
                  <c:v>9.51792384</c:v>
                </c:pt>
                <c:pt idx="5783">
                  <c:v>9.51864258</c:v>
                </c:pt>
                <c:pt idx="5784">
                  <c:v>9.51905531</c:v>
                </c:pt>
                <c:pt idx="5785">
                  <c:v>9.52026241</c:v>
                </c:pt>
                <c:pt idx="5786">
                  <c:v>9.52116759</c:v>
                </c:pt>
                <c:pt idx="5787">
                  <c:v>9.52269464</c:v>
                </c:pt>
                <c:pt idx="5788">
                  <c:v>9.52279223</c:v>
                </c:pt>
                <c:pt idx="5789">
                  <c:v>9.52607255</c:v>
                </c:pt>
                <c:pt idx="5790">
                  <c:v>9.52679734</c:v>
                </c:pt>
                <c:pt idx="5791">
                  <c:v>9.52709191</c:v>
                </c:pt>
                <c:pt idx="5792">
                  <c:v>9.52759469</c:v>
                </c:pt>
                <c:pt idx="5793">
                  <c:v>9.52880528</c:v>
                </c:pt>
                <c:pt idx="5794">
                  <c:v>9.52967262</c:v>
                </c:pt>
                <c:pt idx="5795">
                  <c:v>9.53089602</c:v>
                </c:pt>
                <c:pt idx="5796">
                  <c:v>9.53116194</c:v>
                </c:pt>
                <c:pt idx="5797">
                  <c:v>9.53335819</c:v>
                </c:pt>
                <c:pt idx="5798">
                  <c:v>9.53354341</c:v>
                </c:pt>
                <c:pt idx="5799">
                  <c:v>9.53481238</c:v>
                </c:pt>
                <c:pt idx="5800">
                  <c:v>9.53500339</c:v>
                </c:pt>
                <c:pt idx="5801">
                  <c:v>9.53676317</c:v>
                </c:pt>
                <c:pt idx="5802">
                  <c:v>9.53942374</c:v>
                </c:pt>
                <c:pt idx="5803">
                  <c:v>9.54018246</c:v>
                </c:pt>
                <c:pt idx="5804">
                  <c:v>9.54033465</c:v>
                </c:pt>
                <c:pt idx="5805">
                  <c:v>9.54112051</c:v>
                </c:pt>
                <c:pt idx="5806">
                  <c:v>9.542088</c:v>
                </c:pt>
                <c:pt idx="5807">
                  <c:v>9.54277731</c:v>
                </c:pt>
                <c:pt idx="5808">
                  <c:v>9.54320885</c:v>
                </c:pt>
                <c:pt idx="5809">
                  <c:v>9.54432025</c:v>
                </c:pt>
                <c:pt idx="5810">
                  <c:v>9.54506275</c:v>
                </c:pt>
                <c:pt idx="5811">
                  <c:v>9.54585373</c:v>
                </c:pt>
                <c:pt idx="5812">
                  <c:v>9.54672477</c:v>
                </c:pt>
                <c:pt idx="5813">
                  <c:v>9.54798481</c:v>
                </c:pt>
                <c:pt idx="5814">
                  <c:v>9.5489117</c:v>
                </c:pt>
                <c:pt idx="5815">
                  <c:v>9.55013259</c:v>
                </c:pt>
                <c:pt idx="5816">
                  <c:v>9.55298488</c:v>
                </c:pt>
                <c:pt idx="5817">
                  <c:v>9.5532334</c:v>
                </c:pt>
                <c:pt idx="5818">
                  <c:v>9.55419078</c:v>
                </c:pt>
                <c:pt idx="5819">
                  <c:v>9.55490625</c:v>
                </c:pt>
                <c:pt idx="5820">
                  <c:v>9.55603926</c:v>
                </c:pt>
                <c:pt idx="5821">
                  <c:v>9.55749571</c:v>
                </c:pt>
                <c:pt idx="5822">
                  <c:v>9.55802304</c:v>
                </c:pt>
                <c:pt idx="5823">
                  <c:v>9.55827046</c:v>
                </c:pt>
                <c:pt idx="5824">
                  <c:v>9.55897339</c:v>
                </c:pt>
                <c:pt idx="5825">
                  <c:v>9.55937642</c:v>
                </c:pt>
                <c:pt idx="5826">
                  <c:v>9.56039974</c:v>
                </c:pt>
                <c:pt idx="5827">
                  <c:v>9.56061223</c:v>
                </c:pt>
                <c:pt idx="5828">
                  <c:v>9.56159573</c:v>
                </c:pt>
                <c:pt idx="5829">
                  <c:v>9.56177202</c:v>
                </c:pt>
                <c:pt idx="5830">
                  <c:v>9.56185202</c:v>
                </c:pt>
                <c:pt idx="5831">
                  <c:v>9.56374785</c:v>
                </c:pt>
                <c:pt idx="5832">
                  <c:v>9.56397568</c:v>
                </c:pt>
                <c:pt idx="5833">
                  <c:v>9.564267</c:v>
                </c:pt>
                <c:pt idx="5834">
                  <c:v>9.56600489</c:v>
                </c:pt>
                <c:pt idx="5835">
                  <c:v>9.56688594</c:v>
                </c:pt>
                <c:pt idx="5836">
                  <c:v>9.5691586</c:v>
                </c:pt>
                <c:pt idx="5837">
                  <c:v>9.56993113</c:v>
                </c:pt>
                <c:pt idx="5838">
                  <c:v>9.57103351</c:v>
                </c:pt>
                <c:pt idx="5839">
                  <c:v>9.57111486</c:v>
                </c:pt>
                <c:pt idx="5840">
                  <c:v>9.573528</c:v>
                </c:pt>
                <c:pt idx="5841">
                  <c:v>9.57388247</c:v>
                </c:pt>
                <c:pt idx="5842">
                  <c:v>9.57469127</c:v>
                </c:pt>
                <c:pt idx="5843">
                  <c:v>9.57555511</c:v>
                </c:pt>
                <c:pt idx="5844">
                  <c:v>9.57723286</c:v>
                </c:pt>
                <c:pt idx="5845">
                  <c:v>9.57743593</c:v>
                </c:pt>
                <c:pt idx="5846">
                  <c:v>9.57941701</c:v>
                </c:pt>
                <c:pt idx="5847">
                  <c:v>9.58124513</c:v>
                </c:pt>
                <c:pt idx="5848">
                  <c:v>9.58264437</c:v>
                </c:pt>
                <c:pt idx="5849">
                  <c:v>9.58328927</c:v>
                </c:pt>
                <c:pt idx="5850">
                  <c:v>9.58438656</c:v>
                </c:pt>
                <c:pt idx="5851">
                  <c:v>9.58492631</c:v>
                </c:pt>
                <c:pt idx="5852">
                  <c:v>9.58510209</c:v>
                </c:pt>
                <c:pt idx="5853">
                  <c:v>9.58663903</c:v>
                </c:pt>
                <c:pt idx="5854">
                  <c:v>9.58669681</c:v>
                </c:pt>
                <c:pt idx="5855">
                  <c:v>9.58685443</c:v>
                </c:pt>
                <c:pt idx="5856">
                  <c:v>9.58907745</c:v>
                </c:pt>
                <c:pt idx="5857">
                  <c:v>9.58928519</c:v>
                </c:pt>
                <c:pt idx="5858">
                  <c:v>9.59098002</c:v>
                </c:pt>
                <c:pt idx="5859">
                  <c:v>9.59314365</c:v>
                </c:pt>
                <c:pt idx="5860">
                  <c:v>9.59461043</c:v>
                </c:pt>
                <c:pt idx="5861">
                  <c:v>9.59535166</c:v>
                </c:pt>
                <c:pt idx="5862">
                  <c:v>9.59549631</c:v>
                </c:pt>
                <c:pt idx="5863">
                  <c:v>9.59722885</c:v>
                </c:pt>
                <c:pt idx="5864">
                  <c:v>9.59816584</c:v>
                </c:pt>
                <c:pt idx="5865">
                  <c:v>9.59909816</c:v>
                </c:pt>
                <c:pt idx="5866">
                  <c:v>9.59910164</c:v>
                </c:pt>
                <c:pt idx="5867">
                  <c:v>9.59918229</c:v>
                </c:pt>
                <c:pt idx="5868">
                  <c:v>9.60188539</c:v>
                </c:pt>
                <c:pt idx="5869">
                  <c:v>9.60240468</c:v>
                </c:pt>
                <c:pt idx="5870">
                  <c:v>9.60334185</c:v>
                </c:pt>
                <c:pt idx="5871">
                  <c:v>9.60468984</c:v>
                </c:pt>
                <c:pt idx="5872">
                  <c:v>9.60580001</c:v>
                </c:pt>
                <c:pt idx="5873">
                  <c:v>9.60647419</c:v>
                </c:pt>
                <c:pt idx="5874">
                  <c:v>9.60696737</c:v>
                </c:pt>
                <c:pt idx="5875">
                  <c:v>9.6079437</c:v>
                </c:pt>
                <c:pt idx="5876">
                  <c:v>9.60879749</c:v>
                </c:pt>
                <c:pt idx="5877">
                  <c:v>9.60880224</c:v>
                </c:pt>
                <c:pt idx="5878">
                  <c:v>9.61181018</c:v>
                </c:pt>
                <c:pt idx="5879">
                  <c:v>9.61182969</c:v>
                </c:pt>
                <c:pt idx="5880">
                  <c:v>9.61414074</c:v>
                </c:pt>
                <c:pt idx="5881">
                  <c:v>9.61535113</c:v>
                </c:pt>
                <c:pt idx="5882">
                  <c:v>9.61670977</c:v>
                </c:pt>
                <c:pt idx="5883">
                  <c:v>9.61732514</c:v>
                </c:pt>
                <c:pt idx="5884">
                  <c:v>9.61834323</c:v>
                </c:pt>
                <c:pt idx="5885">
                  <c:v>9.61857422</c:v>
                </c:pt>
                <c:pt idx="5886">
                  <c:v>9.6189169</c:v>
                </c:pt>
                <c:pt idx="5887">
                  <c:v>9.62031901</c:v>
                </c:pt>
                <c:pt idx="5888">
                  <c:v>9.62038432</c:v>
                </c:pt>
                <c:pt idx="5889">
                  <c:v>9.6209796</c:v>
                </c:pt>
                <c:pt idx="5890">
                  <c:v>9.62204893</c:v>
                </c:pt>
                <c:pt idx="5891">
                  <c:v>9.62319105</c:v>
                </c:pt>
                <c:pt idx="5892">
                  <c:v>9.62408662</c:v>
                </c:pt>
                <c:pt idx="5893">
                  <c:v>9.6247776</c:v>
                </c:pt>
                <c:pt idx="5894">
                  <c:v>9.62836609</c:v>
                </c:pt>
                <c:pt idx="5895">
                  <c:v>9.63001741</c:v>
                </c:pt>
                <c:pt idx="5896">
                  <c:v>9.6300791</c:v>
                </c:pt>
                <c:pt idx="5897">
                  <c:v>9.63021432</c:v>
                </c:pt>
                <c:pt idx="5898">
                  <c:v>9.63054003</c:v>
                </c:pt>
                <c:pt idx="5899">
                  <c:v>9.63199153</c:v>
                </c:pt>
                <c:pt idx="5900">
                  <c:v>9.63202644</c:v>
                </c:pt>
                <c:pt idx="5901">
                  <c:v>9.63309303</c:v>
                </c:pt>
                <c:pt idx="5902">
                  <c:v>9.63391974</c:v>
                </c:pt>
                <c:pt idx="5903">
                  <c:v>9.63503951</c:v>
                </c:pt>
                <c:pt idx="5904">
                  <c:v>9.63616602</c:v>
                </c:pt>
                <c:pt idx="5905">
                  <c:v>9.63672944</c:v>
                </c:pt>
                <c:pt idx="5906">
                  <c:v>9.63838171</c:v>
                </c:pt>
                <c:pt idx="5907">
                  <c:v>9.63953263</c:v>
                </c:pt>
                <c:pt idx="5908">
                  <c:v>9.64000788</c:v>
                </c:pt>
                <c:pt idx="5909">
                  <c:v>9.64027874</c:v>
                </c:pt>
                <c:pt idx="5910">
                  <c:v>9.6407557</c:v>
                </c:pt>
                <c:pt idx="5911">
                  <c:v>9.64183828</c:v>
                </c:pt>
                <c:pt idx="5912">
                  <c:v>9.64188336</c:v>
                </c:pt>
                <c:pt idx="5913">
                  <c:v>9.64279041</c:v>
                </c:pt>
                <c:pt idx="5914">
                  <c:v>9.64445084</c:v>
                </c:pt>
                <c:pt idx="5915">
                  <c:v>9.64445786</c:v>
                </c:pt>
                <c:pt idx="5916">
                  <c:v>9.64451143</c:v>
                </c:pt>
                <c:pt idx="5917">
                  <c:v>9.64558977</c:v>
                </c:pt>
                <c:pt idx="5918">
                  <c:v>9.6469649</c:v>
                </c:pt>
                <c:pt idx="5919">
                  <c:v>9.64732208</c:v>
                </c:pt>
                <c:pt idx="5920">
                  <c:v>9.6480362</c:v>
                </c:pt>
                <c:pt idx="5921">
                  <c:v>9.64982066</c:v>
                </c:pt>
                <c:pt idx="5922">
                  <c:v>9.65191926</c:v>
                </c:pt>
                <c:pt idx="5923">
                  <c:v>9.65203494</c:v>
                </c:pt>
                <c:pt idx="5924">
                  <c:v>9.65289944</c:v>
                </c:pt>
                <c:pt idx="5925">
                  <c:v>9.6536873</c:v>
                </c:pt>
                <c:pt idx="5926">
                  <c:v>9.65458859</c:v>
                </c:pt>
                <c:pt idx="5927">
                  <c:v>9.6556995</c:v>
                </c:pt>
                <c:pt idx="5928">
                  <c:v>9.65697127</c:v>
                </c:pt>
                <c:pt idx="5929">
                  <c:v>9.65699378</c:v>
                </c:pt>
                <c:pt idx="5930">
                  <c:v>9.65753497</c:v>
                </c:pt>
                <c:pt idx="5931">
                  <c:v>9.65831127</c:v>
                </c:pt>
                <c:pt idx="5932">
                  <c:v>9.65975213</c:v>
                </c:pt>
                <c:pt idx="5933">
                  <c:v>9.66200727</c:v>
                </c:pt>
                <c:pt idx="5934">
                  <c:v>9.66356287</c:v>
                </c:pt>
                <c:pt idx="5935">
                  <c:v>9.66364559</c:v>
                </c:pt>
                <c:pt idx="5936">
                  <c:v>9.66455486</c:v>
                </c:pt>
                <c:pt idx="5937">
                  <c:v>9.6653668</c:v>
                </c:pt>
                <c:pt idx="5938">
                  <c:v>9.66545489</c:v>
                </c:pt>
                <c:pt idx="5939">
                  <c:v>9.66646096</c:v>
                </c:pt>
                <c:pt idx="5940">
                  <c:v>9.66747202</c:v>
                </c:pt>
                <c:pt idx="5941">
                  <c:v>9.66863376</c:v>
                </c:pt>
                <c:pt idx="5942">
                  <c:v>9.6688815</c:v>
                </c:pt>
                <c:pt idx="5943">
                  <c:v>9.66960402</c:v>
                </c:pt>
                <c:pt idx="5944">
                  <c:v>9.66974391</c:v>
                </c:pt>
                <c:pt idx="5945">
                  <c:v>9.67324456</c:v>
                </c:pt>
                <c:pt idx="5946">
                  <c:v>9.67347139</c:v>
                </c:pt>
                <c:pt idx="5947">
                  <c:v>9.67499129</c:v>
                </c:pt>
                <c:pt idx="5948">
                  <c:v>9.67526637</c:v>
                </c:pt>
                <c:pt idx="5949">
                  <c:v>9.67619702</c:v>
                </c:pt>
                <c:pt idx="5950">
                  <c:v>9.67663377</c:v>
                </c:pt>
                <c:pt idx="5951">
                  <c:v>9.67704441</c:v>
                </c:pt>
                <c:pt idx="5952">
                  <c:v>9.67726748</c:v>
                </c:pt>
                <c:pt idx="5953">
                  <c:v>9.6786371</c:v>
                </c:pt>
                <c:pt idx="5954">
                  <c:v>9.67866284</c:v>
                </c:pt>
                <c:pt idx="5955">
                  <c:v>9.68033286</c:v>
                </c:pt>
                <c:pt idx="5956">
                  <c:v>9.68043564</c:v>
                </c:pt>
                <c:pt idx="5957">
                  <c:v>9.68095166</c:v>
                </c:pt>
                <c:pt idx="5958">
                  <c:v>9.68264884</c:v>
                </c:pt>
                <c:pt idx="5959">
                  <c:v>9.68357128</c:v>
                </c:pt>
                <c:pt idx="5960">
                  <c:v>9.68562713</c:v>
                </c:pt>
                <c:pt idx="5961">
                  <c:v>9.68690692</c:v>
                </c:pt>
                <c:pt idx="5962">
                  <c:v>9.68842404</c:v>
                </c:pt>
                <c:pt idx="5963">
                  <c:v>9.69041068</c:v>
                </c:pt>
                <c:pt idx="5964">
                  <c:v>9.69081434</c:v>
                </c:pt>
                <c:pt idx="5965">
                  <c:v>9.69228961</c:v>
                </c:pt>
                <c:pt idx="5966">
                  <c:v>9.69231517</c:v>
                </c:pt>
                <c:pt idx="5967">
                  <c:v>9.69438014</c:v>
                </c:pt>
                <c:pt idx="5968">
                  <c:v>9.69500735</c:v>
                </c:pt>
                <c:pt idx="5969">
                  <c:v>9.69788074</c:v>
                </c:pt>
                <c:pt idx="5970">
                  <c:v>9.70101775</c:v>
                </c:pt>
                <c:pt idx="5971">
                  <c:v>9.70106756</c:v>
                </c:pt>
                <c:pt idx="5972">
                  <c:v>9.70125961</c:v>
                </c:pt>
                <c:pt idx="5973">
                  <c:v>9.70168164</c:v>
                </c:pt>
                <c:pt idx="5974">
                  <c:v>9.70254447</c:v>
                </c:pt>
                <c:pt idx="5975">
                  <c:v>9.70319908</c:v>
                </c:pt>
                <c:pt idx="5976">
                  <c:v>9.704074</c:v>
                </c:pt>
                <c:pt idx="5977">
                  <c:v>9.70523791</c:v>
                </c:pt>
                <c:pt idx="5978">
                  <c:v>9.70617901</c:v>
                </c:pt>
                <c:pt idx="5979">
                  <c:v>9.70752929</c:v>
                </c:pt>
                <c:pt idx="5980">
                  <c:v>9.70789465</c:v>
                </c:pt>
                <c:pt idx="5981">
                  <c:v>9.70908797</c:v>
                </c:pt>
                <c:pt idx="5982">
                  <c:v>9.70944473</c:v>
                </c:pt>
                <c:pt idx="5983">
                  <c:v>9.71207055</c:v>
                </c:pt>
                <c:pt idx="5984">
                  <c:v>9.71217764</c:v>
                </c:pt>
                <c:pt idx="5985">
                  <c:v>9.71236197</c:v>
                </c:pt>
                <c:pt idx="5986">
                  <c:v>9.71299579</c:v>
                </c:pt>
                <c:pt idx="5987">
                  <c:v>9.71406785</c:v>
                </c:pt>
                <c:pt idx="5988">
                  <c:v>9.71438033</c:v>
                </c:pt>
                <c:pt idx="5989">
                  <c:v>9.71518593</c:v>
                </c:pt>
                <c:pt idx="5990">
                  <c:v>9.71663623</c:v>
                </c:pt>
                <c:pt idx="5991">
                  <c:v>9.71671521</c:v>
                </c:pt>
                <c:pt idx="5992">
                  <c:v>9.71888449</c:v>
                </c:pt>
                <c:pt idx="5993">
                  <c:v>9.71982895</c:v>
                </c:pt>
                <c:pt idx="5994">
                  <c:v>9.72087801</c:v>
                </c:pt>
                <c:pt idx="5995">
                  <c:v>9.72150644</c:v>
                </c:pt>
                <c:pt idx="5996">
                  <c:v>9.72340916</c:v>
                </c:pt>
                <c:pt idx="5997">
                  <c:v>9.72438862</c:v>
                </c:pt>
                <c:pt idx="5998">
                  <c:v>9.72495021</c:v>
                </c:pt>
                <c:pt idx="5999">
                  <c:v>9.72510742</c:v>
                </c:pt>
                <c:pt idx="6000">
                  <c:v>9.72513058</c:v>
                </c:pt>
                <c:pt idx="6001">
                  <c:v>9.72729466</c:v>
                </c:pt>
                <c:pt idx="6002">
                  <c:v>9.72807327</c:v>
                </c:pt>
                <c:pt idx="6003">
                  <c:v>9.72942836</c:v>
                </c:pt>
                <c:pt idx="6004">
                  <c:v>9.72950154</c:v>
                </c:pt>
                <c:pt idx="6005">
                  <c:v>9.72958659</c:v>
                </c:pt>
                <c:pt idx="6006">
                  <c:v>9.73091247</c:v>
                </c:pt>
                <c:pt idx="6007">
                  <c:v>9.7320838</c:v>
                </c:pt>
                <c:pt idx="6008">
                  <c:v>9.7322608</c:v>
                </c:pt>
                <c:pt idx="6009">
                  <c:v>9.73275077</c:v>
                </c:pt>
                <c:pt idx="6010">
                  <c:v>9.73404181</c:v>
                </c:pt>
                <c:pt idx="6011">
                  <c:v>9.7347253</c:v>
                </c:pt>
                <c:pt idx="6012">
                  <c:v>9.73547598</c:v>
                </c:pt>
                <c:pt idx="6013">
                  <c:v>9.73617853</c:v>
                </c:pt>
                <c:pt idx="6014">
                  <c:v>9.74006504</c:v>
                </c:pt>
                <c:pt idx="6015">
                  <c:v>9.74032604</c:v>
                </c:pt>
                <c:pt idx="6016">
                  <c:v>9.74061121</c:v>
                </c:pt>
                <c:pt idx="6017">
                  <c:v>9.74209003</c:v>
                </c:pt>
                <c:pt idx="6018">
                  <c:v>9.74223314</c:v>
                </c:pt>
                <c:pt idx="6019">
                  <c:v>9.74277658</c:v>
                </c:pt>
                <c:pt idx="6020">
                  <c:v>9.74425863</c:v>
                </c:pt>
                <c:pt idx="6021">
                  <c:v>9.74534717</c:v>
                </c:pt>
                <c:pt idx="6022">
                  <c:v>9.74617858</c:v>
                </c:pt>
                <c:pt idx="6023">
                  <c:v>9.74766581</c:v>
                </c:pt>
                <c:pt idx="6024">
                  <c:v>9.74873841</c:v>
                </c:pt>
                <c:pt idx="6025">
                  <c:v>9.75055593</c:v>
                </c:pt>
                <c:pt idx="6026">
                  <c:v>9.75664054</c:v>
                </c:pt>
                <c:pt idx="6027">
                  <c:v>9.75664635</c:v>
                </c:pt>
                <c:pt idx="6028">
                  <c:v>9.75669475</c:v>
                </c:pt>
                <c:pt idx="6029">
                  <c:v>9.75669596</c:v>
                </c:pt>
                <c:pt idx="6030">
                  <c:v>9.75670113</c:v>
                </c:pt>
                <c:pt idx="6031">
                  <c:v>9.7584074</c:v>
                </c:pt>
                <c:pt idx="6032">
                  <c:v>9.75927017</c:v>
                </c:pt>
                <c:pt idx="6033">
                  <c:v>9.75930456</c:v>
                </c:pt>
                <c:pt idx="6034">
                  <c:v>9.75933047</c:v>
                </c:pt>
                <c:pt idx="6035">
                  <c:v>9.75941838</c:v>
                </c:pt>
                <c:pt idx="6036">
                  <c:v>9.76250526</c:v>
                </c:pt>
                <c:pt idx="6037">
                  <c:v>9.76282195</c:v>
                </c:pt>
                <c:pt idx="6038">
                  <c:v>9.76379075</c:v>
                </c:pt>
                <c:pt idx="6039">
                  <c:v>9.7638137</c:v>
                </c:pt>
                <c:pt idx="6040">
                  <c:v>9.76636754</c:v>
                </c:pt>
                <c:pt idx="6041">
                  <c:v>9.76738114</c:v>
                </c:pt>
                <c:pt idx="6042">
                  <c:v>9.76760787</c:v>
                </c:pt>
                <c:pt idx="6043">
                  <c:v>9.76857073</c:v>
                </c:pt>
                <c:pt idx="6044">
                  <c:v>9.77004177</c:v>
                </c:pt>
                <c:pt idx="6045">
                  <c:v>9.77009173</c:v>
                </c:pt>
                <c:pt idx="6046">
                  <c:v>9.77204393</c:v>
                </c:pt>
                <c:pt idx="6047">
                  <c:v>9.7729828</c:v>
                </c:pt>
                <c:pt idx="6048">
                  <c:v>9.77538813</c:v>
                </c:pt>
                <c:pt idx="6049">
                  <c:v>9.77547479</c:v>
                </c:pt>
                <c:pt idx="6050">
                  <c:v>9.77690407</c:v>
                </c:pt>
                <c:pt idx="6051">
                  <c:v>9.77774192</c:v>
                </c:pt>
                <c:pt idx="6052">
                  <c:v>9.7779725</c:v>
                </c:pt>
                <c:pt idx="6053">
                  <c:v>9.77953082</c:v>
                </c:pt>
                <c:pt idx="6054">
                  <c:v>9.78109</c:v>
                </c:pt>
                <c:pt idx="6055">
                  <c:v>9.78277851</c:v>
                </c:pt>
                <c:pt idx="6056">
                  <c:v>9.78353441</c:v>
                </c:pt>
                <c:pt idx="6057">
                  <c:v>9.78362029</c:v>
                </c:pt>
                <c:pt idx="6058">
                  <c:v>9.78419665</c:v>
                </c:pt>
                <c:pt idx="6059">
                  <c:v>9.78533629</c:v>
                </c:pt>
                <c:pt idx="6060">
                  <c:v>9.78785735</c:v>
                </c:pt>
                <c:pt idx="6061">
                  <c:v>9.78957695</c:v>
                </c:pt>
                <c:pt idx="6062">
                  <c:v>9.78999488</c:v>
                </c:pt>
                <c:pt idx="6063">
                  <c:v>9.79389372</c:v>
                </c:pt>
                <c:pt idx="6064">
                  <c:v>9.79410046</c:v>
                </c:pt>
                <c:pt idx="6065">
                  <c:v>9.79430103</c:v>
                </c:pt>
                <c:pt idx="6066">
                  <c:v>9.79733016</c:v>
                </c:pt>
                <c:pt idx="6067">
                  <c:v>9.79747695</c:v>
                </c:pt>
                <c:pt idx="6068">
                  <c:v>9.79843033</c:v>
                </c:pt>
                <c:pt idx="6069">
                  <c:v>9.79990352</c:v>
                </c:pt>
                <c:pt idx="6070">
                  <c:v>9.80125588</c:v>
                </c:pt>
                <c:pt idx="6071">
                  <c:v>9.80129551</c:v>
                </c:pt>
                <c:pt idx="6072">
                  <c:v>9.80254388</c:v>
                </c:pt>
                <c:pt idx="6073">
                  <c:v>9.80260905</c:v>
                </c:pt>
                <c:pt idx="6074">
                  <c:v>9.80463851</c:v>
                </c:pt>
                <c:pt idx="6075">
                  <c:v>9.80557746</c:v>
                </c:pt>
                <c:pt idx="6076">
                  <c:v>9.80572601</c:v>
                </c:pt>
                <c:pt idx="6077">
                  <c:v>9.80591848</c:v>
                </c:pt>
                <c:pt idx="6078">
                  <c:v>9.8072165</c:v>
                </c:pt>
                <c:pt idx="6079">
                  <c:v>9.80817172</c:v>
                </c:pt>
                <c:pt idx="6080">
                  <c:v>9.80832768</c:v>
                </c:pt>
                <c:pt idx="6081">
                  <c:v>9.80945418</c:v>
                </c:pt>
                <c:pt idx="6082">
                  <c:v>9.80956684</c:v>
                </c:pt>
                <c:pt idx="6083">
                  <c:v>9.80958735</c:v>
                </c:pt>
                <c:pt idx="6084">
                  <c:v>9.81213842</c:v>
                </c:pt>
                <c:pt idx="6085">
                  <c:v>9.81288874</c:v>
                </c:pt>
                <c:pt idx="6086">
                  <c:v>9.81422174</c:v>
                </c:pt>
                <c:pt idx="6087">
                  <c:v>9.81579866</c:v>
                </c:pt>
                <c:pt idx="6088">
                  <c:v>9.81586115</c:v>
                </c:pt>
                <c:pt idx="6089">
                  <c:v>9.81633651</c:v>
                </c:pt>
                <c:pt idx="6090">
                  <c:v>9.81635346</c:v>
                </c:pt>
                <c:pt idx="6091">
                  <c:v>9.81828283</c:v>
                </c:pt>
                <c:pt idx="6092">
                  <c:v>9.81931206</c:v>
                </c:pt>
                <c:pt idx="6093">
                  <c:v>9.82033787</c:v>
                </c:pt>
                <c:pt idx="6094">
                  <c:v>9.82060928</c:v>
                </c:pt>
                <c:pt idx="6095">
                  <c:v>9.82064495</c:v>
                </c:pt>
                <c:pt idx="6096">
                  <c:v>9.82180692</c:v>
                </c:pt>
                <c:pt idx="6097">
                  <c:v>9.82189582</c:v>
                </c:pt>
                <c:pt idx="6098">
                  <c:v>9.8230912</c:v>
                </c:pt>
                <c:pt idx="6099">
                  <c:v>9.8245127</c:v>
                </c:pt>
                <c:pt idx="6100">
                  <c:v>9.82461356</c:v>
                </c:pt>
                <c:pt idx="6101">
                  <c:v>9.82490538</c:v>
                </c:pt>
                <c:pt idx="6102">
                  <c:v>9.82680053</c:v>
                </c:pt>
                <c:pt idx="6103">
                  <c:v>9.8275957</c:v>
                </c:pt>
                <c:pt idx="6104">
                  <c:v>9.828876</c:v>
                </c:pt>
                <c:pt idx="6105">
                  <c:v>9.8316679</c:v>
                </c:pt>
                <c:pt idx="6106">
                  <c:v>9.83184345</c:v>
                </c:pt>
                <c:pt idx="6107">
                  <c:v>9.83186703</c:v>
                </c:pt>
                <c:pt idx="6108">
                  <c:v>9.83311065</c:v>
                </c:pt>
                <c:pt idx="6109">
                  <c:v>9.83352894</c:v>
                </c:pt>
                <c:pt idx="6110">
                  <c:v>9.83450764</c:v>
                </c:pt>
                <c:pt idx="6111">
                  <c:v>9.83478235</c:v>
                </c:pt>
                <c:pt idx="6112">
                  <c:v>9.83539409</c:v>
                </c:pt>
                <c:pt idx="6113">
                  <c:v>9.83539844</c:v>
                </c:pt>
                <c:pt idx="6114">
                  <c:v>9.83554241</c:v>
                </c:pt>
                <c:pt idx="6115">
                  <c:v>9.83941326</c:v>
                </c:pt>
                <c:pt idx="6116">
                  <c:v>9.83958803</c:v>
                </c:pt>
                <c:pt idx="6117">
                  <c:v>9.83967805</c:v>
                </c:pt>
                <c:pt idx="6118">
                  <c:v>9.8411523</c:v>
                </c:pt>
                <c:pt idx="6119">
                  <c:v>9.84124372</c:v>
                </c:pt>
                <c:pt idx="6120">
                  <c:v>9.84256128</c:v>
                </c:pt>
                <c:pt idx="6121">
                  <c:v>9.8437366</c:v>
                </c:pt>
                <c:pt idx="6122">
                  <c:v>9.84474106</c:v>
                </c:pt>
                <c:pt idx="6123">
                  <c:v>9.84594259</c:v>
                </c:pt>
                <c:pt idx="6124">
                  <c:v>9.84596833</c:v>
                </c:pt>
                <c:pt idx="6125">
                  <c:v>9.84733735</c:v>
                </c:pt>
                <c:pt idx="6126">
                  <c:v>9.84973396</c:v>
                </c:pt>
                <c:pt idx="6127">
                  <c:v>9.85052495</c:v>
                </c:pt>
                <c:pt idx="6128">
                  <c:v>9.85212323</c:v>
                </c:pt>
                <c:pt idx="6129">
                  <c:v>9.85383572</c:v>
                </c:pt>
                <c:pt idx="6130">
                  <c:v>9.85581079</c:v>
                </c:pt>
                <c:pt idx="6131">
                  <c:v>9.85626549</c:v>
                </c:pt>
                <c:pt idx="6132">
                  <c:v>9.85720005</c:v>
                </c:pt>
                <c:pt idx="6133">
                  <c:v>9.8585897</c:v>
                </c:pt>
                <c:pt idx="6134">
                  <c:v>9.85935243</c:v>
                </c:pt>
                <c:pt idx="6135">
                  <c:v>9.86102125</c:v>
                </c:pt>
                <c:pt idx="6136">
                  <c:v>9.86108931</c:v>
                </c:pt>
                <c:pt idx="6137">
                  <c:v>9.86226623</c:v>
                </c:pt>
                <c:pt idx="6138">
                  <c:v>9.8624882</c:v>
                </c:pt>
                <c:pt idx="6139">
                  <c:v>9.86407627</c:v>
                </c:pt>
                <c:pt idx="6140">
                  <c:v>9.86422147</c:v>
                </c:pt>
                <c:pt idx="6141">
                  <c:v>9.86522151</c:v>
                </c:pt>
                <c:pt idx="6142">
                  <c:v>9.8665701</c:v>
                </c:pt>
                <c:pt idx="6143">
                  <c:v>9.86720537</c:v>
                </c:pt>
                <c:pt idx="6144">
                  <c:v>9.86735722</c:v>
                </c:pt>
                <c:pt idx="6145">
                  <c:v>9.86838532</c:v>
                </c:pt>
                <c:pt idx="6146">
                  <c:v>9.86961408</c:v>
                </c:pt>
                <c:pt idx="6147">
                  <c:v>9.87060591</c:v>
                </c:pt>
                <c:pt idx="6148">
                  <c:v>9.87186162</c:v>
                </c:pt>
                <c:pt idx="6149">
                  <c:v>9.87219991</c:v>
                </c:pt>
                <c:pt idx="6150">
                  <c:v>9.87310878</c:v>
                </c:pt>
                <c:pt idx="6151">
                  <c:v>9.87368747</c:v>
                </c:pt>
                <c:pt idx="6152">
                  <c:v>9.87444107</c:v>
                </c:pt>
                <c:pt idx="6153">
                  <c:v>9.87533448</c:v>
                </c:pt>
                <c:pt idx="6154">
                  <c:v>9.87581858</c:v>
                </c:pt>
                <c:pt idx="6155">
                  <c:v>9.87600691</c:v>
                </c:pt>
                <c:pt idx="6156">
                  <c:v>9.8775568</c:v>
                </c:pt>
                <c:pt idx="6157">
                  <c:v>9.87774129</c:v>
                </c:pt>
                <c:pt idx="6158">
                  <c:v>9.87838029</c:v>
                </c:pt>
                <c:pt idx="6159">
                  <c:v>9.87984275</c:v>
                </c:pt>
                <c:pt idx="6160">
                  <c:v>9.88074215</c:v>
                </c:pt>
                <c:pt idx="6161">
                  <c:v>9.88127161</c:v>
                </c:pt>
                <c:pt idx="6162">
                  <c:v>9.88178675</c:v>
                </c:pt>
                <c:pt idx="6163">
                  <c:v>9.88180322</c:v>
                </c:pt>
                <c:pt idx="6164">
                  <c:v>9.88307839</c:v>
                </c:pt>
                <c:pt idx="6165">
                  <c:v>9.88383124</c:v>
                </c:pt>
                <c:pt idx="6166">
                  <c:v>9.88386388</c:v>
                </c:pt>
                <c:pt idx="6167">
                  <c:v>9.88400554</c:v>
                </c:pt>
                <c:pt idx="6168">
                  <c:v>9.8863502</c:v>
                </c:pt>
                <c:pt idx="6169">
                  <c:v>9.8867848</c:v>
                </c:pt>
                <c:pt idx="6170">
                  <c:v>9.88738954</c:v>
                </c:pt>
                <c:pt idx="6171">
                  <c:v>9.88802252</c:v>
                </c:pt>
                <c:pt idx="6172">
                  <c:v>9.88862608</c:v>
                </c:pt>
                <c:pt idx="6173">
                  <c:v>9.88887711</c:v>
                </c:pt>
                <c:pt idx="6174">
                  <c:v>9.88961828</c:v>
                </c:pt>
                <c:pt idx="6175">
                  <c:v>9.89130833</c:v>
                </c:pt>
                <c:pt idx="6176">
                  <c:v>9.89144779</c:v>
                </c:pt>
                <c:pt idx="6177">
                  <c:v>9.89443641</c:v>
                </c:pt>
                <c:pt idx="6178">
                  <c:v>9.89497386</c:v>
                </c:pt>
                <c:pt idx="6179">
                  <c:v>9.8962713</c:v>
                </c:pt>
                <c:pt idx="6180">
                  <c:v>9.89695386</c:v>
                </c:pt>
                <c:pt idx="6181">
                  <c:v>9.89813261</c:v>
                </c:pt>
                <c:pt idx="6182">
                  <c:v>9.898655</c:v>
                </c:pt>
                <c:pt idx="6183">
                  <c:v>9.89889452</c:v>
                </c:pt>
                <c:pt idx="6184">
                  <c:v>9.89997647</c:v>
                </c:pt>
                <c:pt idx="6185">
                  <c:v>9.9009306</c:v>
                </c:pt>
                <c:pt idx="6186">
                  <c:v>9.90113516</c:v>
                </c:pt>
                <c:pt idx="6187">
                  <c:v>9.90262148</c:v>
                </c:pt>
                <c:pt idx="6188">
                  <c:v>9.90301771</c:v>
                </c:pt>
                <c:pt idx="6189">
                  <c:v>9.90360959</c:v>
                </c:pt>
                <c:pt idx="6190">
                  <c:v>9.90575154</c:v>
                </c:pt>
                <c:pt idx="6191">
                  <c:v>9.90685984</c:v>
                </c:pt>
                <c:pt idx="6192">
                  <c:v>9.90727273</c:v>
                </c:pt>
                <c:pt idx="6193">
                  <c:v>9.90837856</c:v>
                </c:pt>
                <c:pt idx="6194">
                  <c:v>9.90847902</c:v>
                </c:pt>
                <c:pt idx="6195">
                  <c:v>9.90849795</c:v>
                </c:pt>
                <c:pt idx="6196">
                  <c:v>9.91020255</c:v>
                </c:pt>
                <c:pt idx="6197">
                  <c:v>9.9128292</c:v>
                </c:pt>
                <c:pt idx="6198">
                  <c:v>9.91430591</c:v>
                </c:pt>
                <c:pt idx="6199">
                  <c:v>9.91454126</c:v>
                </c:pt>
                <c:pt idx="6200">
                  <c:v>9.91567668</c:v>
                </c:pt>
                <c:pt idx="6201">
                  <c:v>9.9169842</c:v>
                </c:pt>
                <c:pt idx="6202">
                  <c:v>9.91746632</c:v>
                </c:pt>
                <c:pt idx="6203">
                  <c:v>9.91828477</c:v>
                </c:pt>
                <c:pt idx="6204">
                  <c:v>9.91952479</c:v>
                </c:pt>
                <c:pt idx="6205">
                  <c:v>9.92092434</c:v>
                </c:pt>
                <c:pt idx="6206">
                  <c:v>9.92176224</c:v>
                </c:pt>
                <c:pt idx="6207">
                  <c:v>9.92179105</c:v>
                </c:pt>
                <c:pt idx="6208">
                  <c:v>9.92422705</c:v>
                </c:pt>
                <c:pt idx="6209">
                  <c:v>9.92429984</c:v>
                </c:pt>
                <c:pt idx="6210">
                  <c:v>9.92479087</c:v>
                </c:pt>
                <c:pt idx="6211">
                  <c:v>9.92633056</c:v>
                </c:pt>
                <c:pt idx="6212">
                  <c:v>9.92635635</c:v>
                </c:pt>
                <c:pt idx="6213">
                  <c:v>9.9264136</c:v>
                </c:pt>
                <c:pt idx="6214">
                  <c:v>9.92934887</c:v>
                </c:pt>
                <c:pt idx="6215">
                  <c:v>9.93015342</c:v>
                </c:pt>
                <c:pt idx="6216">
                  <c:v>9.93106626</c:v>
                </c:pt>
                <c:pt idx="6217">
                  <c:v>9.93204057</c:v>
                </c:pt>
                <c:pt idx="6218">
                  <c:v>9.93214572</c:v>
                </c:pt>
                <c:pt idx="6219">
                  <c:v>9.93395531</c:v>
                </c:pt>
                <c:pt idx="6220">
                  <c:v>9.93462149</c:v>
                </c:pt>
                <c:pt idx="6221">
                  <c:v>9.93471308</c:v>
                </c:pt>
                <c:pt idx="6222">
                  <c:v>9.93743833</c:v>
                </c:pt>
                <c:pt idx="6223">
                  <c:v>9.93754036</c:v>
                </c:pt>
                <c:pt idx="6224">
                  <c:v>9.93863311</c:v>
                </c:pt>
                <c:pt idx="6225">
                  <c:v>9.94363098</c:v>
                </c:pt>
                <c:pt idx="6226">
                  <c:v>9.94568603</c:v>
                </c:pt>
                <c:pt idx="6227">
                  <c:v>9.94601844</c:v>
                </c:pt>
                <c:pt idx="6228">
                  <c:v>9.94754346</c:v>
                </c:pt>
                <c:pt idx="6229">
                  <c:v>9.94783181</c:v>
                </c:pt>
                <c:pt idx="6230">
                  <c:v>9.9497696</c:v>
                </c:pt>
                <c:pt idx="6231">
                  <c:v>9.95103785</c:v>
                </c:pt>
                <c:pt idx="6232">
                  <c:v>9.9511771</c:v>
                </c:pt>
                <c:pt idx="6233">
                  <c:v>9.9539716</c:v>
                </c:pt>
                <c:pt idx="6234">
                  <c:v>9.95429681</c:v>
                </c:pt>
                <c:pt idx="6235">
                  <c:v>9.95474992</c:v>
                </c:pt>
                <c:pt idx="6236">
                  <c:v>9.95556664</c:v>
                </c:pt>
                <c:pt idx="6237">
                  <c:v>9.95641309</c:v>
                </c:pt>
                <c:pt idx="6238">
                  <c:v>9.95646536</c:v>
                </c:pt>
                <c:pt idx="6239">
                  <c:v>9.95661433</c:v>
                </c:pt>
                <c:pt idx="6240">
                  <c:v>9.95833818</c:v>
                </c:pt>
                <c:pt idx="6241">
                  <c:v>9.95996941</c:v>
                </c:pt>
                <c:pt idx="6242">
                  <c:v>9.96004412</c:v>
                </c:pt>
                <c:pt idx="6243">
                  <c:v>9.96194734</c:v>
                </c:pt>
                <c:pt idx="6244">
                  <c:v>9.96303605</c:v>
                </c:pt>
                <c:pt idx="6245">
                  <c:v>9.9632142</c:v>
                </c:pt>
                <c:pt idx="6246">
                  <c:v>9.96325195</c:v>
                </c:pt>
                <c:pt idx="6247">
                  <c:v>9.9648289</c:v>
                </c:pt>
                <c:pt idx="6248">
                  <c:v>9.96849278</c:v>
                </c:pt>
                <c:pt idx="6249">
                  <c:v>9.96854225</c:v>
                </c:pt>
                <c:pt idx="6250">
                  <c:v>9.97079983</c:v>
                </c:pt>
                <c:pt idx="6251">
                  <c:v>9.97112598</c:v>
                </c:pt>
                <c:pt idx="6252">
                  <c:v>9.97245183</c:v>
                </c:pt>
                <c:pt idx="6253">
                  <c:v>9.97260963</c:v>
                </c:pt>
                <c:pt idx="6254">
                  <c:v>9.97265939</c:v>
                </c:pt>
                <c:pt idx="6255">
                  <c:v>9.97443909</c:v>
                </c:pt>
                <c:pt idx="6256">
                  <c:v>9.97571908</c:v>
                </c:pt>
                <c:pt idx="6257">
                  <c:v>9.97644688</c:v>
                </c:pt>
                <c:pt idx="6258">
                  <c:v>9.97820039</c:v>
                </c:pt>
                <c:pt idx="6259">
                  <c:v>9.97931876</c:v>
                </c:pt>
                <c:pt idx="6260">
                  <c:v>9.98029766</c:v>
                </c:pt>
                <c:pt idx="6261">
                  <c:v>9.98029983</c:v>
                </c:pt>
                <c:pt idx="6262">
                  <c:v>9.9819116</c:v>
                </c:pt>
                <c:pt idx="6263">
                  <c:v>9.98320901</c:v>
                </c:pt>
                <c:pt idx="6264">
                  <c:v>9.98333536</c:v>
                </c:pt>
                <c:pt idx="6265">
                  <c:v>9.98564655</c:v>
                </c:pt>
                <c:pt idx="6266">
                  <c:v>9.98586192</c:v>
                </c:pt>
                <c:pt idx="6267">
                  <c:v>9.98751944</c:v>
                </c:pt>
                <c:pt idx="6268">
                  <c:v>9.98780452</c:v>
                </c:pt>
                <c:pt idx="6269">
                  <c:v>9.98789892</c:v>
                </c:pt>
                <c:pt idx="6270">
                  <c:v>9.99125209</c:v>
                </c:pt>
                <c:pt idx="6271">
                  <c:v>9.99197173</c:v>
                </c:pt>
                <c:pt idx="6272">
                  <c:v>9.99198295</c:v>
                </c:pt>
                <c:pt idx="6273">
                  <c:v>9.99338079</c:v>
                </c:pt>
                <c:pt idx="6274">
                  <c:v>9.99530565</c:v>
                </c:pt>
                <c:pt idx="6275">
                  <c:v>9.99539929</c:v>
                </c:pt>
                <c:pt idx="6276">
                  <c:v>9.99640213</c:v>
                </c:pt>
                <c:pt idx="6277">
                  <c:v>9.9981572</c:v>
                </c:pt>
                <c:pt idx="6278">
                  <c:v>9.99919738</c:v>
                </c:pt>
                <c:pt idx="6279">
                  <c:v>9.99930944</c:v>
                </c:pt>
                <c:pt idx="6280">
                  <c:v>10.00017475</c:v>
                </c:pt>
                <c:pt idx="6281">
                  <c:v>10.00086904</c:v>
                </c:pt>
                <c:pt idx="6282">
                  <c:v>10.00169372</c:v>
                </c:pt>
                <c:pt idx="6283">
                  <c:v>10.00359552</c:v>
                </c:pt>
                <c:pt idx="6284">
                  <c:v>10.00378095</c:v>
                </c:pt>
                <c:pt idx="6285">
                  <c:v>10.00384027</c:v>
                </c:pt>
                <c:pt idx="6286">
                  <c:v>10.00574361</c:v>
                </c:pt>
                <c:pt idx="6287">
                  <c:v>10.00617054</c:v>
                </c:pt>
                <c:pt idx="6288">
                  <c:v>10.00763623</c:v>
                </c:pt>
                <c:pt idx="6289">
                  <c:v>10.00832004</c:v>
                </c:pt>
                <c:pt idx="6290">
                  <c:v>10.0089269</c:v>
                </c:pt>
                <c:pt idx="6291">
                  <c:v>10.00917884</c:v>
                </c:pt>
                <c:pt idx="6292">
                  <c:v>10.0104374</c:v>
                </c:pt>
                <c:pt idx="6293">
                  <c:v>10.01052202</c:v>
                </c:pt>
                <c:pt idx="6294">
                  <c:v>10.01271766</c:v>
                </c:pt>
                <c:pt idx="6295">
                  <c:v>10.01344804</c:v>
                </c:pt>
                <c:pt idx="6296">
                  <c:v>10.01487676</c:v>
                </c:pt>
                <c:pt idx="6297">
                  <c:v>10.01528211</c:v>
                </c:pt>
                <c:pt idx="6298">
                  <c:v>10.01549433</c:v>
                </c:pt>
                <c:pt idx="6299">
                  <c:v>10.01716255</c:v>
                </c:pt>
                <c:pt idx="6300">
                  <c:v>10.0173687</c:v>
                </c:pt>
                <c:pt idx="6301">
                  <c:v>10.01907203</c:v>
                </c:pt>
                <c:pt idx="6302">
                  <c:v>10.01925385</c:v>
                </c:pt>
                <c:pt idx="6303">
                  <c:v>10.02026344</c:v>
                </c:pt>
                <c:pt idx="6304">
                  <c:v>10.02137764</c:v>
                </c:pt>
                <c:pt idx="6305">
                  <c:v>10.02312177</c:v>
                </c:pt>
                <c:pt idx="6306">
                  <c:v>10.0232832</c:v>
                </c:pt>
                <c:pt idx="6307">
                  <c:v>10.02340319</c:v>
                </c:pt>
                <c:pt idx="6308">
                  <c:v>10.02578744</c:v>
                </c:pt>
                <c:pt idx="6309">
                  <c:v>10.02632715</c:v>
                </c:pt>
                <c:pt idx="6310">
                  <c:v>10.02716853</c:v>
                </c:pt>
                <c:pt idx="6311">
                  <c:v>10.02950365</c:v>
                </c:pt>
                <c:pt idx="6312">
                  <c:v>10.02984285</c:v>
                </c:pt>
                <c:pt idx="6313">
                  <c:v>10.03208175</c:v>
                </c:pt>
                <c:pt idx="6314">
                  <c:v>10.03218874</c:v>
                </c:pt>
                <c:pt idx="6315">
                  <c:v>10.03417938</c:v>
                </c:pt>
                <c:pt idx="6316">
                  <c:v>10.03473161</c:v>
                </c:pt>
                <c:pt idx="6317">
                  <c:v>10.03603563</c:v>
                </c:pt>
                <c:pt idx="6318">
                  <c:v>10.03808677</c:v>
                </c:pt>
                <c:pt idx="6319">
                  <c:v>10.03887531</c:v>
                </c:pt>
                <c:pt idx="6320">
                  <c:v>10.03889616</c:v>
                </c:pt>
                <c:pt idx="6321">
                  <c:v>10.04054214</c:v>
                </c:pt>
                <c:pt idx="6322">
                  <c:v>10.04116147</c:v>
                </c:pt>
                <c:pt idx="6323">
                  <c:v>10.04118857</c:v>
                </c:pt>
                <c:pt idx="6324">
                  <c:v>10.04301786</c:v>
                </c:pt>
                <c:pt idx="6325">
                  <c:v>10.04301826</c:v>
                </c:pt>
                <c:pt idx="6326">
                  <c:v>10.04474704</c:v>
                </c:pt>
                <c:pt idx="6327">
                  <c:v>10.04476161</c:v>
                </c:pt>
                <c:pt idx="6328">
                  <c:v>10.04491893</c:v>
                </c:pt>
                <c:pt idx="6329">
                  <c:v>10.04560475</c:v>
                </c:pt>
                <c:pt idx="6330">
                  <c:v>10.04806515</c:v>
                </c:pt>
                <c:pt idx="6331">
                  <c:v>10.04828146</c:v>
                </c:pt>
                <c:pt idx="6332">
                  <c:v>10.04930893</c:v>
                </c:pt>
                <c:pt idx="6333">
                  <c:v>10.04947274</c:v>
                </c:pt>
                <c:pt idx="6334">
                  <c:v>10.05156499</c:v>
                </c:pt>
                <c:pt idx="6335">
                  <c:v>10.0524868</c:v>
                </c:pt>
                <c:pt idx="6336">
                  <c:v>10.05253247</c:v>
                </c:pt>
                <c:pt idx="6337">
                  <c:v>10.0538255</c:v>
                </c:pt>
                <c:pt idx="6338">
                  <c:v>10.05514004</c:v>
                </c:pt>
                <c:pt idx="6339">
                  <c:v>10.05520257</c:v>
                </c:pt>
                <c:pt idx="6340">
                  <c:v>10.05621927</c:v>
                </c:pt>
                <c:pt idx="6341">
                  <c:v>10.05629472</c:v>
                </c:pt>
                <c:pt idx="6342">
                  <c:v>10.05805541</c:v>
                </c:pt>
                <c:pt idx="6343">
                  <c:v>10.05872619</c:v>
                </c:pt>
                <c:pt idx="6344">
                  <c:v>10.05938179</c:v>
                </c:pt>
                <c:pt idx="6345">
                  <c:v>10.06145786</c:v>
                </c:pt>
                <c:pt idx="6346">
                  <c:v>10.06229726</c:v>
                </c:pt>
                <c:pt idx="6347">
                  <c:v>10.06305426</c:v>
                </c:pt>
                <c:pt idx="6348">
                  <c:v>10.0635658</c:v>
                </c:pt>
                <c:pt idx="6349">
                  <c:v>10.06377809</c:v>
                </c:pt>
                <c:pt idx="6350">
                  <c:v>10.06478781</c:v>
                </c:pt>
                <c:pt idx="6351">
                  <c:v>10.06583686</c:v>
                </c:pt>
                <c:pt idx="6352">
                  <c:v>10.06700154</c:v>
                </c:pt>
                <c:pt idx="6353">
                  <c:v>10.06730532</c:v>
                </c:pt>
                <c:pt idx="6354">
                  <c:v>10.06776951</c:v>
                </c:pt>
                <c:pt idx="6355">
                  <c:v>10.06894726</c:v>
                </c:pt>
                <c:pt idx="6356">
                  <c:v>10.0695707</c:v>
                </c:pt>
                <c:pt idx="6357">
                  <c:v>10.07017685</c:v>
                </c:pt>
                <c:pt idx="6358">
                  <c:v>10.07158728</c:v>
                </c:pt>
                <c:pt idx="6359">
                  <c:v>10.0717527</c:v>
                </c:pt>
                <c:pt idx="6360">
                  <c:v>10.07270926</c:v>
                </c:pt>
                <c:pt idx="6361">
                  <c:v>10.07436324</c:v>
                </c:pt>
                <c:pt idx="6362">
                  <c:v>10.07561413</c:v>
                </c:pt>
                <c:pt idx="6363">
                  <c:v>10.07576787</c:v>
                </c:pt>
                <c:pt idx="6364">
                  <c:v>10.07757158</c:v>
                </c:pt>
                <c:pt idx="6365">
                  <c:v>10.07894619</c:v>
                </c:pt>
                <c:pt idx="6366">
                  <c:v>10.07896073</c:v>
                </c:pt>
                <c:pt idx="6367">
                  <c:v>10.08037885</c:v>
                </c:pt>
                <c:pt idx="6368">
                  <c:v>10.08105864</c:v>
                </c:pt>
                <c:pt idx="6369">
                  <c:v>10.08221727</c:v>
                </c:pt>
                <c:pt idx="6370">
                  <c:v>10.08242019</c:v>
                </c:pt>
                <c:pt idx="6371">
                  <c:v>10.08360716</c:v>
                </c:pt>
                <c:pt idx="6372">
                  <c:v>10.08549654</c:v>
                </c:pt>
                <c:pt idx="6373">
                  <c:v>10.08632289</c:v>
                </c:pt>
                <c:pt idx="6374">
                  <c:v>10.08707044</c:v>
                </c:pt>
                <c:pt idx="6375">
                  <c:v>10.08777829</c:v>
                </c:pt>
                <c:pt idx="6376">
                  <c:v>10.08869324</c:v>
                </c:pt>
                <c:pt idx="6377">
                  <c:v>10.09040994</c:v>
                </c:pt>
                <c:pt idx="6378">
                  <c:v>10.09050145</c:v>
                </c:pt>
                <c:pt idx="6379">
                  <c:v>10.09241416</c:v>
                </c:pt>
                <c:pt idx="6380">
                  <c:v>10.09249542</c:v>
                </c:pt>
                <c:pt idx="6381">
                  <c:v>10.09257469</c:v>
                </c:pt>
                <c:pt idx="6382">
                  <c:v>10.09492744</c:v>
                </c:pt>
                <c:pt idx="6383">
                  <c:v>10.09515222</c:v>
                </c:pt>
                <c:pt idx="6384">
                  <c:v>10.09643189</c:v>
                </c:pt>
                <c:pt idx="6385">
                  <c:v>10.09684092</c:v>
                </c:pt>
                <c:pt idx="6386">
                  <c:v>10.09787369</c:v>
                </c:pt>
                <c:pt idx="6387">
                  <c:v>10.09787419</c:v>
                </c:pt>
                <c:pt idx="6388">
                  <c:v>10.09914009</c:v>
                </c:pt>
                <c:pt idx="6389">
                  <c:v>10.10011077</c:v>
                </c:pt>
                <c:pt idx="6390">
                  <c:v>10.10063241</c:v>
                </c:pt>
                <c:pt idx="6391">
                  <c:v>10.10155246</c:v>
                </c:pt>
                <c:pt idx="6392">
                  <c:v>10.10239248</c:v>
                </c:pt>
                <c:pt idx="6393">
                  <c:v>10.10323981</c:v>
                </c:pt>
                <c:pt idx="6394">
                  <c:v>10.10456764</c:v>
                </c:pt>
                <c:pt idx="6395">
                  <c:v>10.10494403</c:v>
                </c:pt>
                <c:pt idx="6396">
                  <c:v>10.10586691</c:v>
                </c:pt>
                <c:pt idx="6397">
                  <c:v>10.10664799</c:v>
                </c:pt>
                <c:pt idx="6398">
                  <c:v>10.10758214</c:v>
                </c:pt>
                <c:pt idx="6399">
                  <c:v>10.10983965</c:v>
                </c:pt>
                <c:pt idx="6400">
                  <c:v>10.10998452</c:v>
                </c:pt>
                <c:pt idx="6401">
                  <c:v>10.11116235</c:v>
                </c:pt>
                <c:pt idx="6402">
                  <c:v>10.11226381</c:v>
                </c:pt>
                <c:pt idx="6403">
                  <c:v>10.11273738</c:v>
                </c:pt>
                <c:pt idx="6404">
                  <c:v>10.11411414</c:v>
                </c:pt>
                <c:pt idx="6405">
                  <c:v>10.11422596</c:v>
                </c:pt>
                <c:pt idx="6406">
                  <c:v>10.1142898</c:v>
                </c:pt>
                <c:pt idx="6407">
                  <c:v>10.1159448</c:v>
                </c:pt>
                <c:pt idx="6408">
                  <c:v>10.11604421</c:v>
                </c:pt>
                <c:pt idx="6409">
                  <c:v>10.11713725</c:v>
                </c:pt>
                <c:pt idx="6410">
                  <c:v>10.11718497</c:v>
                </c:pt>
                <c:pt idx="6411">
                  <c:v>10.11893834</c:v>
                </c:pt>
                <c:pt idx="6412">
                  <c:v>10.11904777</c:v>
                </c:pt>
                <c:pt idx="6413">
                  <c:v>10.12065926</c:v>
                </c:pt>
                <c:pt idx="6414">
                  <c:v>10.12077683</c:v>
                </c:pt>
                <c:pt idx="6415">
                  <c:v>10.12160553</c:v>
                </c:pt>
                <c:pt idx="6416">
                  <c:v>10.12232869</c:v>
                </c:pt>
                <c:pt idx="6417">
                  <c:v>10.12290743</c:v>
                </c:pt>
                <c:pt idx="6418">
                  <c:v>10.12329936</c:v>
                </c:pt>
                <c:pt idx="6419">
                  <c:v>10.12434196</c:v>
                </c:pt>
                <c:pt idx="6420">
                  <c:v>10.12549338</c:v>
                </c:pt>
                <c:pt idx="6421">
                  <c:v>10.12615403</c:v>
                </c:pt>
                <c:pt idx="6422">
                  <c:v>10.12641244</c:v>
                </c:pt>
                <c:pt idx="6423">
                  <c:v>10.12727324</c:v>
                </c:pt>
                <c:pt idx="6424">
                  <c:v>10.12748733</c:v>
                </c:pt>
                <c:pt idx="6425">
                  <c:v>10.12825198</c:v>
                </c:pt>
                <c:pt idx="6426">
                  <c:v>10.12931982</c:v>
                </c:pt>
                <c:pt idx="6427">
                  <c:v>10.13047915</c:v>
                </c:pt>
                <c:pt idx="6428">
                  <c:v>10.13074912</c:v>
                </c:pt>
                <c:pt idx="6429">
                  <c:v>10.13264513</c:v>
                </c:pt>
                <c:pt idx="6430">
                  <c:v>10.13310088</c:v>
                </c:pt>
                <c:pt idx="6431">
                  <c:v>10.13401709</c:v>
                </c:pt>
                <c:pt idx="6432">
                  <c:v>10.13568679</c:v>
                </c:pt>
                <c:pt idx="6433">
                  <c:v>10.13580572</c:v>
                </c:pt>
                <c:pt idx="6434">
                  <c:v>10.13610996</c:v>
                </c:pt>
                <c:pt idx="6435">
                  <c:v>10.13722175</c:v>
                </c:pt>
                <c:pt idx="6436">
                  <c:v>10.13847997</c:v>
                </c:pt>
                <c:pt idx="6437">
                  <c:v>10.14083905</c:v>
                </c:pt>
                <c:pt idx="6438">
                  <c:v>10.14087578</c:v>
                </c:pt>
                <c:pt idx="6439">
                  <c:v>10.14288512</c:v>
                </c:pt>
                <c:pt idx="6440">
                  <c:v>10.14304678</c:v>
                </c:pt>
                <c:pt idx="6441">
                  <c:v>10.14402467</c:v>
                </c:pt>
                <c:pt idx="6442">
                  <c:v>10.14470723</c:v>
                </c:pt>
                <c:pt idx="6443">
                  <c:v>10.14667713</c:v>
                </c:pt>
                <c:pt idx="6444">
                  <c:v>10.14682429</c:v>
                </c:pt>
                <c:pt idx="6445">
                  <c:v>10.14835189</c:v>
                </c:pt>
                <c:pt idx="6446">
                  <c:v>10.1492228</c:v>
                </c:pt>
                <c:pt idx="6447">
                  <c:v>10.14967446</c:v>
                </c:pt>
                <c:pt idx="6448">
                  <c:v>10.15046366</c:v>
                </c:pt>
                <c:pt idx="6449">
                  <c:v>10.15170893</c:v>
                </c:pt>
                <c:pt idx="6450">
                  <c:v>10.15251989</c:v>
                </c:pt>
                <c:pt idx="6451">
                  <c:v>10.15355553</c:v>
                </c:pt>
                <c:pt idx="6452">
                  <c:v>10.15362582</c:v>
                </c:pt>
                <c:pt idx="6453">
                  <c:v>10.15437847</c:v>
                </c:pt>
                <c:pt idx="6454">
                  <c:v>10.15488053</c:v>
                </c:pt>
                <c:pt idx="6455">
                  <c:v>10.15549055</c:v>
                </c:pt>
                <c:pt idx="6456">
                  <c:v>10.1567864</c:v>
                </c:pt>
                <c:pt idx="6457">
                  <c:v>10.15693514</c:v>
                </c:pt>
                <c:pt idx="6458">
                  <c:v>10.15766939</c:v>
                </c:pt>
                <c:pt idx="6459">
                  <c:v>10.1593644</c:v>
                </c:pt>
                <c:pt idx="6460">
                  <c:v>10.15940542</c:v>
                </c:pt>
                <c:pt idx="6461">
                  <c:v>10.16054907</c:v>
                </c:pt>
                <c:pt idx="6462">
                  <c:v>10.16178796</c:v>
                </c:pt>
                <c:pt idx="6463">
                  <c:v>10.16188338</c:v>
                </c:pt>
                <c:pt idx="6464">
                  <c:v>10.16286652</c:v>
                </c:pt>
                <c:pt idx="6465">
                  <c:v>10.16297387</c:v>
                </c:pt>
                <c:pt idx="6466">
                  <c:v>10.16457815</c:v>
                </c:pt>
                <c:pt idx="6467">
                  <c:v>10.16515236</c:v>
                </c:pt>
                <c:pt idx="6468">
                  <c:v>10.16524725</c:v>
                </c:pt>
                <c:pt idx="6469">
                  <c:v>10.16559007</c:v>
                </c:pt>
                <c:pt idx="6470">
                  <c:v>10.16787466</c:v>
                </c:pt>
                <c:pt idx="6471">
                  <c:v>10.16792281</c:v>
                </c:pt>
                <c:pt idx="6472">
                  <c:v>10.16811258</c:v>
                </c:pt>
                <c:pt idx="6473">
                  <c:v>10.16819901</c:v>
                </c:pt>
                <c:pt idx="6474">
                  <c:v>10.17066816</c:v>
                </c:pt>
                <c:pt idx="6475">
                  <c:v>10.17096864</c:v>
                </c:pt>
                <c:pt idx="6476">
                  <c:v>10.17161281</c:v>
                </c:pt>
                <c:pt idx="6477">
                  <c:v>10.17246565</c:v>
                </c:pt>
                <c:pt idx="6478">
                  <c:v>10.17310938</c:v>
                </c:pt>
                <c:pt idx="6479">
                  <c:v>10.17341455</c:v>
                </c:pt>
                <c:pt idx="6480">
                  <c:v>10.17464536</c:v>
                </c:pt>
                <c:pt idx="6481">
                  <c:v>10.17590096</c:v>
                </c:pt>
                <c:pt idx="6482">
                  <c:v>10.17594181</c:v>
                </c:pt>
                <c:pt idx="6483">
                  <c:v>10.17761176</c:v>
                </c:pt>
                <c:pt idx="6484">
                  <c:v>10.17779585</c:v>
                </c:pt>
                <c:pt idx="6485">
                  <c:v>10.17924366</c:v>
                </c:pt>
                <c:pt idx="6486">
                  <c:v>10.18213521</c:v>
                </c:pt>
                <c:pt idx="6487">
                  <c:v>10.18258996</c:v>
                </c:pt>
                <c:pt idx="6488">
                  <c:v>10.18401671</c:v>
                </c:pt>
                <c:pt idx="6489">
                  <c:v>10.18503825</c:v>
                </c:pt>
                <c:pt idx="6490">
                  <c:v>10.18683712</c:v>
                </c:pt>
                <c:pt idx="6491">
                  <c:v>10.18845091</c:v>
                </c:pt>
                <c:pt idx="6492">
                  <c:v>10.18855389</c:v>
                </c:pt>
                <c:pt idx="6493">
                  <c:v>10.19021502</c:v>
                </c:pt>
                <c:pt idx="6494">
                  <c:v>10.19026695</c:v>
                </c:pt>
                <c:pt idx="6495">
                  <c:v>10.19269538</c:v>
                </c:pt>
                <c:pt idx="6496">
                  <c:v>10.19332784</c:v>
                </c:pt>
                <c:pt idx="6497">
                  <c:v>10.19473793</c:v>
                </c:pt>
                <c:pt idx="6498">
                  <c:v>10.19558948</c:v>
                </c:pt>
                <c:pt idx="6499">
                  <c:v>10.19648764</c:v>
                </c:pt>
                <c:pt idx="6500">
                  <c:v>10.1965891</c:v>
                </c:pt>
                <c:pt idx="6501">
                  <c:v>10.19667944</c:v>
                </c:pt>
                <c:pt idx="6502">
                  <c:v>10.19813993</c:v>
                </c:pt>
                <c:pt idx="6503">
                  <c:v>10.20156085</c:v>
                </c:pt>
                <c:pt idx="6504">
                  <c:v>10.5914632</c:v>
                </c:pt>
                <c:pt idx="6505">
                  <c:v>10.59147295</c:v>
                </c:pt>
                <c:pt idx="6506">
                  <c:v>10.59149289</c:v>
                </c:pt>
                <c:pt idx="6507">
                  <c:v>10.59149514</c:v>
                </c:pt>
                <c:pt idx="6508">
                  <c:v>10.59151536</c:v>
                </c:pt>
                <c:pt idx="6509">
                  <c:v>10.59281088</c:v>
                </c:pt>
                <c:pt idx="6510">
                  <c:v>10.59297906</c:v>
                </c:pt>
                <c:pt idx="6511">
                  <c:v>10.59430289</c:v>
                </c:pt>
                <c:pt idx="6512">
                  <c:v>10.5944656</c:v>
                </c:pt>
                <c:pt idx="6513">
                  <c:v>10.59626786</c:v>
                </c:pt>
                <c:pt idx="6514">
                  <c:v>10.59701917</c:v>
                </c:pt>
                <c:pt idx="6515">
                  <c:v>10.59708383</c:v>
                </c:pt>
                <c:pt idx="6516">
                  <c:v>10.59714075</c:v>
                </c:pt>
                <c:pt idx="6517">
                  <c:v>10.59719056</c:v>
                </c:pt>
                <c:pt idx="6518">
                  <c:v>10.59925155</c:v>
                </c:pt>
                <c:pt idx="6519">
                  <c:v>10.60097742</c:v>
                </c:pt>
                <c:pt idx="6520">
                  <c:v>10.60107118</c:v>
                </c:pt>
                <c:pt idx="6521">
                  <c:v>10.60292439</c:v>
                </c:pt>
                <c:pt idx="6522">
                  <c:v>10.60301663</c:v>
                </c:pt>
                <c:pt idx="6523">
                  <c:v>10.60309932</c:v>
                </c:pt>
                <c:pt idx="6524">
                  <c:v>10.60397032</c:v>
                </c:pt>
                <c:pt idx="6525">
                  <c:v>10.6046842</c:v>
                </c:pt>
                <c:pt idx="6526">
                  <c:v>10.60560356</c:v>
                </c:pt>
                <c:pt idx="6527">
                  <c:v>10.60581436</c:v>
                </c:pt>
                <c:pt idx="6528">
                  <c:v>10.60669965</c:v>
                </c:pt>
                <c:pt idx="6529">
                  <c:v>10.60818459</c:v>
                </c:pt>
                <c:pt idx="6530">
                  <c:v>10.60992925</c:v>
                </c:pt>
                <c:pt idx="6531">
                  <c:v>10.61045406</c:v>
                </c:pt>
                <c:pt idx="6532">
                  <c:v>10.61128527</c:v>
                </c:pt>
                <c:pt idx="6533">
                  <c:v>10.61148391</c:v>
                </c:pt>
                <c:pt idx="6534">
                  <c:v>10.61168247</c:v>
                </c:pt>
                <c:pt idx="6535">
                  <c:v>10.61175346</c:v>
                </c:pt>
                <c:pt idx="6536">
                  <c:v>10.61432375</c:v>
                </c:pt>
                <c:pt idx="6537">
                  <c:v>10.61438252</c:v>
                </c:pt>
                <c:pt idx="6538">
                  <c:v>10.61510398</c:v>
                </c:pt>
                <c:pt idx="6539">
                  <c:v>10.61547245</c:v>
                </c:pt>
                <c:pt idx="6540">
                  <c:v>10.61636228</c:v>
                </c:pt>
                <c:pt idx="6541">
                  <c:v>10.61658567</c:v>
                </c:pt>
                <c:pt idx="6542">
                  <c:v>10.61664893</c:v>
                </c:pt>
                <c:pt idx="6543">
                  <c:v>10.61788047</c:v>
                </c:pt>
                <c:pt idx="6544">
                  <c:v>10.61808855</c:v>
                </c:pt>
                <c:pt idx="6545">
                  <c:v>10.61951543</c:v>
                </c:pt>
                <c:pt idx="6546">
                  <c:v>10.61978895</c:v>
                </c:pt>
                <c:pt idx="6547">
                  <c:v>10.6232704</c:v>
                </c:pt>
                <c:pt idx="6548">
                  <c:v>10.62552616</c:v>
                </c:pt>
                <c:pt idx="6549">
                  <c:v>10.62609055</c:v>
                </c:pt>
                <c:pt idx="6550">
                  <c:v>10.6272666</c:v>
                </c:pt>
                <c:pt idx="6551">
                  <c:v>10.6291816</c:v>
                </c:pt>
                <c:pt idx="6552">
                  <c:v>10.63130442</c:v>
                </c:pt>
                <c:pt idx="6553">
                  <c:v>10.63142352</c:v>
                </c:pt>
                <c:pt idx="6554">
                  <c:v>10.63183266</c:v>
                </c:pt>
                <c:pt idx="6555">
                  <c:v>10.63410656</c:v>
                </c:pt>
                <c:pt idx="6556">
                  <c:v>10.63418613</c:v>
                </c:pt>
                <c:pt idx="6557">
                  <c:v>10.63636203</c:v>
                </c:pt>
                <c:pt idx="6558">
                  <c:v>10.63819709</c:v>
                </c:pt>
                <c:pt idx="6559">
                  <c:v>10.63956055</c:v>
                </c:pt>
                <c:pt idx="6560">
                  <c:v>10.64036747</c:v>
                </c:pt>
                <c:pt idx="6561">
                  <c:v>10.64179517</c:v>
                </c:pt>
                <c:pt idx="6562">
                  <c:v>10.64201969</c:v>
                </c:pt>
                <c:pt idx="6563">
                  <c:v>10.64261869</c:v>
                </c:pt>
                <c:pt idx="6564">
                  <c:v>10.64351004</c:v>
                </c:pt>
                <c:pt idx="6565">
                  <c:v>10.64467876</c:v>
                </c:pt>
                <c:pt idx="6566">
                  <c:v>10.64653681</c:v>
                </c:pt>
                <c:pt idx="6567">
                  <c:v>10.64664751</c:v>
                </c:pt>
                <c:pt idx="6568">
                  <c:v>10.6468073</c:v>
                </c:pt>
                <c:pt idx="6569">
                  <c:v>10.64868867</c:v>
                </c:pt>
                <c:pt idx="6570">
                  <c:v>10.64872952</c:v>
                </c:pt>
                <c:pt idx="6571">
                  <c:v>10.64987934</c:v>
                </c:pt>
                <c:pt idx="6572">
                  <c:v>10.65010403</c:v>
                </c:pt>
                <c:pt idx="6573">
                  <c:v>10.65178547</c:v>
                </c:pt>
                <c:pt idx="6574">
                  <c:v>10.65198732</c:v>
                </c:pt>
                <c:pt idx="6575">
                  <c:v>10.65305295</c:v>
                </c:pt>
                <c:pt idx="6576">
                  <c:v>10.65318954</c:v>
                </c:pt>
                <c:pt idx="6577">
                  <c:v>10.65488898</c:v>
                </c:pt>
                <c:pt idx="6578">
                  <c:v>10.65786387</c:v>
                </c:pt>
                <c:pt idx="6579">
                  <c:v>10.65917693</c:v>
                </c:pt>
                <c:pt idx="6580">
                  <c:v>10.65924021</c:v>
                </c:pt>
                <c:pt idx="6581">
                  <c:v>10.66233943</c:v>
                </c:pt>
                <c:pt idx="6582">
                  <c:v>10.66248148</c:v>
                </c:pt>
                <c:pt idx="6583">
                  <c:v>10.66522639</c:v>
                </c:pt>
                <c:pt idx="6584">
                  <c:v>10.66534327</c:v>
                </c:pt>
                <c:pt idx="6585">
                  <c:v>10.66662544</c:v>
                </c:pt>
                <c:pt idx="6586">
                  <c:v>10.66783468</c:v>
                </c:pt>
                <c:pt idx="6587">
                  <c:v>10.66915281</c:v>
                </c:pt>
                <c:pt idx="6588">
                  <c:v>10.67098279</c:v>
                </c:pt>
                <c:pt idx="6589">
                  <c:v>10.67382785</c:v>
                </c:pt>
                <c:pt idx="6590">
                  <c:v>10.67556058</c:v>
                </c:pt>
                <c:pt idx="6591">
                  <c:v>10.67557945</c:v>
                </c:pt>
                <c:pt idx="6592">
                  <c:v>10.67729088</c:v>
                </c:pt>
                <c:pt idx="6593">
                  <c:v>10.67873447</c:v>
                </c:pt>
                <c:pt idx="6594">
                  <c:v>10.67888745</c:v>
                </c:pt>
                <c:pt idx="6595">
                  <c:v>10.68032836</c:v>
                </c:pt>
                <c:pt idx="6596">
                  <c:v>10.68062018</c:v>
                </c:pt>
                <c:pt idx="6597">
                  <c:v>10.68286317</c:v>
                </c:pt>
                <c:pt idx="6598">
                  <c:v>10.68309204</c:v>
                </c:pt>
                <c:pt idx="6599">
                  <c:v>10.68427314</c:v>
                </c:pt>
                <c:pt idx="6600">
                  <c:v>10.68448879</c:v>
                </c:pt>
                <c:pt idx="6601">
                  <c:v>10.68574543</c:v>
                </c:pt>
                <c:pt idx="6602">
                  <c:v>10.68662744</c:v>
                </c:pt>
                <c:pt idx="6603">
                  <c:v>10.68685602</c:v>
                </c:pt>
                <c:pt idx="6604">
                  <c:v>10.6880768</c:v>
                </c:pt>
                <c:pt idx="6605">
                  <c:v>10.68913849</c:v>
                </c:pt>
                <c:pt idx="6606">
                  <c:v>10.68976538</c:v>
                </c:pt>
                <c:pt idx="6607">
                  <c:v>10.69126677</c:v>
                </c:pt>
                <c:pt idx="6608">
                  <c:v>10.6925195</c:v>
                </c:pt>
                <c:pt idx="6609">
                  <c:v>10.69259555</c:v>
                </c:pt>
                <c:pt idx="6610">
                  <c:v>10.69296031</c:v>
                </c:pt>
                <c:pt idx="6611">
                  <c:v>10.69377218</c:v>
                </c:pt>
                <c:pt idx="6612">
                  <c:v>10.69384404</c:v>
                </c:pt>
                <c:pt idx="6613">
                  <c:v>10.69520769</c:v>
                </c:pt>
                <c:pt idx="6614">
                  <c:v>10.69616517</c:v>
                </c:pt>
                <c:pt idx="6615">
                  <c:v>10.69617397</c:v>
                </c:pt>
                <c:pt idx="6616">
                  <c:v>10.69620986</c:v>
                </c:pt>
                <c:pt idx="6617">
                  <c:v>10.69871094</c:v>
                </c:pt>
                <c:pt idx="6618">
                  <c:v>10.69961513</c:v>
                </c:pt>
                <c:pt idx="6619">
                  <c:v>10.70022876</c:v>
                </c:pt>
                <c:pt idx="6620">
                  <c:v>10.70096676</c:v>
                </c:pt>
                <c:pt idx="6621">
                  <c:v>10.7011232</c:v>
                </c:pt>
                <c:pt idx="6622">
                  <c:v>10.70309104</c:v>
                </c:pt>
                <c:pt idx="6623">
                  <c:v>10.70421024</c:v>
                </c:pt>
                <c:pt idx="6624">
                  <c:v>10.70490143</c:v>
                </c:pt>
                <c:pt idx="6625">
                  <c:v>10.70561144</c:v>
                </c:pt>
                <c:pt idx="6626">
                  <c:v>10.7067989</c:v>
                </c:pt>
                <c:pt idx="6627">
                  <c:v>10.70694371</c:v>
                </c:pt>
                <c:pt idx="6628">
                  <c:v>10.70698433</c:v>
                </c:pt>
                <c:pt idx="6629">
                  <c:v>10.7102074</c:v>
                </c:pt>
                <c:pt idx="6630">
                  <c:v>10.71024425</c:v>
                </c:pt>
                <c:pt idx="6631">
                  <c:v>10.71154644</c:v>
                </c:pt>
                <c:pt idx="6632">
                  <c:v>10.71164516</c:v>
                </c:pt>
                <c:pt idx="6633">
                  <c:v>10.71299695</c:v>
                </c:pt>
                <c:pt idx="6634">
                  <c:v>10.71388165</c:v>
                </c:pt>
                <c:pt idx="6635">
                  <c:v>10.71432254</c:v>
                </c:pt>
                <c:pt idx="6636">
                  <c:v>10.71605092</c:v>
                </c:pt>
                <c:pt idx="6637">
                  <c:v>10.71692136</c:v>
                </c:pt>
                <c:pt idx="6638">
                  <c:v>10.71748167</c:v>
                </c:pt>
                <c:pt idx="6639">
                  <c:v>10.71759408</c:v>
                </c:pt>
                <c:pt idx="6640">
                  <c:v>10.7182679</c:v>
                </c:pt>
                <c:pt idx="6641">
                  <c:v>10.71836784</c:v>
                </c:pt>
                <c:pt idx="6642">
                  <c:v>10.72007296</c:v>
                </c:pt>
                <c:pt idx="6643">
                  <c:v>10.72036411</c:v>
                </c:pt>
                <c:pt idx="6644">
                  <c:v>10.7229785</c:v>
                </c:pt>
                <c:pt idx="6645">
                  <c:v>10.72490672</c:v>
                </c:pt>
                <c:pt idx="6646">
                  <c:v>10.72772584</c:v>
                </c:pt>
                <c:pt idx="6647">
                  <c:v>10.7349685</c:v>
                </c:pt>
                <c:pt idx="6648">
                  <c:v>10.73499665</c:v>
                </c:pt>
                <c:pt idx="6649">
                  <c:v>10.73502238</c:v>
                </c:pt>
                <c:pt idx="6650">
                  <c:v>10.73502279</c:v>
                </c:pt>
                <c:pt idx="6651">
                  <c:v>10.73503664</c:v>
                </c:pt>
                <c:pt idx="6652">
                  <c:v>10.73787892</c:v>
                </c:pt>
                <c:pt idx="6653">
                  <c:v>10.73793832</c:v>
                </c:pt>
                <c:pt idx="6654">
                  <c:v>10.73932312</c:v>
                </c:pt>
                <c:pt idx="6655">
                  <c:v>10.74078607</c:v>
                </c:pt>
                <c:pt idx="6656">
                  <c:v>10.74230992</c:v>
                </c:pt>
                <c:pt idx="6657">
                  <c:v>10.74381268</c:v>
                </c:pt>
                <c:pt idx="6658">
                  <c:v>10.74384753</c:v>
                </c:pt>
                <c:pt idx="6659">
                  <c:v>10.74390761</c:v>
                </c:pt>
                <c:pt idx="6660">
                  <c:v>10.74664965</c:v>
                </c:pt>
                <c:pt idx="6661">
                  <c:v>10.74673895</c:v>
                </c:pt>
                <c:pt idx="6662">
                  <c:v>10.74817267</c:v>
                </c:pt>
                <c:pt idx="6663">
                  <c:v>10.74832716</c:v>
                </c:pt>
                <c:pt idx="6664">
                  <c:v>10.74963977</c:v>
                </c:pt>
                <c:pt idx="6665">
                  <c:v>10.74988054</c:v>
                </c:pt>
                <c:pt idx="6666">
                  <c:v>10.75114606</c:v>
                </c:pt>
                <c:pt idx="6667">
                  <c:v>10.75396777</c:v>
                </c:pt>
                <c:pt idx="6668">
                  <c:v>10.75403943</c:v>
                </c:pt>
                <c:pt idx="6669">
                  <c:v>10.75407008</c:v>
                </c:pt>
                <c:pt idx="6670">
                  <c:v>10.75432539</c:v>
                </c:pt>
                <c:pt idx="6671">
                  <c:v>10.75702046</c:v>
                </c:pt>
                <c:pt idx="6672">
                  <c:v>10.75839556</c:v>
                </c:pt>
                <c:pt idx="6673">
                  <c:v>10.75844839</c:v>
                </c:pt>
                <c:pt idx="6674">
                  <c:v>10.75849979</c:v>
                </c:pt>
                <c:pt idx="6675">
                  <c:v>10.75876043</c:v>
                </c:pt>
                <c:pt idx="6676">
                  <c:v>10.76147198</c:v>
                </c:pt>
                <c:pt idx="6677">
                  <c:v>10.76150735</c:v>
                </c:pt>
                <c:pt idx="6678">
                  <c:v>10.76151226</c:v>
                </c:pt>
                <c:pt idx="6679">
                  <c:v>10.76285081</c:v>
                </c:pt>
                <c:pt idx="6680">
                  <c:v>10.76318386</c:v>
                </c:pt>
                <c:pt idx="6681">
                  <c:v>10.76592957</c:v>
                </c:pt>
                <c:pt idx="6682">
                  <c:v>10.76597037</c:v>
                </c:pt>
                <c:pt idx="6683">
                  <c:v>10.7660394</c:v>
                </c:pt>
                <c:pt idx="6684">
                  <c:v>10.76617731</c:v>
                </c:pt>
                <c:pt idx="6685">
                  <c:v>10.76727743</c:v>
                </c:pt>
                <c:pt idx="6686">
                  <c:v>10.76747899</c:v>
                </c:pt>
                <c:pt idx="6687">
                  <c:v>10.76752262</c:v>
                </c:pt>
                <c:pt idx="6688">
                  <c:v>10.76900183</c:v>
                </c:pt>
                <c:pt idx="6689">
                  <c:v>10.76903465</c:v>
                </c:pt>
                <c:pt idx="6690">
                  <c:v>10.76909507</c:v>
                </c:pt>
                <c:pt idx="6691">
                  <c:v>10.7692786</c:v>
                </c:pt>
                <c:pt idx="6692">
                  <c:v>10.77029168</c:v>
                </c:pt>
                <c:pt idx="6693">
                  <c:v>10.77055498</c:v>
                </c:pt>
                <c:pt idx="6694">
                  <c:v>10.77203333</c:v>
                </c:pt>
                <c:pt idx="6695">
                  <c:v>10.77207869</c:v>
                </c:pt>
                <c:pt idx="6696">
                  <c:v>10.77362485</c:v>
                </c:pt>
                <c:pt idx="6697">
                  <c:v>10.77473063</c:v>
                </c:pt>
                <c:pt idx="6698">
                  <c:v>10.77509384</c:v>
                </c:pt>
                <c:pt idx="6699">
                  <c:v>10.77648195</c:v>
                </c:pt>
                <c:pt idx="6700">
                  <c:v>10.77787524</c:v>
                </c:pt>
                <c:pt idx="6701">
                  <c:v>10.77807253</c:v>
                </c:pt>
                <c:pt idx="6702">
                  <c:v>10.77913733</c:v>
                </c:pt>
                <c:pt idx="6703">
                  <c:v>10.77951893</c:v>
                </c:pt>
                <c:pt idx="6704">
                  <c:v>10.78085736</c:v>
                </c:pt>
                <c:pt idx="6705">
                  <c:v>10.78091712</c:v>
                </c:pt>
                <c:pt idx="6706">
                  <c:v>10.78663624</c:v>
                </c:pt>
                <c:pt idx="6707">
                  <c:v>10.78670528</c:v>
                </c:pt>
                <c:pt idx="6708">
                  <c:v>10.78671786</c:v>
                </c:pt>
                <c:pt idx="6709">
                  <c:v>10.7867193</c:v>
                </c:pt>
                <c:pt idx="6710">
                  <c:v>10.78674309</c:v>
                </c:pt>
                <c:pt idx="6711">
                  <c:v>10.78882038</c:v>
                </c:pt>
                <c:pt idx="6712">
                  <c:v>10.78892967</c:v>
                </c:pt>
                <c:pt idx="6713">
                  <c:v>10.78951589</c:v>
                </c:pt>
                <c:pt idx="6714">
                  <c:v>10.78954753</c:v>
                </c:pt>
                <c:pt idx="6715">
                  <c:v>10.79046668</c:v>
                </c:pt>
                <c:pt idx="6716">
                  <c:v>10.79112344</c:v>
                </c:pt>
                <c:pt idx="6717">
                  <c:v>10.79124679</c:v>
                </c:pt>
                <c:pt idx="6718">
                  <c:v>10.79260232</c:v>
                </c:pt>
                <c:pt idx="6719">
                  <c:v>10.80591507</c:v>
                </c:pt>
                <c:pt idx="6720">
                  <c:v>10.80633862</c:v>
                </c:pt>
                <c:pt idx="6721">
                  <c:v>10.80683274</c:v>
                </c:pt>
                <c:pt idx="6722">
                  <c:v>10.80694746</c:v>
                </c:pt>
                <c:pt idx="6723">
                  <c:v>10.80702836</c:v>
                </c:pt>
                <c:pt idx="6724">
                  <c:v>10.80922419</c:v>
                </c:pt>
                <c:pt idx="6725">
                  <c:v>10.80998497</c:v>
                </c:pt>
                <c:pt idx="6726">
                  <c:v>10.81087223</c:v>
                </c:pt>
                <c:pt idx="6727">
                  <c:v>10.81119154</c:v>
                </c:pt>
                <c:pt idx="6728">
                  <c:v>10.81120095</c:v>
                </c:pt>
                <c:pt idx="6729">
                  <c:v>10.81287157</c:v>
                </c:pt>
                <c:pt idx="6730">
                  <c:v>10.81364116</c:v>
                </c:pt>
                <c:pt idx="6731">
                  <c:v>10.81474116</c:v>
                </c:pt>
                <c:pt idx="6732">
                  <c:v>10.81516737</c:v>
                </c:pt>
                <c:pt idx="6733">
                  <c:v>10.81688564</c:v>
                </c:pt>
                <c:pt idx="6734">
                  <c:v>10.81824362</c:v>
                </c:pt>
                <c:pt idx="6735">
                  <c:v>10.82698976</c:v>
                </c:pt>
                <c:pt idx="6736">
                  <c:v>10.82721729</c:v>
                </c:pt>
                <c:pt idx="6737">
                  <c:v>10.82735619</c:v>
                </c:pt>
                <c:pt idx="6738">
                  <c:v>10.82743295</c:v>
                </c:pt>
                <c:pt idx="6739">
                  <c:v>10.82916749</c:v>
                </c:pt>
                <c:pt idx="6740">
                  <c:v>10.8314887</c:v>
                </c:pt>
                <c:pt idx="6741">
                  <c:v>10.8325031</c:v>
                </c:pt>
                <c:pt idx="6742">
                  <c:v>10.83365318</c:v>
                </c:pt>
                <c:pt idx="6743">
                  <c:v>10.83402944</c:v>
                </c:pt>
                <c:pt idx="6744">
                  <c:v>10.83427271</c:v>
                </c:pt>
                <c:pt idx="6745">
                  <c:v>10.83428939</c:v>
                </c:pt>
                <c:pt idx="6746">
                  <c:v>10.83606725</c:v>
                </c:pt>
                <c:pt idx="6747">
                  <c:v>10.83616424</c:v>
                </c:pt>
                <c:pt idx="6748">
                  <c:v>10.83831866</c:v>
                </c:pt>
                <c:pt idx="6749">
                  <c:v>10.84004289</c:v>
                </c:pt>
                <c:pt idx="6750">
                  <c:v>10.84117583</c:v>
                </c:pt>
                <c:pt idx="6751">
                  <c:v>10.84239238</c:v>
                </c:pt>
                <c:pt idx="6752">
                  <c:v>10.84833384</c:v>
                </c:pt>
                <c:pt idx="6753">
                  <c:v>10.84888809</c:v>
                </c:pt>
                <c:pt idx="6754">
                  <c:v>10.84930808</c:v>
                </c:pt>
                <c:pt idx="6755">
                  <c:v>10.84944447</c:v>
                </c:pt>
                <c:pt idx="6756">
                  <c:v>10.84960491</c:v>
                </c:pt>
                <c:pt idx="6757">
                  <c:v>10.85038717</c:v>
                </c:pt>
                <c:pt idx="6758">
                  <c:v>10.85204322</c:v>
                </c:pt>
                <c:pt idx="6759">
                  <c:v>10.85298331</c:v>
                </c:pt>
                <c:pt idx="6760">
                  <c:v>10.8549494</c:v>
                </c:pt>
                <c:pt idx="6761">
                  <c:v>10.85603661</c:v>
                </c:pt>
                <c:pt idx="6762">
                  <c:v>10.85679205</c:v>
                </c:pt>
                <c:pt idx="6763">
                  <c:v>10.85884721</c:v>
                </c:pt>
                <c:pt idx="6764">
                  <c:v>10.85904359</c:v>
                </c:pt>
                <c:pt idx="6765">
                  <c:v>10.86040474</c:v>
                </c:pt>
                <c:pt idx="6766">
                  <c:v>10.86078354</c:v>
                </c:pt>
                <c:pt idx="6767">
                  <c:v>10.86130221</c:v>
                </c:pt>
                <c:pt idx="6768">
                  <c:v>10.86175372</c:v>
                </c:pt>
                <c:pt idx="6769">
                  <c:v>10.86176289</c:v>
                </c:pt>
                <c:pt idx="6770">
                  <c:v>10.86276484</c:v>
                </c:pt>
                <c:pt idx="6771">
                  <c:v>10.86285562</c:v>
                </c:pt>
                <c:pt idx="6772">
                  <c:v>10.86318663</c:v>
                </c:pt>
                <c:pt idx="6773">
                  <c:v>10.86419237</c:v>
                </c:pt>
                <c:pt idx="6774">
                  <c:v>10.86502698</c:v>
                </c:pt>
                <c:pt idx="6775">
                  <c:v>10.86503028</c:v>
                </c:pt>
                <c:pt idx="6776">
                  <c:v>10.86611417</c:v>
                </c:pt>
                <c:pt idx="6777">
                  <c:v>10.86619677</c:v>
                </c:pt>
                <c:pt idx="6778">
                  <c:v>10.86619729</c:v>
                </c:pt>
                <c:pt idx="6779">
                  <c:v>10.87610317</c:v>
                </c:pt>
                <c:pt idx="6780">
                  <c:v>10.87627757</c:v>
                </c:pt>
                <c:pt idx="6781">
                  <c:v>10.87629715</c:v>
                </c:pt>
                <c:pt idx="6782">
                  <c:v>10.8763275</c:v>
                </c:pt>
                <c:pt idx="6783">
                  <c:v>10.87633206</c:v>
                </c:pt>
                <c:pt idx="6784">
                  <c:v>10.87950746</c:v>
                </c:pt>
                <c:pt idx="6785">
                  <c:v>10.87954079</c:v>
                </c:pt>
                <c:pt idx="6786">
                  <c:v>10.87954168</c:v>
                </c:pt>
                <c:pt idx="6787">
                  <c:v>10.87955194</c:v>
                </c:pt>
                <c:pt idx="6788">
                  <c:v>10.88057594</c:v>
                </c:pt>
                <c:pt idx="6789">
                  <c:v>10.88119149</c:v>
                </c:pt>
                <c:pt idx="6790">
                  <c:v>10.88120999</c:v>
                </c:pt>
                <c:pt idx="6791">
                  <c:v>10.88126854</c:v>
                </c:pt>
                <c:pt idx="6792">
                  <c:v>10.8821693</c:v>
                </c:pt>
                <c:pt idx="6793">
                  <c:v>10.88285495</c:v>
                </c:pt>
                <c:pt idx="6794">
                  <c:v>10.8833134</c:v>
                </c:pt>
                <c:pt idx="6795">
                  <c:v>10.89570899</c:v>
                </c:pt>
                <c:pt idx="6796">
                  <c:v>10.89581931</c:v>
                </c:pt>
                <c:pt idx="6797">
                  <c:v>10.89592175</c:v>
                </c:pt>
                <c:pt idx="6798">
                  <c:v>10.89594856</c:v>
                </c:pt>
                <c:pt idx="6799">
                  <c:v>10.89637529</c:v>
                </c:pt>
                <c:pt idx="6800">
                  <c:v>10.89786354</c:v>
                </c:pt>
                <c:pt idx="6801">
                  <c:v>10.89797379</c:v>
                </c:pt>
                <c:pt idx="6802">
                  <c:v>10.89825868</c:v>
                </c:pt>
                <c:pt idx="6803">
                  <c:v>10.89829049</c:v>
                </c:pt>
                <c:pt idx="6804">
                  <c:v>10.89830157</c:v>
                </c:pt>
                <c:pt idx="6805">
                  <c:v>10.89994443</c:v>
                </c:pt>
                <c:pt idx="6806">
                  <c:v>10.89995533</c:v>
                </c:pt>
                <c:pt idx="6807">
                  <c:v>10.90071047</c:v>
                </c:pt>
                <c:pt idx="6808">
                  <c:v>10.90114735</c:v>
                </c:pt>
                <c:pt idx="6809">
                  <c:v>10.90117671</c:v>
                </c:pt>
                <c:pt idx="6810">
                  <c:v>10.90211151</c:v>
                </c:pt>
                <c:pt idx="6811">
                  <c:v>10.90220357</c:v>
                </c:pt>
                <c:pt idx="6812">
                  <c:v>10.90361445</c:v>
                </c:pt>
                <c:pt idx="6813">
                  <c:v>10.9152545</c:v>
                </c:pt>
                <c:pt idx="6814">
                  <c:v>10.91527876</c:v>
                </c:pt>
                <c:pt idx="6815">
                  <c:v>10.9154643</c:v>
                </c:pt>
                <c:pt idx="6816">
                  <c:v>10.9156374</c:v>
                </c:pt>
                <c:pt idx="6817">
                  <c:v>10.91575672</c:v>
                </c:pt>
                <c:pt idx="6818">
                  <c:v>10.91710171</c:v>
                </c:pt>
                <c:pt idx="6819">
                  <c:v>10.91826477</c:v>
                </c:pt>
                <c:pt idx="6820">
                  <c:v>10.91850808</c:v>
                </c:pt>
                <c:pt idx="6821">
                  <c:v>10.91859267</c:v>
                </c:pt>
                <c:pt idx="6822">
                  <c:v>10.91860025</c:v>
                </c:pt>
                <c:pt idx="6823">
                  <c:v>10.91992338</c:v>
                </c:pt>
                <c:pt idx="6824">
                  <c:v>10.91996472</c:v>
                </c:pt>
                <c:pt idx="6825">
                  <c:v>10.920344</c:v>
                </c:pt>
                <c:pt idx="6826">
                  <c:v>10.92086446</c:v>
                </c:pt>
                <c:pt idx="6827">
                  <c:v>10.92090036</c:v>
                </c:pt>
                <c:pt idx="6828">
                  <c:v>10.92195537</c:v>
                </c:pt>
                <c:pt idx="6829">
                  <c:v>10.92200448</c:v>
                </c:pt>
                <c:pt idx="6830">
                  <c:v>10.92279068</c:v>
                </c:pt>
                <c:pt idx="6831">
                  <c:v>10.93612967</c:v>
                </c:pt>
                <c:pt idx="6832">
                  <c:v>10.93617408</c:v>
                </c:pt>
                <c:pt idx="6833">
                  <c:v>10.93639792</c:v>
                </c:pt>
                <c:pt idx="6834">
                  <c:v>10.93645114</c:v>
                </c:pt>
                <c:pt idx="6835">
                  <c:v>10.93645243</c:v>
                </c:pt>
                <c:pt idx="6836">
                  <c:v>10.93876182</c:v>
                </c:pt>
                <c:pt idx="6837">
                  <c:v>10.93892827</c:v>
                </c:pt>
                <c:pt idx="6838">
                  <c:v>10.93892897</c:v>
                </c:pt>
                <c:pt idx="6839">
                  <c:v>10.93996587</c:v>
                </c:pt>
                <c:pt idx="6840">
                  <c:v>10.9402224</c:v>
                </c:pt>
                <c:pt idx="6841">
                  <c:v>10.94082661</c:v>
                </c:pt>
                <c:pt idx="6842">
                  <c:v>10.94084884</c:v>
                </c:pt>
                <c:pt idx="6843">
                  <c:v>10.94178188</c:v>
                </c:pt>
                <c:pt idx="6844">
                  <c:v>10.94255212</c:v>
                </c:pt>
                <c:pt idx="6845">
                  <c:v>10.94259333</c:v>
                </c:pt>
                <c:pt idx="6846">
                  <c:v>10.94376704</c:v>
                </c:pt>
                <c:pt idx="6847">
                  <c:v>10.94419416</c:v>
                </c:pt>
                <c:pt idx="6848">
                  <c:v>10.95542527</c:v>
                </c:pt>
                <c:pt idx="6849">
                  <c:v>10.95552578</c:v>
                </c:pt>
                <c:pt idx="6850">
                  <c:v>10.95585156</c:v>
                </c:pt>
                <c:pt idx="6851">
                  <c:v>10.95591849</c:v>
                </c:pt>
                <c:pt idx="6852">
                  <c:v>10.95597879</c:v>
                </c:pt>
                <c:pt idx="6853">
                  <c:v>10.9576776</c:v>
                </c:pt>
                <c:pt idx="6854">
                  <c:v>10.95771971</c:v>
                </c:pt>
                <c:pt idx="6855">
                  <c:v>10.95772022</c:v>
                </c:pt>
                <c:pt idx="6856">
                  <c:v>10.95880232</c:v>
                </c:pt>
                <c:pt idx="6857">
                  <c:v>10.95943373</c:v>
                </c:pt>
                <c:pt idx="6858">
                  <c:v>10.95946294</c:v>
                </c:pt>
                <c:pt idx="6859">
                  <c:v>10.95959927</c:v>
                </c:pt>
                <c:pt idx="6860">
                  <c:v>10.96084998</c:v>
                </c:pt>
                <c:pt idx="6861">
                  <c:v>10.9710666</c:v>
                </c:pt>
                <c:pt idx="6862">
                  <c:v>10.97182837</c:v>
                </c:pt>
                <c:pt idx="6863">
                  <c:v>10.97189608</c:v>
                </c:pt>
                <c:pt idx="6864">
                  <c:v>10.97203141</c:v>
                </c:pt>
                <c:pt idx="6865">
                  <c:v>10.9720894</c:v>
                </c:pt>
                <c:pt idx="6866">
                  <c:v>10.97358067</c:v>
                </c:pt>
                <c:pt idx="6867">
                  <c:v>10.9735837</c:v>
                </c:pt>
                <c:pt idx="6868">
                  <c:v>10.97363375</c:v>
                </c:pt>
                <c:pt idx="6869">
                  <c:v>10.97472427</c:v>
                </c:pt>
                <c:pt idx="6870">
                  <c:v>10.9750138</c:v>
                </c:pt>
                <c:pt idx="6871">
                  <c:v>10.97583361</c:v>
                </c:pt>
                <c:pt idx="6872">
                  <c:v>10.97589467</c:v>
                </c:pt>
                <c:pt idx="6873">
                  <c:v>10.97653655</c:v>
                </c:pt>
                <c:pt idx="6874">
                  <c:v>10.97691788</c:v>
                </c:pt>
                <c:pt idx="6875">
                  <c:v>10.97744162</c:v>
                </c:pt>
                <c:pt idx="6876">
                  <c:v>10.97833158</c:v>
                </c:pt>
                <c:pt idx="6877">
                  <c:v>10.99090809</c:v>
                </c:pt>
                <c:pt idx="6878">
                  <c:v>10.9910053</c:v>
                </c:pt>
                <c:pt idx="6879">
                  <c:v>10.99104155</c:v>
                </c:pt>
                <c:pt idx="6880">
                  <c:v>10.99109412</c:v>
                </c:pt>
                <c:pt idx="6881">
                  <c:v>10.99112989</c:v>
                </c:pt>
                <c:pt idx="6882">
                  <c:v>10.9939389</c:v>
                </c:pt>
                <c:pt idx="6883">
                  <c:v>10.99397614</c:v>
                </c:pt>
                <c:pt idx="6884">
                  <c:v>10.99496134</c:v>
                </c:pt>
                <c:pt idx="6885">
                  <c:v>10.99520593</c:v>
                </c:pt>
                <c:pt idx="6886">
                  <c:v>10.99525721</c:v>
                </c:pt>
                <c:pt idx="6887">
                  <c:v>10.99626711</c:v>
                </c:pt>
                <c:pt idx="6888">
                  <c:v>10.99708986</c:v>
                </c:pt>
                <c:pt idx="6889">
                  <c:v>10.99713815</c:v>
                </c:pt>
                <c:pt idx="6890">
                  <c:v>10.99762272</c:v>
                </c:pt>
                <c:pt idx="6891">
                  <c:v>10.99832068</c:v>
                </c:pt>
                <c:pt idx="6892">
                  <c:v>10.99980957</c:v>
                </c:pt>
                <c:pt idx="6893">
                  <c:v>11.00179103</c:v>
                </c:pt>
                <c:pt idx="6894">
                  <c:v>11.01163036</c:v>
                </c:pt>
                <c:pt idx="6895">
                  <c:v>11.01176302</c:v>
                </c:pt>
                <c:pt idx="6896">
                  <c:v>11.01191408</c:v>
                </c:pt>
                <c:pt idx="6897">
                  <c:v>11.01246926</c:v>
                </c:pt>
                <c:pt idx="6898">
                  <c:v>11.01260458</c:v>
                </c:pt>
                <c:pt idx="6899">
                  <c:v>11.01434285</c:v>
                </c:pt>
                <c:pt idx="6900">
                  <c:v>11.01435069</c:v>
                </c:pt>
                <c:pt idx="6901">
                  <c:v>11.01522679</c:v>
                </c:pt>
                <c:pt idx="6902">
                  <c:v>11.01552773</c:v>
                </c:pt>
                <c:pt idx="6903">
                  <c:v>11.01661626</c:v>
                </c:pt>
                <c:pt idx="6904">
                  <c:v>11.01673454</c:v>
                </c:pt>
                <c:pt idx="6905">
                  <c:v>11.01747627</c:v>
                </c:pt>
                <c:pt idx="6906">
                  <c:v>11.01760381</c:v>
                </c:pt>
                <c:pt idx="6907">
                  <c:v>11.01836307</c:v>
                </c:pt>
                <c:pt idx="6908">
                  <c:v>11.01952168</c:v>
                </c:pt>
                <c:pt idx="6909">
                  <c:v>11.01993027</c:v>
                </c:pt>
                <c:pt idx="6910">
                  <c:v>11.03209744</c:v>
                </c:pt>
                <c:pt idx="6911">
                  <c:v>11.03281054</c:v>
                </c:pt>
                <c:pt idx="6912">
                  <c:v>11.03283488</c:v>
                </c:pt>
                <c:pt idx="6913">
                  <c:v>11.03294463</c:v>
                </c:pt>
                <c:pt idx="6914">
                  <c:v>11.03316201</c:v>
                </c:pt>
                <c:pt idx="6915">
                  <c:v>11.03319071</c:v>
                </c:pt>
                <c:pt idx="6916">
                  <c:v>11.03548117</c:v>
                </c:pt>
                <c:pt idx="6917">
                  <c:v>11.03605563</c:v>
                </c:pt>
                <c:pt idx="6918">
                  <c:v>11.03763846</c:v>
                </c:pt>
                <c:pt idx="6919">
                  <c:v>11.03763888</c:v>
                </c:pt>
                <c:pt idx="6920">
                  <c:v>11.03865636</c:v>
                </c:pt>
                <c:pt idx="6921">
                  <c:v>11.03982137</c:v>
                </c:pt>
                <c:pt idx="6922">
                  <c:v>11.03997296</c:v>
                </c:pt>
                <c:pt idx="6923">
                  <c:v>11.04005262</c:v>
                </c:pt>
                <c:pt idx="6924">
                  <c:v>11.04148772</c:v>
                </c:pt>
                <c:pt idx="6925">
                  <c:v>11.04148911</c:v>
                </c:pt>
                <c:pt idx="6926">
                  <c:v>11.05213681</c:v>
                </c:pt>
                <c:pt idx="6927">
                  <c:v>11.05221884</c:v>
                </c:pt>
                <c:pt idx="6928">
                  <c:v>11.05235323</c:v>
                </c:pt>
                <c:pt idx="6929">
                  <c:v>11.05311021</c:v>
                </c:pt>
                <c:pt idx="6930">
                  <c:v>11.05436051</c:v>
                </c:pt>
                <c:pt idx="6931">
                  <c:v>11.05453907</c:v>
                </c:pt>
                <c:pt idx="6932">
                  <c:v>11.05462794</c:v>
                </c:pt>
                <c:pt idx="6933">
                  <c:v>11.05600814</c:v>
                </c:pt>
                <c:pt idx="6934">
                  <c:v>11.05607622</c:v>
                </c:pt>
                <c:pt idx="6935">
                  <c:v>11.05668035</c:v>
                </c:pt>
                <c:pt idx="6936">
                  <c:v>11.05924288</c:v>
                </c:pt>
                <c:pt idx="6937">
                  <c:v>11.06044453</c:v>
                </c:pt>
                <c:pt idx="6938">
                  <c:v>11.06203659</c:v>
                </c:pt>
                <c:pt idx="6939">
                  <c:v>11.06341953</c:v>
                </c:pt>
                <c:pt idx="6940">
                  <c:v>11.07018904</c:v>
                </c:pt>
                <c:pt idx="6941">
                  <c:v>11.07074219</c:v>
                </c:pt>
                <c:pt idx="6942">
                  <c:v>11.07076256</c:v>
                </c:pt>
                <c:pt idx="6943">
                  <c:v>11.07117733</c:v>
                </c:pt>
                <c:pt idx="6944">
                  <c:v>11.07133455</c:v>
                </c:pt>
                <c:pt idx="6945">
                  <c:v>11.07224134</c:v>
                </c:pt>
                <c:pt idx="6946">
                  <c:v>11.07334508</c:v>
                </c:pt>
                <c:pt idx="6947">
                  <c:v>11.07365082</c:v>
                </c:pt>
                <c:pt idx="6948">
                  <c:v>11.07468405</c:v>
                </c:pt>
                <c:pt idx="6949">
                  <c:v>11.07518283</c:v>
                </c:pt>
                <c:pt idx="6950">
                  <c:v>11.07582764</c:v>
                </c:pt>
                <c:pt idx="6951">
                  <c:v>11.07604795</c:v>
                </c:pt>
                <c:pt idx="6952">
                  <c:v>11.07777548</c:v>
                </c:pt>
                <c:pt idx="6953">
                  <c:v>11.07913562</c:v>
                </c:pt>
                <c:pt idx="6954">
                  <c:v>11.08047556</c:v>
                </c:pt>
                <c:pt idx="6955">
                  <c:v>11.08205994</c:v>
                </c:pt>
                <c:pt idx="6956">
                  <c:v>11.09045963</c:v>
                </c:pt>
                <c:pt idx="6957">
                  <c:v>11.09056245</c:v>
                </c:pt>
                <c:pt idx="6958">
                  <c:v>11.09113721</c:v>
                </c:pt>
                <c:pt idx="6959">
                  <c:v>11.09127813</c:v>
                </c:pt>
                <c:pt idx="6960">
                  <c:v>11.0915641</c:v>
                </c:pt>
                <c:pt idx="6961">
                  <c:v>11.09216403</c:v>
                </c:pt>
                <c:pt idx="6962">
                  <c:v>11.09352433</c:v>
                </c:pt>
                <c:pt idx="6963">
                  <c:v>11.0951398</c:v>
                </c:pt>
                <c:pt idx="6964">
                  <c:v>11.09516094</c:v>
                </c:pt>
                <c:pt idx="6965">
                  <c:v>11.09596478</c:v>
                </c:pt>
                <c:pt idx="6966">
                  <c:v>11.09703067</c:v>
                </c:pt>
                <c:pt idx="6967">
                  <c:v>11.09765222</c:v>
                </c:pt>
                <c:pt idx="6968">
                  <c:v>11.09768004</c:v>
                </c:pt>
                <c:pt idx="6969">
                  <c:v>11.09852457</c:v>
                </c:pt>
                <c:pt idx="6970">
                  <c:v>11.09970196</c:v>
                </c:pt>
                <c:pt idx="6971">
                  <c:v>11.09970442</c:v>
                </c:pt>
                <c:pt idx="6972">
                  <c:v>11.09971989</c:v>
                </c:pt>
                <c:pt idx="6973">
                  <c:v>11.10186444</c:v>
                </c:pt>
                <c:pt idx="6974">
                  <c:v>11.1019479</c:v>
                </c:pt>
                <c:pt idx="6975">
                  <c:v>11.10264271</c:v>
                </c:pt>
                <c:pt idx="6976">
                  <c:v>11.10374904</c:v>
                </c:pt>
                <c:pt idx="6977">
                  <c:v>11.10404984</c:v>
                </c:pt>
                <c:pt idx="6978">
                  <c:v>11.10456722</c:v>
                </c:pt>
                <c:pt idx="6979">
                  <c:v>11.10533595</c:v>
                </c:pt>
                <c:pt idx="6980">
                  <c:v>11.10658556</c:v>
                </c:pt>
                <c:pt idx="6981">
                  <c:v>11.1070476</c:v>
                </c:pt>
                <c:pt idx="6982">
                  <c:v>11.10809402</c:v>
                </c:pt>
                <c:pt idx="6983">
                  <c:v>11.10861237</c:v>
                </c:pt>
                <c:pt idx="6984">
                  <c:v>11.1094704</c:v>
                </c:pt>
                <c:pt idx="6985">
                  <c:v>11.11766187</c:v>
                </c:pt>
                <c:pt idx="6986">
                  <c:v>11.11783374</c:v>
                </c:pt>
                <c:pt idx="6987">
                  <c:v>11.11783401</c:v>
                </c:pt>
                <c:pt idx="6988">
                  <c:v>11.11784785</c:v>
                </c:pt>
                <c:pt idx="6989">
                  <c:v>11.11786555</c:v>
                </c:pt>
                <c:pt idx="6990">
                  <c:v>11.11973737</c:v>
                </c:pt>
                <c:pt idx="6991">
                  <c:v>11.12146267</c:v>
                </c:pt>
                <c:pt idx="6992">
                  <c:v>11.12146543</c:v>
                </c:pt>
                <c:pt idx="6993">
                  <c:v>11.12234516</c:v>
                </c:pt>
                <c:pt idx="6994">
                  <c:v>11.12267043</c:v>
                </c:pt>
                <c:pt idx="6995">
                  <c:v>11.1235239</c:v>
                </c:pt>
                <c:pt idx="6996">
                  <c:v>11.12398178</c:v>
                </c:pt>
                <c:pt idx="6997">
                  <c:v>11.12420288</c:v>
                </c:pt>
                <c:pt idx="6998">
                  <c:v>11.12498867</c:v>
                </c:pt>
                <c:pt idx="6999">
                  <c:v>11.1254018</c:v>
                </c:pt>
                <c:pt idx="7000">
                  <c:v>11.12551048</c:v>
                </c:pt>
                <c:pt idx="7001">
                  <c:v>11.12745847</c:v>
                </c:pt>
                <c:pt idx="7002">
                  <c:v>11.12832087</c:v>
                </c:pt>
                <c:pt idx="7003">
                  <c:v>11.1392975</c:v>
                </c:pt>
                <c:pt idx="7004">
                  <c:v>11.13946348</c:v>
                </c:pt>
                <c:pt idx="7005">
                  <c:v>11.1397095</c:v>
                </c:pt>
                <c:pt idx="7006">
                  <c:v>11.13974653</c:v>
                </c:pt>
                <c:pt idx="7007">
                  <c:v>11.13986932</c:v>
                </c:pt>
                <c:pt idx="7008">
                  <c:v>11.14145785</c:v>
                </c:pt>
                <c:pt idx="7009">
                  <c:v>11.14173168</c:v>
                </c:pt>
                <c:pt idx="7010">
                  <c:v>11.14331884</c:v>
                </c:pt>
                <c:pt idx="7011">
                  <c:v>11.14422829</c:v>
                </c:pt>
                <c:pt idx="7012">
                  <c:v>11.14430042</c:v>
                </c:pt>
                <c:pt idx="7013">
                  <c:v>11.1443687</c:v>
                </c:pt>
                <c:pt idx="7014">
                  <c:v>11.14455947</c:v>
                </c:pt>
                <c:pt idx="7015">
                  <c:v>11.14525562</c:v>
                </c:pt>
                <c:pt idx="7016">
                  <c:v>11.14618232</c:v>
                </c:pt>
                <c:pt idx="7017">
                  <c:v>11.1467601</c:v>
                </c:pt>
                <c:pt idx="7018">
                  <c:v>11.14676843</c:v>
                </c:pt>
                <c:pt idx="7019">
                  <c:v>11.14736112</c:v>
                </c:pt>
                <c:pt idx="7020">
                  <c:v>11.15963864</c:v>
                </c:pt>
                <c:pt idx="7021">
                  <c:v>11.15989408</c:v>
                </c:pt>
                <c:pt idx="7022">
                  <c:v>11.16001841</c:v>
                </c:pt>
                <c:pt idx="7023">
                  <c:v>11.16010195</c:v>
                </c:pt>
                <c:pt idx="7024">
                  <c:v>11.16010338</c:v>
                </c:pt>
                <c:pt idx="7025">
                  <c:v>11.16201857</c:v>
                </c:pt>
                <c:pt idx="7026">
                  <c:v>11.16303523</c:v>
                </c:pt>
                <c:pt idx="7027">
                  <c:v>11.16343836</c:v>
                </c:pt>
                <c:pt idx="7028">
                  <c:v>11.16394311</c:v>
                </c:pt>
                <c:pt idx="7029">
                  <c:v>11.16539183</c:v>
                </c:pt>
                <c:pt idx="7030">
                  <c:v>11.16548969</c:v>
                </c:pt>
                <c:pt idx="7031">
                  <c:v>11.16628793</c:v>
                </c:pt>
                <c:pt idx="7032">
                  <c:v>11.16725356</c:v>
                </c:pt>
                <c:pt idx="7033">
                  <c:v>11.16729401</c:v>
                </c:pt>
                <c:pt idx="7034">
                  <c:v>11.1766201</c:v>
                </c:pt>
                <c:pt idx="7035">
                  <c:v>11.17705624</c:v>
                </c:pt>
                <c:pt idx="7036">
                  <c:v>11.17708441</c:v>
                </c:pt>
                <c:pt idx="7037">
                  <c:v>11.17722646</c:v>
                </c:pt>
                <c:pt idx="7038">
                  <c:v>11.17728246</c:v>
                </c:pt>
                <c:pt idx="7039">
                  <c:v>11.17758316</c:v>
                </c:pt>
                <c:pt idx="7040">
                  <c:v>11.18074188</c:v>
                </c:pt>
                <c:pt idx="7041">
                  <c:v>11.18079418</c:v>
                </c:pt>
                <c:pt idx="7042">
                  <c:v>11.18086484</c:v>
                </c:pt>
                <c:pt idx="7043">
                  <c:v>11.18238811</c:v>
                </c:pt>
                <c:pt idx="7044">
                  <c:v>11.18273675</c:v>
                </c:pt>
                <c:pt idx="7045">
                  <c:v>11.1827372</c:v>
                </c:pt>
                <c:pt idx="7046">
                  <c:v>11.18389532</c:v>
                </c:pt>
                <c:pt idx="7047">
                  <c:v>11.1839664</c:v>
                </c:pt>
                <c:pt idx="7048">
                  <c:v>11.19289958</c:v>
                </c:pt>
                <c:pt idx="7049">
                  <c:v>11.19290314</c:v>
                </c:pt>
                <c:pt idx="7050">
                  <c:v>11.19304561</c:v>
                </c:pt>
                <c:pt idx="7051">
                  <c:v>11.19870589</c:v>
                </c:pt>
                <c:pt idx="7052">
                  <c:v>11.19873694</c:v>
                </c:pt>
                <c:pt idx="7053">
                  <c:v>11.1987459</c:v>
                </c:pt>
                <c:pt idx="7054">
                  <c:v>11.19874767</c:v>
                </c:pt>
                <c:pt idx="7055">
                  <c:v>11.19876998</c:v>
                </c:pt>
                <c:pt idx="7056">
                  <c:v>11.20077259</c:v>
                </c:pt>
                <c:pt idx="7057">
                  <c:v>11.20115254</c:v>
                </c:pt>
                <c:pt idx="7058">
                  <c:v>11.20127833</c:v>
                </c:pt>
                <c:pt idx="7059">
                  <c:v>11.20226812</c:v>
                </c:pt>
                <c:pt idx="7060">
                  <c:v>11.20301367</c:v>
                </c:pt>
                <c:pt idx="7061">
                  <c:v>11.20443687</c:v>
                </c:pt>
                <c:pt idx="7062">
                  <c:v>11.20581643</c:v>
                </c:pt>
                <c:pt idx="7063">
                  <c:v>11.21360118</c:v>
                </c:pt>
                <c:pt idx="7064">
                  <c:v>11.21407193</c:v>
                </c:pt>
                <c:pt idx="7065">
                  <c:v>11.21412917</c:v>
                </c:pt>
                <c:pt idx="7066">
                  <c:v>11.21429773</c:v>
                </c:pt>
                <c:pt idx="7067">
                  <c:v>11.21457089</c:v>
                </c:pt>
                <c:pt idx="7068">
                  <c:v>11.21595886</c:v>
                </c:pt>
                <c:pt idx="7069">
                  <c:v>11.21744312</c:v>
                </c:pt>
                <c:pt idx="7070">
                  <c:v>11.21755863</c:v>
                </c:pt>
                <c:pt idx="7071">
                  <c:v>11.21879363</c:v>
                </c:pt>
                <c:pt idx="7072">
                  <c:v>11.21893237</c:v>
                </c:pt>
                <c:pt idx="7073">
                  <c:v>11.21959771</c:v>
                </c:pt>
                <c:pt idx="7074">
                  <c:v>11.22022497</c:v>
                </c:pt>
                <c:pt idx="7075">
                  <c:v>11.22058307</c:v>
                </c:pt>
                <c:pt idx="7076">
                  <c:v>11.22183585</c:v>
                </c:pt>
                <c:pt idx="7077">
                  <c:v>11.22481554</c:v>
                </c:pt>
                <c:pt idx="7078">
                  <c:v>11.22484318</c:v>
                </c:pt>
                <c:pt idx="7079">
                  <c:v>11.22612768</c:v>
                </c:pt>
                <c:pt idx="7080">
                  <c:v>11.22769425</c:v>
                </c:pt>
                <c:pt idx="7081">
                  <c:v>11.22781906</c:v>
                </c:pt>
                <c:pt idx="7082">
                  <c:v>11.22924218</c:v>
                </c:pt>
                <c:pt idx="7083">
                  <c:v>11.23076441</c:v>
                </c:pt>
                <c:pt idx="7084">
                  <c:v>11.23087025</c:v>
                </c:pt>
                <c:pt idx="7085">
                  <c:v>11.23355255</c:v>
                </c:pt>
                <c:pt idx="7086">
                  <c:v>11.23374559</c:v>
                </c:pt>
                <c:pt idx="7087">
                  <c:v>11.2339692</c:v>
                </c:pt>
                <c:pt idx="7088">
                  <c:v>11.23523369</c:v>
                </c:pt>
                <c:pt idx="7089">
                  <c:v>11.23672786</c:v>
                </c:pt>
                <c:pt idx="7090">
                  <c:v>11.23673501</c:v>
                </c:pt>
                <c:pt idx="7091">
                  <c:v>11.23801048</c:v>
                </c:pt>
                <c:pt idx="7092">
                  <c:v>11.23829481</c:v>
                </c:pt>
                <c:pt idx="7093">
                  <c:v>11.23921398</c:v>
                </c:pt>
                <c:pt idx="7094">
                  <c:v>11.23988552</c:v>
                </c:pt>
                <c:pt idx="7095">
                  <c:v>11.24092466</c:v>
                </c:pt>
                <c:pt idx="7096">
                  <c:v>11.24098969</c:v>
                </c:pt>
                <c:pt idx="7097">
                  <c:v>11.24277817</c:v>
                </c:pt>
                <c:pt idx="7098">
                  <c:v>11.24284167</c:v>
                </c:pt>
                <c:pt idx="7099">
                  <c:v>11.24398685</c:v>
                </c:pt>
                <c:pt idx="7100">
                  <c:v>11.24553342</c:v>
                </c:pt>
                <c:pt idx="7101">
                  <c:v>11.24708693</c:v>
                </c:pt>
                <c:pt idx="7102">
                  <c:v>11.25008616</c:v>
                </c:pt>
                <c:pt idx="7103">
                  <c:v>11.25064403</c:v>
                </c:pt>
                <c:pt idx="7104">
                  <c:v>11.25067992</c:v>
                </c:pt>
                <c:pt idx="7105">
                  <c:v>11.25107328</c:v>
                </c:pt>
                <c:pt idx="7106">
                  <c:v>11.25214742</c:v>
                </c:pt>
                <c:pt idx="7107">
                  <c:v>11.25259954</c:v>
                </c:pt>
                <c:pt idx="7108">
                  <c:v>11.25354732</c:v>
                </c:pt>
                <c:pt idx="7109">
                  <c:v>11.25422644</c:v>
                </c:pt>
                <c:pt idx="7110">
                  <c:v>11.25662014</c:v>
                </c:pt>
                <c:pt idx="7111">
                  <c:v>11.25709138</c:v>
                </c:pt>
                <c:pt idx="7112">
                  <c:v>11.25820029</c:v>
                </c:pt>
                <c:pt idx="7113">
                  <c:v>11.26155685</c:v>
                </c:pt>
                <c:pt idx="7114">
                  <c:v>11.26387359</c:v>
                </c:pt>
                <c:pt idx="7115">
                  <c:v>11.26397632</c:v>
                </c:pt>
                <c:pt idx="7116">
                  <c:v>11.26399666</c:v>
                </c:pt>
                <c:pt idx="7117">
                  <c:v>11.26455753</c:v>
                </c:pt>
                <c:pt idx="7118">
                  <c:v>11.26602545</c:v>
                </c:pt>
                <c:pt idx="7119">
                  <c:v>11.26664352</c:v>
                </c:pt>
                <c:pt idx="7120">
                  <c:v>11.26714345</c:v>
                </c:pt>
                <c:pt idx="7121">
                  <c:v>11.26777643</c:v>
                </c:pt>
                <c:pt idx="7122">
                  <c:v>11.26895705</c:v>
                </c:pt>
                <c:pt idx="7123">
                  <c:v>11.26908301</c:v>
                </c:pt>
                <c:pt idx="7124">
                  <c:v>11.26968048</c:v>
                </c:pt>
                <c:pt idx="7125">
                  <c:v>11.27122388</c:v>
                </c:pt>
                <c:pt idx="7126">
                  <c:v>11.27257657</c:v>
                </c:pt>
                <c:pt idx="7127">
                  <c:v>11.2806169</c:v>
                </c:pt>
                <c:pt idx="7128">
                  <c:v>11.28137753</c:v>
                </c:pt>
                <c:pt idx="7129">
                  <c:v>11.28144352</c:v>
                </c:pt>
                <c:pt idx="7130">
                  <c:v>11.2815701</c:v>
                </c:pt>
                <c:pt idx="7131">
                  <c:v>11.2836831</c:v>
                </c:pt>
                <c:pt idx="7132">
                  <c:v>11.28533906</c:v>
                </c:pt>
                <c:pt idx="7133">
                  <c:v>11.28595422</c:v>
                </c:pt>
                <c:pt idx="7134">
                  <c:v>11.28766435</c:v>
                </c:pt>
                <c:pt idx="7135">
                  <c:v>11.288926</c:v>
                </c:pt>
                <c:pt idx="7136">
                  <c:v>11.29047891</c:v>
                </c:pt>
                <c:pt idx="7137">
                  <c:v>11.29067014</c:v>
                </c:pt>
                <c:pt idx="7138">
                  <c:v>11.29077772</c:v>
                </c:pt>
                <c:pt idx="7139">
                  <c:v>11.29290185</c:v>
                </c:pt>
                <c:pt idx="7140">
                  <c:v>11.29347253</c:v>
                </c:pt>
                <c:pt idx="7141">
                  <c:v>11.2944538</c:v>
                </c:pt>
                <c:pt idx="7142">
                  <c:v>11.29501003</c:v>
                </c:pt>
                <c:pt idx="7143">
                  <c:v>11.29661685</c:v>
                </c:pt>
                <c:pt idx="7144">
                  <c:v>11.29662157</c:v>
                </c:pt>
                <c:pt idx="7145">
                  <c:v>11.29746333</c:v>
                </c:pt>
                <c:pt idx="7146">
                  <c:v>11.29834838</c:v>
                </c:pt>
                <c:pt idx="7147">
                  <c:v>11.29848596</c:v>
                </c:pt>
                <c:pt idx="7148">
                  <c:v>11.29931277</c:v>
                </c:pt>
                <c:pt idx="7149">
                  <c:v>11.30023568</c:v>
                </c:pt>
                <c:pt idx="7150">
                  <c:v>11.30656883</c:v>
                </c:pt>
                <c:pt idx="7151">
                  <c:v>11.30812263</c:v>
                </c:pt>
                <c:pt idx="7152">
                  <c:v>11.30910399</c:v>
                </c:pt>
                <c:pt idx="7153">
                  <c:v>11.30954529</c:v>
                </c:pt>
                <c:pt idx="7154">
                  <c:v>11.30968028</c:v>
                </c:pt>
                <c:pt idx="7155">
                  <c:v>11.30985679</c:v>
                </c:pt>
                <c:pt idx="7156">
                  <c:v>11.31148495</c:v>
                </c:pt>
                <c:pt idx="7157">
                  <c:v>11.31251526</c:v>
                </c:pt>
                <c:pt idx="7158">
                  <c:v>11.31267333</c:v>
                </c:pt>
                <c:pt idx="7159">
                  <c:v>11.31402757</c:v>
                </c:pt>
                <c:pt idx="7160">
                  <c:v>11.31505621</c:v>
                </c:pt>
                <c:pt idx="7161">
                  <c:v>11.31578167</c:v>
                </c:pt>
                <c:pt idx="7162">
                  <c:v>11.31627123</c:v>
                </c:pt>
                <c:pt idx="7163">
                  <c:v>11.3163352</c:v>
                </c:pt>
                <c:pt idx="7164">
                  <c:v>11.31733278</c:v>
                </c:pt>
                <c:pt idx="7165">
                  <c:v>11.31797931</c:v>
                </c:pt>
                <c:pt idx="7166">
                  <c:v>11.31898553</c:v>
                </c:pt>
                <c:pt idx="7167">
                  <c:v>11.32742679</c:v>
                </c:pt>
                <c:pt idx="7168">
                  <c:v>11.32758669</c:v>
                </c:pt>
                <c:pt idx="7169">
                  <c:v>11.32759207</c:v>
                </c:pt>
                <c:pt idx="7170">
                  <c:v>11.33077055</c:v>
                </c:pt>
                <c:pt idx="7171">
                  <c:v>11.33132927</c:v>
                </c:pt>
                <c:pt idx="7172">
                  <c:v>11.33314574</c:v>
                </c:pt>
                <c:pt idx="7173">
                  <c:v>11.33437766</c:v>
                </c:pt>
                <c:pt idx="7174">
                  <c:v>11.33515878</c:v>
                </c:pt>
                <c:pt idx="7175">
                  <c:v>11.33571491</c:v>
                </c:pt>
                <c:pt idx="7176">
                  <c:v>11.33692877</c:v>
                </c:pt>
                <c:pt idx="7177">
                  <c:v>11.33695844</c:v>
                </c:pt>
                <c:pt idx="7178">
                  <c:v>11.33841832</c:v>
                </c:pt>
                <c:pt idx="7179">
                  <c:v>11.33911241</c:v>
                </c:pt>
                <c:pt idx="7180">
                  <c:v>11.33959806</c:v>
                </c:pt>
                <c:pt idx="7181">
                  <c:v>11.3406338</c:v>
                </c:pt>
                <c:pt idx="7182">
                  <c:v>11.341698</c:v>
                </c:pt>
                <c:pt idx="7183">
                  <c:v>11.34216967</c:v>
                </c:pt>
                <c:pt idx="7184">
                  <c:v>11.34298407</c:v>
                </c:pt>
                <c:pt idx="7185">
                  <c:v>11.34408692</c:v>
                </c:pt>
                <c:pt idx="7186">
                  <c:v>11.34597492</c:v>
                </c:pt>
                <c:pt idx="7187">
                  <c:v>11.34715086</c:v>
                </c:pt>
                <c:pt idx="7188">
                  <c:v>11.35202698</c:v>
                </c:pt>
                <c:pt idx="7189">
                  <c:v>11.35219749</c:v>
                </c:pt>
                <c:pt idx="7190">
                  <c:v>11.35254483</c:v>
                </c:pt>
                <c:pt idx="7191">
                  <c:v>11.35757788</c:v>
                </c:pt>
                <c:pt idx="7192">
                  <c:v>11.35776416</c:v>
                </c:pt>
                <c:pt idx="7193">
                  <c:v>11.35926495</c:v>
                </c:pt>
                <c:pt idx="7194">
                  <c:v>11.36004304</c:v>
                </c:pt>
                <c:pt idx="7195">
                  <c:v>11.36009028</c:v>
                </c:pt>
                <c:pt idx="7196">
                  <c:v>11.36210744</c:v>
                </c:pt>
                <c:pt idx="7197">
                  <c:v>11.36307491</c:v>
                </c:pt>
                <c:pt idx="7198">
                  <c:v>11.36363652</c:v>
                </c:pt>
                <c:pt idx="7199">
                  <c:v>11.36472208</c:v>
                </c:pt>
                <c:pt idx="7200">
                  <c:v>11.36623857</c:v>
                </c:pt>
                <c:pt idx="7201">
                  <c:v>11.36657992</c:v>
                </c:pt>
                <c:pt idx="7202">
                  <c:v>11.36665516</c:v>
                </c:pt>
                <c:pt idx="7203">
                  <c:v>11.36954748</c:v>
                </c:pt>
                <c:pt idx="7204">
                  <c:v>11.36963293</c:v>
                </c:pt>
                <c:pt idx="7205">
                  <c:v>11.37034356</c:v>
                </c:pt>
                <c:pt idx="7206">
                  <c:v>11.37206875</c:v>
                </c:pt>
                <c:pt idx="7207">
                  <c:v>11.37263076</c:v>
                </c:pt>
                <c:pt idx="7208">
                  <c:v>11.37398878</c:v>
                </c:pt>
                <c:pt idx="7209">
                  <c:v>11.37405261</c:v>
                </c:pt>
                <c:pt idx="7210">
                  <c:v>11.37422039</c:v>
                </c:pt>
                <c:pt idx="7211">
                  <c:v>11.37469315</c:v>
                </c:pt>
                <c:pt idx="7212">
                  <c:v>11.37603618</c:v>
                </c:pt>
                <c:pt idx="7213">
                  <c:v>11.37609099</c:v>
                </c:pt>
                <c:pt idx="7214">
                  <c:v>11.37622674</c:v>
                </c:pt>
                <c:pt idx="7215">
                  <c:v>11.37706089</c:v>
                </c:pt>
                <c:pt idx="7216">
                  <c:v>11.3779116</c:v>
                </c:pt>
                <c:pt idx="7217">
                  <c:v>11.37794192</c:v>
                </c:pt>
                <c:pt idx="7218">
                  <c:v>11.3788914</c:v>
                </c:pt>
                <c:pt idx="7219">
                  <c:v>11.3898931</c:v>
                </c:pt>
                <c:pt idx="7220">
                  <c:v>11.39003438</c:v>
                </c:pt>
                <c:pt idx="7221">
                  <c:v>11.39127766</c:v>
                </c:pt>
                <c:pt idx="7222">
                  <c:v>11.39579325</c:v>
                </c:pt>
                <c:pt idx="7223">
                  <c:v>11.3965713</c:v>
                </c:pt>
                <c:pt idx="7224">
                  <c:v>11.39729166</c:v>
                </c:pt>
                <c:pt idx="7225">
                  <c:v>11.39738265</c:v>
                </c:pt>
                <c:pt idx="7226">
                  <c:v>11.39918562</c:v>
                </c:pt>
                <c:pt idx="7227">
                  <c:v>11.39924003</c:v>
                </c:pt>
                <c:pt idx="7228">
                  <c:v>11.40033927</c:v>
                </c:pt>
                <c:pt idx="7229">
                  <c:v>11.40081956</c:v>
                </c:pt>
                <c:pt idx="7230">
                  <c:v>11.40155776</c:v>
                </c:pt>
                <c:pt idx="7231">
                  <c:v>11.40216488</c:v>
                </c:pt>
                <c:pt idx="7232">
                  <c:v>11.4027448</c:v>
                </c:pt>
                <c:pt idx="7233">
                  <c:v>11.4028804</c:v>
                </c:pt>
                <c:pt idx="7234">
                  <c:v>11.40410515</c:v>
                </c:pt>
                <c:pt idx="7235">
                  <c:v>11.40479578</c:v>
                </c:pt>
                <c:pt idx="7236">
                  <c:v>11.41398251</c:v>
                </c:pt>
                <c:pt idx="7237">
                  <c:v>11.41477276</c:v>
                </c:pt>
                <c:pt idx="7238">
                  <c:v>11.41480752</c:v>
                </c:pt>
                <c:pt idx="7239">
                  <c:v>11.41490511</c:v>
                </c:pt>
                <c:pt idx="7240">
                  <c:v>11.41510465</c:v>
                </c:pt>
                <c:pt idx="7241">
                  <c:v>11.41659937</c:v>
                </c:pt>
                <c:pt idx="7242">
                  <c:v>11.41744934</c:v>
                </c:pt>
                <c:pt idx="7243">
                  <c:v>11.42024654</c:v>
                </c:pt>
                <c:pt idx="7244">
                  <c:v>11.42060856</c:v>
                </c:pt>
                <c:pt idx="7245">
                  <c:v>11.42210537</c:v>
                </c:pt>
                <c:pt idx="7246">
                  <c:v>11.4224098</c:v>
                </c:pt>
                <c:pt idx="7247">
                  <c:v>11.42246773</c:v>
                </c:pt>
                <c:pt idx="7248">
                  <c:v>11.42400761</c:v>
                </c:pt>
                <c:pt idx="7249">
                  <c:v>11.4244292</c:v>
                </c:pt>
                <c:pt idx="7250">
                  <c:v>11.42467801</c:v>
                </c:pt>
                <c:pt idx="7251">
                  <c:v>11.42575462</c:v>
                </c:pt>
                <c:pt idx="7252">
                  <c:v>11.42654081</c:v>
                </c:pt>
                <c:pt idx="7253">
                  <c:v>11.42816108</c:v>
                </c:pt>
                <c:pt idx="7254">
                  <c:v>11.42999775</c:v>
                </c:pt>
                <c:pt idx="7255">
                  <c:v>11.43135812</c:v>
                </c:pt>
                <c:pt idx="7256">
                  <c:v>11.43738657</c:v>
                </c:pt>
                <c:pt idx="7257">
                  <c:v>11.43751317</c:v>
                </c:pt>
                <c:pt idx="7258">
                  <c:v>11.43759855</c:v>
                </c:pt>
                <c:pt idx="7259">
                  <c:v>11.4398375</c:v>
                </c:pt>
                <c:pt idx="7260">
                  <c:v>11.44153382</c:v>
                </c:pt>
                <c:pt idx="7261">
                  <c:v>11.44207094</c:v>
                </c:pt>
                <c:pt idx="7262">
                  <c:v>11.44452229</c:v>
                </c:pt>
                <c:pt idx="7263">
                  <c:v>11.44516428</c:v>
                </c:pt>
                <c:pt idx="7264">
                  <c:v>11.44648433</c:v>
                </c:pt>
                <c:pt idx="7265">
                  <c:v>11.44664574</c:v>
                </c:pt>
                <c:pt idx="7266">
                  <c:v>11.44670672</c:v>
                </c:pt>
                <c:pt idx="7267">
                  <c:v>11.44863808</c:v>
                </c:pt>
                <c:pt idx="7268">
                  <c:v>11.44907537</c:v>
                </c:pt>
                <c:pt idx="7269">
                  <c:v>11.45090563</c:v>
                </c:pt>
                <c:pt idx="7270">
                  <c:v>11.45193983</c:v>
                </c:pt>
                <c:pt idx="7271">
                  <c:v>11.4528993</c:v>
                </c:pt>
                <c:pt idx="7272">
                  <c:v>11.45327901</c:v>
                </c:pt>
                <c:pt idx="7273">
                  <c:v>11.45389908</c:v>
                </c:pt>
                <c:pt idx="7274">
                  <c:v>11.45544111</c:v>
                </c:pt>
                <c:pt idx="7275">
                  <c:v>11.45638676</c:v>
                </c:pt>
                <c:pt idx="7276">
                  <c:v>11.45688596</c:v>
                </c:pt>
                <c:pt idx="7277">
                  <c:v>11.45732471</c:v>
                </c:pt>
                <c:pt idx="7278">
                  <c:v>11.45871798</c:v>
                </c:pt>
                <c:pt idx="7279">
                  <c:v>11.45921454</c:v>
                </c:pt>
                <c:pt idx="7280">
                  <c:v>11.45936129</c:v>
                </c:pt>
                <c:pt idx="7281">
                  <c:v>11.45990103</c:v>
                </c:pt>
                <c:pt idx="7282">
                  <c:v>11.46061766</c:v>
                </c:pt>
                <c:pt idx="7283">
                  <c:v>11.46131637</c:v>
                </c:pt>
                <c:pt idx="7284">
                  <c:v>11.46207591</c:v>
                </c:pt>
                <c:pt idx="7285">
                  <c:v>11.46269058</c:v>
                </c:pt>
                <c:pt idx="7286">
                  <c:v>11.46324445</c:v>
                </c:pt>
                <c:pt idx="7287">
                  <c:v>11.47257759</c:v>
                </c:pt>
                <c:pt idx="7288">
                  <c:v>11.47360754</c:v>
                </c:pt>
                <c:pt idx="7289">
                  <c:v>11.47727867</c:v>
                </c:pt>
                <c:pt idx="7290">
                  <c:v>11.47882301</c:v>
                </c:pt>
                <c:pt idx="7291">
                  <c:v>11.47963852</c:v>
                </c:pt>
                <c:pt idx="7292">
                  <c:v>11.4800079</c:v>
                </c:pt>
                <c:pt idx="7293">
                  <c:v>11.48038634</c:v>
                </c:pt>
                <c:pt idx="7294">
                  <c:v>11.48155467</c:v>
                </c:pt>
                <c:pt idx="7295">
                  <c:v>11.48191286</c:v>
                </c:pt>
                <c:pt idx="7296">
                  <c:v>11.48258497</c:v>
                </c:pt>
                <c:pt idx="7297">
                  <c:v>11.48335696</c:v>
                </c:pt>
                <c:pt idx="7298">
                  <c:v>11.48406073</c:v>
                </c:pt>
                <c:pt idx="7299">
                  <c:v>11.48419523</c:v>
                </c:pt>
                <c:pt idx="7300">
                  <c:v>11.4854054</c:v>
                </c:pt>
                <c:pt idx="7301">
                  <c:v>11.48570676</c:v>
                </c:pt>
                <c:pt idx="7302">
                  <c:v>11.48611132</c:v>
                </c:pt>
                <c:pt idx="7303">
                  <c:v>11.48707457</c:v>
                </c:pt>
                <c:pt idx="7304">
                  <c:v>11.49057797</c:v>
                </c:pt>
                <c:pt idx="7305">
                  <c:v>11.49187481</c:v>
                </c:pt>
                <c:pt idx="7306">
                  <c:v>11.49290633</c:v>
                </c:pt>
                <c:pt idx="7307">
                  <c:v>11.49843306</c:v>
                </c:pt>
                <c:pt idx="7308">
                  <c:v>11.49851787</c:v>
                </c:pt>
                <c:pt idx="7309">
                  <c:v>11.49910377</c:v>
                </c:pt>
                <c:pt idx="7310">
                  <c:v>11.50364664</c:v>
                </c:pt>
                <c:pt idx="7311">
                  <c:v>11.50434932</c:v>
                </c:pt>
                <c:pt idx="7312">
                  <c:v>11.50602462</c:v>
                </c:pt>
                <c:pt idx="7313">
                  <c:v>11.50648684</c:v>
                </c:pt>
                <c:pt idx="7314">
                  <c:v>11.50733737</c:v>
                </c:pt>
                <c:pt idx="7315">
                  <c:v>11.50803511</c:v>
                </c:pt>
                <c:pt idx="7316">
                  <c:v>11.50812831</c:v>
                </c:pt>
                <c:pt idx="7317">
                  <c:v>11.50938899</c:v>
                </c:pt>
                <c:pt idx="7318">
                  <c:v>11.51098202</c:v>
                </c:pt>
                <c:pt idx="7319">
                  <c:v>11.51400579</c:v>
                </c:pt>
                <c:pt idx="7320">
                  <c:v>11.51697107</c:v>
                </c:pt>
                <c:pt idx="7321">
                  <c:v>11.51759854</c:v>
                </c:pt>
                <c:pt idx="7322">
                  <c:v>11.51772378</c:v>
                </c:pt>
                <c:pt idx="7323">
                  <c:v>11.5182501</c:v>
                </c:pt>
                <c:pt idx="7324">
                  <c:v>11.51953445</c:v>
                </c:pt>
                <c:pt idx="7325">
                  <c:v>11.51996917</c:v>
                </c:pt>
                <c:pt idx="7326">
                  <c:v>11.52196461</c:v>
                </c:pt>
                <c:pt idx="7327">
                  <c:v>11.52252652</c:v>
                </c:pt>
                <c:pt idx="7328">
                  <c:v>11.52253898</c:v>
                </c:pt>
                <c:pt idx="7329">
                  <c:v>11.52395219</c:v>
                </c:pt>
                <c:pt idx="7330">
                  <c:v>11.52496633</c:v>
                </c:pt>
                <c:pt idx="7331">
                  <c:v>11.52551539</c:v>
                </c:pt>
                <c:pt idx="7332">
                  <c:v>11.52796677</c:v>
                </c:pt>
                <c:pt idx="7333">
                  <c:v>11.52850177</c:v>
                </c:pt>
                <c:pt idx="7334">
                  <c:v>11.52969135</c:v>
                </c:pt>
                <c:pt idx="7335">
                  <c:v>11.53045093</c:v>
                </c:pt>
                <c:pt idx="7336">
                  <c:v>11.53058157</c:v>
                </c:pt>
                <c:pt idx="7337">
                  <c:v>11.53094507</c:v>
                </c:pt>
                <c:pt idx="7338">
                  <c:v>11.53345055</c:v>
                </c:pt>
                <c:pt idx="7339">
                  <c:v>11.53394107</c:v>
                </c:pt>
                <c:pt idx="7340">
                  <c:v>11.53446186</c:v>
                </c:pt>
                <c:pt idx="7341">
                  <c:v>11.53546749</c:v>
                </c:pt>
                <c:pt idx="7342">
                  <c:v>11.53546884</c:v>
                </c:pt>
                <c:pt idx="7343">
                  <c:v>11.53655429</c:v>
                </c:pt>
                <c:pt idx="7344">
                  <c:v>11.53770846</c:v>
                </c:pt>
                <c:pt idx="7345">
                  <c:v>11.5430218</c:v>
                </c:pt>
                <c:pt idx="7346">
                  <c:v>11.54457269</c:v>
                </c:pt>
                <c:pt idx="7347">
                  <c:v>11.54613849</c:v>
                </c:pt>
                <c:pt idx="7348">
                  <c:v>11.54672647</c:v>
                </c:pt>
                <c:pt idx="7349">
                  <c:v>11.5470378</c:v>
                </c:pt>
                <c:pt idx="7350">
                  <c:v>11.54797397</c:v>
                </c:pt>
                <c:pt idx="7351">
                  <c:v>11.54913163</c:v>
                </c:pt>
                <c:pt idx="7352">
                  <c:v>11.54963275</c:v>
                </c:pt>
                <c:pt idx="7353">
                  <c:v>11.55088123</c:v>
                </c:pt>
                <c:pt idx="7354">
                  <c:v>11.5510255</c:v>
                </c:pt>
                <c:pt idx="7355">
                  <c:v>11.55181636</c:v>
                </c:pt>
                <c:pt idx="7356">
                  <c:v>11.55306597</c:v>
                </c:pt>
                <c:pt idx="7357">
                  <c:v>11.5533006</c:v>
                </c:pt>
                <c:pt idx="7358">
                  <c:v>11.55706655</c:v>
                </c:pt>
                <c:pt idx="7359">
                  <c:v>11.55809256</c:v>
                </c:pt>
                <c:pt idx="7360">
                  <c:v>11.55897988</c:v>
                </c:pt>
                <c:pt idx="7361">
                  <c:v>11.56352629</c:v>
                </c:pt>
                <c:pt idx="7362">
                  <c:v>11.56398941</c:v>
                </c:pt>
                <c:pt idx="7363">
                  <c:v>11.56416679</c:v>
                </c:pt>
                <c:pt idx="7364">
                  <c:v>11.56453208</c:v>
                </c:pt>
                <c:pt idx="7365">
                  <c:v>11.56679053</c:v>
                </c:pt>
                <c:pt idx="7366">
                  <c:v>11.5681957</c:v>
                </c:pt>
                <c:pt idx="7367">
                  <c:v>11.56902122</c:v>
                </c:pt>
                <c:pt idx="7368">
                  <c:v>11.57064279</c:v>
                </c:pt>
                <c:pt idx="7369">
                  <c:v>11.57119935</c:v>
                </c:pt>
                <c:pt idx="7370">
                  <c:v>11.57166741</c:v>
                </c:pt>
                <c:pt idx="7371">
                  <c:v>11.57255331</c:v>
                </c:pt>
                <c:pt idx="7372">
                  <c:v>11.57381538</c:v>
                </c:pt>
                <c:pt idx="7373">
                  <c:v>11.57417478</c:v>
                </c:pt>
                <c:pt idx="7374">
                  <c:v>11.57548539</c:v>
                </c:pt>
                <c:pt idx="7375">
                  <c:v>11.57602166</c:v>
                </c:pt>
                <c:pt idx="7376">
                  <c:v>11.57741744</c:v>
                </c:pt>
                <c:pt idx="7377">
                  <c:v>11.57855097</c:v>
                </c:pt>
                <c:pt idx="7378">
                  <c:v>11.58415651</c:v>
                </c:pt>
                <c:pt idx="7379">
                  <c:v>11.58420778</c:v>
                </c:pt>
                <c:pt idx="7380">
                  <c:v>11.58470846</c:v>
                </c:pt>
                <c:pt idx="7381">
                  <c:v>11.58471914</c:v>
                </c:pt>
                <c:pt idx="7382">
                  <c:v>11.5873103</c:v>
                </c:pt>
                <c:pt idx="7383">
                  <c:v>11.5880568</c:v>
                </c:pt>
                <c:pt idx="7384">
                  <c:v>11.58915843</c:v>
                </c:pt>
                <c:pt idx="7385">
                  <c:v>11.59103728</c:v>
                </c:pt>
                <c:pt idx="7386">
                  <c:v>11.59134691</c:v>
                </c:pt>
                <c:pt idx="7387">
                  <c:v>11.59215549</c:v>
                </c:pt>
                <c:pt idx="7388">
                  <c:v>11.59298402</c:v>
                </c:pt>
                <c:pt idx="7389">
                  <c:v>11.5940417</c:v>
                </c:pt>
                <c:pt idx="7390">
                  <c:v>11.59413779</c:v>
                </c:pt>
                <c:pt idx="7391">
                  <c:v>11.59558975</c:v>
                </c:pt>
                <c:pt idx="7392">
                  <c:v>11.59580017</c:v>
                </c:pt>
                <c:pt idx="7393">
                  <c:v>11.59845707</c:v>
                </c:pt>
                <c:pt idx="7394">
                  <c:v>11.59886979</c:v>
                </c:pt>
                <c:pt idx="7395">
                  <c:v>11.59893911</c:v>
                </c:pt>
                <c:pt idx="7396">
                  <c:v>11.60022256</c:v>
                </c:pt>
                <c:pt idx="7397">
                  <c:v>11.60077901</c:v>
                </c:pt>
                <c:pt idx="7398">
                  <c:v>11.60093619</c:v>
                </c:pt>
                <c:pt idx="7399">
                  <c:v>11.60183201</c:v>
                </c:pt>
                <c:pt idx="7400">
                  <c:v>11.60292892</c:v>
                </c:pt>
                <c:pt idx="7401">
                  <c:v>11.60377027</c:v>
                </c:pt>
                <c:pt idx="7402">
                  <c:v>11.60474356</c:v>
                </c:pt>
                <c:pt idx="7403">
                  <c:v>11.60582955</c:v>
                </c:pt>
                <c:pt idx="7404">
                  <c:v>11.60625856</c:v>
                </c:pt>
                <c:pt idx="7405">
                  <c:v>11.60677588</c:v>
                </c:pt>
                <c:pt idx="7406">
                  <c:v>11.60737513</c:v>
                </c:pt>
                <c:pt idx="7407">
                  <c:v>11.60941232</c:v>
                </c:pt>
                <c:pt idx="7408">
                  <c:v>11.60978942</c:v>
                </c:pt>
                <c:pt idx="7409">
                  <c:v>11.61008504</c:v>
                </c:pt>
                <c:pt idx="7410">
                  <c:v>11.61212594</c:v>
                </c:pt>
                <c:pt idx="7411">
                  <c:v>11.61278774</c:v>
                </c:pt>
                <c:pt idx="7412">
                  <c:v>11.61307519</c:v>
                </c:pt>
                <c:pt idx="7413">
                  <c:v>11.61451898</c:v>
                </c:pt>
                <c:pt idx="7414">
                  <c:v>11.61510291</c:v>
                </c:pt>
                <c:pt idx="7415">
                  <c:v>11.61514417</c:v>
                </c:pt>
                <c:pt idx="7416">
                  <c:v>11.61609311</c:v>
                </c:pt>
                <c:pt idx="7417">
                  <c:v>11.61785261</c:v>
                </c:pt>
                <c:pt idx="7418">
                  <c:v>11.61813565</c:v>
                </c:pt>
                <c:pt idx="7419">
                  <c:v>11.61907261</c:v>
                </c:pt>
                <c:pt idx="7420">
                  <c:v>11.62208046</c:v>
                </c:pt>
                <c:pt idx="7421">
                  <c:v>11.62262418</c:v>
                </c:pt>
                <c:pt idx="7422">
                  <c:v>11.62355652</c:v>
                </c:pt>
                <c:pt idx="7423">
                  <c:v>11.62365999</c:v>
                </c:pt>
                <c:pt idx="7424">
                  <c:v>11.62454286</c:v>
                </c:pt>
                <c:pt idx="7425">
                  <c:v>11.62654356</c:v>
                </c:pt>
                <c:pt idx="7426">
                  <c:v>11.62953261</c:v>
                </c:pt>
                <c:pt idx="7427">
                  <c:v>11.62983989</c:v>
                </c:pt>
                <c:pt idx="7428">
                  <c:v>11.63111106</c:v>
                </c:pt>
                <c:pt idx="7429">
                  <c:v>11.63140404</c:v>
                </c:pt>
                <c:pt idx="7430">
                  <c:v>11.63169612</c:v>
                </c:pt>
                <c:pt idx="7431">
                  <c:v>11.63198993</c:v>
                </c:pt>
                <c:pt idx="7432">
                  <c:v>11.63314566</c:v>
                </c:pt>
                <c:pt idx="7433">
                  <c:v>11.63401929</c:v>
                </c:pt>
                <c:pt idx="7434">
                  <c:v>11.63424082</c:v>
                </c:pt>
                <c:pt idx="7435">
                  <c:v>11.63439574</c:v>
                </c:pt>
                <c:pt idx="7436">
                  <c:v>11.63648382</c:v>
                </c:pt>
                <c:pt idx="7437">
                  <c:v>11.6373857</c:v>
                </c:pt>
                <c:pt idx="7438">
                  <c:v>11.64443366</c:v>
                </c:pt>
                <c:pt idx="7439">
                  <c:v>11.64475188</c:v>
                </c:pt>
                <c:pt idx="7440">
                  <c:v>11.64504418</c:v>
                </c:pt>
                <c:pt idx="7441">
                  <c:v>11.64522084</c:v>
                </c:pt>
                <c:pt idx="7442">
                  <c:v>11.64732918</c:v>
                </c:pt>
                <c:pt idx="7443">
                  <c:v>11.64809608</c:v>
                </c:pt>
                <c:pt idx="7444">
                  <c:v>11.64902256</c:v>
                </c:pt>
                <c:pt idx="7445">
                  <c:v>11.64910434</c:v>
                </c:pt>
                <c:pt idx="7446">
                  <c:v>11.64915064</c:v>
                </c:pt>
                <c:pt idx="7447">
                  <c:v>11.6491507</c:v>
                </c:pt>
                <c:pt idx="7448">
                  <c:v>11.65074338</c:v>
                </c:pt>
                <c:pt idx="7449">
                  <c:v>11.65080772</c:v>
                </c:pt>
                <c:pt idx="7450">
                  <c:v>11.65204192</c:v>
                </c:pt>
                <c:pt idx="7451">
                  <c:v>11.65362885</c:v>
                </c:pt>
                <c:pt idx="7452">
                  <c:v>11.66017335</c:v>
                </c:pt>
                <c:pt idx="7453">
                  <c:v>11.66035392</c:v>
                </c:pt>
                <c:pt idx="7454">
                  <c:v>11.66083169</c:v>
                </c:pt>
                <c:pt idx="7455">
                  <c:v>11.66085552</c:v>
                </c:pt>
                <c:pt idx="7456">
                  <c:v>11.66318712</c:v>
                </c:pt>
                <c:pt idx="7457">
                  <c:v>11.66367626</c:v>
                </c:pt>
                <c:pt idx="7458">
                  <c:v>11.66471185</c:v>
                </c:pt>
                <c:pt idx="7459">
                  <c:v>11.66565235</c:v>
                </c:pt>
                <c:pt idx="7460">
                  <c:v>11.66616655</c:v>
                </c:pt>
                <c:pt idx="7461">
                  <c:v>11.66692637</c:v>
                </c:pt>
                <c:pt idx="7462">
                  <c:v>11.66751195</c:v>
                </c:pt>
                <c:pt idx="7463">
                  <c:v>11.66770332</c:v>
                </c:pt>
                <c:pt idx="7464">
                  <c:v>11.66895866</c:v>
                </c:pt>
                <c:pt idx="7465">
                  <c:v>11.67069374</c:v>
                </c:pt>
                <c:pt idx="7466">
                  <c:v>11.67134981</c:v>
                </c:pt>
                <c:pt idx="7467">
                  <c:v>11.6722574</c:v>
                </c:pt>
                <c:pt idx="7468">
                  <c:v>11.67321487</c:v>
                </c:pt>
                <c:pt idx="7469">
                  <c:v>11.67434028</c:v>
                </c:pt>
                <c:pt idx="7470">
                  <c:v>11.67589215</c:v>
                </c:pt>
                <c:pt idx="7471">
                  <c:v>11.67716094</c:v>
                </c:pt>
                <c:pt idx="7472">
                  <c:v>11.67747411</c:v>
                </c:pt>
                <c:pt idx="7473">
                  <c:v>11.67772807</c:v>
                </c:pt>
                <c:pt idx="7474">
                  <c:v>11.67780444</c:v>
                </c:pt>
                <c:pt idx="7475">
                  <c:v>11.68069968</c:v>
                </c:pt>
                <c:pt idx="7476">
                  <c:v>11.68187738</c:v>
                </c:pt>
                <c:pt idx="7477">
                  <c:v>11.68225469</c:v>
                </c:pt>
                <c:pt idx="7478">
                  <c:v>11.68247598</c:v>
                </c:pt>
                <c:pt idx="7479">
                  <c:v>11.68361603</c:v>
                </c:pt>
                <c:pt idx="7480">
                  <c:v>11.68373852</c:v>
                </c:pt>
                <c:pt idx="7481">
                  <c:v>11.68450839</c:v>
                </c:pt>
                <c:pt idx="7482">
                  <c:v>11.68546127</c:v>
                </c:pt>
                <c:pt idx="7483">
                  <c:v>11.68673568</c:v>
                </c:pt>
                <c:pt idx="7484">
                  <c:v>11.68711387</c:v>
                </c:pt>
                <c:pt idx="7485">
                  <c:v>11.68836555</c:v>
                </c:pt>
                <c:pt idx="7486">
                  <c:v>11.68877766</c:v>
                </c:pt>
                <c:pt idx="7487">
                  <c:v>11.68988528</c:v>
                </c:pt>
                <c:pt idx="7488">
                  <c:v>11.69625588</c:v>
                </c:pt>
                <c:pt idx="7489">
                  <c:v>11.69721977</c:v>
                </c:pt>
                <c:pt idx="7490">
                  <c:v>11.69733553</c:v>
                </c:pt>
                <c:pt idx="7491">
                  <c:v>11.69781705</c:v>
                </c:pt>
                <c:pt idx="7492">
                  <c:v>11.70105739</c:v>
                </c:pt>
                <c:pt idx="7493">
                  <c:v>11.70297183</c:v>
                </c:pt>
                <c:pt idx="7494">
                  <c:v>11.70349552</c:v>
                </c:pt>
                <c:pt idx="7495">
                  <c:v>11.7035733</c:v>
                </c:pt>
                <c:pt idx="7496">
                  <c:v>11.7048119</c:v>
                </c:pt>
                <c:pt idx="7497">
                  <c:v>11.70556844</c:v>
                </c:pt>
                <c:pt idx="7498">
                  <c:v>11.70679137</c:v>
                </c:pt>
                <c:pt idx="7499">
                  <c:v>11.70801378</c:v>
                </c:pt>
                <c:pt idx="7500">
                  <c:v>11.70837667</c:v>
                </c:pt>
                <c:pt idx="7501">
                  <c:v>11.70972396</c:v>
                </c:pt>
                <c:pt idx="7502">
                  <c:v>11.71101463</c:v>
                </c:pt>
                <c:pt idx="7503">
                  <c:v>11.71399573</c:v>
                </c:pt>
                <c:pt idx="7504">
                  <c:v>11.71565648</c:v>
                </c:pt>
                <c:pt idx="7505">
                  <c:v>11.71638648</c:v>
                </c:pt>
                <c:pt idx="7506">
                  <c:v>11.71665504</c:v>
                </c:pt>
                <c:pt idx="7507">
                  <c:v>11.71676308</c:v>
                </c:pt>
                <c:pt idx="7508">
                  <c:v>11.71700997</c:v>
                </c:pt>
                <c:pt idx="7509">
                  <c:v>11.71795794</c:v>
                </c:pt>
                <c:pt idx="7510">
                  <c:v>11.71890189</c:v>
                </c:pt>
                <c:pt idx="7511">
                  <c:v>11.72134143</c:v>
                </c:pt>
                <c:pt idx="7512">
                  <c:v>11.72147811</c:v>
                </c:pt>
                <c:pt idx="7513">
                  <c:v>11.72189543</c:v>
                </c:pt>
                <c:pt idx="7514">
                  <c:v>11.72322129</c:v>
                </c:pt>
                <c:pt idx="7515">
                  <c:v>11.72442674</c:v>
                </c:pt>
                <c:pt idx="7516">
                  <c:v>11.72449412</c:v>
                </c:pt>
                <c:pt idx="7517">
                  <c:v>11.72486703</c:v>
                </c:pt>
                <c:pt idx="7518">
                  <c:v>11.72580816</c:v>
                </c:pt>
                <c:pt idx="7519">
                  <c:v>11.72614959</c:v>
                </c:pt>
                <c:pt idx="7520">
                  <c:v>11.72722509</c:v>
                </c:pt>
                <c:pt idx="7521">
                  <c:v>11.72742663</c:v>
                </c:pt>
                <c:pt idx="7522">
                  <c:v>11.72861712</c:v>
                </c:pt>
                <c:pt idx="7523">
                  <c:v>11.72881155</c:v>
                </c:pt>
                <c:pt idx="7524">
                  <c:v>11.72943616</c:v>
                </c:pt>
                <c:pt idx="7525">
                  <c:v>11.73041141</c:v>
                </c:pt>
                <c:pt idx="7526">
                  <c:v>11.73053975</c:v>
                </c:pt>
                <c:pt idx="7527">
                  <c:v>11.73155796</c:v>
                </c:pt>
                <c:pt idx="7528">
                  <c:v>11.73161138</c:v>
                </c:pt>
                <c:pt idx="7529">
                  <c:v>11.73261072</c:v>
                </c:pt>
                <c:pt idx="7530">
                  <c:v>11.7337508</c:v>
                </c:pt>
                <c:pt idx="7531">
                  <c:v>11.73504896</c:v>
                </c:pt>
                <c:pt idx="7532">
                  <c:v>11.74562449</c:v>
                </c:pt>
                <c:pt idx="7533">
                  <c:v>11.74604798</c:v>
                </c:pt>
                <c:pt idx="7534">
                  <c:v>11.74638691</c:v>
                </c:pt>
                <c:pt idx="7535">
                  <c:v>11.74644146</c:v>
                </c:pt>
                <c:pt idx="7536">
                  <c:v>11.74911569</c:v>
                </c:pt>
                <c:pt idx="7537">
                  <c:v>11.75040833</c:v>
                </c:pt>
                <c:pt idx="7538">
                  <c:v>11.75093152</c:v>
                </c:pt>
                <c:pt idx="7539">
                  <c:v>11.75233294</c:v>
                </c:pt>
                <c:pt idx="7540">
                  <c:v>11.75236825</c:v>
                </c:pt>
                <c:pt idx="7541">
                  <c:v>11.75391068</c:v>
                </c:pt>
                <c:pt idx="7542">
                  <c:v>11.75492932</c:v>
                </c:pt>
                <c:pt idx="7543">
                  <c:v>11.75498394</c:v>
                </c:pt>
                <c:pt idx="7544">
                  <c:v>11.75627649</c:v>
                </c:pt>
                <c:pt idx="7545">
                  <c:v>11.75785659</c:v>
                </c:pt>
                <c:pt idx="7546">
                  <c:v>11.7579177</c:v>
                </c:pt>
                <c:pt idx="7547">
                  <c:v>11.75905212</c:v>
                </c:pt>
                <c:pt idx="7548">
                  <c:v>11.76090867</c:v>
                </c:pt>
                <c:pt idx="7549">
                  <c:v>11.76214629</c:v>
                </c:pt>
                <c:pt idx="7550">
                  <c:v>11.76584789</c:v>
                </c:pt>
                <c:pt idx="7551">
                  <c:v>11.76651439</c:v>
                </c:pt>
                <c:pt idx="7552">
                  <c:v>11.76665669</c:v>
                </c:pt>
                <c:pt idx="7553">
                  <c:v>11.76696352</c:v>
                </c:pt>
                <c:pt idx="7554">
                  <c:v>11.7673969</c:v>
                </c:pt>
                <c:pt idx="7555">
                  <c:v>11.77077196</c:v>
                </c:pt>
                <c:pt idx="7556">
                  <c:v>11.77117084</c:v>
                </c:pt>
                <c:pt idx="7557">
                  <c:v>11.77175824</c:v>
                </c:pt>
                <c:pt idx="7558">
                  <c:v>11.77274143</c:v>
                </c:pt>
                <c:pt idx="7559">
                  <c:v>11.77365661</c:v>
                </c:pt>
                <c:pt idx="7560">
                  <c:v>11.77398132</c:v>
                </c:pt>
                <c:pt idx="7561">
                  <c:v>11.77488121</c:v>
                </c:pt>
                <c:pt idx="7562">
                  <c:v>11.77630517</c:v>
                </c:pt>
                <c:pt idx="7563">
                  <c:v>11.77664558</c:v>
                </c:pt>
                <c:pt idx="7564">
                  <c:v>11.77701007</c:v>
                </c:pt>
                <c:pt idx="7565">
                  <c:v>11.77956415</c:v>
                </c:pt>
                <c:pt idx="7566">
                  <c:v>11.77964238</c:v>
                </c:pt>
                <c:pt idx="7567">
                  <c:v>11.78068656</c:v>
                </c:pt>
                <c:pt idx="7568">
                  <c:v>11.78141722</c:v>
                </c:pt>
                <c:pt idx="7569">
                  <c:v>11.78251875</c:v>
                </c:pt>
                <c:pt idx="7570">
                  <c:v>11.78282074</c:v>
                </c:pt>
                <c:pt idx="7571">
                  <c:v>11.78390401</c:v>
                </c:pt>
                <c:pt idx="7572">
                  <c:v>11.78527328</c:v>
                </c:pt>
                <c:pt idx="7573">
                  <c:v>11.78536963</c:v>
                </c:pt>
                <c:pt idx="7574">
                  <c:v>11.78550723</c:v>
                </c:pt>
                <c:pt idx="7575">
                  <c:v>11.78723454</c:v>
                </c:pt>
                <c:pt idx="7576">
                  <c:v>11.78793342</c:v>
                </c:pt>
                <c:pt idx="7577">
                  <c:v>11.78924399</c:v>
                </c:pt>
                <c:pt idx="7578">
                  <c:v>11.78944032</c:v>
                </c:pt>
                <c:pt idx="7579">
                  <c:v>11.7898527</c:v>
                </c:pt>
                <c:pt idx="7580">
                  <c:v>11.79133479</c:v>
                </c:pt>
                <c:pt idx="7581">
                  <c:v>11.7915565</c:v>
                </c:pt>
                <c:pt idx="7582">
                  <c:v>11.79246377</c:v>
                </c:pt>
                <c:pt idx="7583">
                  <c:v>11.79290724</c:v>
                </c:pt>
                <c:pt idx="7584">
                  <c:v>11.79362392</c:v>
                </c:pt>
                <c:pt idx="7585">
                  <c:v>11.79426522</c:v>
                </c:pt>
                <c:pt idx="7586">
                  <c:v>11.79506348</c:v>
                </c:pt>
                <c:pt idx="7587">
                  <c:v>11.79647558</c:v>
                </c:pt>
                <c:pt idx="7588">
                  <c:v>11.7968834</c:v>
                </c:pt>
                <c:pt idx="7589">
                  <c:v>11.79798683</c:v>
                </c:pt>
                <c:pt idx="7590">
                  <c:v>11.80183484</c:v>
                </c:pt>
                <c:pt idx="7591">
                  <c:v>11.80298656</c:v>
                </c:pt>
                <c:pt idx="7592">
                  <c:v>11.80328212</c:v>
                </c:pt>
                <c:pt idx="7593">
                  <c:v>11.80336171</c:v>
                </c:pt>
                <c:pt idx="7594">
                  <c:v>11.80482315</c:v>
                </c:pt>
                <c:pt idx="7595">
                  <c:v>11.80704947</c:v>
                </c:pt>
                <c:pt idx="7596">
                  <c:v>11.8073156</c:v>
                </c:pt>
                <c:pt idx="7597">
                  <c:v>11.80852121</c:v>
                </c:pt>
                <c:pt idx="7598">
                  <c:v>11.80895683</c:v>
                </c:pt>
                <c:pt idx="7599">
                  <c:v>11.81013024</c:v>
                </c:pt>
                <c:pt idx="7600">
                  <c:v>11.81030542</c:v>
                </c:pt>
                <c:pt idx="7601">
                  <c:v>11.81111638</c:v>
                </c:pt>
                <c:pt idx="7602">
                  <c:v>11.81305191</c:v>
                </c:pt>
                <c:pt idx="7603">
                  <c:v>11.81331345</c:v>
                </c:pt>
                <c:pt idx="7604">
                  <c:v>11.81422419</c:v>
                </c:pt>
                <c:pt idx="7605">
                  <c:v>11.8145713</c:v>
                </c:pt>
                <c:pt idx="7606">
                  <c:v>11.81554448</c:v>
                </c:pt>
                <c:pt idx="7607">
                  <c:v>11.81754392</c:v>
                </c:pt>
                <c:pt idx="7608">
                  <c:v>11.82054051</c:v>
                </c:pt>
                <c:pt idx="7609">
                  <c:v>11.82072314</c:v>
                </c:pt>
                <c:pt idx="7610">
                  <c:v>11.8207781</c:v>
                </c:pt>
                <c:pt idx="7611">
                  <c:v>11.82093138</c:v>
                </c:pt>
                <c:pt idx="7612">
                  <c:v>11.82372789</c:v>
                </c:pt>
                <c:pt idx="7613">
                  <c:v>11.82495356</c:v>
                </c:pt>
                <c:pt idx="7614">
                  <c:v>11.82496073</c:v>
                </c:pt>
                <c:pt idx="7615">
                  <c:v>11.82502292</c:v>
                </c:pt>
                <c:pt idx="7616">
                  <c:v>11.82650353</c:v>
                </c:pt>
                <c:pt idx="7617">
                  <c:v>11.82676399</c:v>
                </c:pt>
                <c:pt idx="7618">
                  <c:v>11.82751241</c:v>
                </c:pt>
                <c:pt idx="7619">
                  <c:v>11.82797159</c:v>
                </c:pt>
                <c:pt idx="7620">
                  <c:v>11.8289445</c:v>
                </c:pt>
                <c:pt idx="7621">
                  <c:v>11.830975</c:v>
                </c:pt>
                <c:pt idx="7622">
                  <c:v>11.83225258</c:v>
                </c:pt>
                <c:pt idx="7623">
                  <c:v>11.83885701</c:v>
                </c:pt>
                <c:pt idx="7624">
                  <c:v>11.83918857</c:v>
                </c:pt>
                <c:pt idx="7625">
                  <c:v>11.83921877</c:v>
                </c:pt>
                <c:pt idx="7626">
                  <c:v>11.83924478</c:v>
                </c:pt>
                <c:pt idx="7627">
                  <c:v>11.84112402</c:v>
                </c:pt>
                <c:pt idx="7628">
                  <c:v>11.84232877</c:v>
                </c:pt>
                <c:pt idx="7629">
                  <c:v>11.84412729</c:v>
                </c:pt>
                <c:pt idx="7630">
                  <c:v>11.8441893</c:v>
                </c:pt>
                <c:pt idx="7631">
                  <c:v>11.84480157</c:v>
                </c:pt>
                <c:pt idx="7632">
                  <c:v>11.84546798</c:v>
                </c:pt>
                <c:pt idx="7633">
                  <c:v>11.84662894</c:v>
                </c:pt>
                <c:pt idx="7634">
                  <c:v>11.84711286</c:v>
                </c:pt>
                <c:pt idx="7635">
                  <c:v>11.84849088</c:v>
                </c:pt>
                <c:pt idx="7636">
                  <c:v>11.84900995</c:v>
                </c:pt>
                <c:pt idx="7637">
                  <c:v>11.84929884</c:v>
                </c:pt>
                <c:pt idx="7638">
                  <c:v>11.84931683</c:v>
                </c:pt>
                <c:pt idx="7639">
                  <c:v>11.85115633</c:v>
                </c:pt>
                <c:pt idx="7640">
                  <c:v>11.85150016</c:v>
                </c:pt>
                <c:pt idx="7641">
                  <c:v>11.85310618</c:v>
                </c:pt>
                <c:pt idx="7642">
                  <c:v>11.85310977</c:v>
                </c:pt>
                <c:pt idx="7643">
                  <c:v>11.85423708</c:v>
                </c:pt>
                <c:pt idx="7644">
                  <c:v>11.85516894</c:v>
                </c:pt>
                <c:pt idx="7645">
                  <c:v>11.85582072</c:v>
                </c:pt>
                <c:pt idx="7646">
                  <c:v>11.85730337</c:v>
                </c:pt>
                <c:pt idx="7647">
                  <c:v>11.85885318</c:v>
                </c:pt>
                <c:pt idx="7648">
                  <c:v>11.85968381</c:v>
                </c:pt>
                <c:pt idx="7649">
                  <c:v>11.86061738</c:v>
                </c:pt>
                <c:pt idx="7650">
                  <c:v>11.86085374</c:v>
                </c:pt>
                <c:pt idx="7651">
                  <c:v>11.86180468</c:v>
                </c:pt>
                <c:pt idx="7652">
                  <c:v>11.8627158</c:v>
                </c:pt>
                <c:pt idx="7653">
                  <c:v>11.86325</c:v>
                </c:pt>
                <c:pt idx="7654">
                  <c:v>11.86446045</c:v>
                </c:pt>
                <c:pt idx="7655">
                  <c:v>11.86459728</c:v>
                </c:pt>
                <c:pt idx="7656">
                  <c:v>11.86607203</c:v>
                </c:pt>
                <c:pt idx="7657">
                  <c:v>11.86624144</c:v>
                </c:pt>
                <c:pt idx="7658">
                  <c:v>11.86715643</c:v>
                </c:pt>
                <c:pt idx="7659">
                  <c:v>11.86727155</c:v>
                </c:pt>
                <c:pt idx="7660">
                  <c:v>11.86830279</c:v>
                </c:pt>
                <c:pt idx="7661">
                  <c:v>11.86870352</c:v>
                </c:pt>
                <c:pt idx="7662">
                  <c:v>11.86907178</c:v>
                </c:pt>
                <c:pt idx="7663">
                  <c:v>11.87028889</c:v>
                </c:pt>
                <c:pt idx="7664">
                  <c:v>11.87207314</c:v>
                </c:pt>
                <c:pt idx="7665">
                  <c:v>11.87359029</c:v>
                </c:pt>
                <c:pt idx="7666">
                  <c:v>11.87755361</c:v>
                </c:pt>
                <c:pt idx="7667">
                  <c:v>11.87773566</c:v>
                </c:pt>
                <c:pt idx="7668">
                  <c:v>11.87835367</c:v>
                </c:pt>
                <c:pt idx="7669">
                  <c:v>11.87867002</c:v>
                </c:pt>
                <c:pt idx="7670">
                  <c:v>11.87942112</c:v>
                </c:pt>
                <c:pt idx="7671">
                  <c:v>11.88032775</c:v>
                </c:pt>
                <c:pt idx="7672">
                  <c:v>11.88075907</c:v>
                </c:pt>
                <c:pt idx="7673">
                  <c:v>11.8823735</c:v>
                </c:pt>
                <c:pt idx="7674">
                  <c:v>11.88332627</c:v>
                </c:pt>
                <c:pt idx="7675">
                  <c:v>11.88351765</c:v>
                </c:pt>
                <c:pt idx="7676">
                  <c:v>11.88375333</c:v>
                </c:pt>
                <c:pt idx="7677">
                  <c:v>11.88458627</c:v>
                </c:pt>
                <c:pt idx="7678">
                  <c:v>11.88470546</c:v>
                </c:pt>
                <c:pt idx="7679">
                  <c:v>11.88601272</c:v>
                </c:pt>
                <c:pt idx="7680">
                  <c:v>11.88630089</c:v>
                </c:pt>
                <c:pt idx="7681">
                  <c:v>11.886763</c:v>
                </c:pt>
                <c:pt idx="7682">
                  <c:v>11.88779944</c:v>
                </c:pt>
                <c:pt idx="7683">
                  <c:v>11.88930599</c:v>
                </c:pt>
                <c:pt idx="7684">
                  <c:v>11.88976845</c:v>
                </c:pt>
                <c:pt idx="7685">
                  <c:v>11.89188241</c:v>
                </c:pt>
                <c:pt idx="7686">
                  <c:v>11.89589111</c:v>
                </c:pt>
                <c:pt idx="7687">
                  <c:v>11.89641889</c:v>
                </c:pt>
                <c:pt idx="7688">
                  <c:v>11.89642427</c:v>
                </c:pt>
                <c:pt idx="7689">
                  <c:v>11.89645797</c:v>
                </c:pt>
                <c:pt idx="7690">
                  <c:v>11.89708661</c:v>
                </c:pt>
                <c:pt idx="7691">
                  <c:v>11.89939042</c:v>
                </c:pt>
                <c:pt idx="7692">
                  <c:v>11.89946371</c:v>
                </c:pt>
                <c:pt idx="7693">
                  <c:v>11.90005835</c:v>
                </c:pt>
                <c:pt idx="7694">
                  <c:v>11.90121336</c:v>
                </c:pt>
                <c:pt idx="7695">
                  <c:v>11.90216572</c:v>
                </c:pt>
                <c:pt idx="7696">
                  <c:v>11.90238081</c:v>
                </c:pt>
                <c:pt idx="7697">
                  <c:v>11.90247842</c:v>
                </c:pt>
                <c:pt idx="7698">
                  <c:v>11.90361572</c:v>
                </c:pt>
                <c:pt idx="7699">
                  <c:v>11.90521393</c:v>
                </c:pt>
                <c:pt idx="7700">
                  <c:v>11.90545789</c:v>
                </c:pt>
                <c:pt idx="7701">
                  <c:v>11.90562865</c:v>
                </c:pt>
                <c:pt idx="7702">
                  <c:v>11.90694655</c:v>
                </c:pt>
                <c:pt idx="7703">
                  <c:v>11.90710591</c:v>
                </c:pt>
                <c:pt idx="7704">
                  <c:v>11.90816719</c:v>
                </c:pt>
                <c:pt idx="7705">
                  <c:v>11.90828423</c:v>
                </c:pt>
                <c:pt idx="7706">
                  <c:v>11.90990176</c:v>
                </c:pt>
                <c:pt idx="7707">
                  <c:v>11.91114165</c:v>
                </c:pt>
                <c:pt idx="7708">
                  <c:v>11.91167568</c:v>
                </c:pt>
                <c:pt idx="7709">
                  <c:v>11.91469022</c:v>
                </c:pt>
                <c:pt idx="7710">
                  <c:v>11.91603843</c:v>
                </c:pt>
                <c:pt idx="7711">
                  <c:v>11.91636273</c:v>
                </c:pt>
                <c:pt idx="7712">
                  <c:v>11.91710086</c:v>
                </c:pt>
                <c:pt idx="7713">
                  <c:v>11.91829913</c:v>
                </c:pt>
                <c:pt idx="7714">
                  <c:v>11.9187304</c:v>
                </c:pt>
                <c:pt idx="7715">
                  <c:v>11.92008618</c:v>
                </c:pt>
                <c:pt idx="7716">
                  <c:v>11.92099048</c:v>
                </c:pt>
                <c:pt idx="7717">
                  <c:v>11.92311201</c:v>
                </c:pt>
                <c:pt idx="7718">
                  <c:v>11.92408182</c:v>
                </c:pt>
                <c:pt idx="7719">
                  <c:v>11.92549824</c:v>
                </c:pt>
                <c:pt idx="7720">
                  <c:v>11.92556651</c:v>
                </c:pt>
                <c:pt idx="7721">
                  <c:v>11.92610714</c:v>
                </c:pt>
                <c:pt idx="7722">
                  <c:v>11.92709997</c:v>
                </c:pt>
                <c:pt idx="7723">
                  <c:v>11.92748128</c:v>
                </c:pt>
                <c:pt idx="7724">
                  <c:v>11.93048408</c:v>
                </c:pt>
                <c:pt idx="7725">
                  <c:v>11.93052088</c:v>
                </c:pt>
                <c:pt idx="7726">
                  <c:v>11.9316122</c:v>
                </c:pt>
                <c:pt idx="7727">
                  <c:v>11.93218597</c:v>
                </c:pt>
                <c:pt idx="7728">
                  <c:v>11.93847697</c:v>
                </c:pt>
                <c:pt idx="7729">
                  <c:v>11.93861699</c:v>
                </c:pt>
                <c:pt idx="7730">
                  <c:v>11.93892749</c:v>
                </c:pt>
                <c:pt idx="7731">
                  <c:v>11.94003811</c:v>
                </c:pt>
                <c:pt idx="7732">
                  <c:v>11.94072806</c:v>
                </c:pt>
                <c:pt idx="7733">
                  <c:v>11.94149116</c:v>
                </c:pt>
                <c:pt idx="7734">
                  <c:v>11.94212844</c:v>
                </c:pt>
                <c:pt idx="7735">
                  <c:v>11.9437118</c:v>
                </c:pt>
                <c:pt idx="7736">
                  <c:v>11.94513025</c:v>
                </c:pt>
                <c:pt idx="7737">
                  <c:v>11.94576797</c:v>
                </c:pt>
                <c:pt idx="7738">
                  <c:v>11.94672975</c:v>
                </c:pt>
                <c:pt idx="7739">
                  <c:v>11.94814367</c:v>
                </c:pt>
                <c:pt idx="7740">
                  <c:v>11.94874471</c:v>
                </c:pt>
                <c:pt idx="7741">
                  <c:v>11.95030814</c:v>
                </c:pt>
                <c:pt idx="7742">
                  <c:v>11.95170601</c:v>
                </c:pt>
                <c:pt idx="7743">
                  <c:v>11.95244643</c:v>
                </c:pt>
                <c:pt idx="7744">
                  <c:v>11.95261428</c:v>
                </c:pt>
                <c:pt idx="7745">
                  <c:v>11.9540125</c:v>
                </c:pt>
                <c:pt idx="7746">
                  <c:v>11.95407384</c:v>
                </c:pt>
                <c:pt idx="7747">
                  <c:v>11.95518505</c:v>
                </c:pt>
                <c:pt idx="7748">
                  <c:v>11.95559034</c:v>
                </c:pt>
                <c:pt idx="7749">
                  <c:v>11.9561501</c:v>
                </c:pt>
                <c:pt idx="7750">
                  <c:v>11.95761488</c:v>
                </c:pt>
                <c:pt idx="7751">
                  <c:v>11.95855624</c:v>
                </c:pt>
                <c:pt idx="7752">
                  <c:v>11.96051315</c:v>
                </c:pt>
                <c:pt idx="7753">
                  <c:v>11.96063097</c:v>
                </c:pt>
                <c:pt idx="7754">
                  <c:v>11.96205783</c:v>
                </c:pt>
                <c:pt idx="7755">
                  <c:v>11.96362381</c:v>
                </c:pt>
                <c:pt idx="7756">
                  <c:v>11.96421012</c:v>
                </c:pt>
                <c:pt idx="7757">
                  <c:v>11.96499207</c:v>
                </c:pt>
                <c:pt idx="7758">
                  <c:v>11.96617256</c:v>
                </c:pt>
                <c:pt idx="7759">
                  <c:v>11.96725024</c:v>
                </c:pt>
                <c:pt idx="7760">
                  <c:v>11.96731493</c:v>
                </c:pt>
                <c:pt idx="7761">
                  <c:v>11.96831965</c:v>
                </c:pt>
                <c:pt idx="7762">
                  <c:v>11.96950783</c:v>
                </c:pt>
                <c:pt idx="7763">
                  <c:v>11.97035122</c:v>
                </c:pt>
                <c:pt idx="7764">
                  <c:v>11.97220581</c:v>
                </c:pt>
                <c:pt idx="7765">
                  <c:v>11.97237657</c:v>
                </c:pt>
                <c:pt idx="7766">
                  <c:v>11.97352423</c:v>
                </c:pt>
                <c:pt idx="7767">
                  <c:v>11.97392564</c:v>
                </c:pt>
                <c:pt idx="7768">
                  <c:v>11.97415878</c:v>
                </c:pt>
                <c:pt idx="7769">
                  <c:v>11.97771142</c:v>
                </c:pt>
                <c:pt idx="7770">
                  <c:v>11.97829041</c:v>
                </c:pt>
                <c:pt idx="7771">
                  <c:v>11.9797898</c:v>
                </c:pt>
                <c:pt idx="7772">
                  <c:v>11.98056218</c:v>
                </c:pt>
                <c:pt idx="7773">
                  <c:v>11.98071843</c:v>
                </c:pt>
                <c:pt idx="7774">
                  <c:v>11.98203687</c:v>
                </c:pt>
                <c:pt idx="7775">
                  <c:v>11.98277201</c:v>
                </c:pt>
                <c:pt idx="7776">
                  <c:v>11.98370974</c:v>
                </c:pt>
                <c:pt idx="7777">
                  <c:v>11.98432539</c:v>
                </c:pt>
                <c:pt idx="7778">
                  <c:v>11.98588646</c:v>
                </c:pt>
                <c:pt idx="7779">
                  <c:v>11.98593879</c:v>
                </c:pt>
                <c:pt idx="7780">
                  <c:v>11.98705952</c:v>
                </c:pt>
                <c:pt idx="7781">
                  <c:v>11.9888901</c:v>
                </c:pt>
                <c:pt idx="7782">
                  <c:v>11.99010749</c:v>
                </c:pt>
                <c:pt idx="7783">
                  <c:v>11.99042042</c:v>
                </c:pt>
                <c:pt idx="7784">
                  <c:v>11.99070066</c:v>
                </c:pt>
                <c:pt idx="7785">
                  <c:v>11.99143999</c:v>
                </c:pt>
                <c:pt idx="7786">
                  <c:v>11.99237964</c:v>
                </c:pt>
                <c:pt idx="7787">
                  <c:v>11.99251282</c:v>
                </c:pt>
                <c:pt idx="7788">
                  <c:v>11.99312724</c:v>
                </c:pt>
                <c:pt idx="7789">
                  <c:v>11.9940165</c:v>
                </c:pt>
                <c:pt idx="7790">
                  <c:v>11.99493312</c:v>
                </c:pt>
                <c:pt idx="7791">
                  <c:v>12.00207862</c:v>
                </c:pt>
                <c:pt idx="7792">
                  <c:v>12.00213505</c:v>
                </c:pt>
                <c:pt idx="7793">
                  <c:v>12.00285761</c:v>
                </c:pt>
                <c:pt idx="7794">
                  <c:v>12.00419245</c:v>
                </c:pt>
                <c:pt idx="7795">
                  <c:v>12.00520886</c:v>
                </c:pt>
                <c:pt idx="7796">
                  <c:v>12.00576031</c:v>
                </c:pt>
                <c:pt idx="7797">
                  <c:v>12.00675315</c:v>
                </c:pt>
                <c:pt idx="7798">
                  <c:v>12.00707406</c:v>
                </c:pt>
                <c:pt idx="7799">
                  <c:v>12.00769817</c:v>
                </c:pt>
                <c:pt idx="7800">
                  <c:v>12.00809488</c:v>
                </c:pt>
                <c:pt idx="7801">
                  <c:v>12.00822633</c:v>
                </c:pt>
                <c:pt idx="7802">
                  <c:v>12.00977279</c:v>
                </c:pt>
                <c:pt idx="7803">
                  <c:v>12.00977971</c:v>
                </c:pt>
                <c:pt idx="7804">
                  <c:v>12.01476127</c:v>
                </c:pt>
                <c:pt idx="7805">
                  <c:v>12.01525485</c:v>
                </c:pt>
                <c:pt idx="7806">
                  <c:v>12.01565933</c:v>
                </c:pt>
                <c:pt idx="7807">
                  <c:v>12.01645087</c:v>
                </c:pt>
                <c:pt idx="7808">
                  <c:v>12.01736314</c:v>
                </c:pt>
                <c:pt idx="7809">
                  <c:v>12.01839896</c:v>
                </c:pt>
                <c:pt idx="7810">
                  <c:v>12.01863954</c:v>
                </c:pt>
                <c:pt idx="7811">
                  <c:v>12.01945073</c:v>
                </c:pt>
                <c:pt idx="7812">
                  <c:v>12.02100539</c:v>
                </c:pt>
                <c:pt idx="7813">
                  <c:v>12.02163488</c:v>
                </c:pt>
                <c:pt idx="7814">
                  <c:v>12.02218441</c:v>
                </c:pt>
                <c:pt idx="7815">
                  <c:v>12.02344331</c:v>
                </c:pt>
                <c:pt idx="7816">
                  <c:v>12.02464639</c:v>
                </c:pt>
                <c:pt idx="7817">
                  <c:v>12.02611954</c:v>
                </c:pt>
                <c:pt idx="7818">
                  <c:v>12.02829282</c:v>
                </c:pt>
                <c:pt idx="7819">
                  <c:v>12.02906105</c:v>
                </c:pt>
                <c:pt idx="7820">
                  <c:v>12.02911887</c:v>
                </c:pt>
                <c:pt idx="7821">
                  <c:v>12.02989345</c:v>
                </c:pt>
                <c:pt idx="7822">
                  <c:v>12.03115853</c:v>
                </c:pt>
                <c:pt idx="7823">
                  <c:v>12.03205699</c:v>
                </c:pt>
                <c:pt idx="7824">
                  <c:v>12.03213741</c:v>
                </c:pt>
                <c:pt idx="7825">
                  <c:v>12.03233871</c:v>
                </c:pt>
                <c:pt idx="7826">
                  <c:v>12.03452411</c:v>
                </c:pt>
                <c:pt idx="7827">
                  <c:v>12.03950511</c:v>
                </c:pt>
                <c:pt idx="7828">
                  <c:v>12.03995021</c:v>
                </c:pt>
                <c:pt idx="7829">
                  <c:v>12.04081925</c:v>
                </c:pt>
                <c:pt idx="7830">
                  <c:v>12.04216767</c:v>
                </c:pt>
                <c:pt idx="7831">
                  <c:v>12.04217742</c:v>
                </c:pt>
                <c:pt idx="7832">
                  <c:v>12.04292881</c:v>
                </c:pt>
                <c:pt idx="7833">
                  <c:v>12.04373761</c:v>
                </c:pt>
                <c:pt idx="7834">
                  <c:v>12.04531541</c:v>
                </c:pt>
                <c:pt idx="7835">
                  <c:v>12.04682006</c:v>
                </c:pt>
                <c:pt idx="7836">
                  <c:v>12.04737659</c:v>
                </c:pt>
                <c:pt idx="7837">
                  <c:v>12.0489271</c:v>
                </c:pt>
                <c:pt idx="7838">
                  <c:v>12.04955083</c:v>
                </c:pt>
                <c:pt idx="7839">
                  <c:v>12.04969206</c:v>
                </c:pt>
                <c:pt idx="7840">
                  <c:v>12.0504918</c:v>
                </c:pt>
                <c:pt idx="7841">
                  <c:v>12.05143535</c:v>
                </c:pt>
                <c:pt idx="7842">
                  <c:v>12.05188352</c:v>
                </c:pt>
                <c:pt idx="7843">
                  <c:v>12.05217579</c:v>
                </c:pt>
                <c:pt idx="7844">
                  <c:v>12.05390204</c:v>
                </c:pt>
                <c:pt idx="7845">
                  <c:v>12.05797329</c:v>
                </c:pt>
                <c:pt idx="7846">
                  <c:v>12.05977785</c:v>
                </c:pt>
                <c:pt idx="7847">
                  <c:v>12.06053744</c:v>
                </c:pt>
                <c:pt idx="7848">
                  <c:v>12.06162542</c:v>
                </c:pt>
                <c:pt idx="7849">
                  <c:v>12.06261477</c:v>
                </c:pt>
                <c:pt idx="7850">
                  <c:v>12.06270379</c:v>
                </c:pt>
                <c:pt idx="7851">
                  <c:v>12.06427932</c:v>
                </c:pt>
                <c:pt idx="7852">
                  <c:v>12.06558897</c:v>
                </c:pt>
                <c:pt idx="7853">
                  <c:v>12.06698475</c:v>
                </c:pt>
                <c:pt idx="7854">
                  <c:v>12.06705634</c:v>
                </c:pt>
                <c:pt idx="7855">
                  <c:v>12.06879002</c:v>
                </c:pt>
                <c:pt idx="7856">
                  <c:v>12.06930774</c:v>
                </c:pt>
                <c:pt idx="7857">
                  <c:v>12.06992475</c:v>
                </c:pt>
                <c:pt idx="7858">
                  <c:v>12.07243102</c:v>
                </c:pt>
                <c:pt idx="7859">
                  <c:v>12.07453956</c:v>
                </c:pt>
                <c:pt idx="7860">
                  <c:v>12.07471405</c:v>
                </c:pt>
                <c:pt idx="7861">
                  <c:v>12.07558386</c:v>
                </c:pt>
              </c:numCache>
            </c:numRef>
          </c:xVal>
          <c:yVal>
            <c:numRef>
              <c:f>'Chart Data'!$B$2:$B$7863</c:f>
              <c:numCache>
                <c:formatCode>#,##0</c:formatCode>
                <c:ptCount val="7862"/>
                <c:pt idx="0">
                  <c:v>92</c:v>
                </c:pt>
                <c:pt idx="1">
                  <c:v>104</c:v>
                </c:pt>
                <c:pt idx="2">
                  <c:v>70</c:v>
                </c:pt>
                <c:pt idx="3">
                  <c:v>150</c:v>
                </c:pt>
                <c:pt idx="4">
                  <c:v>117</c:v>
                </c:pt>
                <c:pt idx="5">
                  <c:v>168</c:v>
                </c:pt>
                <c:pt idx="6">
                  <c:v>117</c:v>
                </c:pt>
                <c:pt idx="7">
                  <c:v>109</c:v>
                </c:pt>
                <c:pt idx="8">
                  <c:v>138</c:v>
                </c:pt>
                <c:pt idx="9">
                  <c:v>110</c:v>
                </c:pt>
                <c:pt idx="10">
                  <c:v>137</c:v>
                </c:pt>
                <c:pt idx="11">
                  <c:v>137</c:v>
                </c:pt>
                <c:pt idx="12">
                  <c:v>82</c:v>
                </c:pt>
                <c:pt idx="13">
                  <c:v>145</c:v>
                </c:pt>
                <c:pt idx="14">
                  <c:v>137</c:v>
                </c:pt>
                <c:pt idx="15">
                  <c:v>105</c:v>
                </c:pt>
                <c:pt idx="16">
                  <c:v>143</c:v>
                </c:pt>
                <c:pt idx="17">
                  <c:v>58</c:v>
                </c:pt>
                <c:pt idx="18">
                  <c:v>402</c:v>
                </c:pt>
                <c:pt idx="19">
                  <c:v>83</c:v>
                </c:pt>
                <c:pt idx="20">
                  <c:v>50</c:v>
                </c:pt>
                <c:pt idx="21">
                  <c:v>83</c:v>
                </c:pt>
                <c:pt idx="22">
                  <c:v>93</c:v>
                </c:pt>
                <c:pt idx="23">
                  <c:v>266</c:v>
                </c:pt>
                <c:pt idx="24">
                  <c:v>335</c:v>
                </c:pt>
                <c:pt idx="25">
                  <c:v>232</c:v>
                </c:pt>
                <c:pt idx="26">
                  <c:v>174</c:v>
                </c:pt>
                <c:pt idx="27">
                  <c:v>187</c:v>
                </c:pt>
                <c:pt idx="28">
                  <c:v>153</c:v>
                </c:pt>
                <c:pt idx="29">
                  <c:v>499</c:v>
                </c:pt>
                <c:pt idx="30">
                  <c:v>181</c:v>
                </c:pt>
                <c:pt idx="31">
                  <c:v>96</c:v>
                </c:pt>
                <c:pt idx="32">
                  <c:v>104</c:v>
                </c:pt>
                <c:pt idx="33">
                  <c:v>565</c:v>
                </c:pt>
                <c:pt idx="34">
                  <c:v>98</c:v>
                </c:pt>
                <c:pt idx="35">
                  <c:v>164</c:v>
                </c:pt>
                <c:pt idx="36">
                  <c:v>114</c:v>
                </c:pt>
                <c:pt idx="37">
                  <c:v>151</c:v>
                </c:pt>
                <c:pt idx="38">
                  <c:v>110</c:v>
                </c:pt>
                <c:pt idx="39">
                  <c:v>81</c:v>
                </c:pt>
                <c:pt idx="40">
                  <c:v>84</c:v>
                </c:pt>
                <c:pt idx="41">
                  <c:v>229</c:v>
                </c:pt>
                <c:pt idx="42">
                  <c:v>407</c:v>
                </c:pt>
                <c:pt idx="43">
                  <c:v>134</c:v>
                </c:pt>
                <c:pt idx="44">
                  <c:v>142</c:v>
                </c:pt>
                <c:pt idx="45">
                  <c:v>98</c:v>
                </c:pt>
                <c:pt idx="46">
                  <c:v>95</c:v>
                </c:pt>
                <c:pt idx="47">
                  <c:v>61</c:v>
                </c:pt>
                <c:pt idx="48">
                  <c:v>388</c:v>
                </c:pt>
                <c:pt idx="49">
                  <c:v>122</c:v>
                </c:pt>
                <c:pt idx="50">
                  <c:v>372</c:v>
                </c:pt>
                <c:pt idx="51">
                  <c:v>140</c:v>
                </c:pt>
                <c:pt idx="52">
                  <c:v>193</c:v>
                </c:pt>
                <c:pt idx="53">
                  <c:v>86</c:v>
                </c:pt>
                <c:pt idx="54">
                  <c:v>166</c:v>
                </c:pt>
                <c:pt idx="55">
                  <c:v>92</c:v>
                </c:pt>
                <c:pt idx="56">
                  <c:v>282</c:v>
                </c:pt>
                <c:pt idx="57">
                  <c:v>119</c:v>
                </c:pt>
                <c:pt idx="58">
                  <c:v>336</c:v>
                </c:pt>
                <c:pt idx="59">
                  <c:v>133</c:v>
                </c:pt>
                <c:pt idx="60">
                  <c:v>93</c:v>
                </c:pt>
                <c:pt idx="61">
                  <c:v>152</c:v>
                </c:pt>
                <c:pt idx="62">
                  <c:v>110</c:v>
                </c:pt>
                <c:pt idx="63">
                  <c:v>212</c:v>
                </c:pt>
                <c:pt idx="64">
                  <c:v>109</c:v>
                </c:pt>
                <c:pt idx="65">
                  <c:v>122</c:v>
                </c:pt>
                <c:pt idx="66">
                  <c:v>94</c:v>
                </c:pt>
                <c:pt idx="67">
                  <c:v>193</c:v>
                </c:pt>
                <c:pt idx="68">
                  <c:v>187</c:v>
                </c:pt>
                <c:pt idx="69">
                  <c:v>239</c:v>
                </c:pt>
                <c:pt idx="70">
                  <c:v>50</c:v>
                </c:pt>
                <c:pt idx="71">
                  <c:v>53</c:v>
                </c:pt>
                <c:pt idx="72">
                  <c:v>45</c:v>
                </c:pt>
                <c:pt idx="73">
                  <c:v>121</c:v>
                </c:pt>
                <c:pt idx="74">
                  <c:v>90</c:v>
                </c:pt>
                <c:pt idx="75">
                  <c:v>145</c:v>
                </c:pt>
                <c:pt idx="76">
                  <c:v>108</c:v>
                </c:pt>
                <c:pt idx="77">
                  <c:v>89</c:v>
                </c:pt>
                <c:pt idx="78">
                  <c:v>57</c:v>
                </c:pt>
                <c:pt idx="79">
                  <c:v>108</c:v>
                </c:pt>
                <c:pt idx="80">
                  <c:v>49</c:v>
                </c:pt>
                <c:pt idx="81">
                  <c:v>154</c:v>
                </c:pt>
                <c:pt idx="82">
                  <c:v>124</c:v>
                </c:pt>
                <c:pt idx="83">
                  <c:v>154</c:v>
                </c:pt>
                <c:pt idx="84">
                  <c:v>100</c:v>
                </c:pt>
                <c:pt idx="85">
                  <c:v>116</c:v>
                </c:pt>
                <c:pt idx="86">
                  <c:v>111</c:v>
                </c:pt>
                <c:pt idx="87">
                  <c:v>152</c:v>
                </c:pt>
                <c:pt idx="88">
                  <c:v>92</c:v>
                </c:pt>
                <c:pt idx="89">
                  <c:v>104</c:v>
                </c:pt>
                <c:pt idx="90">
                  <c:v>154</c:v>
                </c:pt>
                <c:pt idx="91">
                  <c:v>107</c:v>
                </c:pt>
                <c:pt idx="92">
                  <c:v>51</c:v>
                </c:pt>
                <c:pt idx="93">
                  <c:v>96</c:v>
                </c:pt>
                <c:pt idx="94">
                  <c:v>101</c:v>
                </c:pt>
                <c:pt idx="95">
                  <c:v>157</c:v>
                </c:pt>
                <c:pt idx="96">
                  <c:v>154</c:v>
                </c:pt>
                <c:pt idx="97">
                  <c:v>148</c:v>
                </c:pt>
                <c:pt idx="98">
                  <c:v>86</c:v>
                </c:pt>
                <c:pt idx="99">
                  <c:v>475</c:v>
                </c:pt>
                <c:pt idx="100">
                  <c:v>224</c:v>
                </c:pt>
                <c:pt idx="101">
                  <c:v>423</c:v>
                </c:pt>
                <c:pt idx="102">
                  <c:v>246</c:v>
                </c:pt>
                <c:pt idx="103">
                  <c:v>200</c:v>
                </c:pt>
                <c:pt idx="104">
                  <c:v>191</c:v>
                </c:pt>
                <c:pt idx="105">
                  <c:v>189</c:v>
                </c:pt>
                <c:pt idx="106">
                  <c:v>162</c:v>
                </c:pt>
                <c:pt idx="107">
                  <c:v>139</c:v>
                </c:pt>
                <c:pt idx="108">
                  <c:v>71</c:v>
                </c:pt>
                <c:pt idx="109">
                  <c:v>96</c:v>
                </c:pt>
                <c:pt idx="110">
                  <c:v>256</c:v>
                </c:pt>
                <c:pt idx="111">
                  <c:v>446</c:v>
                </c:pt>
                <c:pt idx="112">
                  <c:v>728</c:v>
                </c:pt>
                <c:pt idx="113">
                  <c:v>44</c:v>
                </c:pt>
                <c:pt idx="114">
                  <c:v>388</c:v>
                </c:pt>
                <c:pt idx="115">
                  <c:v>173</c:v>
                </c:pt>
                <c:pt idx="116">
                  <c:v>369</c:v>
                </c:pt>
                <c:pt idx="117">
                  <c:v>421</c:v>
                </c:pt>
                <c:pt idx="118">
                  <c:v>117</c:v>
                </c:pt>
                <c:pt idx="119">
                  <c:v>189</c:v>
                </c:pt>
                <c:pt idx="120">
                  <c:v>240</c:v>
                </c:pt>
                <c:pt idx="121">
                  <c:v>111</c:v>
                </c:pt>
                <c:pt idx="122">
                  <c:v>151</c:v>
                </c:pt>
                <c:pt idx="123">
                  <c:v>108</c:v>
                </c:pt>
                <c:pt idx="124">
                  <c:v>187</c:v>
                </c:pt>
                <c:pt idx="125">
                  <c:v>207</c:v>
                </c:pt>
                <c:pt idx="126">
                  <c:v>161</c:v>
                </c:pt>
                <c:pt idx="127">
                  <c:v>135</c:v>
                </c:pt>
                <c:pt idx="128">
                  <c:v>91</c:v>
                </c:pt>
                <c:pt idx="129">
                  <c:v>174</c:v>
                </c:pt>
                <c:pt idx="130">
                  <c:v>58</c:v>
                </c:pt>
                <c:pt idx="131">
                  <c:v>184</c:v>
                </c:pt>
                <c:pt idx="132">
                  <c:v>84</c:v>
                </c:pt>
                <c:pt idx="133">
                  <c:v>46</c:v>
                </c:pt>
                <c:pt idx="134">
                  <c:v>48</c:v>
                </c:pt>
                <c:pt idx="135">
                  <c:v>26</c:v>
                </c:pt>
                <c:pt idx="136">
                  <c:v>30</c:v>
                </c:pt>
                <c:pt idx="137">
                  <c:v>359</c:v>
                </c:pt>
                <c:pt idx="138">
                  <c:v>42</c:v>
                </c:pt>
                <c:pt idx="139">
                  <c:v>143</c:v>
                </c:pt>
                <c:pt idx="140">
                  <c:v>219</c:v>
                </c:pt>
                <c:pt idx="141">
                  <c:v>130</c:v>
                </c:pt>
                <c:pt idx="142">
                  <c:v>199</c:v>
                </c:pt>
                <c:pt idx="143">
                  <c:v>266</c:v>
                </c:pt>
                <c:pt idx="144">
                  <c:v>516</c:v>
                </c:pt>
                <c:pt idx="145">
                  <c:v>234</c:v>
                </c:pt>
                <c:pt idx="146">
                  <c:v>288</c:v>
                </c:pt>
                <c:pt idx="147">
                  <c:v>219</c:v>
                </c:pt>
                <c:pt idx="148">
                  <c:v>221</c:v>
                </c:pt>
                <c:pt idx="149">
                  <c:v>153</c:v>
                </c:pt>
                <c:pt idx="150">
                  <c:v>161</c:v>
                </c:pt>
                <c:pt idx="151">
                  <c:v>290</c:v>
                </c:pt>
                <c:pt idx="152">
                  <c:v>183</c:v>
                </c:pt>
                <c:pt idx="153">
                  <c:v>164</c:v>
                </c:pt>
                <c:pt idx="154">
                  <c:v>124</c:v>
                </c:pt>
                <c:pt idx="155">
                  <c:v>228</c:v>
                </c:pt>
                <c:pt idx="156">
                  <c:v>117</c:v>
                </c:pt>
                <c:pt idx="157">
                  <c:v>28</c:v>
                </c:pt>
                <c:pt idx="158">
                  <c:v>318</c:v>
                </c:pt>
                <c:pt idx="159">
                  <c:v>66</c:v>
                </c:pt>
                <c:pt idx="160">
                  <c:v>171</c:v>
                </c:pt>
                <c:pt idx="161">
                  <c:v>231</c:v>
                </c:pt>
                <c:pt idx="162">
                  <c:v>230</c:v>
                </c:pt>
                <c:pt idx="163">
                  <c:v>198</c:v>
                </c:pt>
                <c:pt idx="164">
                  <c:v>357</c:v>
                </c:pt>
                <c:pt idx="165">
                  <c:v>204</c:v>
                </c:pt>
                <c:pt idx="166">
                  <c:v>131</c:v>
                </c:pt>
                <c:pt idx="167">
                  <c:v>109</c:v>
                </c:pt>
                <c:pt idx="168">
                  <c:v>132</c:v>
                </c:pt>
                <c:pt idx="169">
                  <c:v>108</c:v>
                </c:pt>
                <c:pt idx="170">
                  <c:v>59</c:v>
                </c:pt>
                <c:pt idx="171">
                  <c:v>153</c:v>
                </c:pt>
                <c:pt idx="172">
                  <c:v>135</c:v>
                </c:pt>
                <c:pt idx="173">
                  <c:v>365</c:v>
                </c:pt>
                <c:pt idx="174">
                  <c:v>350</c:v>
                </c:pt>
                <c:pt idx="175">
                  <c:v>223</c:v>
                </c:pt>
                <c:pt idx="176">
                  <c:v>256</c:v>
                </c:pt>
                <c:pt idx="177">
                  <c:v>214</c:v>
                </c:pt>
                <c:pt idx="178">
                  <c:v>200</c:v>
                </c:pt>
                <c:pt idx="179">
                  <c:v>435</c:v>
                </c:pt>
                <c:pt idx="180">
                  <c:v>170</c:v>
                </c:pt>
                <c:pt idx="181">
                  <c:v>195</c:v>
                </c:pt>
                <c:pt idx="182">
                  <c:v>144</c:v>
                </c:pt>
                <c:pt idx="183">
                  <c:v>83</c:v>
                </c:pt>
                <c:pt idx="184">
                  <c:v>232</c:v>
                </c:pt>
                <c:pt idx="185">
                  <c:v>123</c:v>
                </c:pt>
                <c:pt idx="186">
                  <c:v>123</c:v>
                </c:pt>
                <c:pt idx="187">
                  <c:v>99</c:v>
                </c:pt>
                <c:pt idx="188">
                  <c:v>51</c:v>
                </c:pt>
                <c:pt idx="189">
                  <c:v>231</c:v>
                </c:pt>
                <c:pt idx="190">
                  <c:v>210</c:v>
                </c:pt>
                <c:pt idx="191">
                  <c:v>269</c:v>
                </c:pt>
                <c:pt idx="192">
                  <c:v>169</c:v>
                </c:pt>
                <c:pt idx="193">
                  <c:v>105</c:v>
                </c:pt>
                <c:pt idx="194">
                  <c:v>136</c:v>
                </c:pt>
                <c:pt idx="195">
                  <c:v>60</c:v>
                </c:pt>
                <c:pt idx="196">
                  <c:v>284</c:v>
                </c:pt>
                <c:pt idx="197">
                  <c:v>157</c:v>
                </c:pt>
                <c:pt idx="198">
                  <c:v>128</c:v>
                </c:pt>
                <c:pt idx="199">
                  <c:v>189</c:v>
                </c:pt>
                <c:pt idx="200">
                  <c:v>78</c:v>
                </c:pt>
                <c:pt idx="201">
                  <c:v>183</c:v>
                </c:pt>
                <c:pt idx="202">
                  <c:v>104</c:v>
                </c:pt>
                <c:pt idx="203">
                  <c:v>107</c:v>
                </c:pt>
                <c:pt idx="204">
                  <c:v>60</c:v>
                </c:pt>
                <c:pt idx="205">
                  <c:v>406</c:v>
                </c:pt>
                <c:pt idx="206">
                  <c:v>117</c:v>
                </c:pt>
                <c:pt idx="207">
                  <c:v>645</c:v>
                </c:pt>
                <c:pt idx="208">
                  <c:v>120</c:v>
                </c:pt>
                <c:pt idx="209">
                  <c:v>84</c:v>
                </c:pt>
                <c:pt idx="210">
                  <c:v>70</c:v>
                </c:pt>
                <c:pt idx="211">
                  <c:v>153</c:v>
                </c:pt>
                <c:pt idx="212">
                  <c:v>112</c:v>
                </c:pt>
                <c:pt idx="213">
                  <c:v>66</c:v>
                </c:pt>
                <c:pt idx="214">
                  <c:v>25</c:v>
                </c:pt>
                <c:pt idx="215">
                  <c:v>25</c:v>
                </c:pt>
                <c:pt idx="216">
                  <c:v>134</c:v>
                </c:pt>
                <c:pt idx="217">
                  <c:v>106</c:v>
                </c:pt>
                <c:pt idx="218">
                  <c:v>167</c:v>
                </c:pt>
                <c:pt idx="219">
                  <c:v>144</c:v>
                </c:pt>
                <c:pt idx="220">
                  <c:v>59</c:v>
                </c:pt>
                <c:pt idx="221">
                  <c:v>144</c:v>
                </c:pt>
                <c:pt idx="222">
                  <c:v>82</c:v>
                </c:pt>
                <c:pt idx="223">
                  <c:v>234</c:v>
                </c:pt>
                <c:pt idx="224">
                  <c:v>152</c:v>
                </c:pt>
                <c:pt idx="225">
                  <c:v>169</c:v>
                </c:pt>
                <c:pt idx="226">
                  <c:v>192</c:v>
                </c:pt>
                <c:pt idx="227">
                  <c:v>24</c:v>
                </c:pt>
                <c:pt idx="228">
                  <c:v>247</c:v>
                </c:pt>
                <c:pt idx="229">
                  <c:v>164</c:v>
                </c:pt>
                <c:pt idx="230">
                  <c:v>131</c:v>
                </c:pt>
                <c:pt idx="231">
                  <c:v>160</c:v>
                </c:pt>
                <c:pt idx="232">
                  <c:v>154</c:v>
                </c:pt>
                <c:pt idx="233">
                  <c:v>256</c:v>
                </c:pt>
                <c:pt idx="234">
                  <c:v>45</c:v>
                </c:pt>
                <c:pt idx="235">
                  <c:v>25</c:v>
                </c:pt>
                <c:pt idx="236">
                  <c:v>55</c:v>
                </c:pt>
                <c:pt idx="237">
                  <c:v>25</c:v>
                </c:pt>
                <c:pt idx="238">
                  <c:v>26</c:v>
                </c:pt>
                <c:pt idx="239">
                  <c:v>133</c:v>
                </c:pt>
                <c:pt idx="240">
                  <c:v>249</c:v>
                </c:pt>
                <c:pt idx="241">
                  <c:v>158</c:v>
                </c:pt>
                <c:pt idx="242">
                  <c:v>245</c:v>
                </c:pt>
                <c:pt idx="243">
                  <c:v>316</c:v>
                </c:pt>
                <c:pt idx="244">
                  <c:v>171</c:v>
                </c:pt>
                <c:pt idx="245">
                  <c:v>116</c:v>
                </c:pt>
                <c:pt idx="246">
                  <c:v>191</c:v>
                </c:pt>
                <c:pt idx="247">
                  <c:v>154</c:v>
                </c:pt>
                <c:pt idx="248">
                  <c:v>127</c:v>
                </c:pt>
                <c:pt idx="249">
                  <c:v>94</c:v>
                </c:pt>
                <c:pt idx="250">
                  <c:v>191</c:v>
                </c:pt>
                <c:pt idx="251">
                  <c:v>63</c:v>
                </c:pt>
                <c:pt idx="252">
                  <c:v>26</c:v>
                </c:pt>
                <c:pt idx="253">
                  <c:v>43</c:v>
                </c:pt>
                <c:pt idx="254">
                  <c:v>26</c:v>
                </c:pt>
                <c:pt idx="255">
                  <c:v>163</c:v>
                </c:pt>
                <c:pt idx="256">
                  <c:v>42</c:v>
                </c:pt>
                <c:pt idx="257">
                  <c:v>151</c:v>
                </c:pt>
                <c:pt idx="258">
                  <c:v>199</c:v>
                </c:pt>
                <c:pt idx="259">
                  <c:v>115</c:v>
                </c:pt>
                <c:pt idx="260">
                  <c:v>159</c:v>
                </c:pt>
                <c:pt idx="261">
                  <c:v>153</c:v>
                </c:pt>
                <c:pt idx="262">
                  <c:v>128</c:v>
                </c:pt>
                <c:pt idx="263">
                  <c:v>105</c:v>
                </c:pt>
                <c:pt idx="264">
                  <c:v>171</c:v>
                </c:pt>
                <c:pt idx="265">
                  <c:v>142</c:v>
                </c:pt>
                <c:pt idx="266">
                  <c:v>139</c:v>
                </c:pt>
                <c:pt idx="267">
                  <c:v>154</c:v>
                </c:pt>
                <c:pt idx="268">
                  <c:v>217</c:v>
                </c:pt>
                <c:pt idx="269">
                  <c:v>26</c:v>
                </c:pt>
                <c:pt idx="270">
                  <c:v>28</c:v>
                </c:pt>
                <c:pt idx="271">
                  <c:v>23</c:v>
                </c:pt>
                <c:pt idx="272">
                  <c:v>42</c:v>
                </c:pt>
                <c:pt idx="273">
                  <c:v>34</c:v>
                </c:pt>
                <c:pt idx="274">
                  <c:v>144</c:v>
                </c:pt>
                <c:pt idx="275">
                  <c:v>146</c:v>
                </c:pt>
                <c:pt idx="276">
                  <c:v>186</c:v>
                </c:pt>
                <c:pt idx="277">
                  <c:v>175</c:v>
                </c:pt>
                <c:pt idx="278">
                  <c:v>149</c:v>
                </c:pt>
                <c:pt idx="279">
                  <c:v>164</c:v>
                </c:pt>
                <c:pt idx="280">
                  <c:v>115</c:v>
                </c:pt>
                <c:pt idx="281">
                  <c:v>60</c:v>
                </c:pt>
                <c:pt idx="282">
                  <c:v>175</c:v>
                </c:pt>
                <c:pt idx="283">
                  <c:v>194</c:v>
                </c:pt>
                <c:pt idx="284">
                  <c:v>135</c:v>
                </c:pt>
                <c:pt idx="285">
                  <c:v>70</c:v>
                </c:pt>
                <c:pt idx="286">
                  <c:v>132</c:v>
                </c:pt>
                <c:pt idx="287">
                  <c:v>65</c:v>
                </c:pt>
                <c:pt idx="288">
                  <c:v>49</c:v>
                </c:pt>
                <c:pt idx="289">
                  <c:v>107</c:v>
                </c:pt>
                <c:pt idx="290">
                  <c:v>28</c:v>
                </c:pt>
                <c:pt idx="291">
                  <c:v>38</c:v>
                </c:pt>
                <c:pt idx="292">
                  <c:v>125</c:v>
                </c:pt>
                <c:pt idx="293">
                  <c:v>269</c:v>
                </c:pt>
                <c:pt idx="294">
                  <c:v>243</c:v>
                </c:pt>
                <c:pt idx="295">
                  <c:v>148</c:v>
                </c:pt>
                <c:pt idx="296">
                  <c:v>153</c:v>
                </c:pt>
                <c:pt idx="297">
                  <c:v>149</c:v>
                </c:pt>
                <c:pt idx="298">
                  <c:v>215</c:v>
                </c:pt>
                <c:pt idx="299">
                  <c:v>193</c:v>
                </c:pt>
                <c:pt idx="300">
                  <c:v>156</c:v>
                </c:pt>
                <c:pt idx="301">
                  <c:v>170</c:v>
                </c:pt>
                <c:pt idx="302">
                  <c:v>212</c:v>
                </c:pt>
                <c:pt idx="303">
                  <c:v>26</c:v>
                </c:pt>
                <c:pt idx="304">
                  <c:v>25</c:v>
                </c:pt>
                <c:pt idx="305">
                  <c:v>25</c:v>
                </c:pt>
                <c:pt idx="306">
                  <c:v>29</c:v>
                </c:pt>
                <c:pt idx="307">
                  <c:v>26</c:v>
                </c:pt>
                <c:pt idx="308">
                  <c:v>155</c:v>
                </c:pt>
                <c:pt idx="309">
                  <c:v>144</c:v>
                </c:pt>
                <c:pt idx="310">
                  <c:v>183</c:v>
                </c:pt>
                <c:pt idx="311">
                  <c:v>143</c:v>
                </c:pt>
                <c:pt idx="312">
                  <c:v>269</c:v>
                </c:pt>
                <c:pt idx="313">
                  <c:v>183</c:v>
                </c:pt>
                <c:pt idx="314">
                  <c:v>154</c:v>
                </c:pt>
                <c:pt idx="315">
                  <c:v>162</c:v>
                </c:pt>
                <c:pt idx="316">
                  <c:v>175</c:v>
                </c:pt>
                <c:pt idx="317">
                  <c:v>201</c:v>
                </c:pt>
                <c:pt idx="318">
                  <c:v>32</c:v>
                </c:pt>
                <c:pt idx="319">
                  <c:v>26</c:v>
                </c:pt>
                <c:pt idx="320">
                  <c:v>26</c:v>
                </c:pt>
                <c:pt idx="321">
                  <c:v>25</c:v>
                </c:pt>
                <c:pt idx="322">
                  <c:v>46</c:v>
                </c:pt>
                <c:pt idx="323">
                  <c:v>166</c:v>
                </c:pt>
                <c:pt idx="324">
                  <c:v>260</c:v>
                </c:pt>
                <c:pt idx="325">
                  <c:v>141</c:v>
                </c:pt>
                <c:pt idx="326">
                  <c:v>212</c:v>
                </c:pt>
                <c:pt idx="327">
                  <c:v>191</c:v>
                </c:pt>
                <c:pt idx="328">
                  <c:v>130</c:v>
                </c:pt>
                <c:pt idx="329">
                  <c:v>141</c:v>
                </c:pt>
                <c:pt idx="330">
                  <c:v>187</c:v>
                </c:pt>
                <c:pt idx="331">
                  <c:v>165</c:v>
                </c:pt>
                <c:pt idx="332">
                  <c:v>165</c:v>
                </c:pt>
                <c:pt idx="333">
                  <c:v>124</c:v>
                </c:pt>
                <c:pt idx="334">
                  <c:v>344</c:v>
                </c:pt>
                <c:pt idx="335">
                  <c:v>248</c:v>
                </c:pt>
                <c:pt idx="336">
                  <c:v>75</c:v>
                </c:pt>
                <c:pt idx="337">
                  <c:v>108</c:v>
                </c:pt>
                <c:pt idx="338">
                  <c:v>49</c:v>
                </c:pt>
                <c:pt idx="339">
                  <c:v>59</c:v>
                </c:pt>
                <c:pt idx="340">
                  <c:v>75</c:v>
                </c:pt>
                <c:pt idx="341">
                  <c:v>29</c:v>
                </c:pt>
                <c:pt idx="342">
                  <c:v>359</c:v>
                </c:pt>
                <c:pt idx="343">
                  <c:v>119</c:v>
                </c:pt>
                <c:pt idx="344">
                  <c:v>148</c:v>
                </c:pt>
                <c:pt idx="345">
                  <c:v>170</c:v>
                </c:pt>
                <c:pt idx="346">
                  <c:v>184</c:v>
                </c:pt>
                <c:pt idx="347">
                  <c:v>216</c:v>
                </c:pt>
                <c:pt idx="348">
                  <c:v>145</c:v>
                </c:pt>
                <c:pt idx="349">
                  <c:v>144</c:v>
                </c:pt>
                <c:pt idx="350">
                  <c:v>154</c:v>
                </c:pt>
                <c:pt idx="351">
                  <c:v>205</c:v>
                </c:pt>
                <c:pt idx="352">
                  <c:v>142</c:v>
                </c:pt>
                <c:pt idx="353">
                  <c:v>179</c:v>
                </c:pt>
                <c:pt idx="354">
                  <c:v>288</c:v>
                </c:pt>
                <c:pt idx="355">
                  <c:v>263</c:v>
                </c:pt>
                <c:pt idx="356">
                  <c:v>74</c:v>
                </c:pt>
                <c:pt idx="357">
                  <c:v>39</c:v>
                </c:pt>
                <c:pt idx="358">
                  <c:v>171</c:v>
                </c:pt>
                <c:pt idx="359">
                  <c:v>131</c:v>
                </c:pt>
                <c:pt idx="360">
                  <c:v>168</c:v>
                </c:pt>
                <c:pt idx="361">
                  <c:v>182</c:v>
                </c:pt>
                <c:pt idx="362">
                  <c:v>144</c:v>
                </c:pt>
                <c:pt idx="363">
                  <c:v>131</c:v>
                </c:pt>
                <c:pt idx="364">
                  <c:v>145</c:v>
                </c:pt>
                <c:pt idx="365">
                  <c:v>26</c:v>
                </c:pt>
                <c:pt idx="366">
                  <c:v>25</c:v>
                </c:pt>
                <c:pt idx="367">
                  <c:v>29</c:v>
                </c:pt>
                <c:pt idx="368">
                  <c:v>85</c:v>
                </c:pt>
                <c:pt idx="369">
                  <c:v>286</c:v>
                </c:pt>
                <c:pt idx="370">
                  <c:v>162</c:v>
                </c:pt>
                <c:pt idx="371">
                  <c:v>172</c:v>
                </c:pt>
                <c:pt idx="372">
                  <c:v>170</c:v>
                </c:pt>
                <c:pt idx="373">
                  <c:v>117</c:v>
                </c:pt>
                <c:pt idx="374">
                  <c:v>156</c:v>
                </c:pt>
                <c:pt idx="375">
                  <c:v>166</c:v>
                </c:pt>
                <c:pt idx="376">
                  <c:v>275</c:v>
                </c:pt>
                <c:pt idx="377">
                  <c:v>100</c:v>
                </c:pt>
                <c:pt idx="378">
                  <c:v>29</c:v>
                </c:pt>
                <c:pt idx="379">
                  <c:v>26</c:v>
                </c:pt>
                <c:pt idx="380">
                  <c:v>124</c:v>
                </c:pt>
                <c:pt idx="381">
                  <c:v>85</c:v>
                </c:pt>
                <c:pt idx="382">
                  <c:v>206</c:v>
                </c:pt>
                <c:pt idx="383">
                  <c:v>209</c:v>
                </c:pt>
                <c:pt idx="384">
                  <c:v>177</c:v>
                </c:pt>
                <c:pt idx="385">
                  <c:v>162</c:v>
                </c:pt>
                <c:pt idx="386">
                  <c:v>247</c:v>
                </c:pt>
                <c:pt idx="387">
                  <c:v>216</c:v>
                </c:pt>
                <c:pt idx="388">
                  <c:v>173</c:v>
                </c:pt>
                <c:pt idx="389">
                  <c:v>130</c:v>
                </c:pt>
                <c:pt idx="390">
                  <c:v>290</c:v>
                </c:pt>
                <c:pt idx="391">
                  <c:v>70</c:v>
                </c:pt>
                <c:pt idx="392">
                  <c:v>205</c:v>
                </c:pt>
                <c:pt idx="393">
                  <c:v>238</c:v>
                </c:pt>
                <c:pt idx="394">
                  <c:v>26</c:v>
                </c:pt>
                <c:pt idx="395">
                  <c:v>27</c:v>
                </c:pt>
                <c:pt idx="396">
                  <c:v>607</c:v>
                </c:pt>
                <c:pt idx="397">
                  <c:v>559</c:v>
                </c:pt>
                <c:pt idx="398">
                  <c:v>116</c:v>
                </c:pt>
                <c:pt idx="399">
                  <c:v>431</c:v>
                </c:pt>
                <c:pt idx="400">
                  <c:v>195</c:v>
                </c:pt>
                <c:pt idx="401">
                  <c:v>203</c:v>
                </c:pt>
                <c:pt idx="402">
                  <c:v>130</c:v>
                </c:pt>
                <c:pt idx="403">
                  <c:v>134</c:v>
                </c:pt>
                <c:pt idx="404">
                  <c:v>230</c:v>
                </c:pt>
                <c:pt idx="405">
                  <c:v>282</c:v>
                </c:pt>
                <c:pt idx="406">
                  <c:v>198</c:v>
                </c:pt>
                <c:pt idx="407">
                  <c:v>89</c:v>
                </c:pt>
                <c:pt idx="408">
                  <c:v>158</c:v>
                </c:pt>
                <c:pt idx="409">
                  <c:v>257</c:v>
                </c:pt>
                <c:pt idx="410">
                  <c:v>203</c:v>
                </c:pt>
                <c:pt idx="411">
                  <c:v>262</c:v>
                </c:pt>
                <c:pt idx="412">
                  <c:v>36</c:v>
                </c:pt>
                <c:pt idx="413">
                  <c:v>58</c:v>
                </c:pt>
                <c:pt idx="414">
                  <c:v>310</c:v>
                </c:pt>
                <c:pt idx="415">
                  <c:v>24</c:v>
                </c:pt>
                <c:pt idx="416">
                  <c:v>454</c:v>
                </c:pt>
                <c:pt idx="417">
                  <c:v>220</c:v>
                </c:pt>
                <c:pt idx="418">
                  <c:v>179</c:v>
                </c:pt>
                <c:pt idx="419">
                  <c:v>214</c:v>
                </c:pt>
                <c:pt idx="420">
                  <c:v>265</c:v>
                </c:pt>
                <c:pt idx="421">
                  <c:v>77</c:v>
                </c:pt>
                <c:pt idx="422">
                  <c:v>121</c:v>
                </c:pt>
                <c:pt idx="423">
                  <c:v>95</c:v>
                </c:pt>
                <c:pt idx="424">
                  <c:v>216</c:v>
                </c:pt>
                <c:pt idx="425">
                  <c:v>71</c:v>
                </c:pt>
                <c:pt idx="426">
                  <c:v>94</c:v>
                </c:pt>
                <c:pt idx="427">
                  <c:v>67</c:v>
                </c:pt>
                <c:pt idx="428">
                  <c:v>196</c:v>
                </c:pt>
                <c:pt idx="429">
                  <c:v>34</c:v>
                </c:pt>
                <c:pt idx="430">
                  <c:v>62</c:v>
                </c:pt>
                <c:pt idx="431">
                  <c:v>337</c:v>
                </c:pt>
                <c:pt idx="432">
                  <c:v>78</c:v>
                </c:pt>
                <c:pt idx="433">
                  <c:v>386</c:v>
                </c:pt>
                <c:pt idx="434">
                  <c:v>219</c:v>
                </c:pt>
                <c:pt idx="435">
                  <c:v>146</c:v>
                </c:pt>
                <c:pt idx="436">
                  <c:v>229</c:v>
                </c:pt>
                <c:pt idx="437">
                  <c:v>153</c:v>
                </c:pt>
                <c:pt idx="438">
                  <c:v>275</c:v>
                </c:pt>
                <c:pt idx="439">
                  <c:v>71</c:v>
                </c:pt>
                <c:pt idx="440">
                  <c:v>322</c:v>
                </c:pt>
                <c:pt idx="441">
                  <c:v>201</c:v>
                </c:pt>
                <c:pt idx="442">
                  <c:v>182</c:v>
                </c:pt>
                <c:pt idx="443">
                  <c:v>106</c:v>
                </c:pt>
                <c:pt idx="444">
                  <c:v>282</c:v>
                </c:pt>
                <c:pt idx="445">
                  <c:v>106</c:v>
                </c:pt>
                <c:pt idx="446">
                  <c:v>211</c:v>
                </c:pt>
                <c:pt idx="447">
                  <c:v>254</c:v>
                </c:pt>
                <c:pt idx="448">
                  <c:v>45</c:v>
                </c:pt>
                <c:pt idx="449">
                  <c:v>412</c:v>
                </c:pt>
                <c:pt idx="450">
                  <c:v>118</c:v>
                </c:pt>
                <c:pt idx="451">
                  <c:v>254</c:v>
                </c:pt>
                <c:pt idx="452">
                  <c:v>42</c:v>
                </c:pt>
                <c:pt idx="453">
                  <c:v>147</c:v>
                </c:pt>
                <c:pt idx="454">
                  <c:v>71</c:v>
                </c:pt>
                <c:pt idx="455">
                  <c:v>93</c:v>
                </c:pt>
                <c:pt idx="456">
                  <c:v>163</c:v>
                </c:pt>
                <c:pt idx="457">
                  <c:v>119</c:v>
                </c:pt>
                <c:pt idx="458">
                  <c:v>165</c:v>
                </c:pt>
                <c:pt idx="459">
                  <c:v>163</c:v>
                </c:pt>
                <c:pt idx="460">
                  <c:v>144</c:v>
                </c:pt>
                <c:pt idx="461">
                  <c:v>140</c:v>
                </c:pt>
                <c:pt idx="462">
                  <c:v>151</c:v>
                </c:pt>
                <c:pt idx="463">
                  <c:v>69</c:v>
                </c:pt>
                <c:pt idx="464">
                  <c:v>145</c:v>
                </c:pt>
                <c:pt idx="465">
                  <c:v>26</c:v>
                </c:pt>
                <c:pt idx="466">
                  <c:v>255</c:v>
                </c:pt>
                <c:pt idx="467">
                  <c:v>719</c:v>
                </c:pt>
                <c:pt idx="468">
                  <c:v>25</c:v>
                </c:pt>
                <c:pt idx="469">
                  <c:v>45</c:v>
                </c:pt>
                <c:pt idx="470">
                  <c:v>194</c:v>
                </c:pt>
                <c:pt idx="471">
                  <c:v>276</c:v>
                </c:pt>
                <c:pt idx="472">
                  <c:v>146</c:v>
                </c:pt>
                <c:pt idx="473">
                  <c:v>216</c:v>
                </c:pt>
                <c:pt idx="474">
                  <c:v>138</c:v>
                </c:pt>
                <c:pt idx="475">
                  <c:v>72</c:v>
                </c:pt>
                <c:pt idx="476">
                  <c:v>166</c:v>
                </c:pt>
                <c:pt idx="477">
                  <c:v>128</c:v>
                </c:pt>
                <c:pt idx="478">
                  <c:v>229</c:v>
                </c:pt>
                <c:pt idx="479">
                  <c:v>107</c:v>
                </c:pt>
                <c:pt idx="480">
                  <c:v>96</c:v>
                </c:pt>
                <c:pt idx="481">
                  <c:v>211</c:v>
                </c:pt>
                <c:pt idx="482">
                  <c:v>72</c:v>
                </c:pt>
                <c:pt idx="483">
                  <c:v>206</c:v>
                </c:pt>
                <c:pt idx="484">
                  <c:v>25</c:v>
                </c:pt>
                <c:pt idx="485">
                  <c:v>680</c:v>
                </c:pt>
                <c:pt idx="486">
                  <c:v>181</c:v>
                </c:pt>
                <c:pt idx="487">
                  <c:v>604</c:v>
                </c:pt>
                <c:pt idx="488">
                  <c:v>291</c:v>
                </c:pt>
                <c:pt idx="489">
                  <c:v>72</c:v>
                </c:pt>
                <c:pt idx="490">
                  <c:v>140</c:v>
                </c:pt>
                <c:pt idx="491">
                  <c:v>161</c:v>
                </c:pt>
                <c:pt idx="492">
                  <c:v>65</c:v>
                </c:pt>
                <c:pt idx="493">
                  <c:v>290</c:v>
                </c:pt>
                <c:pt idx="494">
                  <c:v>248</c:v>
                </c:pt>
                <c:pt idx="495">
                  <c:v>270</c:v>
                </c:pt>
                <c:pt idx="496">
                  <c:v>246</c:v>
                </c:pt>
                <c:pt idx="497">
                  <c:v>260</c:v>
                </c:pt>
                <c:pt idx="498">
                  <c:v>245</c:v>
                </c:pt>
                <c:pt idx="499">
                  <c:v>308</c:v>
                </c:pt>
                <c:pt idx="500">
                  <c:v>212</c:v>
                </c:pt>
                <c:pt idx="501">
                  <c:v>335</c:v>
                </c:pt>
                <c:pt idx="502">
                  <c:v>184</c:v>
                </c:pt>
                <c:pt idx="503">
                  <c:v>374</c:v>
                </c:pt>
                <c:pt idx="504">
                  <c:v>352</c:v>
                </c:pt>
                <c:pt idx="505">
                  <c:v>24</c:v>
                </c:pt>
                <c:pt idx="506">
                  <c:v>414</c:v>
                </c:pt>
                <c:pt idx="507">
                  <c:v>85</c:v>
                </c:pt>
                <c:pt idx="508">
                  <c:v>551</c:v>
                </c:pt>
                <c:pt idx="509">
                  <c:v>511</c:v>
                </c:pt>
                <c:pt idx="510">
                  <c:v>212</c:v>
                </c:pt>
                <c:pt idx="511">
                  <c:v>231</c:v>
                </c:pt>
                <c:pt idx="512">
                  <c:v>239</c:v>
                </c:pt>
                <c:pt idx="513">
                  <c:v>200</c:v>
                </c:pt>
                <c:pt idx="514">
                  <c:v>140</c:v>
                </c:pt>
                <c:pt idx="515">
                  <c:v>194</c:v>
                </c:pt>
                <c:pt idx="516">
                  <c:v>132</c:v>
                </c:pt>
                <c:pt idx="517">
                  <c:v>417</c:v>
                </c:pt>
                <c:pt idx="518">
                  <c:v>205</c:v>
                </c:pt>
                <c:pt idx="519">
                  <c:v>101</c:v>
                </c:pt>
                <c:pt idx="520">
                  <c:v>44</c:v>
                </c:pt>
                <c:pt idx="521">
                  <c:v>730</c:v>
                </c:pt>
                <c:pt idx="522">
                  <c:v>243</c:v>
                </c:pt>
                <c:pt idx="523">
                  <c:v>76</c:v>
                </c:pt>
                <c:pt idx="524">
                  <c:v>25</c:v>
                </c:pt>
                <c:pt idx="525">
                  <c:v>294</c:v>
                </c:pt>
                <c:pt idx="526">
                  <c:v>266</c:v>
                </c:pt>
                <c:pt idx="527">
                  <c:v>204</c:v>
                </c:pt>
                <c:pt idx="528">
                  <c:v>244</c:v>
                </c:pt>
                <c:pt idx="529">
                  <c:v>163</c:v>
                </c:pt>
                <c:pt idx="530">
                  <c:v>180</c:v>
                </c:pt>
                <c:pt idx="531">
                  <c:v>123</c:v>
                </c:pt>
                <c:pt idx="532">
                  <c:v>170</c:v>
                </c:pt>
                <c:pt idx="533">
                  <c:v>306</c:v>
                </c:pt>
                <c:pt idx="534">
                  <c:v>128</c:v>
                </c:pt>
                <c:pt idx="535">
                  <c:v>181</c:v>
                </c:pt>
                <c:pt idx="536">
                  <c:v>127</c:v>
                </c:pt>
                <c:pt idx="537">
                  <c:v>193</c:v>
                </c:pt>
                <c:pt idx="538">
                  <c:v>46</c:v>
                </c:pt>
                <c:pt idx="539">
                  <c:v>157</c:v>
                </c:pt>
                <c:pt idx="540">
                  <c:v>264</c:v>
                </c:pt>
                <c:pt idx="541">
                  <c:v>103</c:v>
                </c:pt>
                <c:pt idx="542">
                  <c:v>134</c:v>
                </c:pt>
                <c:pt idx="543">
                  <c:v>283</c:v>
                </c:pt>
                <c:pt idx="544">
                  <c:v>397</c:v>
                </c:pt>
                <c:pt idx="545">
                  <c:v>108</c:v>
                </c:pt>
                <c:pt idx="546">
                  <c:v>179</c:v>
                </c:pt>
                <c:pt idx="547">
                  <c:v>121</c:v>
                </c:pt>
                <c:pt idx="548">
                  <c:v>497</c:v>
                </c:pt>
                <c:pt idx="549">
                  <c:v>182</c:v>
                </c:pt>
                <c:pt idx="550">
                  <c:v>167</c:v>
                </c:pt>
                <c:pt idx="551">
                  <c:v>70</c:v>
                </c:pt>
                <c:pt idx="552">
                  <c:v>123</c:v>
                </c:pt>
                <c:pt idx="553">
                  <c:v>112</c:v>
                </c:pt>
                <c:pt idx="554">
                  <c:v>202</c:v>
                </c:pt>
                <c:pt idx="555">
                  <c:v>36</c:v>
                </c:pt>
                <c:pt idx="556">
                  <c:v>77</c:v>
                </c:pt>
                <c:pt idx="557">
                  <c:v>36</c:v>
                </c:pt>
                <c:pt idx="558">
                  <c:v>103</c:v>
                </c:pt>
                <c:pt idx="559">
                  <c:v>247</c:v>
                </c:pt>
                <c:pt idx="560">
                  <c:v>176</c:v>
                </c:pt>
                <c:pt idx="561">
                  <c:v>109</c:v>
                </c:pt>
                <c:pt idx="562">
                  <c:v>134</c:v>
                </c:pt>
                <c:pt idx="563">
                  <c:v>159</c:v>
                </c:pt>
                <c:pt idx="564">
                  <c:v>127</c:v>
                </c:pt>
                <c:pt idx="565">
                  <c:v>58</c:v>
                </c:pt>
                <c:pt idx="566">
                  <c:v>160</c:v>
                </c:pt>
                <c:pt idx="567">
                  <c:v>150</c:v>
                </c:pt>
                <c:pt idx="568">
                  <c:v>257</c:v>
                </c:pt>
                <c:pt idx="569">
                  <c:v>157</c:v>
                </c:pt>
                <c:pt idx="570">
                  <c:v>36</c:v>
                </c:pt>
                <c:pt idx="571">
                  <c:v>26</c:v>
                </c:pt>
                <c:pt idx="572">
                  <c:v>25</c:v>
                </c:pt>
                <c:pt idx="573">
                  <c:v>28</c:v>
                </c:pt>
                <c:pt idx="574">
                  <c:v>25</c:v>
                </c:pt>
                <c:pt idx="575">
                  <c:v>412</c:v>
                </c:pt>
                <c:pt idx="576">
                  <c:v>131</c:v>
                </c:pt>
                <c:pt idx="577">
                  <c:v>133</c:v>
                </c:pt>
                <c:pt idx="578">
                  <c:v>239</c:v>
                </c:pt>
                <c:pt idx="579">
                  <c:v>173</c:v>
                </c:pt>
                <c:pt idx="580">
                  <c:v>152</c:v>
                </c:pt>
                <c:pt idx="581">
                  <c:v>170</c:v>
                </c:pt>
                <c:pt idx="582">
                  <c:v>112</c:v>
                </c:pt>
                <c:pt idx="583">
                  <c:v>170</c:v>
                </c:pt>
                <c:pt idx="584">
                  <c:v>94</c:v>
                </c:pt>
                <c:pt idx="585">
                  <c:v>296</c:v>
                </c:pt>
                <c:pt idx="586">
                  <c:v>221</c:v>
                </c:pt>
                <c:pt idx="587">
                  <c:v>46</c:v>
                </c:pt>
                <c:pt idx="588">
                  <c:v>51</c:v>
                </c:pt>
                <c:pt idx="589">
                  <c:v>26</c:v>
                </c:pt>
                <c:pt idx="590">
                  <c:v>25</c:v>
                </c:pt>
                <c:pt idx="591">
                  <c:v>25</c:v>
                </c:pt>
                <c:pt idx="592">
                  <c:v>34</c:v>
                </c:pt>
                <c:pt idx="593">
                  <c:v>157</c:v>
                </c:pt>
                <c:pt idx="594">
                  <c:v>133</c:v>
                </c:pt>
                <c:pt idx="595">
                  <c:v>154</c:v>
                </c:pt>
                <c:pt idx="596">
                  <c:v>142</c:v>
                </c:pt>
                <c:pt idx="597">
                  <c:v>172</c:v>
                </c:pt>
                <c:pt idx="598">
                  <c:v>105</c:v>
                </c:pt>
                <c:pt idx="599">
                  <c:v>127</c:v>
                </c:pt>
                <c:pt idx="600">
                  <c:v>129</c:v>
                </c:pt>
                <c:pt idx="601">
                  <c:v>163</c:v>
                </c:pt>
                <c:pt idx="602">
                  <c:v>113</c:v>
                </c:pt>
                <c:pt idx="603">
                  <c:v>211</c:v>
                </c:pt>
                <c:pt idx="604">
                  <c:v>191</c:v>
                </c:pt>
                <c:pt idx="605">
                  <c:v>74</c:v>
                </c:pt>
                <c:pt idx="606">
                  <c:v>267</c:v>
                </c:pt>
                <c:pt idx="607">
                  <c:v>61</c:v>
                </c:pt>
                <c:pt idx="608">
                  <c:v>47</c:v>
                </c:pt>
                <c:pt idx="609">
                  <c:v>30</c:v>
                </c:pt>
                <c:pt idx="610">
                  <c:v>122</c:v>
                </c:pt>
                <c:pt idx="611">
                  <c:v>42</c:v>
                </c:pt>
                <c:pt idx="612">
                  <c:v>133</c:v>
                </c:pt>
                <c:pt idx="613">
                  <c:v>176</c:v>
                </c:pt>
                <c:pt idx="614">
                  <c:v>281</c:v>
                </c:pt>
                <c:pt idx="615">
                  <c:v>212</c:v>
                </c:pt>
                <c:pt idx="616">
                  <c:v>186</c:v>
                </c:pt>
                <c:pt idx="617">
                  <c:v>155</c:v>
                </c:pt>
                <c:pt idx="618">
                  <c:v>150</c:v>
                </c:pt>
                <c:pt idx="619">
                  <c:v>107</c:v>
                </c:pt>
                <c:pt idx="620">
                  <c:v>212</c:v>
                </c:pt>
                <c:pt idx="621">
                  <c:v>86</c:v>
                </c:pt>
                <c:pt idx="622">
                  <c:v>191</c:v>
                </c:pt>
                <c:pt idx="623">
                  <c:v>71</c:v>
                </c:pt>
                <c:pt idx="624">
                  <c:v>26</c:v>
                </c:pt>
                <c:pt idx="625">
                  <c:v>46</c:v>
                </c:pt>
                <c:pt idx="626">
                  <c:v>498</c:v>
                </c:pt>
                <c:pt idx="627">
                  <c:v>25</c:v>
                </c:pt>
                <c:pt idx="628">
                  <c:v>72</c:v>
                </c:pt>
                <c:pt idx="629">
                  <c:v>246</c:v>
                </c:pt>
                <c:pt idx="630">
                  <c:v>166</c:v>
                </c:pt>
                <c:pt idx="631">
                  <c:v>213</c:v>
                </c:pt>
                <c:pt idx="632">
                  <c:v>153</c:v>
                </c:pt>
                <c:pt idx="633">
                  <c:v>156</c:v>
                </c:pt>
                <c:pt idx="634">
                  <c:v>120</c:v>
                </c:pt>
                <c:pt idx="635">
                  <c:v>210</c:v>
                </c:pt>
                <c:pt idx="636">
                  <c:v>136</c:v>
                </c:pt>
                <c:pt idx="637">
                  <c:v>233</c:v>
                </c:pt>
                <c:pt idx="638">
                  <c:v>215</c:v>
                </c:pt>
                <c:pt idx="639">
                  <c:v>35</c:v>
                </c:pt>
                <c:pt idx="640">
                  <c:v>67</c:v>
                </c:pt>
                <c:pt idx="641">
                  <c:v>25</c:v>
                </c:pt>
                <c:pt idx="642">
                  <c:v>24</c:v>
                </c:pt>
                <c:pt idx="643">
                  <c:v>51</c:v>
                </c:pt>
                <c:pt idx="644">
                  <c:v>48</c:v>
                </c:pt>
                <c:pt idx="645">
                  <c:v>26</c:v>
                </c:pt>
                <c:pt idx="646">
                  <c:v>137</c:v>
                </c:pt>
                <c:pt idx="647">
                  <c:v>155</c:v>
                </c:pt>
                <c:pt idx="648">
                  <c:v>256</c:v>
                </c:pt>
                <c:pt idx="649">
                  <c:v>191</c:v>
                </c:pt>
                <c:pt idx="650">
                  <c:v>207</c:v>
                </c:pt>
                <c:pt idx="651">
                  <c:v>119</c:v>
                </c:pt>
                <c:pt idx="652">
                  <c:v>153</c:v>
                </c:pt>
                <c:pt idx="653">
                  <c:v>169</c:v>
                </c:pt>
                <c:pt idx="654">
                  <c:v>184</c:v>
                </c:pt>
                <c:pt idx="655">
                  <c:v>162</c:v>
                </c:pt>
                <c:pt idx="656">
                  <c:v>26</c:v>
                </c:pt>
                <c:pt idx="657">
                  <c:v>25</c:v>
                </c:pt>
                <c:pt idx="658">
                  <c:v>25</c:v>
                </c:pt>
                <c:pt idx="659">
                  <c:v>77</c:v>
                </c:pt>
                <c:pt idx="660">
                  <c:v>25</c:v>
                </c:pt>
                <c:pt idx="661">
                  <c:v>293</c:v>
                </c:pt>
                <c:pt idx="662">
                  <c:v>296</c:v>
                </c:pt>
                <c:pt idx="663">
                  <c:v>228</c:v>
                </c:pt>
                <c:pt idx="664">
                  <c:v>219</c:v>
                </c:pt>
                <c:pt idx="665">
                  <c:v>176</c:v>
                </c:pt>
                <c:pt idx="666">
                  <c:v>181</c:v>
                </c:pt>
                <c:pt idx="667">
                  <c:v>193</c:v>
                </c:pt>
                <c:pt idx="668">
                  <c:v>216</c:v>
                </c:pt>
                <c:pt idx="669">
                  <c:v>159</c:v>
                </c:pt>
                <c:pt idx="670">
                  <c:v>207</c:v>
                </c:pt>
                <c:pt idx="671">
                  <c:v>492</c:v>
                </c:pt>
                <c:pt idx="672">
                  <c:v>501</c:v>
                </c:pt>
                <c:pt idx="673">
                  <c:v>59</c:v>
                </c:pt>
                <c:pt idx="674">
                  <c:v>26</c:v>
                </c:pt>
                <c:pt idx="675">
                  <c:v>80</c:v>
                </c:pt>
                <c:pt idx="676">
                  <c:v>105</c:v>
                </c:pt>
                <c:pt idx="677">
                  <c:v>179</c:v>
                </c:pt>
                <c:pt idx="678">
                  <c:v>123</c:v>
                </c:pt>
                <c:pt idx="679">
                  <c:v>190</c:v>
                </c:pt>
                <c:pt idx="680">
                  <c:v>204</c:v>
                </c:pt>
                <c:pt idx="681">
                  <c:v>123</c:v>
                </c:pt>
                <c:pt idx="682">
                  <c:v>77</c:v>
                </c:pt>
                <c:pt idx="683">
                  <c:v>240</c:v>
                </c:pt>
                <c:pt idx="684">
                  <c:v>222</c:v>
                </c:pt>
                <c:pt idx="685">
                  <c:v>121</c:v>
                </c:pt>
                <c:pt idx="686">
                  <c:v>81</c:v>
                </c:pt>
                <c:pt idx="687">
                  <c:v>145</c:v>
                </c:pt>
                <c:pt idx="688">
                  <c:v>207</c:v>
                </c:pt>
                <c:pt idx="689">
                  <c:v>147</c:v>
                </c:pt>
                <c:pt idx="690">
                  <c:v>195</c:v>
                </c:pt>
                <c:pt idx="691">
                  <c:v>71</c:v>
                </c:pt>
                <c:pt idx="692">
                  <c:v>85</c:v>
                </c:pt>
                <c:pt idx="693">
                  <c:v>143</c:v>
                </c:pt>
                <c:pt idx="694">
                  <c:v>420</c:v>
                </c:pt>
                <c:pt idx="695">
                  <c:v>264</c:v>
                </c:pt>
                <c:pt idx="696">
                  <c:v>143</c:v>
                </c:pt>
                <c:pt idx="697">
                  <c:v>151</c:v>
                </c:pt>
                <c:pt idx="698">
                  <c:v>181</c:v>
                </c:pt>
                <c:pt idx="699">
                  <c:v>157</c:v>
                </c:pt>
                <c:pt idx="700">
                  <c:v>196</c:v>
                </c:pt>
                <c:pt idx="701">
                  <c:v>182</c:v>
                </c:pt>
                <c:pt idx="702">
                  <c:v>166</c:v>
                </c:pt>
                <c:pt idx="703">
                  <c:v>136</c:v>
                </c:pt>
                <c:pt idx="704">
                  <c:v>165</c:v>
                </c:pt>
                <c:pt idx="705">
                  <c:v>106</c:v>
                </c:pt>
                <c:pt idx="706">
                  <c:v>86</c:v>
                </c:pt>
                <c:pt idx="707">
                  <c:v>133</c:v>
                </c:pt>
                <c:pt idx="708">
                  <c:v>68</c:v>
                </c:pt>
                <c:pt idx="709">
                  <c:v>318</c:v>
                </c:pt>
                <c:pt idx="710">
                  <c:v>86</c:v>
                </c:pt>
                <c:pt idx="711">
                  <c:v>51</c:v>
                </c:pt>
                <c:pt idx="712">
                  <c:v>25</c:v>
                </c:pt>
                <c:pt idx="713">
                  <c:v>318</c:v>
                </c:pt>
                <c:pt idx="714">
                  <c:v>115</c:v>
                </c:pt>
                <c:pt idx="715">
                  <c:v>138</c:v>
                </c:pt>
                <c:pt idx="716">
                  <c:v>277</c:v>
                </c:pt>
                <c:pt idx="717">
                  <c:v>225</c:v>
                </c:pt>
                <c:pt idx="718">
                  <c:v>160</c:v>
                </c:pt>
                <c:pt idx="719">
                  <c:v>146</c:v>
                </c:pt>
                <c:pt idx="720">
                  <c:v>138</c:v>
                </c:pt>
                <c:pt idx="721">
                  <c:v>34</c:v>
                </c:pt>
                <c:pt idx="722">
                  <c:v>87</c:v>
                </c:pt>
                <c:pt idx="723">
                  <c:v>96</c:v>
                </c:pt>
                <c:pt idx="724">
                  <c:v>191</c:v>
                </c:pt>
                <c:pt idx="725">
                  <c:v>395</c:v>
                </c:pt>
                <c:pt idx="726">
                  <c:v>222</c:v>
                </c:pt>
                <c:pt idx="727">
                  <c:v>176</c:v>
                </c:pt>
                <c:pt idx="728">
                  <c:v>25</c:v>
                </c:pt>
                <c:pt idx="729">
                  <c:v>81</c:v>
                </c:pt>
                <c:pt idx="730">
                  <c:v>26</c:v>
                </c:pt>
                <c:pt idx="731">
                  <c:v>40</c:v>
                </c:pt>
                <c:pt idx="732">
                  <c:v>154</c:v>
                </c:pt>
                <c:pt idx="733">
                  <c:v>180</c:v>
                </c:pt>
                <c:pt idx="734">
                  <c:v>166</c:v>
                </c:pt>
                <c:pt idx="735">
                  <c:v>182</c:v>
                </c:pt>
                <c:pt idx="736">
                  <c:v>125</c:v>
                </c:pt>
                <c:pt idx="737">
                  <c:v>189</c:v>
                </c:pt>
                <c:pt idx="738">
                  <c:v>26</c:v>
                </c:pt>
                <c:pt idx="739">
                  <c:v>154</c:v>
                </c:pt>
                <c:pt idx="740">
                  <c:v>253</c:v>
                </c:pt>
                <c:pt idx="741">
                  <c:v>107</c:v>
                </c:pt>
                <c:pt idx="742">
                  <c:v>176</c:v>
                </c:pt>
                <c:pt idx="743">
                  <c:v>83</c:v>
                </c:pt>
                <c:pt idx="744">
                  <c:v>76</c:v>
                </c:pt>
                <c:pt idx="745">
                  <c:v>76</c:v>
                </c:pt>
                <c:pt idx="746">
                  <c:v>701</c:v>
                </c:pt>
                <c:pt idx="747">
                  <c:v>247</c:v>
                </c:pt>
                <c:pt idx="748">
                  <c:v>97</c:v>
                </c:pt>
                <c:pt idx="749">
                  <c:v>391</c:v>
                </c:pt>
                <c:pt idx="750">
                  <c:v>215</c:v>
                </c:pt>
                <c:pt idx="751">
                  <c:v>28</c:v>
                </c:pt>
                <c:pt idx="752">
                  <c:v>282</c:v>
                </c:pt>
                <c:pt idx="753">
                  <c:v>181</c:v>
                </c:pt>
                <c:pt idx="754">
                  <c:v>218</c:v>
                </c:pt>
                <c:pt idx="755">
                  <c:v>229</c:v>
                </c:pt>
                <c:pt idx="756">
                  <c:v>437</c:v>
                </c:pt>
                <c:pt idx="757">
                  <c:v>161</c:v>
                </c:pt>
                <c:pt idx="758">
                  <c:v>90</c:v>
                </c:pt>
                <c:pt idx="759">
                  <c:v>164</c:v>
                </c:pt>
                <c:pt idx="760">
                  <c:v>210</c:v>
                </c:pt>
                <c:pt idx="761">
                  <c:v>220</c:v>
                </c:pt>
                <c:pt idx="762">
                  <c:v>123</c:v>
                </c:pt>
                <c:pt idx="763">
                  <c:v>294</c:v>
                </c:pt>
                <c:pt idx="764">
                  <c:v>130</c:v>
                </c:pt>
                <c:pt idx="765">
                  <c:v>636</c:v>
                </c:pt>
                <c:pt idx="766">
                  <c:v>25</c:v>
                </c:pt>
                <c:pt idx="767">
                  <c:v>264</c:v>
                </c:pt>
                <c:pt idx="768">
                  <c:v>171</c:v>
                </c:pt>
                <c:pt idx="769">
                  <c:v>181</c:v>
                </c:pt>
                <c:pt idx="770">
                  <c:v>123</c:v>
                </c:pt>
                <c:pt idx="771">
                  <c:v>488</c:v>
                </c:pt>
                <c:pt idx="772">
                  <c:v>61</c:v>
                </c:pt>
                <c:pt idx="773">
                  <c:v>226</c:v>
                </c:pt>
                <c:pt idx="774">
                  <c:v>122</c:v>
                </c:pt>
                <c:pt idx="775">
                  <c:v>132</c:v>
                </c:pt>
                <c:pt idx="776">
                  <c:v>25</c:v>
                </c:pt>
                <c:pt idx="777">
                  <c:v>45</c:v>
                </c:pt>
                <c:pt idx="778">
                  <c:v>133</c:v>
                </c:pt>
                <c:pt idx="779">
                  <c:v>25</c:v>
                </c:pt>
                <c:pt idx="780">
                  <c:v>688</c:v>
                </c:pt>
                <c:pt idx="781">
                  <c:v>59</c:v>
                </c:pt>
                <c:pt idx="782">
                  <c:v>176</c:v>
                </c:pt>
                <c:pt idx="783">
                  <c:v>243</c:v>
                </c:pt>
                <c:pt idx="784">
                  <c:v>286</c:v>
                </c:pt>
                <c:pt idx="785">
                  <c:v>143</c:v>
                </c:pt>
                <c:pt idx="786">
                  <c:v>410</c:v>
                </c:pt>
                <c:pt idx="787">
                  <c:v>120</c:v>
                </c:pt>
                <c:pt idx="788">
                  <c:v>96</c:v>
                </c:pt>
                <c:pt idx="789">
                  <c:v>194</c:v>
                </c:pt>
                <c:pt idx="790">
                  <c:v>279</c:v>
                </c:pt>
                <c:pt idx="791">
                  <c:v>342</c:v>
                </c:pt>
                <c:pt idx="792">
                  <c:v>152</c:v>
                </c:pt>
                <c:pt idx="793">
                  <c:v>363</c:v>
                </c:pt>
                <c:pt idx="794">
                  <c:v>81</c:v>
                </c:pt>
                <c:pt idx="795">
                  <c:v>271</c:v>
                </c:pt>
                <c:pt idx="796">
                  <c:v>181</c:v>
                </c:pt>
                <c:pt idx="797">
                  <c:v>65</c:v>
                </c:pt>
                <c:pt idx="798">
                  <c:v>132</c:v>
                </c:pt>
                <c:pt idx="799">
                  <c:v>198</c:v>
                </c:pt>
                <c:pt idx="800">
                  <c:v>271</c:v>
                </c:pt>
                <c:pt idx="801">
                  <c:v>252</c:v>
                </c:pt>
                <c:pt idx="802">
                  <c:v>182</c:v>
                </c:pt>
                <c:pt idx="803">
                  <c:v>256</c:v>
                </c:pt>
                <c:pt idx="804">
                  <c:v>195</c:v>
                </c:pt>
                <c:pt idx="805">
                  <c:v>77</c:v>
                </c:pt>
                <c:pt idx="806">
                  <c:v>216</c:v>
                </c:pt>
                <c:pt idx="807">
                  <c:v>72</c:v>
                </c:pt>
                <c:pt idx="808">
                  <c:v>64</c:v>
                </c:pt>
                <c:pt idx="809">
                  <c:v>86</c:v>
                </c:pt>
                <c:pt idx="810">
                  <c:v>262</c:v>
                </c:pt>
                <c:pt idx="811">
                  <c:v>45</c:v>
                </c:pt>
                <c:pt idx="812">
                  <c:v>127</c:v>
                </c:pt>
                <c:pt idx="813">
                  <c:v>133</c:v>
                </c:pt>
                <c:pt idx="814">
                  <c:v>158</c:v>
                </c:pt>
                <c:pt idx="815">
                  <c:v>165</c:v>
                </c:pt>
                <c:pt idx="816">
                  <c:v>280</c:v>
                </c:pt>
                <c:pt idx="817">
                  <c:v>115</c:v>
                </c:pt>
                <c:pt idx="818">
                  <c:v>145</c:v>
                </c:pt>
                <c:pt idx="819">
                  <c:v>151</c:v>
                </c:pt>
                <c:pt idx="820">
                  <c:v>183</c:v>
                </c:pt>
                <c:pt idx="821">
                  <c:v>67</c:v>
                </c:pt>
                <c:pt idx="822">
                  <c:v>69</c:v>
                </c:pt>
                <c:pt idx="823">
                  <c:v>26</c:v>
                </c:pt>
                <c:pt idx="824">
                  <c:v>58</c:v>
                </c:pt>
                <c:pt idx="825">
                  <c:v>269</c:v>
                </c:pt>
                <c:pt idx="826">
                  <c:v>222</c:v>
                </c:pt>
                <c:pt idx="827">
                  <c:v>161</c:v>
                </c:pt>
                <c:pt idx="828">
                  <c:v>217</c:v>
                </c:pt>
                <c:pt idx="829">
                  <c:v>73</c:v>
                </c:pt>
                <c:pt idx="830">
                  <c:v>228</c:v>
                </c:pt>
                <c:pt idx="831">
                  <c:v>113</c:v>
                </c:pt>
                <c:pt idx="832">
                  <c:v>159</c:v>
                </c:pt>
                <c:pt idx="833">
                  <c:v>66</c:v>
                </c:pt>
                <c:pt idx="834">
                  <c:v>223</c:v>
                </c:pt>
                <c:pt idx="835">
                  <c:v>139</c:v>
                </c:pt>
                <c:pt idx="836">
                  <c:v>163</c:v>
                </c:pt>
                <c:pt idx="837">
                  <c:v>100</c:v>
                </c:pt>
                <c:pt idx="838">
                  <c:v>145</c:v>
                </c:pt>
                <c:pt idx="839">
                  <c:v>62</c:v>
                </c:pt>
                <c:pt idx="840">
                  <c:v>51</c:v>
                </c:pt>
                <c:pt idx="841">
                  <c:v>30</c:v>
                </c:pt>
                <c:pt idx="842">
                  <c:v>388</c:v>
                </c:pt>
                <c:pt idx="843">
                  <c:v>579</c:v>
                </c:pt>
                <c:pt idx="844">
                  <c:v>127</c:v>
                </c:pt>
                <c:pt idx="845">
                  <c:v>154</c:v>
                </c:pt>
                <c:pt idx="846">
                  <c:v>89</c:v>
                </c:pt>
                <c:pt idx="847">
                  <c:v>59</c:v>
                </c:pt>
                <c:pt idx="848">
                  <c:v>108</c:v>
                </c:pt>
                <c:pt idx="849">
                  <c:v>51</c:v>
                </c:pt>
                <c:pt idx="850">
                  <c:v>467</c:v>
                </c:pt>
                <c:pt idx="851">
                  <c:v>544</c:v>
                </c:pt>
                <c:pt idx="852">
                  <c:v>372</c:v>
                </c:pt>
                <c:pt idx="853">
                  <c:v>314</c:v>
                </c:pt>
                <c:pt idx="854">
                  <c:v>427</c:v>
                </c:pt>
                <c:pt idx="855">
                  <c:v>326</c:v>
                </c:pt>
                <c:pt idx="856">
                  <c:v>315</c:v>
                </c:pt>
                <c:pt idx="857">
                  <c:v>238</c:v>
                </c:pt>
                <c:pt idx="858">
                  <c:v>226</c:v>
                </c:pt>
                <c:pt idx="859">
                  <c:v>167</c:v>
                </c:pt>
                <c:pt idx="860">
                  <c:v>272</c:v>
                </c:pt>
                <c:pt idx="861">
                  <c:v>334</c:v>
                </c:pt>
                <c:pt idx="862">
                  <c:v>231</c:v>
                </c:pt>
                <c:pt idx="863">
                  <c:v>331</c:v>
                </c:pt>
                <c:pt idx="864">
                  <c:v>744</c:v>
                </c:pt>
                <c:pt idx="865">
                  <c:v>297</c:v>
                </c:pt>
                <c:pt idx="866">
                  <c:v>166</c:v>
                </c:pt>
                <c:pt idx="867">
                  <c:v>616</c:v>
                </c:pt>
                <c:pt idx="868">
                  <c:v>303</c:v>
                </c:pt>
                <c:pt idx="869">
                  <c:v>548</c:v>
                </c:pt>
                <c:pt idx="870">
                  <c:v>223</c:v>
                </c:pt>
                <c:pt idx="871">
                  <c:v>370</c:v>
                </c:pt>
                <c:pt idx="872">
                  <c:v>626</c:v>
                </c:pt>
                <c:pt idx="873">
                  <c:v>402</c:v>
                </c:pt>
                <c:pt idx="874">
                  <c:v>414</c:v>
                </c:pt>
                <c:pt idx="875">
                  <c:v>14</c:v>
                </c:pt>
                <c:pt idx="876">
                  <c:v>12</c:v>
                </c:pt>
                <c:pt idx="877">
                  <c:v>207</c:v>
                </c:pt>
                <c:pt idx="878">
                  <c:v>445</c:v>
                </c:pt>
                <c:pt idx="879">
                  <c:v>439</c:v>
                </c:pt>
                <c:pt idx="880">
                  <c:v>735</c:v>
                </c:pt>
                <c:pt idx="881">
                  <c:v>57</c:v>
                </c:pt>
                <c:pt idx="882">
                  <c:v>284</c:v>
                </c:pt>
                <c:pt idx="883">
                  <c:v>132</c:v>
                </c:pt>
                <c:pt idx="884">
                  <c:v>206</c:v>
                </c:pt>
                <c:pt idx="885">
                  <c:v>110</c:v>
                </c:pt>
                <c:pt idx="886">
                  <c:v>736</c:v>
                </c:pt>
                <c:pt idx="887">
                  <c:v>154</c:v>
                </c:pt>
                <c:pt idx="888">
                  <c:v>349</c:v>
                </c:pt>
                <c:pt idx="889">
                  <c:v>559</c:v>
                </c:pt>
                <c:pt idx="890">
                  <c:v>652</c:v>
                </c:pt>
                <c:pt idx="891">
                  <c:v>424</c:v>
                </c:pt>
                <c:pt idx="892">
                  <c:v>432</c:v>
                </c:pt>
                <c:pt idx="893">
                  <c:v>454</c:v>
                </c:pt>
                <c:pt idx="894">
                  <c:v>81</c:v>
                </c:pt>
                <c:pt idx="895">
                  <c:v>429</c:v>
                </c:pt>
                <c:pt idx="896">
                  <c:v>200</c:v>
                </c:pt>
                <c:pt idx="897">
                  <c:v>241</c:v>
                </c:pt>
                <c:pt idx="898">
                  <c:v>230</c:v>
                </c:pt>
                <c:pt idx="899">
                  <c:v>277</c:v>
                </c:pt>
                <c:pt idx="900">
                  <c:v>544</c:v>
                </c:pt>
                <c:pt idx="901">
                  <c:v>429</c:v>
                </c:pt>
                <c:pt idx="902">
                  <c:v>313</c:v>
                </c:pt>
                <c:pt idx="903">
                  <c:v>286</c:v>
                </c:pt>
                <c:pt idx="904">
                  <c:v>447</c:v>
                </c:pt>
                <c:pt idx="905">
                  <c:v>534</c:v>
                </c:pt>
                <c:pt idx="906">
                  <c:v>395</c:v>
                </c:pt>
                <c:pt idx="907">
                  <c:v>472</c:v>
                </c:pt>
                <c:pt idx="908">
                  <c:v>460</c:v>
                </c:pt>
                <c:pt idx="909">
                  <c:v>705</c:v>
                </c:pt>
                <c:pt idx="910">
                  <c:v>396</c:v>
                </c:pt>
                <c:pt idx="911">
                  <c:v>255</c:v>
                </c:pt>
                <c:pt idx="912">
                  <c:v>380</c:v>
                </c:pt>
                <c:pt idx="913">
                  <c:v>399</c:v>
                </c:pt>
                <c:pt idx="914">
                  <c:v>398</c:v>
                </c:pt>
                <c:pt idx="915">
                  <c:v>370</c:v>
                </c:pt>
                <c:pt idx="916">
                  <c:v>210</c:v>
                </c:pt>
                <c:pt idx="917">
                  <c:v>430</c:v>
                </c:pt>
                <c:pt idx="918">
                  <c:v>136</c:v>
                </c:pt>
                <c:pt idx="919">
                  <c:v>289</c:v>
                </c:pt>
                <c:pt idx="920">
                  <c:v>434</c:v>
                </c:pt>
                <c:pt idx="921">
                  <c:v>618</c:v>
                </c:pt>
                <c:pt idx="922">
                  <c:v>304</c:v>
                </c:pt>
                <c:pt idx="923">
                  <c:v>264</c:v>
                </c:pt>
                <c:pt idx="924">
                  <c:v>173</c:v>
                </c:pt>
                <c:pt idx="925">
                  <c:v>185</c:v>
                </c:pt>
                <c:pt idx="926">
                  <c:v>635</c:v>
                </c:pt>
                <c:pt idx="927">
                  <c:v>330</c:v>
                </c:pt>
                <c:pt idx="928">
                  <c:v>212</c:v>
                </c:pt>
                <c:pt idx="929">
                  <c:v>375</c:v>
                </c:pt>
                <c:pt idx="930">
                  <c:v>315</c:v>
                </c:pt>
                <c:pt idx="931">
                  <c:v>314</c:v>
                </c:pt>
                <c:pt idx="932">
                  <c:v>279</c:v>
                </c:pt>
                <c:pt idx="933">
                  <c:v>455</c:v>
                </c:pt>
                <c:pt idx="934">
                  <c:v>711</c:v>
                </c:pt>
                <c:pt idx="935">
                  <c:v>580</c:v>
                </c:pt>
                <c:pt idx="936">
                  <c:v>512</c:v>
                </c:pt>
                <c:pt idx="937">
                  <c:v>354</c:v>
                </c:pt>
                <c:pt idx="938">
                  <c:v>236</c:v>
                </c:pt>
                <c:pt idx="939">
                  <c:v>226</c:v>
                </c:pt>
                <c:pt idx="940">
                  <c:v>251</c:v>
                </c:pt>
                <c:pt idx="941">
                  <c:v>140</c:v>
                </c:pt>
                <c:pt idx="942">
                  <c:v>145</c:v>
                </c:pt>
                <c:pt idx="943">
                  <c:v>443</c:v>
                </c:pt>
                <c:pt idx="944">
                  <c:v>263</c:v>
                </c:pt>
                <c:pt idx="945">
                  <c:v>43</c:v>
                </c:pt>
                <c:pt idx="946">
                  <c:v>12</c:v>
                </c:pt>
                <c:pt idx="947">
                  <c:v>226</c:v>
                </c:pt>
                <c:pt idx="948">
                  <c:v>124</c:v>
                </c:pt>
                <c:pt idx="949">
                  <c:v>211</c:v>
                </c:pt>
                <c:pt idx="950">
                  <c:v>129</c:v>
                </c:pt>
                <c:pt idx="951">
                  <c:v>180</c:v>
                </c:pt>
                <c:pt idx="952">
                  <c:v>104</c:v>
                </c:pt>
                <c:pt idx="953">
                  <c:v>76</c:v>
                </c:pt>
                <c:pt idx="954">
                  <c:v>393</c:v>
                </c:pt>
                <c:pt idx="955">
                  <c:v>155</c:v>
                </c:pt>
                <c:pt idx="956">
                  <c:v>328</c:v>
                </c:pt>
                <c:pt idx="957">
                  <c:v>647</c:v>
                </c:pt>
                <c:pt idx="958">
                  <c:v>113</c:v>
                </c:pt>
                <c:pt idx="959">
                  <c:v>1</c:v>
                </c:pt>
                <c:pt idx="960">
                  <c:v>213</c:v>
                </c:pt>
                <c:pt idx="961">
                  <c:v>152</c:v>
                </c:pt>
                <c:pt idx="962">
                  <c:v>18</c:v>
                </c:pt>
                <c:pt idx="963">
                  <c:v>22</c:v>
                </c:pt>
                <c:pt idx="964">
                  <c:v>157</c:v>
                </c:pt>
                <c:pt idx="965">
                  <c:v>222</c:v>
                </c:pt>
                <c:pt idx="966">
                  <c:v>142</c:v>
                </c:pt>
                <c:pt idx="967">
                  <c:v>253</c:v>
                </c:pt>
                <c:pt idx="968">
                  <c:v>28</c:v>
                </c:pt>
                <c:pt idx="969">
                  <c:v>48</c:v>
                </c:pt>
                <c:pt idx="970">
                  <c:v>155</c:v>
                </c:pt>
                <c:pt idx="971">
                  <c:v>239</c:v>
                </c:pt>
                <c:pt idx="972">
                  <c:v>233</c:v>
                </c:pt>
                <c:pt idx="973">
                  <c:v>555</c:v>
                </c:pt>
                <c:pt idx="974">
                  <c:v>92</c:v>
                </c:pt>
                <c:pt idx="975">
                  <c:v>138</c:v>
                </c:pt>
                <c:pt idx="976">
                  <c:v>96</c:v>
                </c:pt>
                <c:pt idx="977">
                  <c:v>209</c:v>
                </c:pt>
                <c:pt idx="978">
                  <c:v>113</c:v>
                </c:pt>
                <c:pt idx="979">
                  <c:v>15</c:v>
                </c:pt>
                <c:pt idx="980">
                  <c:v>176</c:v>
                </c:pt>
                <c:pt idx="981">
                  <c:v>136</c:v>
                </c:pt>
                <c:pt idx="982">
                  <c:v>116</c:v>
                </c:pt>
                <c:pt idx="983">
                  <c:v>439</c:v>
                </c:pt>
                <c:pt idx="984">
                  <c:v>146</c:v>
                </c:pt>
                <c:pt idx="985">
                  <c:v>512</c:v>
                </c:pt>
                <c:pt idx="986">
                  <c:v>116</c:v>
                </c:pt>
                <c:pt idx="987">
                  <c:v>59</c:v>
                </c:pt>
                <c:pt idx="988">
                  <c:v>109</c:v>
                </c:pt>
                <c:pt idx="989">
                  <c:v>37</c:v>
                </c:pt>
                <c:pt idx="990">
                  <c:v>120</c:v>
                </c:pt>
                <c:pt idx="991">
                  <c:v>211</c:v>
                </c:pt>
                <c:pt idx="992">
                  <c:v>25</c:v>
                </c:pt>
                <c:pt idx="993">
                  <c:v>626</c:v>
                </c:pt>
                <c:pt idx="994">
                  <c:v>411</c:v>
                </c:pt>
                <c:pt idx="995">
                  <c:v>614</c:v>
                </c:pt>
                <c:pt idx="996">
                  <c:v>89</c:v>
                </c:pt>
                <c:pt idx="997">
                  <c:v>135</c:v>
                </c:pt>
                <c:pt idx="998">
                  <c:v>110</c:v>
                </c:pt>
                <c:pt idx="999">
                  <c:v>88</c:v>
                </c:pt>
                <c:pt idx="1000">
                  <c:v>154</c:v>
                </c:pt>
                <c:pt idx="1001">
                  <c:v>74</c:v>
                </c:pt>
                <c:pt idx="1002">
                  <c:v>443</c:v>
                </c:pt>
                <c:pt idx="1003">
                  <c:v>200</c:v>
                </c:pt>
                <c:pt idx="1004">
                  <c:v>362</c:v>
                </c:pt>
                <c:pt idx="1005">
                  <c:v>53</c:v>
                </c:pt>
                <c:pt idx="1006">
                  <c:v>161</c:v>
                </c:pt>
                <c:pt idx="1007">
                  <c:v>97</c:v>
                </c:pt>
                <c:pt idx="1008">
                  <c:v>114</c:v>
                </c:pt>
                <c:pt idx="1009">
                  <c:v>183</c:v>
                </c:pt>
                <c:pt idx="1010">
                  <c:v>370</c:v>
                </c:pt>
                <c:pt idx="1011">
                  <c:v>308</c:v>
                </c:pt>
                <c:pt idx="1012">
                  <c:v>588</c:v>
                </c:pt>
                <c:pt idx="1013">
                  <c:v>605</c:v>
                </c:pt>
                <c:pt idx="1014">
                  <c:v>148</c:v>
                </c:pt>
                <c:pt idx="1015">
                  <c:v>265</c:v>
                </c:pt>
                <c:pt idx="1016">
                  <c:v>664</c:v>
                </c:pt>
                <c:pt idx="1017">
                  <c:v>133</c:v>
                </c:pt>
                <c:pt idx="1018">
                  <c:v>144</c:v>
                </c:pt>
                <c:pt idx="1019">
                  <c:v>234</c:v>
                </c:pt>
                <c:pt idx="1020">
                  <c:v>161</c:v>
                </c:pt>
                <c:pt idx="1021">
                  <c:v>203</c:v>
                </c:pt>
                <c:pt idx="1022">
                  <c:v>454</c:v>
                </c:pt>
                <c:pt idx="1023">
                  <c:v>146</c:v>
                </c:pt>
                <c:pt idx="1024">
                  <c:v>209</c:v>
                </c:pt>
                <c:pt idx="1025">
                  <c:v>336</c:v>
                </c:pt>
                <c:pt idx="1026">
                  <c:v>277</c:v>
                </c:pt>
                <c:pt idx="1027">
                  <c:v>316</c:v>
                </c:pt>
                <c:pt idx="1028">
                  <c:v>115</c:v>
                </c:pt>
                <c:pt idx="1029">
                  <c:v>173</c:v>
                </c:pt>
                <c:pt idx="1030">
                  <c:v>315</c:v>
                </c:pt>
                <c:pt idx="1031">
                  <c:v>195</c:v>
                </c:pt>
                <c:pt idx="1032">
                  <c:v>305</c:v>
                </c:pt>
                <c:pt idx="1033">
                  <c:v>520</c:v>
                </c:pt>
                <c:pt idx="1034">
                  <c:v>181</c:v>
                </c:pt>
                <c:pt idx="1035">
                  <c:v>257</c:v>
                </c:pt>
                <c:pt idx="1036">
                  <c:v>366</c:v>
                </c:pt>
                <c:pt idx="1037">
                  <c:v>367</c:v>
                </c:pt>
                <c:pt idx="1038">
                  <c:v>634</c:v>
                </c:pt>
                <c:pt idx="1039">
                  <c:v>41</c:v>
                </c:pt>
                <c:pt idx="1040">
                  <c:v>215</c:v>
                </c:pt>
                <c:pt idx="1041">
                  <c:v>219</c:v>
                </c:pt>
                <c:pt idx="1042">
                  <c:v>200</c:v>
                </c:pt>
                <c:pt idx="1043">
                  <c:v>178</c:v>
                </c:pt>
                <c:pt idx="1044">
                  <c:v>419</c:v>
                </c:pt>
                <c:pt idx="1045">
                  <c:v>87</c:v>
                </c:pt>
                <c:pt idx="1046">
                  <c:v>327</c:v>
                </c:pt>
                <c:pt idx="1047">
                  <c:v>126</c:v>
                </c:pt>
                <c:pt idx="1048">
                  <c:v>153</c:v>
                </c:pt>
                <c:pt idx="1049">
                  <c:v>271</c:v>
                </c:pt>
                <c:pt idx="1050">
                  <c:v>606</c:v>
                </c:pt>
                <c:pt idx="1051">
                  <c:v>212</c:v>
                </c:pt>
                <c:pt idx="1052">
                  <c:v>395</c:v>
                </c:pt>
                <c:pt idx="1053">
                  <c:v>272</c:v>
                </c:pt>
                <c:pt idx="1054">
                  <c:v>85</c:v>
                </c:pt>
                <c:pt idx="1055">
                  <c:v>92</c:v>
                </c:pt>
                <c:pt idx="1056">
                  <c:v>90</c:v>
                </c:pt>
                <c:pt idx="1057">
                  <c:v>467</c:v>
                </c:pt>
                <c:pt idx="1058">
                  <c:v>92</c:v>
                </c:pt>
                <c:pt idx="1059">
                  <c:v>112</c:v>
                </c:pt>
                <c:pt idx="1060">
                  <c:v>441</c:v>
                </c:pt>
                <c:pt idx="1061">
                  <c:v>224</c:v>
                </c:pt>
                <c:pt idx="1062">
                  <c:v>83</c:v>
                </c:pt>
                <c:pt idx="1063">
                  <c:v>243</c:v>
                </c:pt>
                <c:pt idx="1064">
                  <c:v>302</c:v>
                </c:pt>
                <c:pt idx="1065">
                  <c:v>237</c:v>
                </c:pt>
                <c:pt idx="1066">
                  <c:v>177</c:v>
                </c:pt>
                <c:pt idx="1067">
                  <c:v>403</c:v>
                </c:pt>
                <c:pt idx="1068">
                  <c:v>107</c:v>
                </c:pt>
                <c:pt idx="1069">
                  <c:v>209</c:v>
                </c:pt>
                <c:pt idx="1070">
                  <c:v>145</c:v>
                </c:pt>
                <c:pt idx="1071">
                  <c:v>155</c:v>
                </c:pt>
                <c:pt idx="1072">
                  <c:v>598</c:v>
                </c:pt>
                <c:pt idx="1073">
                  <c:v>128</c:v>
                </c:pt>
                <c:pt idx="1074">
                  <c:v>110</c:v>
                </c:pt>
                <c:pt idx="1075">
                  <c:v>239</c:v>
                </c:pt>
                <c:pt idx="1076">
                  <c:v>430</c:v>
                </c:pt>
                <c:pt idx="1077">
                  <c:v>407</c:v>
                </c:pt>
                <c:pt idx="1078">
                  <c:v>271</c:v>
                </c:pt>
                <c:pt idx="1079">
                  <c:v>60</c:v>
                </c:pt>
                <c:pt idx="1080">
                  <c:v>642</c:v>
                </c:pt>
                <c:pt idx="1081">
                  <c:v>311</c:v>
                </c:pt>
                <c:pt idx="1082">
                  <c:v>241</c:v>
                </c:pt>
                <c:pt idx="1083">
                  <c:v>300</c:v>
                </c:pt>
                <c:pt idx="1084">
                  <c:v>471</c:v>
                </c:pt>
                <c:pt idx="1085">
                  <c:v>220</c:v>
                </c:pt>
                <c:pt idx="1086">
                  <c:v>154</c:v>
                </c:pt>
                <c:pt idx="1087">
                  <c:v>180</c:v>
                </c:pt>
                <c:pt idx="1088">
                  <c:v>185</c:v>
                </c:pt>
                <c:pt idx="1089">
                  <c:v>187</c:v>
                </c:pt>
                <c:pt idx="1090">
                  <c:v>157</c:v>
                </c:pt>
                <c:pt idx="1091">
                  <c:v>98</c:v>
                </c:pt>
                <c:pt idx="1092">
                  <c:v>204</c:v>
                </c:pt>
                <c:pt idx="1093">
                  <c:v>173</c:v>
                </c:pt>
                <c:pt idx="1094">
                  <c:v>26</c:v>
                </c:pt>
                <c:pt idx="1095">
                  <c:v>25</c:v>
                </c:pt>
                <c:pt idx="1096">
                  <c:v>142</c:v>
                </c:pt>
                <c:pt idx="1097">
                  <c:v>161</c:v>
                </c:pt>
                <c:pt idx="1098">
                  <c:v>162</c:v>
                </c:pt>
                <c:pt idx="1099">
                  <c:v>603</c:v>
                </c:pt>
                <c:pt idx="1100">
                  <c:v>326</c:v>
                </c:pt>
                <c:pt idx="1101">
                  <c:v>209</c:v>
                </c:pt>
                <c:pt idx="1102">
                  <c:v>187</c:v>
                </c:pt>
                <c:pt idx="1103">
                  <c:v>73</c:v>
                </c:pt>
                <c:pt idx="1104">
                  <c:v>83</c:v>
                </c:pt>
                <c:pt idx="1105">
                  <c:v>204</c:v>
                </c:pt>
                <c:pt idx="1106">
                  <c:v>197</c:v>
                </c:pt>
                <c:pt idx="1107">
                  <c:v>153</c:v>
                </c:pt>
                <c:pt idx="1108">
                  <c:v>167</c:v>
                </c:pt>
                <c:pt idx="1109">
                  <c:v>262</c:v>
                </c:pt>
                <c:pt idx="1110">
                  <c:v>191</c:v>
                </c:pt>
                <c:pt idx="1111">
                  <c:v>229</c:v>
                </c:pt>
                <c:pt idx="1112">
                  <c:v>478</c:v>
                </c:pt>
                <c:pt idx="1113">
                  <c:v>87</c:v>
                </c:pt>
                <c:pt idx="1114">
                  <c:v>406</c:v>
                </c:pt>
                <c:pt idx="1115">
                  <c:v>235</c:v>
                </c:pt>
                <c:pt idx="1116">
                  <c:v>391</c:v>
                </c:pt>
                <c:pt idx="1117">
                  <c:v>146</c:v>
                </c:pt>
                <c:pt idx="1118">
                  <c:v>171</c:v>
                </c:pt>
                <c:pt idx="1119">
                  <c:v>553</c:v>
                </c:pt>
                <c:pt idx="1120">
                  <c:v>90</c:v>
                </c:pt>
                <c:pt idx="1121">
                  <c:v>22</c:v>
                </c:pt>
                <c:pt idx="1122">
                  <c:v>213</c:v>
                </c:pt>
                <c:pt idx="1123">
                  <c:v>382</c:v>
                </c:pt>
                <c:pt idx="1124">
                  <c:v>147</c:v>
                </c:pt>
                <c:pt idx="1125">
                  <c:v>472</c:v>
                </c:pt>
                <c:pt idx="1126">
                  <c:v>43</c:v>
                </c:pt>
                <c:pt idx="1127">
                  <c:v>158</c:v>
                </c:pt>
                <c:pt idx="1128">
                  <c:v>36</c:v>
                </c:pt>
                <c:pt idx="1129">
                  <c:v>62</c:v>
                </c:pt>
                <c:pt idx="1130">
                  <c:v>289</c:v>
                </c:pt>
                <c:pt idx="1131">
                  <c:v>519</c:v>
                </c:pt>
                <c:pt idx="1132">
                  <c:v>149</c:v>
                </c:pt>
                <c:pt idx="1133">
                  <c:v>25</c:v>
                </c:pt>
                <c:pt idx="1134">
                  <c:v>42</c:v>
                </c:pt>
                <c:pt idx="1135">
                  <c:v>123</c:v>
                </c:pt>
                <c:pt idx="1136">
                  <c:v>255</c:v>
                </c:pt>
                <c:pt idx="1137">
                  <c:v>160</c:v>
                </c:pt>
                <c:pt idx="1138">
                  <c:v>136</c:v>
                </c:pt>
                <c:pt idx="1139">
                  <c:v>226</c:v>
                </c:pt>
                <c:pt idx="1140">
                  <c:v>332</c:v>
                </c:pt>
                <c:pt idx="1141">
                  <c:v>117</c:v>
                </c:pt>
                <c:pt idx="1142">
                  <c:v>243</c:v>
                </c:pt>
                <c:pt idx="1143">
                  <c:v>111</c:v>
                </c:pt>
                <c:pt idx="1144">
                  <c:v>408</c:v>
                </c:pt>
                <c:pt idx="1145">
                  <c:v>127</c:v>
                </c:pt>
                <c:pt idx="1146">
                  <c:v>279</c:v>
                </c:pt>
                <c:pt idx="1147">
                  <c:v>691</c:v>
                </c:pt>
                <c:pt idx="1148">
                  <c:v>114</c:v>
                </c:pt>
                <c:pt idx="1149">
                  <c:v>177</c:v>
                </c:pt>
                <c:pt idx="1150">
                  <c:v>661</c:v>
                </c:pt>
                <c:pt idx="1151">
                  <c:v>27</c:v>
                </c:pt>
                <c:pt idx="1152">
                  <c:v>54</c:v>
                </c:pt>
                <c:pt idx="1153">
                  <c:v>672</c:v>
                </c:pt>
                <c:pt idx="1154">
                  <c:v>651</c:v>
                </c:pt>
                <c:pt idx="1155">
                  <c:v>77</c:v>
                </c:pt>
                <c:pt idx="1156">
                  <c:v>253</c:v>
                </c:pt>
                <c:pt idx="1157">
                  <c:v>129</c:v>
                </c:pt>
                <c:pt idx="1158">
                  <c:v>156</c:v>
                </c:pt>
                <c:pt idx="1159">
                  <c:v>175</c:v>
                </c:pt>
                <c:pt idx="1160">
                  <c:v>283</c:v>
                </c:pt>
                <c:pt idx="1161">
                  <c:v>120</c:v>
                </c:pt>
                <c:pt idx="1162">
                  <c:v>210</c:v>
                </c:pt>
                <c:pt idx="1163">
                  <c:v>249</c:v>
                </c:pt>
                <c:pt idx="1164">
                  <c:v>244</c:v>
                </c:pt>
                <c:pt idx="1165">
                  <c:v>361</c:v>
                </c:pt>
                <c:pt idx="1166">
                  <c:v>289</c:v>
                </c:pt>
                <c:pt idx="1167">
                  <c:v>218</c:v>
                </c:pt>
                <c:pt idx="1168">
                  <c:v>111</c:v>
                </c:pt>
                <c:pt idx="1169">
                  <c:v>187</c:v>
                </c:pt>
                <c:pt idx="1170">
                  <c:v>137</c:v>
                </c:pt>
                <c:pt idx="1171">
                  <c:v>26</c:v>
                </c:pt>
                <c:pt idx="1172">
                  <c:v>35</c:v>
                </c:pt>
                <c:pt idx="1173">
                  <c:v>49</c:v>
                </c:pt>
                <c:pt idx="1174">
                  <c:v>23</c:v>
                </c:pt>
                <c:pt idx="1175">
                  <c:v>123</c:v>
                </c:pt>
                <c:pt idx="1176">
                  <c:v>248</c:v>
                </c:pt>
                <c:pt idx="1177">
                  <c:v>374</c:v>
                </c:pt>
                <c:pt idx="1178">
                  <c:v>265</c:v>
                </c:pt>
                <c:pt idx="1179">
                  <c:v>194</c:v>
                </c:pt>
                <c:pt idx="1180">
                  <c:v>314</c:v>
                </c:pt>
                <c:pt idx="1181">
                  <c:v>261</c:v>
                </c:pt>
                <c:pt idx="1182">
                  <c:v>29</c:v>
                </c:pt>
                <c:pt idx="1183">
                  <c:v>36</c:v>
                </c:pt>
                <c:pt idx="1184">
                  <c:v>150</c:v>
                </c:pt>
                <c:pt idx="1185">
                  <c:v>169</c:v>
                </c:pt>
                <c:pt idx="1186">
                  <c:v>20</c:v>
                </c:pt>
                <c:pt idx="1187">
                  <c:v>32</c:v>
                </c:pt>
                <c:pt idx="1188">
                  <c:v>26</c:v>
                </c:pt>
                <c:pt idx="1189">
                  <c:v>86</c:v>
                </c:pt>
                <c:pt idx="1190">
                  <c:v>127</c:v>
                </c:pt>
                <c:pt idx="1191">
                  <c:v>36</c:v>
                </c:pt>
                <c:pt idx="1192">
                  <c:v>31</c:v>
                </c:pt>
                <c:pt idx="1193">
                  <c:v>76</c:v>
                </c:pt>
                <c:pt idx="1194">
                  <c:v>222</c:v>
                </c:pt>
                <c:pt idx="1195">
                  <c:v>199</c:v>
                </c:pt>
                <c:pt idx="1196">
                  <c:v>145</c:v>
                </c:pt>
                <c:pt idx="1197">
                  <c:v>280</c:v>
                </c:pt>
                <c:pt idx="1198">
                  <c:v>124</c:v>
                </c:pt>
                <c:pt idx="1199">
                  <c:v>264</c:v>
                </c:pt>
                <c:pt idx="1200">
                  <c:v>134</c:v>
                </c:pt>
                <c:pt idx="1201">
                  <c:v>101</c:v>
                </c:pt>
                <c:pt idx="1202">
                  <c:v>240</c:v>
                </c:pt>
                <c:pt idx="1203">
                  <c:v>511</c:v>
                </c:pt>
                <c:pt idx="1204">
                  <c:v>483</c:v>
                </c:pt>
                <c:pt idx="1205">
                  <c:v>75</c:v>
                </c:pt>
                <c:pt idx="1206">
                  <c:v>103</c:v>
                </c:pt>
                <c:pt idx="1207">
                  <c:v>53</c:v>
                </c:pt>
                <c:pt idx="1208">
                  <c:v>249</c:v>
                </c:pt>
                <c:pt idx="1209">
                  <c:v>308</c:v>
                </c:pt>
                <c:pt idx="1210">
                  <c:v>409</c:v>
                </c:pt>
                <c:pt idx="1211">
                  <c:v>222</c:v>
                </c:pt>
                <c:pt idx="1212">
                  <c:v>103</c:v>
                </c:pt>
                <c:pt idx="1213">
                  <c:v>103</c:v>
                </c:pt>
                <c:pt idx="1214">
                  <c:v>385</c:v>
                </c:pt>
                <c:pt idx="1215">
                  <c:v>243</c:v>
                </c:pt>
                <c:pt idx="1216">
                  <c:v>193</c:v>
                </c:pt>
                <c:pt idx="1217">
                  <c:v>185</c:v>
                </c:pt>
                <c:pt idx="1218">
                  <c:v>118</c:v>
                </c:pt>
                <c:pt idx="1219">
                  <c:v>578</c:v>
                </c:pt>
                <c:pt idx="1220">
                  <c:v>112</c:v>
                </c:pt>
                <c:pt idx="1221">
                  <c:v>269</c:v>
                </c:pt>
                <c:pt idx="1222">
                  <c:v>88</c:v>
                </c:pt>
                <c:pt idx="1223">
                  <c:v>285</c:v>
                </c:pt>
                <c:pt idx="1224">
                  <c:v>1</c:v>
                </c:pt>
                <c:pt idx="1225">
                  <c:v>31</c:v>
                </c:pt>
                <c:pt idx="1226">
                  <c:v>26</c:v>
                </c:pt>
                <c:pt idx="1227">
                  <c:v>130</c:v>
                </c:pt>
                <c:pt idx="1228">
                  <c:v>262</c:v>
                </c:pt>
                <c:pt idx="1229">
                  <c:v>318</c:v>
                </c:pt>
                <c:pt idx="1230">
                  <c:v>58</c:v>
                </c:pt>
                <c:pt idx="1231">
                  <c:v>285</c:v>
                </c:pt>
                <c:pt idx="1232">
                  <c:v>499</c:v>
                </c:pt>
                <c:pt idx="1233">
                  <c:v>31</c:v>
                </c:pt>
                <c:pt idx="1234">
                  <c:v>122</c:v>
                </c:pt>
                <c:pt idx="1235">
                  <c:v>342</c:v>
                </c:pt>
                <c:pt idx="1236">
                  <c:v>37</c:v>
                </c:pt>
                <c:pt idx="1237">
                  <c:v>154</c:v>
                </c:pt>
                <c:pt idx="1238">
                  <c:v>29</c:v>
                </c:pt>
                <c:pt idx="1239">
                  <c:v>344</c:v>
                </c:pt>
                <c:pt idx="1240">
                  <c:v>248</c:v>
                </c:pt>
                <c:pt idx="1241">
                  <c:v>266</c:v>
                </c:pt>
                <c:pt idx="1242">
                  <c:v>47</c:v>
                </c:pt>
                <c:pt idx="1243">
                  <c:v>68</c:v>
                </c:pt>
                <c:pt idx="1244">
                  <c:v>110</c:v>
                </c:pt>
                <c:pt idx="1245">
                  <c:v>80</c:v>
                </c:pt>
                <c:pt idx="1246">
                  <c:v>273</c:v>
                </c:pt>
                <c:pt idx="1247">
                  <c:v>251</c:v>
                </c:pt>
                <c:pt idx="1248">
                  <c:v>279</c:v>
                </c:pt>
                <c:pt idx="1249">
                  <c:v>415</c:v>
                </c:pt>
                <c:pt idx="1250">
                  <c:v>64</c:v>
                </c:pt>
                <c:pt idx="1251">
                  <c:v>190</c:v>
                </c:pt>
                <c:pt idx="1252">
                  <c:v>43</c:v>
                </c:pt>
                <c:pt idx="1253">
                  <c:v>58</c:v>
                </c:pt>
                <c:pt idx="1254">
                  <c:v>106</c:v>
                </c:pt>
                <c:pt idx="1255">
                  <c:v>184</c:v>
                </c:pt>
                <c:pt idx="1256">
                  <c:v>293</c:v>
                </c:pt>
                <c:pt idx="1257">
                  <c:v>154</c:v>
                </c:pt>
                <c:pt idx="1258">
                  <c:v>177</c:v>
                </c:pt>
                <c:pt idx="1259">
                  <c:v>263</c:v>
                </c:pt>
                <c:pt idx="1260">
                  <c:v>57</c:v>
                </c:pt>
                <c:pt idx="1261">
                  <c:v>38</c:v>
                </c:pt>
                <c:pt idx="1262">
                  <c:v>362</c:v>
                </c:pt>
                <c:pt idx="1263">
                  <c:v>151</c:v>
                </c:pt>
                <c:pt idx="1264">
                  <c:v>449</c:v>
                </c:pt>
                <c:pt idx="1265">
                  <c:v>29</c:v>
                </c:pt>
                <c:pt idx="1266">
                  <c:v>61</c:v>
                </c:pt>
                <c:pt idx="1267">
                  <c:v>174</c:v>
                </c:pt>
                <c:pt idx="1268">
                  <c:v>374</c:v>
                </c:pt>
                <c:pt idx="1269">
                  <c:v>591</c:v>
                </c:pt>
                <c:pt idx="1270">
                  <c:v>449</c:v>
                </c:pt>
                <c:pt idx="1271">
                  <c:v>47</c:v>
                </c:pt>
                <c:pt idx="1272">
                  <c:v>165</c:v>
                </c:pt>
                <c:pt idx="1273">
                  <c:v>248</c:v>
                </c:pt>
                <c:pt idx="1274">
                  <c:v>140</c:v>
                </c:pt>
                <c:pt idx="1275">
                  <c:v>229</c:v>
                </c:pt>
                <c:pt idx="1276">
                  <c:v>64</c:v>
                </c:pt>
                <c:pt idx="1277">
                  <c:v>382</c:v>
                </c:pt>
                <c:pt idx="1278">
                  <c:v>56</c:v>
                </c:pt>
                <c:pt idx="1279">
                  <c:v>46</c:v>
                </c:pt>
                <c:pt idx="1280">
                  <c:v>276</c:v>
                </c:pt>
                <c:pt idx="1281">
                  <c:v>251</c:v>
                </c:pt>
                <c:pt idx="1282">
                  <c:v>66</c:v>
                </c:pt>
                <c:pt idx="1283">
                  <c:v>321</c:v>
                </c:pt>
                <c:pt idx="1284">
                  <c:v>54</c:v>
                </c:pt>
                <c:pt idx="1285">
                  <c:v>44</c:v>
                </c:pt>
                <c:pt idx="1286">
                  <c:v>479</c:v>
                </c:pt>
                <c:pt idx="1287">
                  <c:v>42</c:v>
                </c:pt>
                <c:pt idx="1288">
                  <c:v>517</c:v>
                </c:pt>
                <c:pt idx="1289">
                  <c:v>70</c:v>
                </c:pt>
                <c:pt idx="1290">
                  <c:v>262</c:v>
                </c:pt>
                <c:pt idx="1291">
                  <c:v>188</c:v>
                </c:pt>
                <c:pt idx="1292">
                  <c:v>113</c:v>
                </c:pt>
                <c:pt idx="1293">
                  <c:v>451</c:v>
                </c:pt>
                <c:pt idx="1294">
                  <c:v>30</c:v>
                </c:pt>
                <c:pt idx="1295">
                  <c:v>714</c:v>
                </c:pt>
                <c:pt idx="1296">
                  <c:v>454</c:v>
                </c:pt>
                <c:pt idx="1297">
                  <c:v>375</c:v>
                </c:pt>
                <c:pt idx="1298">
                  <c:v>502</c:v>
                </c:pt>
                <c:pt idx="1299">
                  <c:v>69</c:v>
                </c:pt>
                <c:pt idx="1300">
                  <c:v>370</c:v>
                </c:pt>
                <c:pt idx="1301">
                  <c:v>135</c:v>
                </c:pt>
                <c:pt idx="1302">
                  <c:v>56</c:v>
                </c:pt>
                <c:pt idx="1303">
                  <c:v>241</c:v>
                </c:pt>
                <c:pt idx="1304">
                  <c:v>378</c:v>
                </c:pt>
                <c:pt idx="1305">
                  <c:v>342</c:v>
                </c:pt>
                <c:pt idx="1306">
                  <c:v>347</c:v>
                </c:pt>
                <c:pt idx="1307">
                  <c:v>461</c:v>
                </c:pt>
                <c:pt idx="1308">
                  <c:v>504</c:v>
                </c:pt>
                <c:pt idx="1309">
                  <c:v>455</c:v>
                </c:pt>
                <c:pt idx="1310">
                  <c:v>374</c:v>
                </c:pt>
                <c:pt idx="1311">
                  <c:v>410</c:v>
                </c:pt>
                <c:pt idx="1312">
                  <c:v>99</c:v>
                </c:pt>
                <c:pt idx="1313">
                  <c:v>413</c:v>
                </c:pt>
                <c:pt idx="1314">
                  <c:v>118</c:v>
                </c:pt>
                <c:pt idx="1315">
                  <c:v>299</c:v>
                </c:pt>
                <c:pt idx="1316">
                  <c:v>280</c:v>
                </c:pt>
                <c:pt idx="1317">
                  <c:v>449</c:v>
                </c:pt>
                <c:pt idx="1318">
                  <c:v>173</c:v>
                </c:pt>
                <c:pt idx="1319">
                  <c:v>439</c:v>
                </c:pt>
                <c:pt idx="1320">
                  <c:v>171</c:v>
                </c:pt>
                <c:pt idx="1321">
                  <c:v>90</c:v>
                </c:pt>
                <c:pt idx="1322">
                  <c:v>89</c:v>
                </c:pt>
                <c:pt idx="1323">
                  <c:v>644</c:v>
                </c:pt>
                <c:pt idx="1324">
                  <c:v>56</c:v>
                </c:pt>
                <c:pt idx="1325">
                  <c:v>430</c:v>
                </c:pt>
                <c:pt idx="1326">
                  <c:v>281</c:v>
                </c:pt>
                <c:pt idx="1327">
                  <c:v>336</c:v>
                </c:pt>
                <c:pt idx="1328">
                  <c:v>111</c:v>
                </c:pt>
                <c:pt idx="1329">
                  <c:v>706</c:v>
                </c:pt>
                <c:pt idx="1330">
                  <c:v>33</c:v>
                </c:pt>
                <c:pt idx="1331">
                  <c:v>129</c:v>
                </c:pt>
                <c:pt idx="1332">
                  <c:v>122</c:v>
                </c:pt>
                <c:pt idx="1333">
                  <c:v>156</c:v>
                </c:pt>
                <c:pt idx="1334">
                  <c:v>668</c:v>
                </c:pt>
                <c:pt idx="1335">
                  <c:v>186</c:v>
                </c:pt>
                <c:pt idx="1336">
                  <c:v>392</c:v>
                </c:pt>
                <c:pt idx="1337">
                  <c:v>61</c:v>
                </c:pt>
                <c:pt idx="1338">
                  <c:v>243</c:v>
                </c:pt>
                <c:pt idx="1339">
                  <c:v>57</c:v>
                </c:pt>
                <c:pt idx="1340">
                  <c:v>241</c:v>
                </c:pt>
                <c:pt idx="1341">
                  <c:v>316</c:v>
                </c:pt>
                <c:pt idx="1342">
                  <c:v>383</c:v>
                </c:pt>
                <c:pt idx="1343">
                  <c:v>103</c:v>
                </c:pt>
                <c:pt idx="1344">
                  <c:v>424</c:v>
                </c:pt>
                <c:pt idx="1345">
                  <c:v>154</c:v>
                </c:pt>
                <c:pt idx="1346">
                  <c:v>291</c:v>
                </c:pt>
                <c:pt idx="1347">
                  <c:v>154</c:v>
                </c:pt>
                <c:pt idx="1348">
                  <c:v>297</c:v>
                </c:pt>
                <c:pt idx="1349">
                  <c:v>484</c:v>
                </c:pt>
                <c:pt idx="1350">
                  <c:v>250</c:v>
                </c:pt>
                <c:pt idx="1351">
                  <c:v>383</c:v>
                </c:pt>
                <c:pt idx="1352">
                  <c:v>325</c:v>
                </c:pt>
                <c:pt idx="1353">
                  <c:v>144</c:v>
                </c:pt>
                <c:pt idx="1354">
                  <c:v>276</c:v>
                </c:pt>
                <c:pt idx="1355">
                  <c:v>85</c:v>
                </c:pt>
                <c:pt idx="1356">
                  <c:v>482</c:v>
                </c:pt>
                <c:pt idx="1357">
                  <c:v>543</c:v>
                </c:pt>
                <c:pt idx="1358">
                  <c:v>358</c:v>
                </c:pt>
                <c:pt idx="1359">
                  <c:v>361</c:v>
                </c:pt>
                <c:pt idx="1360">
                  <c:v>599</c:v>
                </c:pt>
                <c:pt idx="1361">
                  <c:v>273</c:v>
                </c:pt>
                <c:pt idx="1362">
                  <c:v>161</c:v>
                </c:pt>
                <c:pt idx="1363">
                  <c:v>601</c:v>
                </c:pt>
                <c:pt idx="1364">
                  <c:v>364</c:v>
                </c:pt>
                <c:pt idx="1365">
                  <c:v>462</c:v>
                </c:pt>
                <c:pt idx="1366">
                  <c:v>241</c:v>
                </c:pt>
                <c:pt idx="1367">
                  <c:v>585</c:v>
                </c:pt>
                <c:pt idx="1368">
                  <c:v>78</c:v>
                </c:pt>
                <c:pt idx="1369">
                  <c:v>123</c:v>
                </c:pt>
                <c:pt idx="1370">
                  <c:v>215</c:v>
                </c:pt>
                <c:pt idx="1371">
                  <c:v>168</c:v>
                </c:pt>
                <c:pt idx="1372">
                  <c:v>400</c:v>
                </c:pt>
                <c:pt idx="1373">
                  <c:v>104</c:v>
                </c:pt>
                <c:pt idx="1374">
                  <c:v>146</c:v>
                </c:pt>
                <c:pt idx="1375">
                  <c:v>216</c:v>
                </c:pt>
                <c:pt idx="1376">
                  <c:v>291</c:v>
                </c:pt>
                <c:pt idx="1377">
                  <c:v>534</c:v>
                </c:pt>
                <c:pt idx="1378">
                  <c:v>79</c:v>
                </c:pt>
                <c:pt idx="1379">
                  <c:v>80</c:v>
                </c:pt>
                <c:pt idx="1380">
                  <c:v>465</c:v>
                </c:pt>
                <c:pt idx="1381">
                  <c:v>528</c:v>
                </c:pt>
                <c:pt idx="1382">
                  <c:v>184</c:v>
                </c:pt>
                <c:pt idx="1383">
                  <c:v>295</c:v>
                </c:pt>
                <c:pt idx="1384">
                  <c:v>447</c:v>
                </c:pt>
                <c:pt idx="1385">
                  <c:v>131</c:v>
                </c:pt>
                <c:pt idx="1386">
                  <c:v>153</c:v>
                </c:pt>
                <c:pt idx="1387">
                  <c:v>263</c:v>
                </c:pt>
                <c:pt idx="1388">
                  <c:v>117</c:v>
                </c:pt>
                <c:pt idx="1389">
                  <c:v>129</c:v>
                </c:pt>
                <c:pt idx="1390">
                  <c:v>72</c:v>
                </c:pt>
                <c:pt idx="1391">
                  <c:v>397</c:v>
                </c:pt>
                <c:pt idx="1392">
                  <c:v>168</c:v>
                </c:pt>
                <c:pt idx="1393">
                  <c:v>493</c:v>
                </c:pt>
                <c:pt idx="1394">
                  <c:v>220</c:v>
                </c:pt>
                <c:pt idx="1395">
                  <c:v>173</c:v>
                </c:pt>
                <c:pt idx="1396">
                  <c:v>392</c:v>
                </c:pt>
                <c:pt idx="1397">
                  <c:v>87</c:v>
                </c:pt>
                <c:pt idx="1398">
                  <c:v>204</c:v>
                </c:pt>
                <c:pt idx="1399">
                  <c:v>88</c:v>
                </c:pt>
                <c:pt idx="1400">
                  <c:v>88</c:v>
                </c:pt>
                <c:pt idx="1401">
                  <c:v>120</c:v>
                </c:pt>
                <c:pt idx="1402">
                  <c:v>597</c:v>
                </c:pt>
                <c:pt idx="1403">
                  <c:v>81</c:v>
                </c:pt>
                <c:pt idx="1404">
                  <c:v>95</c:v>
                </c:pt>
                <c:pt idx="1405">
                  <c:v>85</c:v>
                </c:pt>
                <c:pt idx="1406">
                  <c:v>154</c:v>
                </c:pt>
                <c:pt idx="1407">
                  <c:v>180</c:v>
                </c:pt>
                <c:pt idx="1408">
                  <c:v>83</c:v>
                </c:pt>
                <c:pt idx="1409">
                  <c:v>85</c:v>
                </c:pt>
                <c:pt idx="1410">
                  <c:v>471</c:v>
                </c:pt>
                <c:pt idx="1411">
                  <c:v>68</c:v>
                </c:pt>
                <c:pt idx="1412">
                  <c:v>214</c:v>
                </c:pt>
                <c:pt idx="1413">
                  <c:v>214</c:v>
                </c:pt>
                <c:pt idx="1414">
                  <c:v>114</c:v>
                </c:pt>
                <c:pt idx="1415">
                  <c:v>196</c:v>
                </c:pt>
                <c:pt idx="1416">
                  <c:v>286</c:v>
                </c:pt>
                <c:pt idx="1417">
                  <c:v>633</c:v>
                </c:pt>
                <c:pt idx="1418">
                  <c:v>581</c:v>
                </c:pt>
                <c:pt idx="1419">
                  <c:v>457</c:v>
                </c:pt>
                <c:pt idx="1420">
                  <c:v>282</c:v>
                </c:pt>
                <c:pt idx="1421">
                  <c:v>372</c:v>
                </c:pt>
                <c:pt idx="1422">
                  <c:v>278</c:v>
                </c:pt>
                <c:pt idx="1423">
                  <c:v>284</c:v>
                </c:pt>
                <c:pt idx="1424">
                  <c:v>22</c:v>
                </c:pt>
                <c:pt idx="1425">
                  <c:v>26</c:v>
                </c:pt>
                <c:pt idx="1426">
                  <c:v>409</c:v>
                </c:pt>
                <c:pt idx="1427">
                  <c:v>37</c:v>
                </c:pt>
                <c:pt idx="1428">
                  <c:v>164</c:v>
                </c:pt>
                <c:pt idx="1429">
                  <c:v>36</c:v>
                </c:pt>
                <c:pt idx="1430">
                  <c:v>709</c:v>
                </c:pt>
                <c:pt idx="1431">
                  <c:v>26</c:v>
                </c:pt>
                <c:pt idx="1432">
                  <c:v>76</c:v>
                </c:pt>
                <c:pt idx="1433">
                  <c:v>230</c:v>
                </c:pt>
                <c:pt idx="1434">
                  <c:v>40</c:v>
                </c:pt>
                <c:pt idx="1435">
                  <c:v>23</c:v>
                </c:pt>
                <c:pt idx="1436">
                  <c:v>290</c:v>
                </c:pt>
                <c:pt idx="1437">
                  <c:v>36</c:v>
                </c:pt>
                <c:pt idx="1438">
                  <c:v>47</c:v>
                </c:pt>
                <c:pt idx="1439">
                  <c:v>183</c:v>
                </c:pt>
                <c:pt idx="1440">
                  <c:v>178</c:v>
                </c:pt>
                <c:pt idx="1441">
                  <c:v>130</c:v>
                </c:pt>
                <c:pt idx="1442">
                  <c:v>113</c:v>
                </c:pt>
                <c:pt idx="1443">
                  <c:v>68</c:v>
                </c:pt>
                <c:pt idx="1444">
                  <c:v>197</c:v>
                </c:pt>
                <c:pt idx="1445">
                  <c:v>90</c:v>
                </c:pt>
                <c:pt idx="1446">
                  <c:v>262</c:v>
                </c:pt>
                <c:pt idx="1447">
                  <c:v>424</c:v>
                </c:pt>
                <c:pt idx="1448">
                  <c:v>43</c:v>
                </c:pt>
                <c:pt idx="1449">
                  <c:v>92</c:v>
                </c:pt>
                <c:pt idx="1450">
                  <c:v>24</c:v>
                </c:pt>
                <c:pt idx="1451">
                  <c:v>212</c:v>
                </c:pt>
                <c:pt idx="1452">
                  <c:v>216</c:v>
                </c:pt>
                <c:pt idx="1453">
                  <c:v>82</c:v>
                </c:pt>
                <c:pt idx="1454">
                  <c:v>88</c:v>
                </c:pt>
                <c:pt idx="1455">
                  <c:v>183</c:v>
                </c:pt>
                <c:pt idx="1456">
                  <c:v>136</c:v>
                </c:pt>
                <c:pt idx="1457">
                  <c:v>397</c:v>
                </c:pt>
                <c:pt idx="1458">
                  <c:v>196</c:v>
                </c:pt>
                <c:pt idx="1459">
                  <c:v>711</c:v>
                </c:pt>
                <c:pt idx="1460">
                  <c:v>551</c:v>
                </c:pt>
                <c:pt idx="1461">
                  <c:v>93</c:v>
                </c:pt>
                <c:pt idx="1462">
                  <c:v>296</c:v>
                </c:pt>
                <c:pt idx="1463">
                  <c:v>204</c:v>
                </c:pt>
                <c:pt idx="1464">
                  <c:v>350</c:v>
                </c:pt>
                <c:pt idx="1465">
                  <c:v>150</c:v>
                </c:pt>
                <c:pt idx="1466">
                  <c:v>105</c:v>
                </c:pt>
                <c:pt idx="1467">
                  <c:v>63</c:v>
                </c:pt>
                <c:pt idx="1468">
                  <c:v>22</c:v>
                </c:pt>
                <c:pt idx="1469">
                  <c:v>75</c:v>
                </c:pt>
                <c:pt idx="1470">
                  <c:v>171</c:v>
                </c:pt>
                <c:pt idx="1471">
                  <c:v>90</c:v>
                </c:pt>
                <c:pt idx="1472">
                  <c:v>46</c:v>
                </c:pt>
                <c:pt idx="1473">
                  <c:v>51</c:v>
                </c:pt>
                <c:pt idx="1474">
                  <c:v>688</c:v>
                </c:pt>
                <c:pt idx="1475">
                  <c:v>139</c:v>
                </c:pt>
                <c:pt idx="1476">
                  <c:v>282</c:v>
                </c:pt>
                <c:pt idx="1477">
                  <c:v>192</c:v>
                </c:pt>
                <c:pt idx="1478">
                  <c:v>294</c:v>
                </c:pt>
                <c:pt idx="1479">
                  <c:v>283</c:v>
                </c:pt>
                <c:pt idx="1480">
                  <c:v>199</c:v>
                </c:pt>
                <c:pt idx="1481">
                  <c:v>131</c:v>
                </c:pt>
                <c:pt idx="1482">
                  <c:v>196</c:v>
                </c:pt>
                <c:pt idx="1483">
                  <c:v>150</c:v>
                </c:pt>
                <c:pt idx="1484">
                  <c:v>133</c:v>
                </c:pt>
                <c:pt idx="1485">
                  <c:v>204</c:v>
                </c:pt>
                <c:pt idx="1486">
                  <c:v>29</c:v>
                </c:pt>
                <c:pt idx="1487">
                  <c:v>158</c:v>
                </c:pt>
                <c:pt idx="1488">
                  <c:v>28</c:v>
                </c:pt>
                <c:pt idx="1489">
                  <c:v>184</c:v>
                </c:pt>
                <c:pt idx="1490">
                  <c:v>330</c:v>
                </c:pt>
                <c:pt idx="1491">
                  <c:v>115</c:v>
                </c:pt>
                <c:pt idx="1492">
                  <c:v>25</c:v>
                </c:pt>
                <c:pt idx="1493">
                  <c:v>298</c:v>
                </c:pt>
                <c:pt idx="1494">
                  <c:v>141</c:v>
                </c:pt>
                <c:pt idx="1495">
                  <c:v>136</c:v>
                </c:pt>
                <c:pt idx="1496">
                  <c:v>92</c:v>
                </c:pt>
                <c:pt idx="1497">
                  <c:v>536</c:v>
                </c:pt>
                <c:pt idx="1498">
                  <c:v>138</c:v>
                </c:pt>
                <c:pt idx="1499">
                  <c:v>28</c:v>
                </c:pt>
                <c:pt idx="1500">
                  <c:v>25</c:v>
                </c:pt>
                <c:pt idx="1501">
                  <c:v>169</c:v>
                </c:pt>
                <c:pt idx="1502">
                  <c:v>227</c:v>
                </c:pt>
                <c:pt idx="1503">
                  <c:v>83</c:v>
                </c:pt>
                <c:pt idx="1504">
                  <c:v>94</c:v>
                </c:pt>
                <c:pt idx="1505">
                  <c:v>82</c:v>
                </c:pt>
                <c:pt idx="1506">
                  <c:v>87</c:v>
                </c:pt>
                <c:pt idx="1507">
                  <c:v>33</c:v>
                </c:pt>
                <c:pt idx="1508">
                  <c:v>513</c:v>
                </c:pt>
                <c:pt idx="1509">
                  <c:v>86</c:v>
                </c:pt>
                <c:pt idx="1510">
                  <c:v>328</c:v>
                </c:pt>
                <c:pt idx="1511">
                  <c:v>264</c:v>
                </c:pt>
                <c:pt idx="1512">
                  <c:v>96</c:v>
                </c:pt>
                <c:pt idx="1513">
                  <c:v>218</c:v>
                </c:pt>
                <c:pt idx="1514">
                  <c:v>138</c:v>
                </c:pt>
                <c:pt idx="1515">
                  <c:v>138</c:v>
                </c:pt>
                <c:pt idx="1516">
                  <c:v>27</c:v>
                </c:pt>
                <c:pt idx="1517">
                  <c:v>596</c:v>
                </c:pt>
                <c:pt idx="1518">
                  <c:v>28</c:v>
                </c:pt>
                <c:pt idx="1519">
                  <c:v>111</c:v>
                </c:pt>
                <c:pt idx="1520">
                  <c:v>24</c:v>
                </c:pt>
                <c:pt idx="1521">
                  <c:v>101</c:v>
                </c:pt>
                <c:pt idx="1522">
                  <c:v>108</c:v>
                </c:pt>
                <c:pt idx="1523">
                  <c:v>446</c:v>
                </c:pt>
                <c:pt idx="1524">
                  <c:v>355</c:v>
                </c:pt>
                <c:pt idx="1525">
                  <c:v>220</c:v>
                </c:pt>
                <c:pt idx="1526">
                  <c:v>114</c:v>
                </c:pt>
                <c:pt idx="1527">
                  <c:v>10</c:v>
                </c:pt>
                <c:pt idx="1528">
                  <c:v>167</c:v>
                </c:pt>
                <c:pt idx="1529">
                  <c:v>113</c:v>
                </c:pt>
                <c:pt idx="1530">
                  <c:v>201</c:v>
                </c:pt>
                <c:pt idx="1531">
                  <c:v>137</c:v>
                </c:pt>
                <c:pt idx="1532">
                  <c:v>119</c:v>
                </c:pt>
                <c:pt idx="1533">
                  <c:v>108</c:v>
                </c:pt>
                <c:pt idx="1534">
                  <c:v>365</c:v>
                </c:pt>
                <c:pt idx="1535">
                  <c:v>110</c:v>
                </c:pt>
                <c:pt idx="1536">
                  <c:v>174</c:v>
                </c:pt>
                <c:pt idx="1537">
                  <c:v>36</c:v>
                </c:pt>
                <c:pt idx="1538">
                  <c:v>193</c:v>
                </c:pt>
                <c:pt idx="1539">
                  <c:v>152</c:v>
                </c:pt>
                <c:pt idx="1540">
                  <c:v>108</c:v>
                </c:pt>
                <c:pt idx="1541">
                  <c:v>120</c:v>
                </c:pt>
                <c:pt idx="1542">
                  <c:v>98</c:v>
                </c:pt>
                <c:pt idx="1543">
                  <c:v>202</c:v>
                </c:pt>
                <c:pt idx="1544">
                  <c:v>442</c:v>
                </c:pt>
                <c:pt idx="1545">
                  <c:v>59</c:v>
                </c:pt>
                <c:pt idx="1546">
                  <c:v>76</c:v>
                </c:pt>
                <c:pt idx="1547">
                  <c:v>305</c:v>
                </c:pt>
                <c:pt idx="1548">
                  <c:v>424</c:v>
                </c:pt>
                <c:pt idx="1549">
                  <c:v>154</c:v>
                </c:pt>
                <c:pt idx="1550">
                  <c:v>464</c:v>
                </c:pt>
                <c:pt idx="1551">
                  <c:v>550</c:v>
                </c:pt>
                <c:pt idx="1552">
                  <c:v>23</c:v>
                </c:pt>
                <c:pt idx="1553">
                  <c:v>47</c:v>
                </c:pt>
                <c:pt idx="1554">
                  <c:v>57</c:v>
                </c:pt>
                <c:pt idx="1555">
                  <c:v>90</c:v>
                </c:pt>
                <c:pt idx="1556">
                  <c:v>97</c:v>
                </c:pt>
                <c:pt idx="1557">
                  <c:v>128</c:v>
                </c:pt>
                <c:pt idx="1558">
                  <c:v>417</c:v>
                </c:pt>
                <c:pt idx="1559">
                  <c:v>199</c:v>
                </c:pt>
                <c:pt idx="1560">
                  <c:v>41</c:v>
                </c:pt>
                <c:pt idx="1561">
                  <c:v>199</c:v>
                </c:pt>
                <c:pt idx="1562">
                  <c:v>169</c:v>
                </c:pt>
                <c:pt idx="1563">
                  <c:v>250</c:v>
                </c:pt>
                <c:pt idx="1564">
                  <c:v>183</c:v>
                </c:pt>
                <c:pt idx="1565">
                  <c:v>154</c:v>
                </c:pt>
                <c:pt idx="1566">
                  <c:v>399</c:v>
                </c:pt>
                <c:pt idx="1567">
                  <c:v>232</c:v>
                </c:pt>
                <c:pt idx="1568">
                  <c:v>383</c:v>
                </c:pt>
                <c:pt idx="1569">
                  <c:v>269</c:v>
                </c:pt>
                <c:pt idx="1570">
                  <c:v>523</c:v>
                </c:pt>
                <c:pt idx="1571">
                  <c:v>190</c:v>
                </c:pt>
                <c:pt idx="1572">
                  <c:v>157</c:v>
                </c:pt>
                <c:pt idx="1573">
                  <c:v>109</c:v>
                </c:pt>
                <c:pt idx="1574">
                  <c:v>348</c:v>
                </c:pt>
                <c:pt idx="1575">
                  <c:v>291</c:v>
                </c:pt>
                <c:pt idx="1576">
                  <c:v>72</c:v>
                </c:pt>
                <c:pt idx="1577">
                  <c:v>137</c:v>
                </c:pt>
                <c:pt idx="1578">
                  <c:v>241</c:v>
                </c:pt>
                <c:pt idx="1579">
                  <c:v>100</c:v>
                </c:pt>
                <c:pt idx="1580">
                  <c:v>284</c:v>
                </c:pt>
                <c:pt idx="1581">
                  <c:v>386</c:v>
                </c:pt>
                <c:pt idx="1582">
                  <c:v>242</c:v>
                </c:pt>
                <c:pt idx="1583">
                  <c:v>172</c:v>
                </c:pt>
                <c:pt idx="1584">
                  <c:v>318</c:v>
                </c:pt>
                <c:pt idx="1585">
                  <c:v>192</c:v>
                </c:pt>
                <c:pt idx="1586">
                  <c:v>311</c:v>
                </c:pt>
                <c:pt idx="1587">
                  <c:v>699</c:v>
                </c:pt>
                <c:pt idx="1588">
                  <c:v>111</c:v>
                </c:pt>
                <c:pt idx="1589">
                  <c:v>160</c:v>
                </c:pt>
                <c:pt idx="1590">
                  <c:v>406</c:v>
                </c:pt>
                <c:pt idx="1591">
                  <c:v>250</c:v>
                </c:pt>
                <c:pt idx="1592">
                  <c:v>228</c:v>
                </c:pt>
                <c:pt idx="1593">
                  <c:v>722</c:v>
                </c:pt>
                <c:pt idx="1594">
                  <c:v>482</c:v>
                </c:pt>
                <c:pt idx="1595">
                  <c:v>512</c:v>
                </c:pt>
                <c:pt idx="1596">
                  <c:v>257</c:v>
                </c:pt>
                <c:pt idx="1597">
                  <c:v>250</c:v>
                </c:pt>
                <c:pt idx="1598">
                  <c:v>375</c:v>
                </c:pt>
                <c:pt idx="1599">
                  <c:v>35</c:v>
                </c:pt>
                <c:pt idx="1600">
                  <c:v>95</c:v>
                </c:pt>
                <c:pt idx="1601">
                  <c:v>396</c:v>
                </c:pt>
                <c:pt idx="1602">
                  <c:v>587</c:v>
                </c:pt>
                <c:pt idx="1603">
                  <c:v>359</c:v>
                </c:pt>
                <c:pt idx="1604">
                  <c:v>125</c:v>
                </c:pt>
                <c:pt idx="1605">
                  <c:v>484</c:v>
                </c:pt>
                <c:pt idx="1606">
                  <c:v>25</c:v>
                </c:pt>
                <c:pt idx="1607">
                  <c:v>508</c:v>
                </c:pt>
                <c:pt idx="1608">
                  <c:v>578</c:v>
                </c:pt>
                <c:pt idx="1609">
                  <c:v>739</c:v>
                </c:pt>
                <c:pt idx="1610">
                  <c:v>155</c:v>
                </c:pt>
                <c:pt idx="1611">
                  <c:v>300</c:v>
                </c:pt>
                <c:pt idx="1612">
                  <c:v>163</c:v>
                </c:pt>
                <c:pt idx="1613">
                  <c:v>209</c:v>
                </c:pt>
                <c:pt idx="1614">
                  <c:v>324</c:v>
                </c:pt>
                <c:pt idx="1615">
                  <c:v>581</c:v>
                </c:pt>
                <c:pt idx="1616">
                  <c:v>742</c:v>
                </c:pt>
                <c:pt idx="1617">
                  <c:v>319</c:v>
                </c:pt>
                <c:pt idx="1618">
                  <c:v>492</c:v>
                </c:pt>
                <c:pt idx="1619">
                  <c:v>86</c:v>
                </c:pt>
                <c:pt idx="1620">
                  <c:v>215</c:v>
                </c:pt>
                <c:pt idx="1621">
                  <c:v>684</c:v>
                </c:pt>
                <c:pt idx="1622">
                  <c:v>430</c:v>
                </c:pt>
                <c:pt idx="1623">
                  <c:v>360</c:v>
                </c:pt>
                <c:pt idx="1624">
                  <c:v>342</c:v>
                </c:pt>
                <c:pt idx="1625">
                  <c:v>237</c:v>
                </c:pt>
                <c:pt idx="1626">
                  <c:v>625</c:v>
                </c:pt>
                <c:pt idx="1627">
                  <c:v>678</c:v>
                </c:pt>
                <c:pt idx="1628">
                  <c:v>405</c:v>
                </c:pt>
                <c:pt idx="1629">
                  <c:v>325</c:v>
                </c:pt>
                <c:pt idx="1630">
                  <c:v>298</c:v>
                </c:pt>
                <c:pt idx="1631">
                  <c:v>484</c:v>
                </c:pt>
                <c:pt idx="1632">
                  <c:v>392</c:v>
                </c:pt>
                <c:pt idx="1633">
                  <c:v>628</c:v>
                </c:pt>
                <c:pt idx="1634">
                  <c:v>216</c:v>
                </c:pt>
                <c:pt idx="1635">
                  <c:v>159</c:v>
                </c:pt>
                <c:pt idx="1636">
                  <c:v>397</c:v>
                </c:pt>
                <c:pt idx="1637">
                  <c:v>210</c:v>
                </c:pt>
                <c:pt idx="1638">
                  <c:v>126</c:v>
                </c:pt>
                <c:pt idx="1639">
                  <c:v>21</c:v>
                </c:pt>
                <c:pt idx="1640">
                  <c:v>242</c:v>
                </c:pt>
                <c:pt idx="1641">
                  <c:v>34</c:v>
                </c:pt>
                <c:pt idx="1642">
                  <c:v>120</c:v>
                </c:pt>
                <c:pt idx="1643">
                  <c:v>577</c:v>
                </c:pt>
                <c:pt idx="1644">
                  <c:v>312</c:v>
                </c:pt>
                <c:pt idx="1645">
                  <c:v>444</c:v>
                </c:pt>
                <c:pt idx="1646">
                  <c:v>514</c:v>
                </c:pt>
                <c:pt idx="1647">
                  <c:v>599</c:v>
                </c:pt>
                <c:pt idx="1648">
                  <c:v>169</c:v>
                </c:pt>
                <c:pt idx="1649">
                  <c:v>92</c:v>
                </c:pt>
                <c:pt idx="1650">
                  <c:v>228</c:v>
                </c:pt>
                <c:pt idx="1651">
                  <c:v>117</c:v>
                </c:pt>
                <c:pt idx="1652">
                  <c:v>402</c:v>
                </c:pt>
                <c:pt idx="1653">
                  <c:v>469</c:v>
                </c:pt>
                <c:pt idx="1654">
                  <c:v>254</c:v>
                </c:pt>
                <c:pt idx="1655">
                  <c:v>200</c:v>
                </c:pt>
                <c:pt idx="1656">
                  <c:v>197</c:v>
                </c:pt>
                <c:pt idx="1657">
                  <c:v>97</c:v>
                </c:pt>
                <c:pt idx="1658">
                  <c:v>550</c:v>
                </c:pt>
                <c:pt idx="1659">
                  <c:v>122</c:v>
                </c:pt>
                <c:pt idx="1660">
                  <c:v>417</c:v>
                </c:pt>
                <c:pt idx="1661">
                  <c:v>116</c:v>
                </c:pt>
                <c:pt idx="1662">
                  <c:v>724</c:v>
                </c:pt>
                <c:pt idx="1663">
                  <c:v>27</c:v>
                </c:pt>
                <c:pt idx="1664">
                  <c:v>142</c:v>
                </c:pt>
                <c:pt idx="1665">
                  <c:v>104</c:v>
                </c:pt>
                <c:pt idx="1666">
                  <c:v>651</c:v>
                </c:pt>
                <c:pt idx="1667">
                  <c:v>121</c:v>
                </c:pt>
                <c:pt idx="1668">
                  <c:v>168</c:v>
                </c:pt>
                <c:pt idx="1669">
                  <c:v>388</c:v>
                </c:pt>
                <c:pt idx="1670">
                  <c:v>126</c:v>
                </c:pt>
                <c:pt idx="1671">
                  <c:v>95</c:v>
                </c:pt>
                <c:pt idx="1672">
                  <c:v>263</c:v>
                </c:pt>
                <c:pt idx="1673">
                  <c:v>636</c:v>
                </c:pt>
                <c:pt idx="1674">
                  <c:v>157</c:v>
                </c:pt>
                <c:pt idx="1675">
                  <c:v>242</c:v>
                </c:pt>
                <c:pt idx="1676">
                  <c:v>488</c:v>
                </c:pt>
                <c:pt idx="1677">
                  <c:v>399</c:v>
                </c:pt>
                <c:pt idx="1678">
                  <c:v>215</c:v>
                </c:pt>
                <c:pt idx="1679">
                  <c:v>418</c:v>
                </c:pt>
                <c:pt idx="1680">
                  <c:v>133</c:v>
                </c:pt>
                <c:pt idx="1681">
                  <c:v>99</c:v>
                </c:pt>
                <c:pt idx="1682">
                  <c:v>577</c:v>
                </c:pt>
                <c:pt idx="1683">
                  <c:v>307</c:v>
                </c:pt>
                <c:pt idx="1684">
                  <c:v>497</c:v>
                </c:pt>
                <c:pt idx="1685">
                  <c:v>534</c:v>
                </c:pt>
                <c:pt idx="1686">
                  <c:v>335</c:v>
                </c:pt>
                <c:pt idx="1687">
                  <c:v>266</c:v>
                </c:pt>
                <c:pt idx="1688">
                  <c:v>489</c:v>
                </c:pt>
                <c:pt idx="1689">
                  <c:v>365</c:v>
                </c:pt>
                <c:pt idx="1690">
                  <c:v>165</c:v>
                </c:pt>
                <c:pt idx="1691">
                  <c:v>649</c:v>
                </c:pt>
                <c:pt idx="1692">
                  <c:v>196</c:v>
                </c:pt>
                <c:pt idx="1693">
                  <c:v>141</c:v>
                </c:pt>
                <c:pt idx="1694">
                  <c:v>179</c:v>
                </c:pt>
                <c:pt idx="1695">
                  <c:v>223</c:v>
                </c:pt>
                <c:pt idx="1696">
                  <c:v>94</c:v>
                </c:pt>
                <c:pt idx="1697">
                  <c:v>393</c:v>
                </c:pt>
                <c:pt idx="1698">
                  <c:v>99</c:v>
                </c:pt>
                <c:pt idx="1699">
                  <c:v>281</c:v>
                </c:pt>
                <c:pt idx="1700">
                  <c:v>276</c:v>
                </c:pt>
                <c:pt idx="1701">
                  <c:v>693</c:v>
                </c:pt>
                <c:pt idx="1702">
                  <c:v>310</c:v>
                </c:pt>
                <c:pt idx="1703">
                  <c:v>87</c:v>
                </c:pt>
                <c:pt idx="1704">
                  <c:v>246</c:v>
                </c:pt>
                <c:pt idx="1705">
                  <c:v>241</c:v>
                </c:pt>
                <c:pt idx="1706">
                  <c:v>130</c:v>
                </c:pt>
                <c:pt idx="1707">
                  <c:v>323</c:v>
                </c:pt>
                <c:pt idx="1708">
                  <c:v>572</c:v>
                </c:pt>
                <c:pt idx="1709">
                  <c:v>79</c:v>
                </c:pt>
                <c:pt idx="1710">
                  <c:v>168</c:v>
                </c:pt>
                <c:pt idx="1711">
                  <c:v>414</c:v>
                </c:pt>
                <c:pt idx="1712">
                  <c:v>318</c:v>
                </c:pt>
                <c:pt idx="1713">
                  <c:v>40</c:v>
                </c:pt>
                <c:pt idx="1714">
                  <c:v>196</c:v>
                </c:pt>
                <c:pt idx="1715">
                  <c:v>342</c:v>
                </c:pt>
                <c:pt idx="1716">
                  <c:v>444</c:v>
                </c:pt>
                <c:pt idx="1717">
                  <c:v>676</c:v>
                </c:pt>
                <c:pt idx="1718">
                  <c:v>280</c:v>
                </c:pt>
                <c:pt idx="1719">
                  <c:v>67</c:v>
                </c:pt>
                <c:pt idx="1720">
                  <c:v>485</c:v>
                </c:pt>
                <c:pt idx="1721">
                  <c:v>599</c:v>
                </c:pt>
                <c:pt idx="1722">
                  <c:v>516</c:v>
                </c:pt>
                <c:pt idx="1723">
                  <c:v>426</c:v>
                </c:pt>
                <c:pt idx="1724">
                  <c:v>247</c:v>
                </c:pt>
                <c:pt idx="1725">
                  <c:v>151</c:v>
                </c:pt>
                <c:pt idx="1726">
                  <c:v>587</c:v>
                </c:pt>
                <c:pt idx="1727">
                  <c:v>552</c:v>
                </c:pt>
                <c:pt idx="1728">
                  <c:v>613</c:v>
                </c:pt>
                <c:pt idx="1729">
                  <c:v>134</c:v>
                </c:pt>
                <c:pt idx="1730">
                  <c:v>328</c:v>
                </c:pt>
                <c:pt idx="1731">
                  <c:v>60</c:v>
                </c:pt>
                <c:pt idx="1732">
                  <c:v>354</c:v>
                </c:pt>
                <c:pt idx="1733">
                  <c:v>718</c:v>
                </c:pt>
                <c:pt idx="1734">
                  <c:v>270</c:v>
                </c:pt>
                <c:pt idx="1735">
                  <c:v>590</c:v>
                </c:pt>
                <c:pt idx="1736">
                  <c:v>594</c:v>
                </c:pt>
                <c:pt idx="1737">
                  <c:v>524</c:v>
                </c:pt>
                <c:pt idx="1738">
                  <c:v>503</c:v>
                </c:pt>
                <c:pt idx="1739">
                  <c:v>552</c:v>
                </c:pt>
                <c:pt idx="1740">
                  <c:v>528</c:v>
                </c:pt>
                <c:pt idx="1741">
                  <c:v>724</c:v>
                </c:pt>
                <c:pt idx="1742">
                  <c:v>178</c:v>
                </c:pt>
                <c:pt idx="1743">
                  <c:v>311</c:v>
                </c:pt>
                <c:pt idx="1744">
                  <c:v>311</c:v>
                </c:pt>
                <c:pt idx="1745">
                  <c:v>241</c:v>
                </c:pt>
                <c:pt idx="1746">
                  <c:v>286</c:v>
                </c:pt>
                <c:pt idx="1747">
                  <c:v>50</c:v>
                </c:pt>
                <c:pt idx="1748">
                  <c:v>351</c:v>
                </c:pt>
                <c:pt idx="1749">
                  <c:v>632</c:v>
                </c:pt>
                <c:pt idx="1750">
                  <c:v>383</c:v>
                </c:pt>
                <c:pt idx="1751">
                  <c:v>102</c:v>
                </c:pt>
                <c:pt idx="1752">
                  <c:v>653</c:v>
                </c:pt>
                <c:pt idx="1753">
                  <c:v>60</c:v>
                </c:pt>
                <c:pt idx="1754">
                  <c:v>634</c:v>
                </c:pt>
                <c:pt idx="1755">
                  <c:v>662</c:v>
                </c:pt>
                <c:pt idx="1756">
                  <c:v>75</c:v>
                </c:pt>
                <c:pt idx="1757">
                  <c:v>319</c:v>
                </c:pt>
                <c:pt idx="1758">
                  <c:v>527</c:v>
                </c:pt>
                <c:pt idx="1759">
                  <c:v>569</c:v>
                </c:pt>
                <c:pt idx="1760">
                  <c:v>728</c:v>
                </c:pt>
                <c:pt idx="1761">
                  <c:v>490</c:v>
                </c:pt>
                <c:pt idx="1762">
                  <c:v>126</c:v>
                </c:pt>
                <c:pt idx="1763">
                  <c:v>345</c:v>
                </c:pt>
                <c:pt idx="1764">
                  <c:v>615</c:v>
                </c:pt>
                <c:pt idx="1765">
                  <c:v>94</c:v>
                </c:pt>
                <c:pt idx="1766">
                  <c:v>208</c:v>
                </c:pt>
                <c:pt idx="1767">
                  <c:v>397</c:v>
                </c:pt>
                <c:pt idx="1768">
                  <c:v>392</c:v>
                </c:pt>
                <c:pt idx="1769">
                  <c:v>612</c:v>
                </c:pt>
                <c:pt idx="1770">
                  <c:v>251</c:v>
                </c:pt>
                <c:pt idx="1771">
                  <c:v>307</c:v>
                </c:pt>
                <c:pt idx="1772">
                  <c:v>412</c:v>
                </c:pt>
                <c:pt idx="1773">
                  <c:v>699</c:v>
                </c:pt>
                <c:pt idx="1774">
                  <c:v>477</c:v>
                </c:pt>
                <c:pt idx="1775">
                  <c:v>339</c:v>
                </c:pt>
                <c:pt idx="1776">
                  <c:v>551</c:v>
                </c:pt>
                <c:pt idx="1777">
                  <c:v>174</c:v>
                </c:pt>
                <c:pt idx="1778">
                  <c:v>496</c:v>
                </c:pt>
                <c:pt idx="1779">
                  <c:v>174</c:v>
                </c:pt>
                <c:pt idx="1780">
                  <c:v>377</c:v>
                </c:pt>
                <c:pt idx="1781">
                  <c:v>398</c:v>
                </c:pt>
                <c:pt idx="1782">
                  <c:v>531</c:v>
                </c:pt>
                <c:pt idx="1783">
                  <c:v>591</c:v>
                </c:pt>
                <c:pt idx="1784">
                  <c:v>236</c:v>
                </c:pt>
                <c:pt idx="1785">
                  <c:v>533</c:v>
                </c:pt>
                <c:pt idx="1786">
                  <c:v>549</c:v>
                </c:pt>
                <c:pt idx="1787">
                  <c:v>451</c:v>
                </c:pt>
                <c:pt idx="1788">
                  <c:v>357</c:v>
                </c:pt>
                <c:pt idx="1789">
                  <c:v>324</c:v>
                </c:pt>
                <c:pt idx="1790">
                  <c:v>354</c:v>
                </c:pt>
                <c:pt idx="1791">
                  <c:v>188</c:v>
                </c:pt>
                <c:pt idx="1792">
                  <c:v>238</c:v>
                </c:pt>
                <c:pt idx="1793">
                  <c:v>549</c:v>
                </c:pt>
                <c:pt idx="1794">
                  <c:v>455</c:v>
                </c:pt>
                <c:pt idx="1795">
                  <c:v>125</c:v>
                </c:pt>
                <c:pt idx="1796">
                  <c:v>313</c:v>
                </c:pt>
                <c:pt idx="1797">
                  <c:v>174</c:v>
                </c:pt>
                <c:pt idx="1798">
                  <c:v>161</c:v>
                </c:pt>
                <c:pt idx="1799">
                  <c:v>505</c:v>
                </c:pt>
                <c:pt idx="1800">
                  <c:v>141</c:v>
                </c:pt>
                <c:pt idx="1801">
                  <c:v>156</c:v>
                </c:pt>
                <c:pt idx="1802">
                  <c:v>314</c:v>
                </c:pt>
                <c:pt idx="1803">
                  <c:v>499</c:v>
                </c:pt>
                <c:pt idx="1804">
                  <c:v>256</c:v>
                </c:pt>
                <c:pt idx="1805">
                  <c:v>497</c:v>
                </c:pt>
                <c:pt idx="1806">
                  <c:v>555</c:v>
                </c:pt>
                <c:pt idx="1807">
                  <c:v>242</c:v>
                </c:pt>
                <c:pt idx="1808">
                  <c:v>113</c:v>
                </c:pt>
                <c:pt idx="1809">
                  <c:v>254</c:v>
                </c:pt>
                <c:pt idx="1810">
                  <c:v>225</c:v>
                </c:pt>
                <c:pt idx="1811">
                  <c:v>582</c:v>
                </c:pt>
                <c:pt idx="1812">
                  <c:v>87</c:v>
                </c:pt>
                <c:pt idx="1813">
                  <c:v>187</c:v>
                </c:pt>
                <c:pt idx="1814">
                  <c:v>716</c:v>
                </c:pt>
                <c:pt idx="1815">
                  <c:v>520</c:v>
                </c:pt>
                <c:pt idx="1816">
                  <c:v>501</c:v>
                </c:pt>
                <c:pt idx="1817">
                  <c:v>232</c:v>
                </c:pt>
                <c:pt idx="1818">
                  <c:v>161</c:v>
                </c:pt>
                <c:pt idx="1819">
                  <c:v>312</c:v>
                </c:pt>
                <c:pt idx="1820">
                  <c:v>509</c:v>
                </c:pt>
                <c:pt idx="1821">
                  <c:v>221</c:v>
                </c:pt>
                <c:pt idx="1822">
                  <c:v>574</c:v>
                </c:pt>
                <c:pt idx="1823">
                  <c:v>287</c:v>
                </c:pt>
                <c:pt idx="1824">
                  <c:v>346</c:v>
                </c:pt>
                <c:pt idx="1825">
                  <c:v>389</c:v>
                </c:pt>
                <c:pt idx="1826">
                  <c:v>61</c:v>
                </c:pt>
                <c:pt idx="1827">
                  <c:v>222</c:v>
                </c:pt>
                <c:pt idx="1828">
                  <c:v>53</c:v>
                </c:pt>
                <c:pt idx="1829">
                  <c:v>311</c:v>
                </c:pt>
                <c:pt idx="1830">
                  <c:v>487</c:v>
                </c:pt>
                <c:pt idx="1831">
                  <c:v>411</c:v>
                </c:pt>
                <c:pt idx="1832">
                  <c:v>112</c:v>
                </c:pt>
                <c:pt idx="1833">
                  <c:v>114</c:v>
                </c:pt>
                <c:pt idx="1834">
                  <c:v>88</c:v>
                </c:pt>
                <c:pt idx="1835">
                  <c:v>450</c:v>
                </c:pt>
                <c:pt idx="1836">
                  <c:v>121</c:v>
                </c:pt>
                <c:pt idx="1837">
                  <c:v>124</c:v>
                </c:pt>
                <c:pt idx="1838">
                  <c:v>125</c:v>
                </c:pt>
                <c:pt idx="1839">
                  <c:v>291</c:v>
                </c:pt>
                <c:pt idx="1840">
                  <c:v>724</c:v>
                </c:pt>
                <c:pt idx="1841">
                  <c:v>265</c:v>
                </c:pt>
                <c:pt idx="1842">
                  <c:v>467</c:v>
                </c:pt>
                <c:pt idx="1843">
                  <c:v>436</c:v>
                </c:pt>
                <c:pt idx="1844">
                  <c:v>169</c:v>
                </c:pt>
                <c:pt idx="1845">
                  <c:v>171</c:v>
                </c:pt>
                <c:pt idx="1846">
                  <c:v>739</c:v>
                </c:pt>
                <c:pt idx="1847">
                  <c:v>434</c:v>
                </c:pt>
                <c:pt idx="1848">
                  <c:v>82</c:v>
                </c:pt>
                <c:pt idx="1849">
                  <c:v>63</c:v>
                </c:pt>
                <c:pt idx="1850">
                  <c:v>183</c:v>
                </c:pt>
                <c:pt idx="1851">
                  <c:v>531</c:v>
                </c:pt>
                <c:pt idx="1852">
                  <c:v>407</c:v>
                </c:pt>
                <c:pt idx="1853">
                  <c:v>144</c:v>
                </c:pt>
                <c:pt idx="1854">
                  <c:v>246</c:v>
                </c:pt>
                <c:pt idx="1855">
                  <c:v>419</c:v>
                </c:pt>
                <c:pt idx="1856">
                  <c:v>659</c:v>
                </c:pt>
                <c:pt idx="1857">
                  <c:v>509</c:v>
                </c:pt>
                <c:pt idx="1858">
                  <c:v>245</c:v>
                </c:pt>
                <c:pt idx="1859">
                  <c:v>663</c:v>
                </c:pt>
                <c:pt idx="1860">
                  <c:v>215</c:v>
                </c:pt>
                <c:pt idx="1861">
                  <c:v>48</c:v>
                </c:pt>
                <c:pt idx="1862">
                  <c:v>32</c:v>
                </c:pt>
                <c:pt idx="1863">
                  <c:v>307</c:v>
                </c:pt>
                <c:pt idx="1864">
                  <c:v>26</c:v>
                </c:pt>
                <c:pt idx="1865">
                  <c:v>367</c:v>
                </c:pt>
                <c:pt idx="1866">
                  <c:v>64</c:v>
                </c:pt>
                <c:pt idx="1867">
                  <c:v>194</c:v>
                </c:pt>
                <c:pt idx="1868">
                  <c:v>115</c:v>
                </c:pt>
                <c:pt idx="1869">
                  <c:v>196</c:v>
                </c:pt>
                <c:pt idx="1870">
                  <c:v>299</c:v>
                </c:pt>
                <c:pt idx="1871">
                  <c:v>183</c:v>
                </c:pt>
                <c:pt idx="1872">
                  <c:v>425</c:v>
                </c:pt>
                <c:pt idx="1873">
                  <c:v>567</c:v>
                </c:pt>
                <c:pt idx="1874">
                  <c:v>36</c:v>
                </c:pt>
                <c:pt idx="1875">
                  <c:v>73</c:v>
                </c:pt>
                <c:pt idx="1876">
                  <c:v>168</c:v>
                </c:pt>
                <c:pt idx="1877">
                  <c:v>419</c:v>
                </c:pt>
                <c:pt idx="1878">
                  <c:v>26</c:v>
                </c:pt>
                <c:pt idx="1879">
                  <c:v>96</c:v>
                </c:pt>
                <c:pt idx="1880">
                  <c:v>80</c:v>
                </c:pt>
                <c:pt idx="1881">
                  <c:v>230</c:v>
                </c:pt>
                <c:pt idx="1882">
                  <c:v>426</c:v>
                </c:pt>
                <c:pt idx="1883">
                  <c:v>415</c:v>
                </c:pt>
                <c:pt idx="1884">
                  <c:v>608</c:v>
                </c:pt>
                <c:pt idx="1885">
                  <c:v>58</c:v>
                </c:pt>
                <c:pt idx="1886">
                  <c:v>31</c:v>
                </c:pt>
                <c:pt idx="1887">
                  <c:v>103</c:v>
                </c:pt>
                <c:pt idx="1888">
                  <c:v>66</c:v>
                </c:pt>
                <c:pt idx="1889">
                  <c:v>272</c:v>
                </c:pt>
                <c:pt idx="1890">
                  <c:v>283</c:v>
                </c:pt>
                <c:pt idx="1891">
                  <c:v>159</c:v>
                </c:pt>
                <c:pt idx="1892">
                  <c:v>315</c:v>
                </c:pt>
                <c:pt idx="1893">
                  <c:v>121</c:v>
                </c:pt>
                <c:pt idx="1894">
                  <c:v>105</c:v>
                </c:pt>
                <c:pt idx="1895">
                  <c:v>102</c:v>
                </c:pt>
                <c:pt idx="1896">
                  <c:v>536</c:v>
                </c:pt>
                <c:pt idx="1897">
                  <c:v>355</c:v>
                </c:pt>
                <c:pt idx="1898">
                  <c:v>238</c:v>
                </c:pt>
                <c:pt idx="1899">
                  <c:v>456</c:v>
                </c:pt>
                <c:pt idx="1900">
                  <c:v>624</c:v>
                </c:pt>
                <c:pt idx="1901">
                  <c:v>614</c:v>
                </c:pt>
                <c:pt idx="1902">
                  <c:v>305</c:v>
                </c:pt>
                <c:pt idx="1903">
                  <c:v>247</c:v>
                </c:pt>
                <c:pt idx="1904">
                  <c:v>658</c:v>
                </c:pt>
                <c:pt idx="1905">
                  <c:v>260</c:v>
                </c:pt>
                <c:pt idx="1906">
                  <c:v>602</c:v>
                </c:pt>
                <c:pt idx="1907">
                  <c:v>311</c:v>
                </c:pt>
                <c:pt idx="1908">
                  <c:v>46</c:v>
                </c:pt>
                <c:pt idx="1909">
                  <c:v>337</c:v>
                </c:pt>
                <c:pt idx="1910">
                  <c:v>59</c:v>
                </c:pt>
                <c:pt idx="1911">
                  <c:v>494</c:v>
                </c:pt>
                <c:pt idx="1912">
                  <c:v>345</c:v>
                </c:pt>
                <c:pt idx="1913">
                  <c:v>404</c:v>
                </c:pt>
                <c:pt idx="1914">
                  <c:v>348</c:v>
                </c:pt>
                <c:pt idx="1915">
                  <c:v>148</c:v>
                </c:pt>
                <c:pt idx="1916">
                  <c:v>396</c:v>
                </c:pt>
                <c:pt idx="1917">
                  <c:v>176</c:v>
                </c:pt>
                <c:pt idx="1918">
                  <c:v>203</c:v>
                </c:pt>
                <c:pt idx="1919">
                  <c:v>567</c:v>
                </c:pt>
                <c:pt idx="1920">
                  <c:v>48</c:v>
                </c:pt>
                <c:pt idx="1921">
                  <c:v>233</c:v>
                </c:pt>
                <c:pt idx="1922">
                  <c:v>159</c:v>
                </c:pt>
                <c:pt idx="1923">
                  <c:v>171</c:v>
                </c:pt>
                <c:pt idx="1924">
                  <c:v>225</c:v>
                </c:pt>
                <c:pt idx="1925">
                  <c:v>108</c:v>
                </c:pt>
                <c:pt idx="1926">
                  <c:v>309</c:v>
                </c:pt>
                <c:pt idx="1927">
                  <c:v>716</c:v>
                </c:pt>
                <c:pt idx="1928">
                  <c:v>249</c:v>
                </c:pt>
                <c:pt idx="1929">
                  <c:v>566</c:v>
                </c:pt>
                <c:pt idx="1930">
                  <c:v>492</c:v>
                </c:pt>
                <c:pt idx="1931">
                  <c:v>609</c:v>
                </c:pt>
                <c:pt idx="1932">
                  <c:v>150</c:v>
                </c:pt>
                <c:pt idx="1933">
                  <c:v>160</c:v>
                </c:pt>
                <c:pt idx="1934">
                  <c:v>707</c:v>
                </c:pt>
                <c:pt idx="1935">
                  <c:v>397</c:v>
                </c:pt>
                <c:pt idx="1936">
                  <c:v>283</c:v>
                </c:pt>
                <c:pt idx="1937">
                  <c:v>655</c:v>
                </c:pt>
                <c:pt idx="1938">
                  <c:v>270</c:v>
                </c:pt>
                <c:pt idx="1939">
                  <c:v>301</c:v>
                </c:pt>
                <c:pt idx="1940">
                  <c:v>706</c:v>
                </c:pt>
                <c:pt idx="1941">
                  <c:v>156</c:v>
                </c:pt>
                <c:pt idx="1942">
                  <c:v>573</c:v>
                </c:pt>
                <c:pt idx="1943">
                  <c:v>495</c:v>
                </c:pt>
                <c:pt idx="1944">
                  <c:v>133</c:v>
                </c:pt>
                <c:pt idx="1945">
                  <c:v>512</c:v>
                </c:pt>
                <c:pt idx="1946">
                  <c:v>343</c:v>
                </c:pt>
                <c:pt idx="1947">
                  <c:v>505</c:v>
                </c:pt>
                <c:pt idx="1948">
                  <c:v>257</c:v>
                </c:pt>
                <c:pt idx="1949">
                  <c:v>613</c:v>
                </c:pt>
                <c:pt idx="1950">
                  <c:v>551</c:v>
                </c:pt>
                <c:pt idx="1951">
                  <c:v>405</c:v>
                </c:pt>
                <c:pt idx="1952">
                  <c:v>361</c:v>
                </c:pt>
                <c:pt idx="1953">
                  <c:v>422</c:v>
                </c:pt>
                <c:pt idx="1954">
                  <c:v>96</c:v>
                </c:pt>
                <c:pt idx="1955">
                  <c:v>632</c:v>
                </c:pt>
                <c:pt idx="1956">
                  <c:v>89</c:v>
                </c:pt>
                <c:pt idx="1957">
                  <c:v>311</c:v>
                </c:pt>
                <c:pt idx="1958">
                  <c:v>424</c:v>
                </c:pt>
                <c:pt idx="1959">
                  <c:v>423</c:v>
                </c:pt>
                <c:pt idx="1960">
                  <c:v>216</c:v>
                </c:pt>
                <c:pt idx="1961">
                  <c:v>26</c:v>
                </c:pt>
                <c:pt idx="1962">
                  <c:v>660</c:v>
                </c:pt>
                <c:pt idx="1963">
                  <c:v>578</c:v>
                </c:pt>
                <c:pt idx="1964">
                  <c:v>259</c:v>
                </c:pt>
                <c:pt idx="1965">
                  <c:v>157</c:v>
                </c:pt>
                <c:pt idx="1966">
                  <c:v>290</c:v>
                </c:pt>
                <c:pt idx="1967">
                  <c:v>398</c:v>
                </c:pt>
                <c:pt idx="1968">
                  <c:v>373</c:v>
                </c:pt>
                <c:pt idx="1969">
                  <c:v>475</c:v>
                </c:pt>
                <c:pt idx="1970">
                  <c:v>424</c:v>
                </c:pt>
                <c:pt idx="1971">
                  <c:v>443</c:v>
                </c:pt>
                <c:pt idx="1972">
                  <c:v>295</c:v>
                </c:pt>
                <c:pt idx="1973">
                  <c:v>684</c:v>
                </c:pt>
                <c:pt idx="1974">
                  <c:v>256</c:v>
                </c:pt>
                <c:pt idx="1975">
                  <c:v>84</c:v>
                </c:pt>
                <c:pt idx="1976">
                  <c:v>71</c:v>
                </c:pt>
                <c:pt idx="1977">
                  <c:v>319</c:v>
                </c:pt>
                <c:pt idx="1978">
                  <c:v>360</c:v>
                </c:pt>
                <c:pt idx="1979">
                  <c:v>749</c:v>
                </c:pt>
                <c:pt idx="1980">
                  <c:v>46</c:v>
                </c:pt>
                <c:pt idx="1981">
                  <c:v>38</c:v>
                </c:pt>
                <c:pt idx="1982">
                  <c:v>111</c:v>
                </c:pt>
                <c:pt idx="1983">
                  <c:v>474</c:v>
                </c:pt>
                <c:pt idx="1984">
                  <c:v>469</c:v>
                </c:pt>
                <c:pt idx="1985">
                  <c:v>38</c:v>
                </c:pt>
                <c:pt idx="1986">
                  <c:v>130</c:v>
                </c:pt>
                <c:pt idx="1987">
                  <c:v>168</c:v>
                </c:pt>
                <c:pt idx="1988">
                  <c:v>49</c:v>
                </c:pt>
                <c:pt idx="1989">
                  <c:v>225</c:v>
                </c:pt>
                <c:pt idx="1990">
                  <c:v>512</c:v>
                </c:pt>
                <c:pt idx="1991">
                  <c:v>89</c:v>
                </c:pt>
                <c:pt idx="1992">
                  <c:v>453</c:v>
                </c:pt>
                <c:pt idx="1993">
                  <c:v>108</c:v>
                </c:pt>
                <c:pt idx="1994">
                  <c:v>519</c:v>
                </c:pt>
                <c:pt idx="1995">
                  <c:v>26</c:v>
                </c:pt>
                <c:pt idx="1996">
                  <c:v>290</c:v>
                </c:pt>
                <c:pt idx="1997">
                  <c:v>349</c:v>
                </c:pt>
                <c:pt idx="1998">
                  <c:v>570</c:v>
                </c:pt>
                <c:pt idx="1999">
                  <c:v>410</c:v>
                </c:pt>
                <c:pt idx="2000">
                  <c:v>134</c:v>
                </c:pt>
                <c:pt idx="2001">
                  <c:v>488</c:v>
                </c:pt>
                <c:pt idx="2002">
                  <c:v>302</c:v>
                </c:pt>
                <c:pt idx="2003">
                  <c:v>270</c:v>
                </c:pt>
                <c:pt idx="2004">
                  <c:v>41</c:v>
                </c:pt>
                <c:pt idx="2005">
                  <c:v>63</c:v>
                </c:pt>
                <c:pt idx="2006">
                  <c:v>266</c:v>
                </c:pt>
                <c:pt idx="2007">
                  <c:v>57</c:v>
                </c:pt>
                <c:pt idx="2008">
                  <c:v>328</c:v>
                </c:pt>
                <c:pt idx="2009">
                  <c:v>165</c:v>
                </c:pt>
                <c:pt idx="2010">
                  <c:v>531</c:v>
                </c:pt>
                <c:pt idx="2011">
                  <c:v>169</c:v>
                </c:pt>
                <c:pt idx="2012">
                  <c:v>137</c:v>
                </c:pt>
                <c:pt idx="2013">
                  <c:v>97</c:v>
                </c:pt>
                <c:pt idx="2014">
                  <c:v>378</c:v>
                </c:pt>
                <c:pt idx="2015">
                  <c:v>292</c:v>
                </c:pt>
                <c:pt idx="2016">
                  <c:v>497</c:v>
                </c:pt>
                <c:pt idx="2017">
                  <c:v>136</c:v>
                </c:pt>
                <c:pt idx="2018">
                  <c:v>41</c:v>
                </c:pt>
                <c:pt idx="2019">
                  <c:v>142</c:v>
                </c:pt>
                <c:pt idx="2020">
                  <c:v>22</c:v>
                </c:pt>
                <c:pt idx="2021">
                  <c:v>56</c:v>
                </c:pt>
                <c:pt idx="2022">
                  <c:v>39</c:v>
                </c:pt>
                <c:pt idx="2023">
                  <c:v>472</c:v>
                </c:pt>
                <c:pt idx="2024">
                  <c:v>192</c:v>
                </c:pt>
                <c:pt idx="2025">
                  <c:v>111</c:v>
                </c:pt>
                <c:pt idx="2026">
                  <c:v>272</c:v>
                </c:pt>
                <c:pt idx="2027">
                  <c:v>116</c:v>
                </c:pt>
                <c:pt idx="2028">
                  <c:v>383</c:v>
                </c:pt>
                <c:pt idx="2029">
                  <c:v>485</c:v>
                </c:pt>
                <c:pt idx="2030">
                  <c:v>208</c:v>
                </c:pt>
                <c:pt idx="2031">
                  <c:v>310</c:v>
                </c:pt>
                <c:pt idx="2032">
                  <c:v>259</c:v>
                </c:pt>
                <c:pt idx="2033">
                  <c:v>191</c:v>
                </c:pt>
                <c:pt idx="2034">
                  <c:v>40</c:v>
                </c:pt>
                <c:pt idx="2035">
                  <c:v>332</c:v>
                </c:pt>
                <c:pt idx="2036">
                  <c:v>124</c:v>
                </c:pt>
                <c:pt idx="2037">
                  <c:v>47</c:v>
                </c:pt>
                <c:pt idx="2038">
                  <c:v>73</c:v>
                </c:pt>
                <c:pt idx="2039">
                  <c:v>113</c:v>
                </c:pt>
                <c:pt idx="2040">
                  <c:v>58</c:v>
                </c:pt>
                <c:pt idx="2041">
                  <c:v>505</c:v>
                </c:pt>
                <c:pt idx="2042">
                  <c:v>155</c:v>
                </c:pt>
                <c:pt idx="2043">
                  <c:v>122</c:v>
                </c:pt>
                <c:pt idx="2044">
                  <c:v>291</c:v>
                </c:pt>
                <c:pt idx="2045">
                  <c:v>379</c:v>
                </c:pt>
                <c:pt idx="2046">
                  <c:v>97</c:v>
                </c:pt>
                <c:pt idx="2047">
                  <c:v>123</c:v>
                </c:pt>
                <c:pt idx="2048">
                  <c:v>72</c:v>
                </c:pt>
                <c:pt idx="2049">
                  <c:v>587</c:v>
                </c:pt>
                <c:pt idx="2050">
                  <c:v>351</c:v>
                </c:pt>
                <c:pt idx="2051">
                  <c:v>272</c:v>
                </c:pt>
                <c:pt idx="2052">
                  <c:v>62</c:v>
                </c:pt>
                <c:pt idx="2053">
                  <c:v>392</c:v>
                </c:pt>
                <c:pt idx="2054">
                  <c:v>358</c:v>
                </c:pt>
                <c:pt idx="2055">
                  <c:v>533</c:v>
                </c:pt>
                <c:pt idx="2056">
                  <c:v>667</c:v>
                </c:pt>
                <c:pt idx="2057">
                  <c:v>190</c:v>
                </c:pt>
                <c:pt idx="2058">
                  <c:v>427</c:v>
                </c:pt>
                <c:pt idx="2059">
                  <c:v>189</c:v>
                </c:pt>
                <c:pt idx="2060">
                  <c:v>369</c:v>
                </c:pt>
                <c:pt idx="2061">
                  <c:v>267</c:v>
                </c:pt>
                <c:pt idx="2062">
                  <c:v>697</c:v>
                </c:pt>
                <c:pt idx="2063">
                  <c:v>378</c:v>
                </c:pt>
                <c:pt idx="2064">
                  <c:v>379</c:v>
                </c:pt>
                <c:pt idx="2065">
                  <c:v>204</c:v>
                </c:pt>
                <c:pt idx="2066">
                  <c:v>44</c:v>
                </c:pt>
                <c:pt idx="2067">
                  <c:v>253</c:v>
                </c:pt>
                <c:pt idx="2068">
                  <c:v>498</c:v>
                </c:pt>
                <c:pt idx="2069">
                  <c:v>101</c:v>
                </c:pt>
                <c:pt idx="2070">
                  <c:v>641</c:v>
                </c:pt>
                <c:pt idx="2071">
                  <c:v>478</c:v>
                </c:pt>
                <c:pt idx="2072">
                  <c:v>11</c:v>
                </c:pt>
                <c:pt idx="2073">
                  <c:v>142</c:v>
                </c:pt>
                <c:pt idx="2074">
                  <c:v>186</c:v>
                </c:pt>
                <c:pt idx="2075">
                  <c:v>193</c:v>
                </c:pt>
                <c:pt idx="2076">
                  <c:v>268</c:v>
                </c:pt>
                <c:pt idx="2077">
                  <c:v>100</c:v>
                </c:pt>
                <c:pt idx="2078">
                  <c:v>276</c:v>
                </c:pt>
                <c:pt idx="2079">
                  <c:v>300</c:v>
                </c:pt>
                <c:pt idx="2080">
                  <c:v>76</c:v>
                </c:pt>
                <c:pt idx="2081">
                  <c:v>353</c:v>
                </c:pt>
                <c:pt idx="2082">
                  <c:v>290</c:v>
                </c:pt>
                <c:pt idx="2083">
                  <c:v>142</c:v>
                </c:pt>
                <c:pt idx="2084">
                  <c:v>35</c:v>
                </c:pt>
                <c:pt idx="2085">
                  <c:v>33</c:v>
                </c:pt>
                <c:pt idx="2086">
                  <c:v>285</c:v>
                </c:pt>
                <c:pt idx="2087">
                  <c:v>405</c:v>
                </c:pt>
                <c:pt idx="2088">
                  <c:v>331</c:v>
                </c:pt>
                <c:pt idx="2089">
                  <c:v>29</c:v>
                </c:pt>
                <c:pt idx="2090">
                  <c:v>413</c:v>
                </c:pt>
                <c:pt idx="2091">
                  <c:v>78</c:v>
                </c:pt>
                <c:pt idx="2092">
                  <c:v>261</c:v>
                </c:pt>
                <c:pt idx="2093">
                  <c:v>173</c:v>
                </c:pt>
                <c:pt idx="2094">
                  <c:v>312</c:v>
                </c:pt>
                <c:pt idx="2095">
                  <c:v>232</c:v>
                </c:pt>
                <c:pt idx="2096">
                  <c:v>100</c:v>
                </c:pt>
                <c:pt idx="2097">
                  <c:v>81</c:v>
                </c:pt>
                <c:pt idx="2098">
                  <c:v>184</c:v>
                </c:pt>
                <c:pt idx="2099">
                  <c:v>143</c:v>
                </c:pt>
                <c:pt idx="2100">
                  <c:v>532</c:v>
                </c:pt>
                <c:pt idx="2101">
                  <c:v>101</c:v>
                </c:pt>
                <c:pt idx="2102">
                  <c:v>679</c:v>
                </c:pt>
                <c:pt idx="2103">
                  <c:v>312</c:v>
                </c:pt>
                <c:pt idx="2104">
                  <c:v>108</c:v>
                </c:pt>
                <c:pt idx="2105">
                  <c:v>88</c:v>
                </c:pt>
                <c:pt idx="2106">
                  <c:v>84</c:v>
                </c:pt>
                <c:pt idx="2107">
                  <c:v>115</c:v>
                </c:pt>
                <c:pt idx="2108">
                  <c:v>307</c:v>
                </c:pt>
                <c:pt idx="2109">
                  <c:v>161</c:v>
                </c:pt>
                <c:pt idx="2110">
                  <c:v>130</c:v>
                </c:pt>
                <c:pt idx="2111">
                  <c:v>190</c:v>
                </c:pt>
                <c:pt idx="2112">
                  <c:v>303</c:v>
                </c:pt>
                <c:pt idx="2113">
                  <c:v>205</c:v>
                </c:pt>
                <c:pt idx="2114">
                  <c:v>53</c:v>
                </c:pt>
                <c:pt idx="2115">
                  <c:v>214</c:v>
                </c:pt>
                <c:pt idx="2116">
                  <c:v>143</c:v>
                </c:pt>
                <c:pt idx="2117">
                  <c:v>62</c:v>
                </c:pt>
                <c:pt idx="2118">
                  <c:v>131</c:v>
                </c:pt>
                <c:pt idx="2119">
                  <c:v>82</c:v>
                </c:pt>
                <c:pt idx="2120">
                  <c:v>91</c:v>
                </c:pt>
                <c:pt idx="2121">
                  <c:v>86</c:v>
                </c:pt>
                <c:pt idx="2122">
                  <c:v>119</c:v>
                </c:pt>
                <c:pt idx="2123">
                  <c:v>118</c:v>
                </c:pt>
                <c:pt idx="2124">
                  <c:v>234</c:v>
                </c:pt>
                <c:pt idx="2125">
                  <c:v>310</c:v>
                </c:pt>
                <c:pt idx="2126">
                  <c:v>132</c:v>
                </c:pt>
                <c:pt idx="2127">
                  <c:v>96</c:v>
                </c:pt>
                <c:pt idx="2128">
                  <c:v>303</c:v>
                </c:pt>
                <c:pt idx="2129">
                  <c:v>184</c:v>
                </c:pt>
                <c:pt idx="2130">
                  <c:v>62</c:v>
                </c:pt>
                <c:pt idx="2131">
                  <c:v>695</c:v>
                </c:pt>
                <c:pt idx="2132">
                  <c:v>118</c:v>
                </c:pt>
                <c:pt idx="2133">
                  <c:v>262</c:v>
                </c:pt>
                <c:pt idx="2134">
                  <c:v>558</c:v>
                </c:pt>
                <c:pt idx="2135">
                  <c:v>197</c:v>
                </c:pt>
                <c:pt idx="2136">
                  <c:v>30</c:v>
                </c:pt>
                <c:pt idx="2137">
                  <c:v>26</c:v>
                </c:pt>
                <c:pt idx="2138">
                  <c:v>176</c:v>
                </c:pt>
                <c:pt idx="2139">
                  <c:v>73</c:v>
                </c:pt>
                <c:pt idx="2140">
                  <c:v>42</c:v>
                </c:pt>
                <c:pt idx="2141">
                  <c:v>49</c:v>
                </c:pt>
                <c:pt idx="2142">
                  <c:v>51</c:v>
                </c:pt>
                <c:pt idx="2143">
                  <c:v>658</c:v>
                </c:pt>
                <c:pt idx="2144">
                  <c:v>170</c:v>
                </c:pt>
                <c:pt idx="2145">
                  <c:v>209</c:v>
                </c:pt>
                <c:pt idx="2146">
                  <c:v>677</c:v>
                </c:pt>
                <c:pt idx="2147">
                  <c:v>24</c:v>
                </c:pt>
                <c:pt idx="2148">
                  <c:v>201</c:v>
                </c:pt>
                <c:pt idx="2149">
                  <c:v>165</c:v>
                </c:pt>
                <c:pt idx="2150">
                  <c:v>71</c:v>
                </c:pt>
                <c:pt idx="2151">
                  <c:v>261</c:v>
                </c:pt>
                <c:pt idx="2152">
                  <c:v>238</c:v>
                </c:pt>
                <c:pt idx="2153">
                  <c:v>78</c:v>
                </c:pt>
                <c:pt idx="2154">
                  <c:v>232</c:v>
                </c:pt>
                <c:pt idx="2155">
                  <c:v>120</c:v>
                </c:pt>
                <c:pt idx="2156">
                  <c:v>295</c:v>
                </c:pt>
                <c:pt idx="2157">
                  <c:v>638</c:v>
                </c:pt>
                <c:pt idx="2158">
                  <c:v>207</c:v>
                </c:pt>
                <c:pt idx="2159">
                  <c:v>55</c:v>
                </c:pt>
                <c:pt idx="2160">
                  <c:v>166</c:v>
                </c:pt>
                <c:pt idx="2161">
                  <c:v>242</c:v>
                </c:pt>
                <c:pt idx="2162">
                  <c:v>461</c:v>
                </c:pt>
                <c:pt idx="2163">
                  <c:v>55</c:v>
                </c:pt>
                <c:pt idx="2164">
                  <c:v>87</c:v>
                </c:pt>
                <c:pt idx="2165">
                  <c:v>51</c:v>
                </c:pt>
                <c:pt idx="2166">
                  <c:v>353</c:v>
                </c:pt>
                <c:pt idx="2167">
                  <c:v>722</c:v>
                </c:pt>
                <c:pt idx="2168">
                  <c:v>431</c:v>
                </c:pt>
                <c:pt idx="2169">
                  <c:v>236</c:v>
                </c:pt>
                <c:pt idx="2170">
                  <c:v>90</c:v>
                </c:pt>
                <c:pt idx="2171">
                  <c:v>159</c:v>
                </c:pt>
                <c:pt idx="2172">
                  <c:v>392</c:v>
                </c:pt>
                <c:pt idx="2173">
                  <c:v>600</c:v>
                </c:pt>
                <c:pt idx="2174">
                  <c:v>205</c:v>
                </c:pt>
                <c:pt idx="2175">
                  <c:v>630</c:v>
                </c:pt>
                <c:pt idx="2176">
                  <c:v>378</c:v>
                </c:pt>
                <c:pt idx="2177">
                  <c:v>156</c:v>
                </c:pt>
                <c:pt idx="2178">
                  <c:v>199</c:v>
                </c:pt>
                <c:pt idx="2179">
                  <c:v>373</c:v>
                </c:pt>
                <c:pt idx="2180">
                  <c:v>359</c:v>
                </c:pt>
                <c:pt idx="2181">
                  <c:v>104</c:v>
                </c:pt>
                <c:pt idx="2182">
                  <c:v>545</c:v>
                </c:pt>
                <c:pt idx="2183">
                  <c:v>474</c:v>
                </c:pt>
                <c:pt idx="2184">
                  <c:v>280</c:v>
                </c:pt>
                <c:pt idx="2185">
                  <c:v>330</c:v>
                </c:pt>
                <c:pt idx="2186">
                  <c:v>30</c:v>
                </c:pt>
                <c:pt idx="2187">
                  <c:v>62</c:v>
                </c:pt>
                <c:pt idx="2188">
                  <c:v>200</c:v>
                </c:pt>
                <c:pt idx="2189">
                  <c:v>205</c:v>
                </c:pt>
                <c:pt idx="2190">
                  <c:v>712</c:v>
                </c:pt>
                <c:pt idx="2191">
                  <c:v>13</c:v>
                </c:pt>
                <c:pt idx="2192">
                  <c:v>21</c:v>
                </c:pt>
                <c:pt idx="2193">
                  <c:v>124</c:v>
                </c:pt>
                <c:pt idx="2194">
                  <c:v>127</c:v>
                </c:pt>
                <c:pt idx="2195">
                  <c:v>491</c:v>
                </c:pt>
                <c:pt idx="2196">
                  <c:v>36</c:v>
                </c:pt>
                <c:pt idx="2197">
                  <c:v>40</c:v>
                </c:pt>
                <c:pt idx="2198">
                  <c:v>692</c:v>
                </c:pt>
                <c:pt idx="2199">
                  <c:v>747</c:v>
                </c:pt>
                <c:pt idx="2200">
                  <c:v>233</c:v>
                </c:pt>
                <c:pt idx="2201">
                  <c:v>114</c:v>
                </c:pt>
                <c:pt idx="2202">
                  <c:v>281</c:v>
                </c:pt>
                <c:pt idx="2203">
                  <c:v>249</c:v>
                </c:pt>
                <c:pt idx="2204">
                  <c:v>37</c:v>
                </c:pt>
                <c:pt idx="2205">
                  <c:v>356</c:v>
                </c:pt>
                <c:pt idx="2206">
                  <c:v>219</c:v>
                </c:pt>
                <c:pt idx="2207">
                  <c:v>698</c:v>
                </c:pt>
                <c:pt idx="2208">
                  <c:v>121</c:v>
                </c:pt>
                <c:pt idx="2209">
                  <c:v>678</c:v>
                </c:pt>
                <c:pt idx="2210">
                  <c:v>447</c:v>
                </c:pt>
                <c:pt idx="2211">
                  <c:v>202</c:v>
                </c:pt>
                <c:pt idx="2212">
                  <c:v>175</c:v>
                </c:pt>
                <c:pt idx="2213">
                  <c:v>404</c:v>
                </c:pt>
                <c:pt idx="2214">
                  <c:v>386</c:v>
                </c:pt>
                <c:pt idx="2215">
                  <c:v>497</c:v>
                </c:pt>
                <c:pt idx="2216">
                  <c:v>114</c:v>
                </c:pt>
                <c:pt idx="2217">
                  <c:v>129</c:v>
                </c:pt>
                <c:pt idx="2218">
                  <c:v>479</c:v>
                </c:pt>
                <c:pt idx="2219">
                  <c:v>251</c:v>
                </c:pt>
                <c:pt idx="2220">
                  <c:v>629</c:v>
                </c:pt>
                <c:pt idx="2221">
                  <c:v>318</c:v>
                </c:pt>
                <c:pt idx="2222">
                  <c:v>147</c:v>
                </c:pt>
                <c:pt idx="2223">
                  <c:v>241</c:v>
                </c:pt>
                <c:pt idx="2224">
                  <c:v>725</c:v>
                </c:pt>
                <c:pt idx="2225">
                  <c:v>705</c:v>
                </c:pt>
                <c:pt idx="2226">
                  <c:v>236</c:v>
                </c:pt>
                <c:pt idx="2227">
                  <c:v>20</c:v>
                </c:pt>
                <c:pt idx="2228">
                  <c:v>219</c:v>
                </c:pt>
                <c:pt idx="2229">
                  <c:v>37</c:v>
                </c:pt>
                <c:pt idx="2230">
                  <c:v>173</c:v>
                </c:pt>
                <c:pt idx="2231">
                  <c:v>104</c:v>
                </c:pt>
                <c:pt idx="2232">
                  <c:v>69</c:v>
                </c:pt>
                <c:pt idx="2233">
                  <c:v>700</c:v>
                </c:pt>
                <c:pt idx="2234">
                  <c:v>304</c:v>
                </c:pt>
                <c:pt idx="2235">
                  <c:v>522</c:v>
                </c:pt>
                <c:pt idx="2236">
                  <c:v>69</c:v>
                </c:pt>
                <c:pt idx="2237">
                  <c:v>249</c:v>
                </c:pt>
                <c:pt idx="2238">
                  <c:v>439</c:v>
                </c:pt>
                <c:pt idx="2239">
                  <c:v>234</c:v>
                </c:pt>
                <c:pt idx="2240">
                  <c:v>111</c:v>
                </c:pt>
                <c:pt idx="2241">
                  <c:v>97</c:v>
                </c:pt>
                <c:pt idx="2242">
                  <c:v>127</c:v>
                </c:pt>
                <c:pt idx="2243">
                  <c:v>36</c:v>
                </c:pt>
                <c:pt idx="2244">
                  <c:v>79</c:v>
                </c:pt>
                <c:pt idx="2245">
                  <c:v>317</c:v>
                </c:pt>
                <c:pt idx="2246">
                  <c:v>372</c:v>
                </c:pt>
                <c:pt idx="2247">
                  <c:v>136</c:v>
                </c:pt>
                <c:pt idx="2248">
                  <c:v>744</c:v>
                </c:pt>
                <c:pt idx="2249">
                  <c:v>465</c:v>
                </c:pt>
                <c:pt idx="2250">
                  <c:v>215</c:v>
                </c:pt>
                <c:pt idx="2251">
                  <c:v>454</c:v>
                </c:pt>
                <c:pt idx="2252">
                  <c:v>260</c:v>
                </c:pt>
                <c:pt idx="2253">
                  <c:v>442</c:v>
                </c:pt>
                <c:pt idx="2254">
                  <c:v>112</c:v>
                </c:pt>
                <c:pt idx="2255">
                  <c:v>251</c:v>
                </c:pt>
                <c:pt idx="2256">
                  <c:v>142</c:v>
                </c:pt>
                <c:pt idx="2257">
                  <c:v>225</c:v>
                </c:pt>
                <c:pt idx="2258">
                  <c:v>665</c:v>
                </c:pt>
                <c:pt idx="2259">
                  <c:v>410</c:v>
                </c:pt>
                <c:pt idx="2260">
                  <c:v>25</c:v>
                </c:pt>
                <c:pt idx="2261">
                  <c:v>144</c:v>
                </c:pt>
                <c:pt idx="2262">
                  <c:v>36</c:v>
                </c:pt>
                <c:pt idx="2263">
                  <c:v>201</c:v>
                </c:pt>
                <c:pt idx="2264">
                  <c:v>316</c:v>
                </c:pt>
                <c:pt idx="2265">
                  <c:v>645</c:v>
                </c:pt>
                <c:pt idx="2266">
                  <c:v>25</c:v>
                </c:pt>
                <c:pt idx="2267">
                  <c:v>43</c:v>
                </c:pt>
                <c:pt idx="2268">
                  <c:v>421</c:v>
                </c:pt>
                <c:pt idx="2269">
                  <c:v>183</c:v>
                </c:pt>
                <c:pt idx="2270">
                  <c:v>719</c:v>
                </c:pt>
                <c:pt idx="2271">
                  <c:v>125</c:v>
                </c:pt>
                <c:pt idx="2272">
                  <c:v>69</c:v>
                </c:pt>
                <c:pt idx="2273">
                  <c:v>53</c:v>
                </c:pt>
                <c:pt idx="2274">
                  <c:v>154</c:v>
                </c:pt>
                <c:pt idx="2275">
                  <c:v>537</c:v>
                </c:pt>
                <c:pt idx="2276">
                  <c:v>58</c:v>
                </c:pt>
                <c:pt idx="2277">
                  <c:v>151</c:v>
                </c:pt>
                <c:pt idx="2278">
                  <c:v>71</c:v>
                </c:pt>
                <c:pt idx="2279">
                  <c:v>50</c:v>
                </c:pt>
                <c:pt idx="2280">
                  <c:v>110</c:v>
                </c:pt>
                <c:pt idx="2281">
                  <c:v>612</c:v>
                </c:pt>
                <c:pt idx="2282">
                  <c:v>201</c:v>
                </c:pt>
                <c:pt idx="2283">
                  <c:v>287</c:v>
                </c:pt>
                <c:pt idx="2284">
                  <c:v>33</c:v>
                </c:pt>
                <c:pt idx="2285">
                  <c:v>146</c:v>
                </c:pt>
                <c:pt idx="2286">
                  <c:v>355</c:v>
                </c:pt>
                <c:pt idx="2287">
                  <c:v>467</c:v>
                </c:pt>
                <c:pt idx="2288">
                  <c:v>199</c:v>
                </c:pt>
                <c:pt idx="2289">
                  <c:v>717</c:v>
                </c:pt>
                <c:pt idx="2290">
                  <c:v>263</c:v>
                </c:pt>
                <c:pt idx="2291">
                  <c:v>516</c:v>
                </c:pt>
                <c:pt idx="2292">
                  <c:v>402</c:v>
                </c:pt>
                <c:pt idx="2293">
                  <c:v>99</c:v>
                </c:pt>
                <c:pt idx="2294">
                  <c:v>714</c:v>
                </c:pt>
                <c:pt idx="2295">
                  <c:v>156</c:v>
                </c:pt>
                <c:pt idx="2296">
                  <c:v>134</c:v>
                </c:pt>
                <c:pt idx="2297">
                  <c:v>558</c:v>
                </c:pt>
                <c:pt idx="2298">
                  <c:v>27</c:v>
                </c:pt>
                <c:pt idx="2299">
                  <c:v>150</c:v>
                </c:pt>
                <c:pt idx="2300">
                  <c:v>504</c:v>
                </c:pt>
                <c:pt idx="2301">
                  <c:v>243</c:v>
                </c:pt>
                <c:pt idx="2302">
                  <c:v>238</c:v>
                </c:pt>
                <c:pt idx="2303">
                  <c:v>259</c:v>
                </c:pt>
                <c:pt idx="2304">
                  <c:v>571</c:v>
                </c:pt>
                <c:pt idx="2305">
                  <c:v>704</c:v>
                </c:pt>
                <c:pt idx="2306">
                  <c:v>604</c:v>
                </c:pt>
                <c:pt idx="2307">
                  <c:v>288</c:v>
                </c:pt>
                <c:pt idx="2308">
                  <c:v>279</c:v>
                </c:pt>
                <c:pt idx="2309">
                  <c:v>497</c:v>
                </c:pt>
                <c:pt idx="2310">
                  <c:v>64</c:v>
                </c:pt>
                <c:pt idx="2311">
                  <c:v>662</c:v>
                </c:pt>
                <c:pt idx="2312">
                  <c:v>322</c:v>
                </c:pt>
                <c:pt idx="2313">
                  <c:v>66</c:v>
                </c:pt>
                <c:pt idx="2314">
                  <c:v>495</c:v>
                </c:pt>
                <c:pt idx="2315">
                  <c:v>415</c:v>
                </c:pt>
                <c:pt idx="2316">
                  <c:v>613</c:v>
                </c:pt>
                <c:pt idx="2317">
                  <c:v>496</c:v>
                </c:pt>
                <c:pt idx="2318">
                  <c:v>351</c:v>
                </c:pt>
                <c:pt idx="2319">
                  <c:v>573</c:v>
                </c:pt>
                <c:pt idx="2320">
                  <c:v>569</c:v>
                </c:pt>
                <c:pt idx="2321">
                  <c:v>83</c:v>
                </c:pt>
                <c:pt idx="2322">
                  <c:v>729</c:v>
                </c:pt>
                <c:pt idx="2323">
                  <c:v>617</c:v>
                </c:pt>
                <c:pt idx="2324">
                  <c:v>62</c:v>
                </c:pt>
                <c:pt idx="2325">
                  <c:v>197</c:v>
                </c:pt>
                <c:pt idx="2326">
                  <c:v>504</c:v>
                </c:pt>
                <c:pt idx="2327">
                  <c:v>551</c:v>
                </c:pt>
                <c:pt idx="2328">
                  <c:v>87</c:v>
                </c:pt>
                <c:pt idx="2329">
                  <c:v>476</c:v>
                </c:pt>
                <c:pt idx="2330">
                  <c:v>181</c:v>
                </c:pt>
                <c:pt idx="2331">
                  <c:v>360</c:v>
                </c:pt>
                <c:pt idx="2332">
                  <c:v>356</c:v>
                </c:pt>
                <c:pt idx="2333">
                  <c:v>308</c:v>
                </c:pt>
                <c:pt idx="2334">
                  <c:v>628</c:v>
                </c:pt>
                <c:pt idx="2335">
                  <c:v>614</c:v>
                </c:pt>
                <c:pt idx="2336">
                  <c:v>293</c:v>
                </c:pt>
                <c:pt idx="2337">
                  <c:v>628</c:v>
                </c:pt>
                <c:pt idx="2338">
                  <c:v>508</c:v>
                </c:pt>
                <c:pt idx="2339">
                  <c:v>588</c:v>
                </c:pt>
                <c:pt idx="2340">
                  <c:v>647</c:v>
                </c:pt>
                <c:pt idx="2341">
                  <c:v>606</c:v>
                </c:pt>
                <c:pt idx="2342">
                  <c:v>392</c:v>
                </c:pt>
                <c:pt idx="2343">
                  <c:v>434</c:v>
                </c:pt>
                <c:pt idx="2344">
                  <c:v>421</c:v>
                </c:pt>
                <c:pt idx="2345">
                  <c:v>492</c:v>
                </c:pt>
                <c:pt idx="2346">
                  <c:v>63</c:v>
                </c:pt>
                <c:pt idx="2347">
                  <c:v>471</c:v>
                </c:pt>
                <c:pt idx="2348">
                  <c:v>396</c:v>
                </c:pt>
                <c:pt idx="2349">
                  <c:v>622</c:v>
                </c:pt>
                <c:pt idx="2350">
                  <c:v>508</c:v>
                </c:pt>
                <c:pt idx="2351">
                  <c:v>396</c:v>
                </c:pt>
                <c:pt idx="2352">
                  <c:v>619</c:v>
                </c:pt>
                <c:pt idx="2353">
                  <c:v>585</c:v>
                </c:pt>
                <c:pt idx="2354">
                  <c:v>374</c:v>
                </c:pt>
                <c:pt idx="2355">
                  <c:v>641</c:v>
                </c:pt>
                <c:pt idx="2356">
                  <c:v>571</c:v>
                </c:pt>
                <c:pt idx="2357">
                  <c:v>591</c:v>
                </c:pt>
                <c:pt idx="2358">
                  <c:v>478</c:v>
                </c:pt>
                <c:pt idx="2359">
                  <c:v>585</c:v>
                </c:pt>
                <c:pt idx="2360">
                  <c:v>623</c:v>
                </c:pt>
                <c:pt idx="2361">
                  <c:v>624</c:v>
                </c:pt>
                <c:pt idx="2362">
                  <c:v>393</c:v>
                </c:pt>
                <c:pt idx="2363">
                  <c:v>588</c:v>
                </c:pt>
                <c:pt idx="2364">
                  <c:v>592</c:v>
                </c:pt>
                <c:pt idx="2365">
                  <c:v>603</c:v>
                </c:pt>
                <c:pt idx="2366">
                  <c:v>454</c:v>
                </c:pt>
                <c:pt idx="2367">
                  <c:v>609</c:v>
                </c:pt>
                <c:pt idx="2368">
                  <c:v>479</c:v>
                </c:pt>
                <c:pt idx="2369">
                  <c:v>481</c:v>
                </c:pt>
                <c:pt idx="2370">
                  <c:v>606</c:v>
                </c:pt>
                <c:pt idx="2371">
                  <c:v>633</c:v>
                </c:pt>
                <c:pt idx="2372">
                  <c:v>569</c:v>
                </c:pt>
                <c:pt idx="2373">
                  <c:v>612</c:v>
                </c:pt>
                <c:pt idx="2374">
                  <c:v>386</c:v>
                </c:pt>
                <c:pt idx="2375">
                  <c:v>737</c:v>
                </c:pt>
                <c:pt idx="2376">
                  <c:v>495</c:v>
                </c:pt>
                <c:pt idx="2377">
                  <c:v>603</c:v>
                </c:pt>
                <c:pt idx="2378">
                  <c:v>491</c:v>
                </c:pt>
                <c:pt idx="2379">
                  <c:v>418</c:v>
                </c:pt>
                <c:pt idx="2380">
                  <c:v>223</c:v>
                </c:pt>
                <c:pt idx="2381">
                  <c:v>556</c:v>
                </c:pt>
                <c:pt idx="2382">
                  <c:v>570</c:v>
                </c:pt>
                <c:pt idx="2383">
                  <c:v>386</c:v>
                </c:pt>
                <c:pt idx="2384">
                  <c:v>554</c:v>
                </c:pt>
                <c:pt idx="2385">
                  <c:v>291</c:v>
                </c:pt>
                <c:pt idx="2386">
                  <c:v>710</c:v>
                </c:pt>
                <c:pt idx="2387">
                  <c:v>719</c:v>
                </c:pt>
                <c:pt idx="2388">
                  <c:v>241</c:v>
                </c:pt>
                <c:pt idx="2389">
                  <c:v>406</c:v>
                </c:pt>
                <c:pt idx="2390">
                  <c:v>250</c:v>
                </c:pt>
                <c:pt idx="2391">
                  <c:v>680</c:v>
                </c:pt>
                <c:pt idx="2392">
                  <c:v>560</c:v>
                </c:pt>
                <c:pt idx="2393">
                  <c:v>97</c:v>
                </c:pt>
                <c:pt idx="2394">
                  <c:v>330</c:v>
                </c:pt>
                <c:pt idx="2395">
                  <c:v>659</c:v>
                </c:pt>
                <c:pt idx="2396">
                  <c:v>593</c:v>
                </c:pt>
                <c:pt idx="2397">
                  <c:v>514</c:v>
                </c:pt>
                <c:pt idx="2398">
                  <c:v>364</c:v>
                </c:pt>
                <c:pt idx="2399">
                  <c:v>554</c:v>
                </c:pt>
                <c:pt idx="2400">
                  <c:v>35</c:v>
                </c:pt>
                <c:pt idx="2401">
                  <c:v>295</c:v>
                </c:pt>
                <c:pt idx="2402">
                  <c:v>248</c:v>
                </c:pt>
                <c:pt idx="2403">
                  <c:v>373</c:v>
                </c:pt>
                <c:pt idx="2404">
                  <c:v>253</c:v>
                </c:pt>
                <c:pt idx="2405">
                  <c:v>476</c:v>
                </c:pt>
                <c:pt idx="2406">
                  <c:v>297</c:v>
                </c:pt>
                <c:pt idx="2407">
                  <c:v>332</c:v>
                </c:pt>
                <c:pt idx="2408">
                  <c:v>587</c:v>
                </c:pt>
                <c:pt idx="2409">
                  <c:v>278</c:v>
                </c:pt>
                <c:pt idx="2410">
                  <c:v>630</c:v>
                </c:pt>
                <c:pt idx="2411">
                  <c:v>327</c:v>
                </c:pt>
                <c:pt idx="2412">
                  <c:v>23</c:v>
                </c:pt>
                <c:pt idx="2413">
                  <c:v>108</c:v>
                </c:pt>
                <c:pt idx="2414">
                  <c:v>121</c:v>
                </c:pt>
                <c:pt idx="2415">
                  <c:v>572</c:v>
                </c:pt>
                <c:pt idx="2416">
                  <c:v>378</c:v>
                </c:pt>
                <c:pt idx="2417">
                  <c:v>217</c:v>
                </c:pt>
                <c:pt idx="2418">
                  <c:v>478</c:v>
                </c:pt>
                <c:pt idx="2419">
                  <c:v>132</c:v>
                </c:pt>
                <c:pt idx="2420">
                  <c:v>95</c:v>
                </c:pt>
                <c:pt idx="2421">
                  <c:v>660</c:v>
                </c:pt>
                <c:pt idx="2422">
                  <c:v>75</c:v>
                </c:pt>
                <c:pt idx="2423">
                  <c:v>162</c:v>
                </c:pt>
                <c:pt idx="2424">
                  <c:v>40</c:v>
                </c:pt>
                <c:pt idx="2425">
                  <c:v>641</c:v>
                </c:pt>
                <c:pt idx="2426">
                  <c:v>132</c:v>
                </c:pt>
                <c:pt idx="2427">
                  <c:v>175</c:v>
                </c:pt>
                <c:pt idx="2428">
                  <c:v>630</c:v>
                </c:pt>
                <c:pt idx="2429">
                  <c:v>327</c:v>
                </c:pt>
                <c:pt idx="2430">
                  <c:v>545</c:v>
                </c:pt>
                <c:pt idx="2431">
                  <c:v>128</c:v>
                </c:pt>
                <c:pt idx="2432">
                  <c:v>117</c:v>
                </c:pt>
                <c:pt idx="2433">
                  <c:v>107</c:v>
                </c:pt>
                <c:pt idx="2434">
                  <c:v>163</c:v>
                </c:pt>
                <c:pt idx="2435">
                  <c:v>185</c:v>
                </c:pt>
                <c:pt idx="2436">
                  <c:v>224</c:v>
                </c:pt>
                <c:pt idx="2437">
                  <c:v>150</c:v>
                </c:pt>
                <c:pt idx="2438">
                  <c:v>124</c:v>
                </c:pt>
                <c:pt idx="2439">
                  <c:v>340</c:v>
                </c:pt>
                <c:pt idx="2440">
                  <c:v>625</c:v>
                </c:pt>
                <c:pt idx="2441">
                  <c:v>103</c:v>
                </c:pt>
                <c:pt idx="2442">
                  <c:v>453</c:v>
                </c:pt>
                <c:pt idx="2443">
                  <c:v>115</c:v>
                </c:pt>
                <c:pt idx="2444">
                  <c:v>455</c:v>
                </c:pt>
                <c:pt idx="2445">
                  <c:v>49</c:v>
                </c:pt>
                <c:pt idx="2446">
                  <c:v>290</c:v>
                </c:pt>
                <c:pt idx="2447">
                  <c:v>329</c:v>
                </c:pt>
                <c:pt idx="2448">
                  <c:v>503</c:v>
                </c:pt>
                <c:pt idx="2449">
                  <c:v>555</c:v>
                </c:pt>
                <c:pt idx="2450">
                  <c:v>556</c:v>
                </c:pt>
                <c:pt idx="2451">
                  <c:v>342</c:v>
                </c:pt>
                <c:pt idx="2452">
                  <c:v>526</c:v>
                </c:pt>
                <c:pt idx="2453">
                  <c:v>186</c:v>
                </c:pt>
                <c:pt idx="2454">
                  <c:v>304</c:v>
                </c:pt>
                <c:pt idx="2455">
                  <c:v>360</c:v>
                </c:pt>
                <c:pt idx="2456">
                  <c:v>508</c:v>
                </c:pt>
                <c:pt idx="2457">
                  <c:v>357</c:v>
                </c:pt>
                <c:pt idx="2458">
                  <c:v>546</c:v>
                </c:pt>
                <c:pt idx="2459">
                  <c:v>658</c:v>
                </c:pt>
                <c:pt idx="2460">
                  <c:v>416</c:v>
                </c:pt>
                <c:pt idx="2461">
                  <c:v>449</c:v>
                </c:pt>
                <c:pt idx="2462">
                  <c:v>293</c:v>
                </c:pt>
                <c:pt idx="2463">
                  <c:v>569</c:v>
                </c:pt>
                <c:pt idx="2464">
                  <c:v>416</c:v>
                </c:pt>
                <c:pt idx="2465">
                  <c:v>57</c:v>
                </c:pt>
                <c:pt idx="2466">
                  <c:v>305</c:v>
                </c:pt>
                <c:pt idx="2467">
                  <c:v>53</c:v>
                </c:pt>
                <c:pt idx="2468">
                  <c:v>648</c:v>
                </c:pt>
                <c:pt idx="2469">
                  <c:v>501</c:v>
                </c:pt>
                <c:pt idx="2470">
                  <c:v>291</c:v>
                </c:pt>
                <c:pt idx="2471">
                  <c:v>606</c:v>
                </c:pt>
                <c:pt idx="2472">
                  <c:v>254</c:v>
                </c:pt>
                <c:pt idx="2473">
                  <c:v>463</c:v>
                </c:pt>
                <c:pt idx="2474">
                  <c:v>709</c:v>
                </c:pt>
                <c:pt idx="2475">
                  <c:v>107</c:v>
                </c:pt>
                <c:pt idx="2476">
                  <c:v>657</c:v>
                </c:pt>
                <c:pt idx="2477">
                  <c:v>434</c:v>
                </c:pt>
                <c:pt idx="2478">
                  <c:v>617</c:v>
                </c:pt>
                <c:pt idx="2479">
                  <c:v>348</c:v>
                </c:pt>
                <c:pt idx="2480">
                  <c:v>563</c:v>
                </c:pt>
                <c:pt idx="2481">
                  <c:v>60</c:v>
                </c:pt>
                <c:pt idx="2482">
                  <c:v>435</c:v>
                </c:pt>
                <c:pt idx="2483">
                  <c:v>106</c:v>
                </c:pt>
                <c:pt idx="2484">
                  <c:v>317</c:v>
                </c:pt>
                <c:pt idx="2485">
                  <c:v>27</c:v>
                </c:pt>
                <c:pt idx="2486">
                  <c:v>672</c:v>
                </c:pt>
                <c:pt idx="2487">
                  <c:v>704</c:v>
                </c:pt>
                <c:pt idx="2488">
                  <c:v>464</c:v>
                </c:pt>
                <c:pt idx="2489">
                  <c:v>488</c:v>
                </c:pt>
                <c:pt idx="2490">
                  <c:v>227</c:v>
                </c:pt>
                <c:pt idx="2491">
                  <c:v>549</c:v>
                </c:pt>
                <c:pt idx="2492">
                  <c:v>534</c:v>
                </c:pt>
                <c:pt idx="2493">
                  <c:v>691</c:v>
                </c:pt>
                <c:pt idx="2494">
                  <c:v>46</c:v>
                </c:pt>
                <c:pt idx="2495">
                  <c:v>361</c:v>
                </c:pt>
                <c:pt idx="2496">
                  <c:v>461</c:v>
                </c:pt>
                <c:pt idx="2497">
                  <c:v>497</c:v>
                </c:pt>
                <c:pt idx="2498">
                  <c:v>405</c:v>
                </c:pt>
                <c:pt idx="2499">
                  <c:v>445</c:v>
                </c:pt>
                <c:pt idx="2500">
                  <c:v>670</c:v>
                </c:pt>
                <c:pt idx="2501">
                  <c:v>329</c:v>
                </c:pt>
                <c:pt idx="2502">
                  <c:v>702</c:v>
                </c:pt>
                <c:pt idx="2503">
                  <c:v>407</c:v>
                </c:pt>
                <c:pt idx="2504">
                  <c:v>606</c:v>
                </c:pt>
                <c:pt idx="2505">
                  <c:v>612</c:v>
                </c:pt>
                <c:pt idx="2506">
                  <c:v>594</c:v>
                </c:pt>
                <c:pt idx="2507">
                  <c:v>66</c:v>
                </c:pt>
                <c:pt idx="2508">
                  <c:v>64</c:v>
                </c:pt>
                <c:pt idx="2509">
                  <c:v>356</c:v>
                </c:pt>
                <c:pt idx="2510">
                  <c:v>520</c:v>
                </c:pt>
                <c:pt idx="2511">
                  <c:v>426</c:v>
                </c:pt>
                <c:pt idx="2512">
                  <c:v>253</c:v>
                </c:pt>
                <c:pt idx="2513">
                  <c:v>607</c:v>
                </c:pt>
                <c:pt idx="2514">
                  <c:v>346</c:v>
                </c:pt>
                <c:pt idx="2515">
                  <c:v>67</c:v>
                </c:pt>
                <c:pt idx="2516">
                  <c:v>53</c:v>
                </c:pt>
                <c:pt idx="2517">
                  <c:v>343</c:v>
                </c:pt>
                <c:pt idx="2518">
                  <c:v>660</c:v>
                </c:pt>
                <c:pt idx="2519">
                  <c:v>95</c:v>
                </c:pt>
                <c:pt idx="2520">
                  <c:v>107</c:v>
                </c:pt>
                <c:pt idx="2521">
                  <c:v>429</c:v>
                </c:pt>
                <c:pt idx="2522">
                  <c:v>580</c:v>
                </c:pt>
                <c:pt idx="2523">
                  <c:v>539</c:v>
                </c:pt>
                <c:pt idx="2524">
                  <c:v>434</c:v>
                </c:pt>
                <c:pt idx="2525">
                  <c:v>450</c:v>
                </c:pt>
                <c:pt idx="2526">
                  <c:v>596</c:v>
                </c:pt>
                <c:pt idx="2527">
                  <c:v>323</c:v>
                </c:pt>
                <c:pt idx="2528">
                  <c:v>326</c:v>
                </c:pt>
                <c:pt idx="2529">
                  <c:v>183</c:v>
                </c:pt>
                <c:pt idx="2530">
                  <c:v>394</c:v>
                </c:pt>
                <c:pt idx="2531">
                  <c:v>583</c:v>
                </c:pt>
                <c:pt idx="2532">
                  <c:v>153</c:v>
                </c:pt>
                <c:pt idx="2533">
                  <c:v>321</c:v>
                </c:pt>
                <c:pt idx="2534">
                  <c:v>519</c:v>
                </c:pt>
                <c:pt idx="2535">
                  <c:v>132</c:v>
                </c:pt>
                <c:pt idx="2536">
                  <c:v>326</c:v>
                </c:pt>
                <c:pt idx="2537">
                  <c:v>490</c:v>
                </c:pt>
                <c:pt idx="2538">
                  <c:v>275</c:v>
                </c:pt>
                <c:pt idx="2539">
                  <c:v>704</c:v>
                </c:pt>
                <c:pt idx="2540">
                  <c:v>647</c:v>
                </c:pt>
                <c:pt idx="2541">
                  <c:v>417</c:v>
                </c:pt>
                <c:pt idx="2542">
                  <c:v>508</c:v>
                </c:pt>
                <c:pt idx="2543">
                  <c:v>605</c:v>
                </c:pt>
                <c:pt idx="2544">
                  <c:v>553</c:v>
                </c:pt>
                <c:pt idx="2545">
                  <c:v>468</c:v>
                </c:pt>
                <c:pt idx="2546">
                  <c:v>267</c:v>
                </c:pt>
                <c:pt idx="2547">
                  <c:v>442</c:v>
                </c:pt>
                <c:pt idx="2548">
                  <c:v>583</c:v>
                </c:pt>
                <c:pt idx="2549">
                  <c:v>388</c:v>
                </c:pt>
                <c:pt idx="2550">
                  <c:v>438</c:v>
                </c:pt>
                <c:pt idx="2551">
                  <c:v>420</c:v>
                </c:pt>
                <c:pt idx="2552">
                  <c:v>238</c:v>
                </c:pt>
                <c:pt idx="2553">
                  <c:v>239</c:v>
                </c:pt>
                <c:pt idx="2554">
                  <c:v>617</c:v>
                </c:pt>
                <c:pt idx="2555">
                  <c:v>706</c:v>
                </c:pt>
                <c:pt idx="2556">
                  <c:v>670</c:v>
                </c:pt>
                <c:pt idx="2557">
                  <c:v>90</c:v>
                </c:pt>
                <c:pt idx="2558">
                  <c:v>401</c:v>
                </c:pt>
                <c:pt idx="2559">
                  <c:v>602</c:v>
                </c:pt>
                <c:pt idx="2560">
                  <c:v>225</c:v>
                </c:pt>
                <c:pt idx="2561">
                  <c:v>732</c:v>
                </c:pt>
                <c:pt idx="2562">
                  <c:v>612</c:v>
                </c:pt>
                <c:pt idx="2563">
                  <c:v>535</c:v>
                </c:pt>
                <c:pt idx="2564">
                  <c:v>244</c:v>
                </c:pt>
                <c:pt idx="2565">
                  <c:v>319</c:v>
                </c:pt>
                <c:pt idx="2566">
                  <c:v>198</c:v>
                </c:pt>
                <c:pt idx="2567">
                  <c:v>636</c:v>
                </c:pt>
                <c:pt idx="2568">
                  <c:v>645</c:v>
                </c:pt>
                <c:pt idx="2569">
                  <c:v>401</c:v>
                </c:pt>
                <c:pt idx="2570">
                  <c:v>385</c:v>
                </c:pt>
                <c:pt idx="2571">
                  <c:v>270</c:v>
                </c:pt>
                <c:pt idx="2572">
                  <c:v>701</c:v>
                </c:pt>
                <c:pt idx="2573">
                  <c:v>71</c:v>
                </c:pt>
                <c:pt idx="2574">
                  <c:v>402</c:v>
                </c:pt>
                <c:pt idx="2575">
                  <c:v>183</c:v>
                </c:pt>
                <c:pt idx="2576">
                  <c:v>306</c:v>
                </c:pt>
                <c:pt idx="2577">
                  <c:v>222</c:v>
                </c:pt>
                <c:pt idx="2578">
                  <c:v>312</c:v>
                </c:pt>
                <c:pt idx="2579">
                  <c:v>447</c:v>
                </c:pt>
                <c:pt idx="2580">
                  <c:v>404</c:v>
                </c:pt>
                <c:pt idx="2581">
                  <c:v>740</c:v>
                </c:pt>
                <c:pt idx="2582">
                  <c:v>437</c:v>
                </c:pt>
                <c:pt idx="2583">
                  <c:v>215</c:v>
                </c:pt>
                <c:pt idx="2584">
                  <c:v>321</c:v>
                </c:pt>
                <c:pt idx="2585">
                  <c:v>139</c:v>
                </c:pt>
                <c:pt idx="2586">
                  <c:v>704</c:v>
                </c:pt>
                <c:pt idx="2587">
                  <c:v>86</c:v>
                </c:pt>
                <c:pt idx="2588">
                  <c:v>490</c:v>
                </c:pt>
                <c:pt idx="2589">
                  <c:v>750</c:v>
                </c:pt>
                <c:pt idx="2590">
                  <c:v>722</c:v>
                </c:pt>
                <c:pt idx="2591">
                  <c:v>269</c:v>
                </c:pt>
                <c:pt idx="2592">
                  <c:v>227</c:v>
                </c:pt>
                <c:pt idx="2593">
                  <c:v>575</c:v>
                </c:pt>
                <c:pt idx="2594">
                  <c:v>459</c:v>
                </c:pt>
                <c:pt idx="2595">
                  <c:v>367</c:v>
                </c:pt>
                <c:pt idx="2596">
                  <c:v>294</c:v>
                </c:pt>
                <c:pt idx="2597">
                  <c:v>458</c:v>
                </c:pt>
                <c:pt idx="2598">
                  <c:v>665</c:v>
                </c:pt>
                <c:pt idx="2599">
                  <c:v>103</c:v>
                </c:pt>
                <c:pt idx="2600">
                  <c:v>324</c:v>
                </c:pt>
                <c:pt idx="2601">
                  <c:v>565</c:v>
                </c:pt>
                <c:pt idx="2602">
                  <c:v>48</c:v>
                </c:pt>
                <c:pt idx="2603">
                  <c:v>658</c:v>
                </c:pt>
                <c:pt idx="2604">
                  <c:v>259</c:v>
                </c:pt>
                <c:pt idx="2605">
                  <c:v>617</c:v>
                </c:pt>
                <c:pt idx="2606">
                  <c:v>417</c:v>
                </c:pt>
                <c:pt idx="2607">
                  <c:v>280</c:v>
                </c:pt>
                <c:pt idx="2608">
                  <c:v>139</c:v>
                </c:pt>
                <c:pt idx="2609">
                  <c:v>197</c:v>
                </c:pt>
                <c:pt idx="2610">
                  <c:v>375</c:v>
                </c:pt>
                <c:pt idx="2611">
                  <c:v>544</c:v>
                </c:pt>
                <c:pt idx="2612">
                  <c:v>672</c:v>
                </c:pt>
                <c:pt idx="2613">
                  <c:v>277</c:v>
                </c:pt>
                <c:pt idx="2614">
                  <c:v>280</c:v>
                </c:pt>
                <c:pt idx="2615">
                  <c:v>591</c:v>
                </c:pt>
                <c:pt idx="2616">
                  <c:v>565</c:v>
                </c:pt>
                <c:pt idx="2617">
                  <c:v>192</c:v>
                </c:pt>
                <c:pt idx="2618">
                  <c:v>74</c:v>
                </c:pt>
                <c:pt idx="2619">
                  <c:v>357</c:v>
                </c:pt>
                <c:pt idx="2620">
                  <c:v>545</c:v>
                </c:pt>
                <c:pt idx="2621">
                  <c:v>560</c:v>
                </c:pt>
                <c:pt idx="2622">
                  <c:v>607</c:v>
                </c:pt>
                <c:pt idx="2623">
                  <c:v>525</c:v>
                </c:pt>
                <c:pt idx="2624">
                  <c:v>180</c:v>
                </c:pt>
                <c:pt idx="2625">
                  <c:v>412</c:v>
                </c:pt>
                <c:pt idx="2626">
                  <c:v>84</c:v>
                </c:pt>
                <c:pt idx="2627">
                  <c:v>378</c:v>
                </c:pt>
                <c:pt idx="2628">
                  <c:v>274</c:v>
                </c:pt>
                <c:pt idx="2629">
                  <c:v>193</c:v>
                </c:pt>
                <c:pt idx="2630">
                  <c:v>543</c:v>
                </c:pt>
                <c:pt idx="2631">
                  <c:v>641</c:v>
                </c:pt>
                <c:pt idx="2632">
                  <c:v>153</c:v>
                </c:pt>
                <c:pt idx="2633">
                  <c:v>191</c:v>
                </c:pt>
                <c:pt idx="2634">
                  <c:v>339</c:v>
                </c:pt>
                <c:pt idx="2635">
                  <c:v>362</c:v>
                </c:pt>
                <c:pt idx="2636">
                  <c:v>384</c:v>
                </c:pt>
                <c:pt idx="2637">
                  <c:v>230</c:v>
                </c:pt>
                <c:pt idx="2638">
                  <c:v>262</c:v>
                </c:pt>
                <c:pt idx="2639">
                  <c:v>396</c:v>
                </c:pt>
                <c:pt idx="2640">
                  <c:v>349</c:v>
                </c:pt>
                <c:pt idx="2641">
                  <c:v>548</c:v>
                </c:pt>
                <c:pt idx="2642">
                  <c:v>173</c:v>
                </c:pt>
                <c:pt idx="2643">
                  <c:v>529</c:v>
                </c:pt>
                <c:pt idx="2644">
                  <c:v>694</c:v>
                </c:pt>
                <c:pt idx="2645">
                  <c:v>511</c:v>
                </c:pt>
                <c:pt idx="2646">
                  <c:v>51</c:v>
                </c:pt>
                <c:pt idx="2647">
                  <c:v>308</c:v>
                </c:pt>
                <c:pt idx="2648">
                  <c:v>356</c:v>
                </c:pt>
                <c:pt idx="2649">
                  <c:v>160</c:v>
                </c:pt>
                <c:pt idx="2650">
                  <c:v>438</c:v>
                </c:pt>
                <c:pt idx="2651">
                  <c:v>294</c:v>
                </c:pt>
                <c:pt idx="2652">
                  <c:v>312</c:v>
                </c:pt>
                <c:pt idx="2653">
                  <c:v>465</c:v>
                </c:pt>
                <c:pt idx="2654">
                  <c:v>432</c:v>
                </c:pt>
                <c:pt idx="2655">
                  <c:v>693</c:v>
                </c:pt>
                <c:pt idx="2656">
                  <c:v>636</c:v>
                </c:pt>
                <c:pt idx="2657">
                  <c:v>286</c:v>
                </c:pt>
                <c:pt idx="2658">
                  <c:v>292</c:v>
                </c:pt>
                <c:pt idx="2659">
                  <c:v>439</c:v>
                </c:pt>
                <c:pt idx="2660">
                  <c:v>241</c:v>
                </c:pt>
                <c:pt idx="2661">
                  <c:v>212</c:v>
                </c:pt>
                <c:pt idx="2662">
                  <c:v>137</c:v>
                </c:pt>
                <c:pt idx="2663">
                  <c:v>351</c:v>
                </c:pt>
                <c:pt idx="2664">
                  <c:v>272</c:v>
                </c:pt>
                <c:pt idx="2665">
                  <c:v>231</c:v>
                </c:pt>
                <c:pt idx="2666">
                  <c:v>546</c:v>
                </c:pt>
                <c:pt idx="2667">
                  <c:v>581</c:v>
                </c:pt>
                <c:pt idx="2668">
                  <c:v>487</c:v>
                </c:pt>
                <c:pt idx="2669">
                  <c:v>552</c:v>
                </c:pt>
                <c:pt idx="2670">
                  <c:v>544</c:v>
                </c:pt>
                <c:pt idx="2671">
                  <c:v>527</c:v>
                </c:pt>
                <c:pt idx="2672">
                  <c:v>111</c:v>
                </c:pt>
                <c:pt idx="2673">
                  <c:v>93</c:v>
                </c:pt>
                <c:pt idx="2674">
                  <c:v>137</c:v>
                </c:pt>
                <c:pt idx="2675">
                  <c:v>587</c:v>
                </c:pt>
                <c:pt idx="2676">
                  <c:v>613</c:v>
                </c:pt>
                <c:pt idx="2677">
                  <c:v>482</c:v>
                </c:pt>
                <c:pt idx="2678">
                  <c:v>442</c:v>
                </c:pt>
                <c:pt idx="2679">
                  <c:v>433</c:v>
                </c:pt>
                <c:pt idx="2680">
                  <c:v>435</c:v>
                </c:pt>
                <c:pt idx="2681">
                  <c:v>412</c:v>
                </c:pt>
                <c:pt idx="2682">
                  <c:v>100</c:v>
                </c:pt>
                <c:pt idx="2683">
                  <c:v>660</c:v>
                </c:pt>
                <c:pt idx="2684">
                  <c:v>397</c:v>
                </c:pt>
                <c:pt idx="2685">
                  <c:v>686</c:v>
                </c:pt>
                <c:pt idx="2686">
                  <c:v>586</c:v>
                </c:pt>
                <c:pt idx="2687">
                  <c:v>623</c:v>
                </c:pt>
                <c:pt idx="2688">
                  <c:v>400</c:v>
                </c:pt>
                <c:pt idx="2689">
                  <c:v>121</c:v>
                </c:pt>
                <c:pt idx="2690">
                  <c:v>138</c:v>
                </c:pt>
                <c:pt idx="2691">
                  <c:v>598</c:v>
                </c:pt>
                <c:pt idx="2692">
                  <c:v>287</c:v>
                </c:pt>
                <c:pt idx="2693">
                  <c:v>9</c:v>
                </c:pt>
                <c:pt idx="2694">
                  <c:v>270</c:v>
                </c:pt>
                <c:pt idx="2695">
                  <c:v>457</c:v>
                </c:pt>
                <c:pt idx="2696">
                  <c:v>178</c:v>
                </c:pt>
                <c:pt idx="2697">
                  <c:v>512</c:v>
                </c:pt>
                <c:pt idx="2698">
                  <c:v>460</c:v>
                </c:pt>
                <c:pt idx="2699">
                  <c:v>263</c:v>
                </c:pt>
                <c:pt idx="2700">
                  <c:v>174</c:v>
                </c:pt>
                <c:pt idx="2701">
                  <c:v>381</c:v>
                </c:pt>
                <c:pt idx="2702">
                  <c:v>134</c:v>
                </c:pt>
                <c:pt idx="2703">
                  <c:v>107</c:v>
                </c:pt>
                <c:pt idx="2704">
                  <c:v>280</c:v>
                </c:pt>
                <c:pt idx="2705">
                  <c:v>330</c:v>
                </c:pt>
                <c:pt idx="2706">
                  <c:v>395</c:v>
                </c:pt>
                <c:pt idx="2707">
                  <c:v>292</c:v>
                </c:pt>
                <c:pt idx="2708">
                  <c:v>353</c:v>
                </c:pt>
                <c:pt idx="2709">
                  <c:v>224</c:v>
                </c:pt>
                <c:pt idx="2710">
                  <c:v>578</c:v>
                </c:pt>
                <c:pt idx="2711">
                  <c:v>122</c:v>
                </c:pt>
                <c:pt idx="2712">
                  <c:v>262</c:v>
                </c:pt>
                <c:pt idx="2713">
                  <c:v>149</c:v>
                </c:pt>
                <c:pt idx="2714">
                  <c:v>450</c:v>
                </c:pt>
                <c:pt idx="2715">
                  <c:v>544</c:v>
                </c:pt>
                <c:pt idx="2716">
                  <c:v>316</c:v>
                </c:pt>
                <c:pt idx="2717">
                  <c:v>393</c:v>
                </c:pt>
                <c:pt idx="2718">
                  <c:v>476</c:v>
                </c:pt>
                <c:pt idx="2719">
                  <c:v>603</c:v>
                </c:pt>
                <c:pt idx="2720">
                  <c:v>329</c:v>
                </c:pt>
                <c:pt idx="2721">
                  <c:v>682</c:v>
                </c:pt>
                <c:pt idx="2722">
                  <c:v>155</c:v>
                </c:pt>
                <c:pt idx="2723">
                  <c:v>172</c:v>
                </c:pt>
                <c:pt idx="2724">
                  <c:v>306</c:v>
                </c:pt>
                <c:pt idx="2725">
                  <c:v>217</c:v>
                </c:pt>
                <c:pt idx="2726">
                  <c:v>553</c:v>
                </c:pt>
                <c:pt idx="2727">
                  <c:v>448</c:v>
                </c:pt>
                <c:pt idx="2728">
                  <c:v>420</c:v>
                </c:pt>
                <c:pt idx="2729">
                  <c:v>245</c:v>
                </c:pt>
                <c:pt idx="2730">
                  <c:v>637</c:v>
                </c:pt>
                <c:pt idx="2731">
                  <c:v>138</c:v>
                </c:pt>
                <c:pt idx="2732">
                  <c:v>355</c:v>
                </c:pt>
                <c:pt idx="2733">
                  <c:v>539</c:v>
                </c:pt>
                <c:pt idx="2734">
                  <c:v>172</c:v>
                </c:pt>
                <c:pt idx="2735">
                  <c:v>74</c:v>
                </c:pt>
                <c:pt idx="2736">
                  <c:v>348</c:v>
                </c:pt>
                <c:pt idx="2737">
                  <c:v>115</c:v>
                </c:pt>
                <c:pt idx="2738">
                  <c:v>386</c:v>
                </c:pt>
                <c:pt idx="2739">
                  <c:v>556</c:v>
                </c:pt>
                <c:pt idx="2740">
                  <c:v>271</c:v>
                </c:pt>
                <c:pt idx="2741">
                  <c:v>415</c:v>
                </c:pt>
                <c:pt idx="2742">
                  <c:v>412</c:v>
                </c:pt>
                <c:pt idx="2743">
                  <c:v>518</c:v>
                </c:pt>
                <c:pt idx="2744">
                  <c:v>575</c:v>
                </c:pt>
                <c:pt idx="2745">
                  <c:v>446</c:v>
                </c:pt>
                <c:pt idx="2746">
                  <c:v>227</c:v>
                </c:pt>
                <c:pt idx="2747">
                  <c:v>200</c:v>
                </c:pt>
                <c:pt idx="2748">
                  <c:v>80</c:v>
                </c:pt>
                <c:pt idx="2749">
                  <c:v>405</c:v>
                </c:pt>
                <c:pt idx="2750">
                  <c:v>660</c:v>
                </c:pt>
                <c:pt idx="2751">
                  <c:v>133</c:v>
                </c:pt>
                <c:pt idx="2752">
                  <c:v>166</c:v>
                </c:pt>
                <c:pt idx="2753">
                  <c:v>431</c:v>
                </c:pt>
                <c:pt idx="2754">
                  <c:v>325</c:v>
                </c:pt>
                <c:pt idx="2755">
                  <c:v>94</c:v>
                </c:pt>
                <c:pt idx="2756">
                  <c:v>270</c:v>
                </c:pt>
                <c:pt idx="2757">
                  <c:v>365</c:v>
                </c:pt>
                <c:pt idx="2758">
                  <c:v>210</c:v>
                </c:pt>
                <c:pt idx="2759">
                  <c:v>644</c:v>
                </c:pt>
                <c:pt idx="2760">
                  <c:v>432</c:v>
                </c:pt>
                <c:pt idx="2761">
                  <c:v>291</c:v>
                </c:pt>
                <c:pt idx="2762">
                  <c:v>678</c:v>
                </c:pt>
                <c:pt idx="2763">
                  <c:v>316</c:v>
                </c:pt>
                <c:pt idx="2764">
                  <c:v>694</c:v>
                </c:pt>
                <c:pt idx="2765">
                  <c:v>118</c:v>
                </c:pt>
                <c:pt idx="2766">
                  <c:v>618</c:v>
                </c:pt>
                <c:pt idx="2767">
                  <c:v>520</c:v>
                </c:pt>
                <c:pt idx="2768">
                  <c:v>353</c:v>
                </c:pt>
                <c:pt idx="2769">
                  <c:v>531</c:v>
                </c:pt>
                <c:pt idx="2770">
                  <c:v>30</c:v>
                </c:pt>
                <c:pt idx="2771">
                  <c:v>305</c:v>
                </c:pt>
                <c:pt idx="2772">
                  <c:v>514</c:v>
                </c:pt>
                <c:pt idx="2773">
                  <c:v>22</c:v>
                </c:pt>
                <c:pt idx="2774">
                  <c:v>279</c:v>
                </c:pt>
                <c:pt idx="2775">
                  <c:v>463</c:v>
                </c:pt>
                <c:pt idx="2776">
                  <c:v>301</c:v>
                </c:pt>
                <c:pt idx="2777">
                  <c:v>533</c:v>
                </c:pt>
                <c:pt idx="2778">
                  <c:v>446</c:v>
                </c:pt>
                <c:pt idx="2779">
                  <c:v>452</c:v>
                </c:pt>
                <c:pt idx="2780">
                  <c:v>441</c:v>
                </c:pt>
                <c:pt idx="2781">
                  <c:v>259</c:v>
                </c:pt>
                <c:pt idx="2782">
                  <c:v>558</c:v>
                </c:pt>
                <c:pt idx="2783">
                  <c:v>658</c:v>
                </c:pt>
                <c:pt idx="2784">
                  <c:v>61</c:v>
                </c:pt>
                <c:pt idx="2785">
                  <c:v>495</c:v>
                </c:pt>
                <c:pt idx="2786">
                  <c:v>499</c:v>
                </c:pt>
                <c:pt idx="2787">
                  <c:v>156</c:v>
                </c:pt>
                <c:pt idx="2788">
                  <c:v>607</c:v>
                </c:pt>
                <c:pt idx="2789">
                  <c:v>341</c:v>
                </c:pt>
                <c:pt idx="2790">
                  <c:v>530</c:v>
                </c:pt>
                <c:pt idx="2791">
                  <c:v>602</c:v>
                </c:pt>
                <c:pt idx="2792">
                  <c:v>477</c:v>
                </c:pt>
                <c:pt idx="2793">
                  <c:v>320</c:v>
                </c:pt>
                <c:pt idx="2794">
                  <c:v>253</c:v>
                </c:pt>
                <c:pt idx="2795">
                  <c:v>553</c:v>
                </c:pt>
                <c:pt idx="2796">
                  <c:v>269</c:v>
                </c:pt>
                <c:pt idx="2797">
                  <c:v>122</c:v>
                </c:pt>
                <c:pt idx="2798">
                  <c:v>396</c:v>
                </c:pt>
                <c:pt idx="2799">
                  <c:v>157</c:v>
                </c:pt>
                <c:pt idx="2800">
                  <c:v>434</c:v>
                </c:pt>
                <c:pt idx="2801">
                  <c:v>454</c:v>
                </c:pt>
                <c:pt idx="2802">
                  <c:v>683</c:v>
                </c:pt>
                <c:pt idx="2803">
                  <c:v>261</c:v>
                </c:pt>
                <c:pt idx="2804">
                  <c:v>182</c:v>
                </c:pt>
                <c:pt idx="2805">
                  <c:v>581</c:v>
                </c:pt>
                <c:pt idx="2806">
                  <c:v>195</c:v>
                </c:pt>
                <c:pt idx="2807">
                  <c:v>631</c:v>
                </c:pt>
                <c:pt idx="2808">
                  <c:v>130</c:v>
                </c:pt>
                <c:pt idx="2809">
                  <c:v>598</c:v>
                </c:pt>
                <c:pt idx="2810">
                  <c:v>191</c:v>
                </c:pt>
                <c:pt idx="2811">
                  <c:v>561</c:v>
                </c:pt>
                <c:pt idx="2812">
                  <c:v>197</c:v>
                </c:pt>
                <c:pt idx="2813">
                  <c:v>412</c:v>
                </c:pt>
                <c:pt idx="2814">
                  <c:v>238</c:v>
                </c:pt>
                <c:pt idx="2815">
                  <c:v>444</c:v>
                </c:pt>
                <c:pt idx="2816">
                  <c:v>241</c:v>
                </c:pt>
                <c:pt idx="2817">
                  <c:v>370</c:v>
                </c:pt>
                <c:pt idx="2818">
                  <c:v>299</c:v>
                </c:pt>
                <c:pt idx="2819">
                  <c:v>740</c:v>
                </c:pt>
                <c:pt idx="2820">
                  <c:v>402</c:v>
                </c:pt>
                <c:pt idx="2821">
                  <c:v>259</c:v>
                </c:pt>
                <c:pt idx="2822">
                  <c:v>229</c:v>
                </c:pt>
                <c:pt idx="2823">
                  <c:v>230</c:v>
                </c:pt>
                <c:pt idx="2824">
                  <c:v>165</c:v>
                </c:pt>
                <c:pt idx="2825">
                  <c:v>305</c:v>
                </c:pt>
                <c:pt idx="2826">
                  <c:v>487</c:v>
                </c:pt>
                <c:pt idx="2827">
                  <c:v>86</c:v>
                </c:pt>
                <c:pt idx="2828">
                  <c:v>532</c:v>
                </c:pt>
                <c:pt idx="2829">
                  <c:v>436</c:v>
                </c:pt>
                <c:pt idx="2830">
                  <c:v>311</c:v>
                </c:pt>
                <c:pt idx="2831">
                  <c:v>109</c:v>
                </c:pt>
                <c:pt idx="2832">
                  <c:v>577</c:v>
                </c:pt>
                <c:pt idx="2833">
                  <c:v>516</c:v>
                </c:pt>
                <c:pt idx="2834">
                  <c:v>188</c:v>
                </c:pt>
                <c:pt idx="2835">
                  <c:v>274</c:v>
                </c:pt>
                <c:pt idx="2836">
                  <c:v>319</c:v>
                </c:pt>
                <c:pt idx="2837">
                  <c:v>239</c:v>
                </c:pt>
                <c:pt idx="2838">
                  <c:v>283</c:v>
                </c:pt>
                <c:pt idx="2839">
                  <c:v>446</c:v>
                </c:pt>
                <c:pt idx="2840">
                  <c:v>472</c:v>
                </c:pt>
                <c:pt idx="2841">
                  <c:v>352</c:v>
                </c:pt>
                <c:pt idx="2842">
                  <c:v>291</c:v>
                </c:pt>
                <c:pt idx="2843">
                  <c:v>159</c:v>
                </c:pt>
                <c:pt idx="2844">
                  <c:v>112</c:v>
                </c:pt>
                <c:pt idx="2845">
                  <c:v>632</c:v>
                </c:pt>
                <c:pt idx="2846">
                  <c:v>719</c:v>
                </c:pt>
                <c:pt idx="2847">
                  <c:v>354</c:v>
                </c:pt>
                <c:pt idx="2848">
                  <c:v>350</c:v>
                </c:pt>
                <c:pt idx="2849">
                  <c:v>362</c:v>
                </c:pt>
                <c:pt idx="2850">
                  <c:v>350</c:v>
                </c:pt>
                <c:pt idx="2851">
                  <c:v>102</c:v>
                </c:pt>
                <c:pt idx="2852">
                  <c:v>530</c:v>
                </c:pt>
                <c:pt idx="2853">
                  <c:v>730</c:v>
                </c:pt>
                <c:pt idx="2854">
                  <c:v>207</c:v>
                </c:pt>
                <c:pt idx="2855">
                  <c:v>411</c:v>
                </c:pt>
                <c:pt idx="2856">
                  <c:v>546</c:v>
                </c:pt>
                <c:pt idx="2857">
                  <c:v>375</c:v>
                </c:pt>
                <c:pt idx="2858">
                  <c:v>274</c:v>
                </c:pt>
                <c:pt idx="2859">
                  <c:v>456</c:v>
                </c:pt>
                <c:pt idx="2860">
                  <c:v>118</c:v>
                </c:pt>
                <c:pt idx="2861">
                  <c:v>652</c:v>
                </c:pt>
                <c:pt idx="2862">
                  <c:v>169</c:v>
                </c:pt>
                <c:pt idx="2863">
                  <c:v>681</c:v>
                </c:pt>
                <c:pt idx="2864">
                  <c:v>365</c:v>
                </c:pt>
                <c:pt idx="2865">
                  <c:v>292</c:v>
                </c:pt>
                <c:pt idx="2866">
                  <c:v>338</c:v>
                </c:pt>
                <c:pt idx="2867">
                  <c:v>501</c:v>
                </c:pt>
                <c:pt idx="2868">
                  <c:v>259</c:v>
                </c:pt>
                <c:pt idx="2869">
                  <c:v>555</c:v>
                </c:pt>
                <c:pt idx="2870">
                  <c:v>398</c:v>
                </c:pt>
                <c:pt idx="2871">
                  <c:v>201</c:v>
                </c:pt>
                <c:pt idx="2872">
                  <c:v>189</c:v>
                </c:pt>
                <c:pt idx="2873">
                  <c:v>113</c:v>
                </c:pt>
                <c:pt idx="2874">
                  <c:v>252</c:v>
                </c:pt>
                <c:pt idx="2875">
                  <c:v>684</c:v>
                </c:pt>
                <c:pt idx="2876">
                  <c:v>223</c:v>
                </c:pt>
                <c:pt idx="2877">
                  <c:v>367</c:v>
                </c:pt>
                <c:pt idx="2878">
                  <c:v>471</c:v>
                </c:pt>
                <c:pt idx="2879">
                  <c:v>235</c:v>
                </c:pt>
                <c:pt idx="2880">
                  <c:v>408</c:v>
                </c:pt>
                <c:pt idx="2881">
                  <c:v>541</c:v>
                </c:pt>
                <c:pt idx="2882">
                  <c:v>732</c:v>
                </c:pt>
                <c:pt idx="2883">
                  <c:v>223</c:v>
                </c:pt>
                <c:pt idx="2884">
                  <c:v>562</c:v>
                </c:pt>
                <c:pt idx="2885">
                  <c:v>376</c:v>
                </c:pt>
                <c:pt idx="2886">
                  <c:v>600</c:v>
                </c:pt>
                <c:pt idx="2887">
                  <c:v>466</c:v>
                </c:pt>
                <c:pt idx="2888">
                  <c:v>278</c:v>
                </c:pt>
                <c:pt idx="2889">
                  <c:v>423</c:v>
                </c:pt>
                <c:pt idx="2890">
                  <c:v>109</c:v>
                </c:pt>
                <c:pt idx="2891">
                  <c:v>318</c:v>
                </c:pt>
                <c:pt idx="2892">
                  <c:v>337</c:v>
                </c:pt>
                <c:pt idx="2893">
                  <c:v>169</c:v>
                </c:pt>
                <c:pt idx="2894">
                  <c:v>266</c:v>
                </c:pt>
                <c:pt idx="2895">
                  <c:v>64</c:v>
                </c:pt>
                <c:pt idx="2896">
                  <c:v>123</c:v>
                </c:pt>
                <c:pt idx="2897">
                  <c:v>416</c:v>
                </c:pt>
                <c:pt idx="2898">
                  <c:v>645</c:v>
                </c:pt>
                <c:pt idx="2899">
                  <c:v>637</c:v>
                </c:pt>
                <c:pt idx="2900">
                  <c:v>397</c:v>
                </c:pt>
                <c:pt idx="2901">
                  <c:v>603</c:v>
                </c:pt>
                <c:pt idx="2902">
                  <c:v>655</c:v>
                </c:pt>
                <c:pt idx="2903">
                  <c:v>269</c:v>
                </c:pt>
                <c:pt idx="2904">
                  <c:v>168</c:v>
                </c:pt>
                <c:pt idx="2905">
                  <c:v>267</c:v>
                </c:pt>
                <c:pt idx="2906">
                  <c:v>227</c:v>
                </c:pt>
                <c:pt idx="2907">
                  <c:v>302</c:v>
                </c:pt>
                <c:pt idx="2908">
                  <c:v>584</c:v>
                </c:pt>
                <c:pt idx="2909">
                  <c:v>654</c:v>
                </c:pt>
                <c:pt idx="2910">
                  <c:v>314</c:v>
                </c:pt>
                <c:pt idx="2911">
                  <c:v>533</c:v>
                </c:pt>
                <c:pt idx="2912">
                  <c:v>278</c:v>
                </c:pt>
                <c:pt idx="2913">
                  <c:v>197</c:v>
                </c:pt>
                <c:pt idx="2914">
                  <c:v>350</c:v>
                </c:pt>
                <c:pt idx="2915">
                  <c:v>661</c:v>
                </c:pt>
                <c:pt idx="2916">
                  <c:v>688</c:v>
                </c:pt>
                <c:pt idx="2917">
                  <c:v>484</c:v>
                </c:pt>
                <c:pt idx="2918">
                  <c:v>348</c:v>
                </c:pt>
                <c:pt idx="2919">
                  <c:v>341</c:v>
                </c:pt>
                <c:pt idx="2920">
                  <c:v>402</c:v>
                </c:pt>
                <c:pt idx="2921">
                  <c:v>278</c:v>
                </c:pt>
                <c:pt idx="2922">
                  <c:v>148</c:v>
                </c:pt>
                <c:pt idx="2923">
                  <c:v>191</c:v>
                </c:pt>
                <c:pt idx="2924">
                  <c:v>582</c:v>
                </c:pt>
                <c:pt idx="2925">
                  <c:v>91</c:v>
                </c:pt>
                <c:pt idx="2926">
                  <c:v>574</c:v>
                </c:pt>
                <c:pt idx="2927">
                  <c:v>40</c:v>
                </c:pt>
                <c:pt idx="2928">
                  <c:v>596</c:v>
                </c:pt>
                <c:pt idx="2929">
                  <c:v>570</c:v>
                </c:pt>
                <c:pt idx="2930">
                  <c:v>98</c:v>
                </c:pt>
                <c:pt idx="2931">
                  <c:v>396</c:v>
                </c:pt>
                <c:pt idx="2932">
                  <c:v>313</c:v>
                </c:pt>
                <c:pt idx="2933">
                  <c:v>229</c:v>
                </c:pt>
                <c:pt idx="2934">
                  <c:v>386</c:v>
                </c:pt>
                <c:pt idx="2935">
                  <c:v>465</c:v>
                </c:pt>
                <c:pt idx="2936">
                  <c:v>108</c:v>
                </c:pt>
                <c:pt idx="2937">
                  <c:v>445</c:v>
                </c:pt>
                <c:pt idx="2938">
                  <c:v>224</c:v>
                </c:pt>
                <c:pt idx="2939">
                  <c:v>219</c:v>
                </c:pt>
                <c:pt idx="2940">
                  <c:v>700</c:v>
                </c:pt>
                <c:pt idx="2941">
                  <c:v>469</c:v>
                </c:pt>
                <c:pt idx="2942">
                  <c:v>314</c:v>
                </c:pt>
                <c:pt idx="2943">
                  <c:v>95</c:v>
                </c:pt>
                <c:pt idx="2944">
                  <c:v>250</c:v>
                </c:pt>
                <c:pt idx="2945">
                  <c:v>331</c:v>
                </c:pt>
                <c:pt idx="2946">
                  <c:v>736</c:v>
                </c:pt>
                <c:pt idx="2947">
                  <c:v>69</c:v>
                </c:pt>
                <c:pt idx="2948">
                  <c:v>270</c:v>
                </c:pt>
                <c:pt idx="2949">
                  <c:v>612</c:v>
                </c:pt>
                <c:pt idx="2950">
                  <c:v>317</c:v>
                </c:pt>
                <c:pt idx="2951">
                  <c:v>460</c:v>
                </c:pt>
                <c:pt idx="2952">
                  <c:v>80</c:v>
                </c:pt>
                <c:pt idx="2953">
                  <c:v>76</c:v>
                </c:pt>
                <c:pt idx="2954">
                  <c:v>217</c:v>
                </c:pt>
                <c:pt idx="2955">
                  <c:v>163</c:v>
                </c:pt>
                <c:pt idx="2956">
                  <c:v>203</c:v>
                </c:pt>
                <c:pt idx="2957">
                  <c:v>237</c:v>
                </c:pt>
                <c:pt idx="2958">
                  <c:v>83</c:v>
                </c:pt>
                <c:pt idx="2959">
                  <c:v>486</c:v>
                </c:pt>
                <c:pt idx="2960">
                  <c:v>101</c:v>
                </c:pt>
                <c:pt idx="2961">
                  <c:v>167</c:v>
                </c:pt>
                <c:pt idx="2962">
                  <c:v>614</c:v>
                </c:pt>
                <c:pt idx="2963">
                  <c:v>243</c:v>
                </c:pt>
                <c:pt idx="2964">
                  <c:v>511</c:v>
                </c:pt>
                <c:pt idx="2965">
                  <c:v>122</c:v>
                </c:pt>
                <c:pt idx="2966">
                  <c:v>564</c:v>
                </c:pt>
                <c:pt idx="2967">
                  <c:v>157</c:v>
                </c:pt>
                <c:pt idx="2968">
                  <c:v>693</c:v>
                </c:pt>
                <c:pt idx="2969">
                  <c:v>327</c:v>
                </c:pt>
                <c:pt idx="2970">
                  <c:v>406</c:v>
                </c:pt>
                <c:pt idx="2971">
                  <c:v>280</c:v>
                </c:pt>
                <c:pt idx="2972">
                  <c:v>489</c:v>
                </c:pt>
                <c:pt idx="2973">
                  <c:v>306</c:v>
                </c:pt>
                <c:pt idx="2974">
                  <c:v>225</c:v>
                </c:pt>
                <c:pt idx="2975">
                  <c:v>584</c:v>
                </c:pt>
                <c:pt idx="2976">
                  <c:v>172</c:v>
                </c:pt>
                <c:pt idx="2977">
                  <c:v>279</c:v>
                </c:pt>
                <c:pt idx="2978">
                  <c:v>318</c:v>
                </c:pt>
                <c:pt idx="2979">
                  <c:v>448</c:v>
                </c:pt>
                <c:pt idx="2980">
                  <c:v>465</c:v>
                </c:pt>
                <c:pt idx="2981">
                  <c:v>273</c:v>
                </c:pt>
                <c:pt idx="2982">
                  <c:v>101</c:v>
                </c:pt>
                <c:pt idx="2983">
                  <c:v>211</c:v>
                </c:pt>
                <c:pt idx="2984">
                  <c:v>383</c:v>
                </c:pt>
                <c:pt idx="2985">
                  <c:v>145</c:v>
                </c:pt>
                <c:pt idx="2986">
                  <c:v>187</c:v>
                </c:pt>
                <c:pt idx="2987">
                  <c:v>293</c:v>
                </c:pt>
                <c:pt idx="2988">
                  <c:v>301</c:v>
                </c:pt>
                <c:pt idx="2989">
                  <c:v>193</c:v>
                </c:pt>
                <c:pt idx="2990">
                  <c:v>95</c:v>
                </c:pt>
                <c:pt idx="2991">
                  <c:v>540</c:v>
                </c:pt>
                <c:pt idx="2992">
                  <c:v>39</c:v>
                </c:pt>
                <c:pt idx="2993">
                  <c:v>323</c:v>
                </c:pt>
                <c:pt idx="2994">
                  <c:v>574</c:v>
                </c:pt>
                <c:pt idx="2995">
                  <c:v>263</c:v>
                </c:pt>
                <c:pt idx="2996">
                  <c:v>509</c:v>
                </c:pt>
                <c:pt idx="2997">
                  <c:v>85</c:v>
                </c:pt>
                <c:pt idx="2998">
                  <c:v>475</c:v>
                </c:pt>
                <c:pt idx="2999">
                  <c:v>248</c:v>
                </c:pt>
                <c:pt idx="3000">
                  <c:v>304</c:v>
                </c:pt>
                <c:pt idx="3001">
                  <c:v>144</c:v>
                </c:pt>
                <c:pt idx="3002">
                  <c:v>708</c:v>
                </c:pt>
                <c:pt idx="3003">
                  <c:v>420</c:v>
                </c:pt>
                <c:pt idx="3004">
                  <c:v>266</c:v>
                </c:pt>
                <c:pt idx="3005">
                  <c:v>352</c:v>
                </c:pt>
                <c:pt idx="3006">
                  <c:v>542</c:v>
                </c:pt>
                <c:pt idx="3007">
                  <c:v>148</c:v>
                </c:pt>
                <c:pt idx="3008">
                  <c:v>470</c:v>
                </c:pt>
                <c:pt idx="3009">
                  <c:v>422</c:v>
                </c:pt>
                <c:pt idx="3010">
                  <c:v>342</c:v>
                </c:pt>
                <c:pt idx="3011">
                  <c:v>604</c:v>
                </c:pt>
                <c:pt idx="3012">
                  <c:v>58</c:v>
                </c:pt>
                <c:pt idx="3013">
                  <c:v>379</c:v>
                </c:pt>
                <c:pt idx="3014">
                  <c:v>551</c:v>
                </c:pt>
                <c:pt idx="3015">
                  <c:v>221</c:v>
                </c:pt>
                <c:pt idx="3016">
                  <c:v>270</c:v>
                </c:pt>
                <c:pt idx="3017">
                  <c:v>123</c:v>
                </c:pt>
                <c:pt idx="3018">
                  <c:v>143</c:v>
                </c:pt>
                <c:pt idx="3019">
                  <c:v>306</c:v>
                </c:pt>
                <c:pt idx="3020">
                  <c:v>444</c:v>
                </c:pt>
                <c:pt idx="3021">
                  <c:v>341</c:v>
                </c:pt>
                <c:pt idx="3022">
                  <c:v>72</c:v>
                </c:pt>
                <c:pt idx="3023">
                  <c:v>299</c:v>
                </c:pt>
                <c:pt idx="3024">
                  <c:v>592</c:v>
                </c:pt>
                <c:pt idx="3025">
                  <c:v>235</c:v>
                </c:pt>
                <c:pt idx="3026">
                  <c:v>438</c:v>
                </c:pt>
                <c:pt idx="3027">
                  <c:v>372</c:v>
                </c:pt>
                <c:pt idx="3028">
                  <c:v>193</c:v>
                </c:pt>
                <c:pt idx="3029">
                  <c:v>181</c:v>
                </c:pt>
                <c:pt idx="3030">
                  <c:v>292</c:v>
                </c:pt>
                <c:pt idx="3031">
                  <c:v>23</c:v>
                </c:pt>
                <c:pt idx="3032">
                  <c:v>250</c:v>
                </c:pt>
                <c:pt idx="3033">
                  <c:v>343</c:v>
                </c:pt>
                <c:pt idx="3034">
                  <c:v>681</c:v>
                </c:pt>
                <c:pt idx="3035">
                  <c:v>410</c:v>
                </c:pt>
                <c:pt idx="3036">
                  <c:v>271</c:v>
                </c:pt>
                <c:pt idx="3037">
                  <c:v>38</c:v>
                </c:pt>
                <c:pt idx="3038">
                  <c:v>111</c:v>
                </c:pt>
                <c:pt idx="3039">
                  <c:v>571</c:v>
                </c:pt>
                <c:pt idx="3040">
                  <c:v>331</c:v>
                </c:pt>
                <c:pt idx="3041">
                  <c:v>463</c:v>
                </c:pt>
                <c:pt idx="3042">
                  <c:v>614</c:v>
                </c:pt>
                <c:pt idx="3043">
                  <c:v>561</c:v>
                </c:pt>
                <c:pt idx="3044">
                  <c:v>207</c:v>
                </c:pt>
                <c:pt idx="3045">
                  <c:v>112</c:v>
                </c:pt>
                <c:pt idx="3046">
                  <c:v>490</c:v>
                </c:pt>
                <c:pt idx="3047">
                  <c:v>232</c:v>
                </c:pt>
                <c:pt idx="3048">
                  <c:v>320</c:v>
                </c:pt>
                <c:pt idx="3049">
                  <c:v>602</c:v>
                </c:pt>
                <c:pt idx="3050">
                  <c:v>148</c:v>
                </c:pt>
                <c:pt idx="3051">
                  <c:v>49</c:v>
                </c:pt>
                <c:pt idx="3052">
                  <c:v>361</c:v>
                </c:pt>
                <c:pt idx="3053">
                  <c:v>113</c:v>
                </c:pt>
                <c:pt idx="3054">
                  <c:v>623</c:v>
                </c:pt>
                <c:pt idx="3055">
                  <c:v>711</c:v>
                </c:pt>
                <c:pt idx="3056">
                  <c:v>563</c:v>
                </c:pt>
                <c:pt idx="3057">
                  <c:v>219</c:v>
                </c:pt>
                <c:pt idx="3058">
                  <c:v>707</c:v>
                </c:pt>
                <c:pt idx="3059">
                  <c:v>533</c:v>
                </c:pt>
                <c:pt idx="3060">
                  <c:v>542</c:v>
                </c:pt>
                <c:pt idx="3061">
                  <c:v>282</c:v>
                </c:pt>
                <c:pt idx="3062">
                  <c:v>660</c:v>
                </c:pt>
                <c:pt idx="3063">
                  <c:v>482</c:v>
                </c:pt>
                <c:pt idx="3064">
                  <c:v>183</c:v>
                </c:pt>
                <c:pt idx="3065">
                  <c:v>314</c:v>
                </c:pt>
                <c:pt idx="3066">
                  <c:v>406</c:v>
                </c:pt>
                <c:pt idx="3067">
                  <c:v>229</c:v>
                </c:pt>
                <c:pt idx="3068">
                  <c:v>616</c:v>
                </c:pt>
                <c:pt idx="3069">
                  <c:v>536</c:v>
                </c:pt>
                <c:pt idx="3070">
                  <c:v>476</c:v>
                </c:pt>
                <c:pt idx="3071">
                  <c:v>694</c:v>
                </c:pt>
                <c:pt idx="3072">
                  <c:v>588</c:v>
                </c:pt>
                <c:pt idx="3073">
                  <c:v>229</c:v>
                </c:pt>
                <c:pt idx="3074">
                  <c:v>465</c:v>
                </c:pt>
                <c:pt idx="3075">
                  <c:v>420</c:v>
                </c:pt>
                <c:pt idx="3076">
                  <c:v>353</c:v>
                </c:pt>
                <c:pt idx="3077">
                  <c:v>398</c:v>
                </c:pt>
                <c:pt idx="3078">
                  <c:v>293</c:v>
                </c:pt>
                <c:pt idx="3079">
                  <c:v>143</c:v>
                </c:pt>
                <c:pt idx="3080">
                  <c:v>260</c:v>
                </c:pt>
                <c:pt idx="3081">
                  <c:v>474</c:v>
                </c:pt>
                <c:pt idx="3082">
                  <c:v>276</c:v>
                </c:pt>
                <c:pt idx="3083">
                  <c:v>441</c:v>
                </c:pt>
                <c:pt idx="3084">
                  <c:v>362</c:v>
                </c:pt>
                <c:pt idx="3085">
                  <c:v>500</c:v>
                </c:pt>
                <c:pt idx="3086">
                  <c:v>573</c:v>
                </c:pt>
                <c:pt idx="3087">
                  <c:v>305</c:v>
                </c:pt>
                <c:pt idx="3088">
                  <c:v>384</c:v>
                </c:pt>
                <c:pt idx="3089">
                  <c:v>218</c:v>
                </c:pt>
                <c:pt idx="3090">
                  <c:v>263</c:v>
                </c:pt>
                <c:pt idx="3091">
                  <c:v>222</c:v>
                </c:pt>
                <c:pt idx="3092">
                  <c:v>500</c:v>
                </c:pt>
                <c:pt idx="3093">
                  <c:v>255</c:v>
                </c:pt>
                <c:pt idx="3094">
                  <c:v>607</c:v>
                </c:pt>
                <c:pt idx="3095">
                  <c:v>188</c:v>
                </c:pt>
                <c:pt idx="3096">
                  <c:v>524</c:v>
                </c:pt>
                <c:pt idx="3097">
                  <c:v>249</c:v>
                </c:pt>
                <c:pt idx="3098">
                  <c:v>377</c:v>
                </c:pt>
                <c:pt idx="3099">
                  <c:v>380</c:v>
                </c:pt>
                <c:pt idx="3100">
                  <c:v>160</c:v>
                </c:pt>
                <c:pt idx="3101">
                  <c:v>277</c:v>
                </c:pt>
                <c:pt idx="3102">
                  <c:v>307</c:v>
                </c:pt>
                <c:pt idx="3103">
                  <c:v>84</c:v>
                </c:pt>
                <c:pt idx="3104">
                  <c:v>434</c:v>
                </c:pt>
                <c:pt idx="3105">
                  <c:v>538</c:v>
                </c:pt>
                <c:pt idx="3106">
                  <c:v>294</c:v>
                </c:pt>
                <c:pt idx="3107">
                  <c:v>315</c:v>
                </c:pt>
                <c:pt idx="3108">
                  <c:v>180</c:v>
                </c:pt>
                <c:pt idx="3109">
                  <c:v>34</c:v>
                </c:pt>
                <c:pt idx="3110">
                  <c:v>259</c:v>
                </c:pt>
                <c:pt idx="3111">
                  <c:v>738</c:v>
                </c:pt>
                <c:pt idx="3112">
                  <c:v>219</c:v>
                </c:pt>
                <c:pt idx="3113">
                  <c:v>345</c:v>
                </c:pt>
                <c:pt idx="3114">
                  <c:v>682</c:v>
                </c:pt>
                <c:pt idx="3115">
                  <c:v>357</c:v>
                </c:pt>
                <c:pt idx="3116">
                  <c:v>321</c:v>
                </c:pt>
                <c:pt idx="3117">
                  <c:v>438</c:v>
                </c:pt>
                <c:pt idx="3118">
                  <c:v>90</c:v>
                </c:pt>
                <c:pt idx="3119">
                  <c:v>410</c:v>
                </c:pt>
                <c:pt idx="3120">
                  <c:v>456</c:v>
                </c:pt>
                <c:pt idx="3121">
                  <c:v>120</c:v>
                </c:pt>
                <c:pt idx="3122">
                  <c:v>251</c:v>
                </c:pt>
                <c:pt idx="3123">
                  <c:v>231</c:v>
                </c:pt>
                <c:pt idx="3124">
                  <c:v>150</c:v>
                </c:pt>
                <c:pt idx="3125">
                  <c:v>143</c:v>
                </c:pt>
                <c:pt idx="3126">
                  <c:v>122</c:v>
                </c:pt>
                <c:pt idx="3127">
                  <c:v>453</c:v>
                </c:pt>
                <c:pt idx="3128">
                  <c:v>385</c:v>
                </c:pt>
                <c:pt idx="3129">
                  <c:v>147</c:v>
                </c:pt>
                <c:pt idx="3130">
                  <c:v>204</c:v>
                </c:pt>
                <c:pt idx="3131">
                  <c:v>329</c:v>
                </c:pt>
                <c:pt idx="3132">
                  <c:v>341</c:v>
                </c:pt>
                <c:pt idx="3133">
                  <c:v>349</c:v>
                </c:pt>
                <c:pt idx="3134">
                  <c:v>433</c:v>
                </c:pt>
                <c:pt idx="3135">
                  <c:v>406</c:v>
                </c:pt>
                <c:pt idx="3136">
                  <c:v>102</c:v>
                </c:pt>
                <c:pt idx="3137">
                  <c:v>279</c:v>
                </c:pt>
                <c:pt idx="3138">
                  <c:v>346</c:v>
                </c:pt>
                <c:pt idx="3139">
                  <c:v>52</c:v>
                </c:pt>
                <c:pt idx="3140">
                  <c:v>305</c:v>
                </c:pt>
                <c:pt idx="3141">
                  <c:v>471</c:v>
                </c:pt>
                <c:pt idx="3142">
                  <c:v>331</c:v>
                </c:pt>
                <c:pt idx="3143">
                  <c:v>198</c:v>
                </c:pt>
                <c:pt idx="3144">
                  <c:v>573</c:v>
                </c:pt>
                <c:pt idx="3145">
                  <c:v>530</c:v>
                </c:pt>
                <c:pt idx="3146">
                  <c:v>483</c:v>
                </c:pt>
                <c:pt idx="3147">
                  <c:v>648</c:v>
                </c:pt>
                <c:pt idx="3148">
                  <c:v>189</c:v>
                </c:pt>
                <c:pt idx="3149">
                  <c:v>282</c:v>
                </c:pt>
                <c:pt idx="3150">
                  <c:v>480</c:v>
                </c:pt>
                <c:pt idx="3151">
                  <c:v>316</c:v>
                </c:pt>
                <c:pt idx="3152">
                  <c:v>575</c:v>
                </c:pt>
                <c:pt idx="3153">
                  <c:v>129</c:v>
                </c:pt>
                <c:pt idx="3154">
                  <c:v>553</c:v>
                </c:pt>
                <c:pt idx="3155">
                  <c:v>549</c:v>
                </c:pt>
                <c:pt idx="3156">
                  <c:v>120</c:v>
                </c:pt>
                <c:pt idx="3157">
                  <c:v>66</c:v>
                </c:pt>
                <c:pt idx="3158">
                  <c:v>337</c:v>
                </c:pt>
                <c:pt idx="3159">
                  <c:v>122</c:v>
                </c:pt>
                <c:pt idx="3160">
                  <c:v>252</c:v>
                </c:pt>
                <c:pt idx="3161">
                  <c:v>346</c:v>
                </c:pt>
                <c:pt idx="3162">
                  <c:v>192</c:v>
                </c:pt>
                <c:pt idx="3163">
                  <c:v>157</c:v>
                </c:pt>
                <c:pt idx="3164">
                  <c:v>531</c:v>
                </c:pt>
                <c:pt idx="3165">
                  <c:v>350</c:v>
                </c:pt>
                <c:pt idx="3166">
                  <c:v>313</c:v>
                </c:pt>
                <c:pt idx="3167">
                  <c:v>144</c:v>
                </c:pt>
                <c:pt idx="3168">
                  <c:v>121</c:v>
                </c:pt>
                <c:pt idx="3169">
                  <c:v>141</c:v>
                </c:pt>
                <c:pt idx="3170">
                  <c:v>357</c:v>
                </c:pt>
                <c:pt idx="3171">
                  <c:v>352</c:v>
                </c:pt>
                <c:pt idx="3172">
                  <c:v>91</c:v>
                </c:pt>
                <c:pt idx="3173">
                  <c:v>278</c:v>
                </c:pt>
                <c:pt idx="3174">
                  <c:v>412</c:v>
                </c:pt>
                <c:pt idx="3175">
                  <c:v>389</c:v>
                </c:pt>
                <c:pt idx="3176">
                  <c:v>149</c:v>
                </c:pt>
                <c:pt idx="3177">
                  <c:v>457</c:v>
                </c:pt>
                <c:pt idx="3178">
                  <c:v>545</c:v>
                </c:pt>
                <c:pt idx="3179">
                  <c:v>176</c:v>
                </c:pt>
                <c:pt idx="3180">
                  <c:v>128</c:v>
                </c:pt>
                <c:pt idx="3181">
                  <c:v>185</c:v>
                </c:pt>
                <c:pt idx="3182">
                  <c:v>412</c:v>
                </c:pt>
                <c:pt idx="3183">
                  <c:v>689</c:v>
                </c:pt>
                <c:pt idx="3184">
                  <c:v>299</c:v>
                </c:pt>
                <c:pt idx="3185">
                  <c:v>135</c:v>
                </c:pt>
                <c:pt idx="3186">
                  <c:v>122</c:v>
                </c:pt>
                <c:pt idx="3187">
                  <c:v>230</c:v>
                </c:pt>
                <c:pt idx="3188">
                  <c:v>405</c:v>
                </c:pt>
                <c:pt idx="3189">
                  <c:v>345</c:v>
                </c:pt>
                <c:pt idx="3190">
                  <c:v>479</c:v>
                </c:pt>
                <c:pt idx="3191">
                  <c:v>536</c:v>
                </c:pt>
                <c:pt idx="3192">
                  <c:v>266</c:v>
                </c:pt>
                <c:pt idx="3193">
                  <c:v>149</c:v>
                </c:pt>
                <c:pt idx="3194">
                  <c:v>488</c:v>
                </c:pt>
                <c:pt idx="3195">
                  <c:v>224</c:v>
                </c:pt>
                <c:pt idx="3196">
                  <c:v>171</c:v>
                </c:pt>
                <c:pt idx="3197">
                  <c:v>346</c:v>
                </c:pt>
                <c:pt idx="3198">
                  <c:v>140</c:v>
                </c:pt>
                <c:pt idx="3199">
                  <c:v>192</c:v>
                </c:pt>
                <c:pt idx="3200">
                  <c:v>531</c:v>
                </c:pt>
                <c:pt idx="3201">
                  <c:v>108</c:v>
                </c:pt>
                <c:pt idx="3202">
                  <c:v>380</c:v>
                </c:pt>
                <c:pt idx="3203">
                  <c:v>316</c:v>
                </c:pt>
                <c:pt idx="3204">
                  <c:v>178</c:v>
                </c:pt>
                <c:pt idx="3205">
                  <c:v>186</c:v>
                </c:pt>
                <c:pt idx="3206">
                  <c:v>317</c:v>
                </c:pt>
                <c:pt idx="3207">
                  <c:v>439</c:v>
                </c:pt>
                <c:pt idx="3208">
                  <c:v>314</c:v>
                </c:pt>
                <c:pt idx="3209">
                  <c:v>133</c:v>
                </c:pt>
                <c:pt idx="3210">
                  <c:v>689</c:v>
                </c:pt>
                <c:pt idx="3211">
                  <c:v>390</c:v>
                </c:pt>
                <c:pt idx="3212">
                  <c:v>109</c:v>
                </c:pt>
                <c:pt idx="3213">
                  <c:v>96</c:v>
                </c:pt>
                <c:pt idx="3214">
                  <c:v>325</c:v>
                </c:pt>
                <c:pt idx="3215">
                  <c:v>233</c:v>
                </c:pt>
                <c:pt idx="3216">
                  <c:v>579</c:v>
                </c:pt>
                <c:pt idx="3217">
                  <c:v>616</c:v>
                </c:pt>
                <c:pt idx="3218">
                  <c:v>250</c:v>
                </c:pt>
                <c:pt idx="3219">
                  <c:v>568</c:v>
                </c:pt>
                <c:pt idx="3220">
                  <c:v>393</c:v>
                </c:pt>
                <c:pt idx="3221">
                  <c:v>390</c:v>
                </c:pt>
                <c:pt idx="3222">
                  <c:v>427</c:v>
                </c:pt>
                <c:pt idx="3223">
                  <c:v>408</c:v>
                </c:pt>
                <c:pt idx="3224">
                  <c:v>258</c:v>
                </c:pt>
                <c:pt idx="3225">
                  <c:v>365</c:v>
                </c:pt>
                <c:pt idx="3226">
                  <c:v>176</c:v>
                </c:pt>
                <c:pt idx="3227">
                  <c:v>548</c:v>
                </c:pt>
                <c:pt idx="3228">
                  <c:v>643</c:v>
                </c:pt>
                <c:pt idx="3229">
                  <c:v>371</c:v>
                </c:pt>
                <c:pt idx="3230">
                  <c:v>601</c:v>
                </c:pt>
                <c:pt idx="3231">
                  <c:v>608</c:v>
                </c:pt>
                <c:pt idx="3232">
                  <c:v>290</c:v>
                </c:pt>
                <c:pt idx="3233">
                  <c:v>399</c:v>
                </c:pt>
                <c:pt idx="3234">
                  <c:v>661</c:v>
                </c:pt>
                <c:pt idx="3235">
                  <c:v>534</c:v>
                </c:pt>
                <c:pt idx="3236">
                  <c:v>648</c:v>
                </c:pt>
                <c:pt idx="3237">
                  <c:v>648</c:v>
                </c:pt>
                <c:pt idx="3238">
                  <c:v>497</c:v>
                </c:pt>
                <c:pt idx="3239">
                  <c:v>371</c:v>
                </c:pt>
                <c:pt idx="3240">
                  <c:v>195</c:v>
                </c:pt>
                <c:pt idx="3241">
                  <c:v>143</c:v>
                </c:pt>
                <c:pt idx="3242">
                  <c:v>75</c:v>
                </c:pt>
                <c:pt idx="3243">
                  <c:v>192</c:v>
                </c:pt>
                <c:pt idx="3244">
                  <c:v>427</c:v>
                </c:pt>
                <c:pt idx="3245">
                  <c:v>141</c:v>
                </c:pt>
                <c:pt idx="3246">
                  <c:v>515</c:v>
                </c:pt>
                <c:pt idx="3247">
                  <c:v>117</c:v>
                </c:pt>
                <c:pt idx="3248">
                  <c:v>302</c:v>
                </c:pt>
                <c:pt idx="3249">
                  <c:v>402</c:v>
                </c:pt>
                <c:pt idx="3250">
                  <c:v>554</c:v>
                </c:pt>
                <c:pt idx="3251">
                  <c:v>580</c:v>
                </c:pt>
                <c:pt idx="3252">
                  <c:v>511</c:v>
                </c:pt>
                <c:pt idx="3253">
                  <c:v>126</c:v>
                </c:pt>
                <c:pt idx="3254">
                  <c:v>429</c:v>
                </c:pt>
                <c:pt idx="3255">
                  <c:v>429</c:v>
                </c:pt>
                <c:pt idx="3256">
                  <c:v>238</c:v>
                </c:pt>
                <c:pt idx="3257">
                  <c:v>631</c:v>
                </c:pt>
                <c:pt idx="3258">
                  <c:v>401</c:v>
                </c:pt>
                <c:pt idx="3259">
                  <c:v>485</c:v>
                </c:pt>
                <c:pt idx="3260">
                  <c:v>374</c:v>
                </c:pt>
                <c:pt idx="3261">
                  <c:v>388</c:v>
                </c:pt>
                <c:pt idx="3262">
                  <c:v>339</c:v>
                </c:pt>
                <c:pt idx="3263">
                  <c:v>615</c:v>
                </c:pt>
                <c:pt idx="3264">
                  <c:v>275</c:v>
                </c:pt>
                <c:pt idx="3265">
                  <c:v>548</c:v>
                </c:pt>
                <c:pt idx="3266">
                  <c:v>477</c:v>
                </c:pt>
                <c:pt idx="3267">
                  <c:v>305</c:v>
                </c:pt>
                <c:pt idx="3268">
                  <c:v>256</c:v>
                </c:pt>
                <c:pt idx="3269">
                  <c:v>131</c:v>
                </c:pt>
                <c:pt idx="3270">
                  <c:v>31</c:v>
                </c:pt>
                <c:pt idx="3271">
                  <c:v>88</c:v>
                </c:pt>
                <c:pt idx="3272">
                  <c:v>254</c:v>
                </c:pt>
                <c:pt idx="3273">
                  <c:v>634</c:v>
                </c:pt>
                <c:pt idx="3274">
                  <c:v>304</c:v>
                </c:pt>
                <c:pt idx="3275">
                  <c:v>119</c:v>
                </c:pt>
                <c:pt idx="3276">
                  <c:v>51</c:v>
                </c:pt>
                <c:pt idx="3277">
                  <c:v>700</c:v>
                </c:pt>
                <c:pt idx="3278">
                  <c:v>561</c:v>
                </c:pt>
                <c:pt idx="3279">
                  <c:v>121</c:v>
                </c:pt>
                <c:pt idx="3280">
                  <c:v>574</c:v>
                </c:pt>
                <c:pt idx="3281">
                  <c:v>228</c:v>
                </c:pt>
                <c:pt idx="3282">
                  <c:v>607</c:v>
                </c:pt>
                <c:pt idx="3283">
                  <c:v>236</c:v>
                </c:pt>
                <c:pt idx="3284">
                  <c:v>521</c:v>
                </c:pt>
                <c:pt idx="3285">
                  <c:v>486</c:v>
                </c:pt>
                <c:pt idx="3286">
                  <c:v>209</c:v>
                </c:pt>
                <c:pt idx="3287">
                  <c:v>100</c:v>
                </c:pt>
                <c:pt idx="3288">
                  <c:v>265</c:v>
                </c:pt>
                <c:pt idx="3289">
                  <c:v>137</c:v>
                </c:pt>
                <c:pt idx="3290">
                  <c:v>495</c:v>
                </c:pt>
                <c:pt idx="3291">
                  <c:v>299</c:v>
                </c:pt>
                <c:pt idx="3292">
                  <c:v>328</c:v>
                </c:pt>
                <c:pt idx="3293">
                  <c:v>213</c:v>
                </c:pt>
                <c:pt idx="3294">
                  <c:v>537</c:v>
                </c:pt>
                <c:pt idx="3295">
                  <c:v>375</c:v>
                </c:pt>
                <c:pt idx="3296">
                  <c:v>25</c:v>
                </c:pt>
                <c:pt idx="3297">
                  <c:v>390</c:v>
                </c:pt>
                <c:pt idx="3298">
                  <c:v>98</c:v>
                </c:pt>
                <c:pt idx="3299">
                  <c:v>157</c:v>
                </c:pt>
                <c:pt idx="3300">
                  <c:v>624</c:v>
                </c:pt>
                <c:pt idx="3301">
                  <c:v>173</c:v>
                </c:pt>
                <c:pt idx="3302">
                  <c:v>422</c:v>
                </c:pt>
                <c:pt idx="3303">
                  <c:v>201</c:v>
                </c:pt>
                <c:pt idx="3304">
                  <c:v>429</c:v>
                </c:pt>
                <c:pt idx="3305">
                  <c:v>500</c:v>
                </c:pt>
                <c:pt idx="3306">
                  <c:v>63</c:v>
                </c:pt>
                <c:pt idx="3307">
                  <c:v>199</c:v>
                </c:pt>
                <c:pt idx="3308">
                  <c:v>683</c:v>
                </c:pt>
                <c:pt idx="3309">
                  <c:v>273</c:v>
                </c:pt>
                <c:pt idx="3310">
                  <c:v>449</c:v>
                </c:pt>
                <c:pt idx="3311">
                  <c:v>475</c:v>
                </c:pt>
                <c:pt idx="3312">
                  <c:v>223</c:v>
                </c:pt>
                <c:pt idx="3313">
                  <c:v>432</c:v>
                </c:pt>
                <c:pt idx="3314">
                  <c:v>390</c:v>
                </c:pt>
                <c:pt idx="3315">
                  <c:v>311</c:v>
                </c:pt>
                <c:pt idx="3316">
                  <c:v>137</c:v>
                </c:pt>
                <c:pt idx="3317">
                  <c:v>563</c:v>
                </c:pt>
                <c:pt idx="3318">
                  <c:v>237</c:v>
                </c:pt>
                <c:pt idx="3319">
                  <c:v>553</c:v>
                </c:pt>
                <c:pt idx="3320">
                  <c:v>109</c:v>
                </c:pt>
                <c:pt idx="3321">
                  <c:v>637</c:v>
                </c:pt>
                <c:pt idx="3322">
                  <c:v>160</c:v>
                </c:pt>
                <c:pt idx="3323">
                  <c:v>566</c:v>
                </c:pt>
                <c:pt idx="3324">
                  <c:v>437</c:v>
                </c:pt>
                <c:pt idx="3325">
                  <c:v>220</c:v>
                </c:pt>
                <c:pt idx="3326">
                  <c:v>547</c:v>
                </c:pt>
                <c:pt idx="3327">
                  <c:v>410</c:v>
                </c:pt>
                <c:pt idx="3328">
                  <c:v>122</c:v>
                </c:pt>
                <c:pt idx="3329">
                  <c:v>473</c:v>
                </c:pt>
                <c:pt idx="3330">
                  <c:v>159</c:v>
                </c:pt>
                <c:pt idx="3331">
                  <c:v>457</c:v>
                </c:pt>
                <c:pt idx="3332">
                  <c:v>371</c:v>
                </c:pt>
                <c:pt idx="3333">
                  <c:v>230</c:v>
                </c:pt>
                <c:pt idx="3334">
                  <c:v>380</c:v>
                </c:pt>
                <c:pt idx="3335">
                  <c:v>368</c:v>
                </c:pt>
                <c:pt idx="3336">
                  <c:v>181</c:v>
                </c:pt>
                <c:pt idx="3337">
                  <c:v>387</c:v>
                </c:pt>
                <c:pt idx="3338">
                  <c:v>739</c:v>
                </c:pt>
                <c:pt idx="3339">
                  <c:v>407</c:v>
                </c:pt>
                <c:pt idx="3340">
                  <c:v>171</c:v>
                </c:pt>
                <c:pt idx="3341">
                  <c:v>505</c:v>
                </c:pt>
                <c:pt idx="3342">
                  <c:v>631</c:v>
                </c:pt>
                <c:pt idx="3343">
                  <c:v>134</c:v>
                </c:pt>
                <c:pt idx="3344">
                  <c:v>384</c:v>
                </c:pt>
                <c:pt idx="3345">
                  <c:v>405</c:v>
                </c:pt>
                <c:pt idx="3346">
                  <c:v>687</c:v>
                </c:pt>
                <c:pt idx="3347">
                  <c:v>217</c:v>
                </c:pt>
                <c:pt idx="3348">
                  <c:v>310</c:v>
                </c:pt>
                <c:pt idx="3349">
                  <c:v>463</c:v>
                </c:pt>
                <c:pt idx="3350">
                  <c:v>565</c:v>
                </c:pt>
                <c:pt idx="3351">
                  <c:v>646</c:v>
                </c:pt>
                <c:pt idx="3352">
                  <c:v>233</c:v>
                </c:pt>
                <c:pt idx="3353">
                  <c:v>273</c:v>
                </c:pt>
                <c:pt idx="3354">
                  <c:v>175</c:v>
                </c:pt>
                <c:pt idx="3355">
                  <c:v>484</c:v>
                </c:pt>
                <c:pt idx="3356">
                  <c:v>241</c:v>
                </c:pt>
                <c:pt idx="3357">
                  <c:v>255</c:v>
                </c:pt>
                <c:pt idx="3358">
                  <c:v>341</c:v>
                </c:pt>
                <c:pt idx="3359">
                  <c:v>153</c:v>
                </c:pt>
                <c:pt idx="3360">
                  <c:v>440</c:v>
                </c:pt>
                <c:pt idx="3361">
                  <c:v>92</c:v>
                </c:pt>
                <c:pt idx="3362">
                  <c:v>83</c:v>
                </c:pt>
                <c:pt idx="3363">
                  <c:v>362</c:v>
                </c:pt>
                <c:pt idx="3364">
                  <c:v>299</c:v>
                </c:pt>
                <c:pt idx="3365">
                  <c:v>291</c:v>
                </c:pt>
                <c:pt idx="3366">
                  <c:v>425</c:v>
                </c:pt>
                <c:pt idx="3367">
                  <c:v>650</c:v>
                </c:pt>
                <c:pt idx="3368">
                  <c:v>275</c:v>
                </c:pt>
                <c:pt idx="3369">
                  <c:v>287</c:v>
                </c:pt>
                <c:pt idx="3370">
                  <c:v>189</c:v>
                </c:pt>
                <c:pt idx="3371">
                  <c:v>284</c:v>
                </c:pt>
                <c:pt idx="3372">
                  <c:v>564</c:v>
                </c:pt>
                <c:pt idx="3373">
                  <c:v>490</c:v>
                </c:pt>
                <c:pt idx="3374">
                  <c:v>178</c:v>
                </c:pt>
                <c:pt idx="3375">
                  <c:v>354</c:v>
                </c:pt>
                <c:pt idx="3376">
                  <c:v>322</c:v>
                </c:pt>
                <c:pt idx="3377">
                  <c:v>400</c:v>
                </c:pt>
                <c:pt idx="3378">
                  <c:v>304</c:v>
                </c:pt>
                <c:pt idx="3379">
                  <c:v>178</c:v>
                </c:pt>
                <c:pt idx="3380">
                  <c:v>472</c:v>
                </c:pt>
                <c:pt idx="3381">
                  <c:v>457</c:v>
                </c:pt>
                <c:pt idx="3382">
                  <c:v>434</c:v>
                </c:pt>
                <c:pt idx="3383">
                  <c:v>498</c:v>
                </c:pt>
                <c:pt idx="3384">
                  <c:v>250</c:v>
                </c:pt>
                <c:pt idx="3385">
                  <c:v>138</c:v>
                </c:pt>
                <c:pt idx="3386">
                  <c:v>52</c:v>
                </c:pt>
                <c:pt idx="3387">
                  <c:v>115</c:v>
                </c:pt>
                <c:pt idx="3388">
                  <c:v>317</c:v>
                </c:pt>
                <c:pt idx="3389">
                  <c:v>71</c:v>
                </c:pt>
                <c:pt idx="3390">
                  <c:v>29</c:v>
                </c:pt>
                <c:pt idx="3391">
                  <c:v>267</c:v>
                </c:pt>
                <c:pt idx="3392">
                  <c:v>583</c:v>
                </c:pt>
                <c:pt idx="3393">
                  <c:v>574</c:v>
                </c:pt>
                <c:pt idx="3394">
                  <c:v>230</c:v>
                </c:pt>
                <c:pt idx="3395">
                  <c:v>59</c:v>
                </c:pt>
                <c:pt idx="3396">
                  <c:v>215</c:v>
                </c:pt>
                <c:pt idx="3397">
                  <c:v>83</c:v>
                </c:pt>
                <c:pt idx="3398">
                  <c:v>371</c:v>
                </c:pt>
                <c:pt idx="3399">
                  <c:v>157</c:v>
                </c:pt>
                <c:pt idx="3400">
                  <c:v>429</c:v>
                </c:pt>
                <c:pt idx="3401">
                  <c:v>418</c:v>
                </c:pt>
                <c:pt idx="3402">
                  <c:v>192</c:v>
                </c:pt>
                <c:pt idx="3403">
                  <c:v>198</c:v>
                </c:pt>
                <c:pt idx="3404">
                  <c:v>724</c:v>
                </c:pt>
                <c:pt idx="3405">
                  <c:v>256</c:v>
                </c:pt>
                <c:pt idx="3406">
                  <c:v>279</c:v>
                </c:pt>
                <c:pt idx="3407">
                  <c:v>351</c:v>
                </c:pt>
                <c:pt idx="3408">
                  <c:v>621</c:v>
                </c:pt>
                <c:pt idx="3409">
                  <c:v>234</c:v>
                </c:pt>
                <c:pt idx="3410">
                  <c:v>228</c:v>
                </c:pt>
                <c:pt idx="3411">
                  <c:v>276</c:v>
                </c:pt>
                <c:pt idx="3412">
                  <c:v>159</c:v>
                </c:pt>
                <c:pt idx="3413">
                  <c:v>457</c:v>
                </c:pt>
                <c:pt idx="3414">
                  <c:v>699</c:v>
                </c:pt>
                <c:pt idx="3415">
                  <c:v>118</c:v>
                </c:pt>
                <c:pt idx="3416">
                  <c:v>437</c:v>
                </c:pt>
                <c:pt idx="3417">
                  <c:v>132</c:v>
                </c:pt>
                <c:pt idx="3418">
                  <c:v>461</c:v>
                </c:pt>
                <c:pt idx="3419">
                  <c:v>434</c:v>
                </c:pt>
                <c:pt idx="3420">
                  <c:v>474</c:v>
                </c:pt>
                <c:pt idx="3421">
                  <c:v>277</c:v>
                </c:pt>
                <c:pt idx="3422">
                  <c:v>455</c:v>
                </c:pt>
                <c:pt idx="3423">
                  <c:v>428</c:v>
                </c:pt>
                <c:pt idx="3424">
                  <c:v>373</c:v>
                </c:pt>
                <c:pt idx="3425">
                  <c:v>473</c:v>
                </c:pt>
                <c:pt idx="3426">
                  <c:v>88</c:v>
                </c:pt>
                <c:pt idx="3427">
                  <c:v>261</c:v>
                </c:pt>
                <c:pt idx="3428">
                  <c:v>439</c:v>
                </c:pt>
                <c:pt idx="3429">
                  <c:v>220</c:v>
                </c:pt>
                <c:pt idx="3430">
                  <c:v>69</c:v>
                </c:pt>
                <c:pt idx="3431">
                  <c:v>233</c:v>
                </c:pt>
                <c:pt idx="3432">
                  <c:v>148</c:v>
                </c:pt>
                <c:pt idx="3433">
                  <c:v>206</c:v>
                </c:pt>
                <c:pt idx="3434">
                  <c:v>593</c:v>
                </c:pt>
                <c:pt idx="3435">
                  <c:v>372</c:v>
                </c:pt>
                <c:pt idx="3436">
                  <c:v>53</c:v>
                </c:pt>
                <c:pt idx="3437">
                  <c:v>176</c:v>
                </c:pt>
                <c:pt idx="3438">
                  <c:v>149</c:v>
                </c:pt>
                <c:pt idx="3439">
                  <c:v>273</c:v>
                </c:pt>
                <c:pt idx="3440">
                  <c:v>433</c:v>
                </c:pt>
                <c:pt idx="3441">
                  <c:v>122</c:v>
                </c:pt>
                <c:pt idx="3442">
                  <c:v>612</c:v>
                </c:pt>
                <c:pt idx="3443">
                  <c:v>142</c:v>
                </c:pt>
                <c:pt idx="3444">
                  <c:v>454</c:v>
                </c:pt>
                <c:pt idx="3445">
                  <c:v>230</c:v>
                </c:pt>
                <c:pt idx="3446">
                  <c:v>556</c:v>
                </c:pt>
                <c:pt idx="3447">
                  <c:v>652</c:v>
                </c:pt>
                <c:pt idx="3448">
                  <c:v>382</c:v>
                </c:pt>
                <c:pt idx="3449">
                  <c:v>302</c:v>
                </c:pt>
                <c:pt idx="3450">
                  <c:v>492</c:v>
                </c:pt>
                <c:pt idx="3451">
                  <c:v>572</c:v>
                </c:pt>
                <c:pt idx="3452">
                  <c:v>138</c:v>
                </c:pt>
                <c:pt idx="3453">
                  <c:v>523</c:v>
                </c:pt>
                <c:pt idx="3454">
                  <c:v>749</c:v>
                </c:pt>
                <c:pt idx="3455">
                  <c:v>268</c:v>
                </c:pt>
                <c:pt idx="3456">
                  <c:v>51</c:v>
                </c:pt>
                <c:pt idx="3457">
                  <c:v>688</c:v>
                </c:pt>
                <c:pt idx="3458">
                  <c:v>480</c:v>
                </c:pt>
                <c:pt idx="3459">
                  <c:v>440</c:v>
                </c:pt>
                <c:pt idx="3460">
                  <c:v>296</c:v>
                </c:pt>
                <c:pt idx="3461">
                  <c:v>290</c:v>
                </c:pt>
                <c:pt idx="3462">
                  <c:v>57</c:v>
                </c:pt>
                <c:pt idx="3463">
                  <c:v>336</c:v>
                </c:pt>
                <c:pt idx="3464">
                  <c:v>697</c:v>
                </c:pt>
                <c:pt idx="3465">
                  <c:v>124</c:v>
                </c:pt>
                <c:pt idx="3466">
                  <c:v>227</c:v>
                </c:pt>
                <c:pt idx="3467">
                  <c:v>438</c:v>
                </c:pt>
                <c:pt idx="3468">
                  <c:v>630</c:v>
                </c:pt>
                <c:pt idx="3469">
                  <c:v>309</c:v>
                </c:pt>
                <c:pt idx="3470">
                  <c:v>642</c:v>
                </c:pt>
                <c:pt idx="3471">
                  <c:v>270</c:v>
                </c:pt>
                <c:pt idx="3472">
                  <c:v>401</c:v>
                </c:pt>
                <c:pt idx="3473">
                  <c:v>353</c:v>
                </c:pt>
                <c:pt idx="3474">
                  <c:v>641</c:v>
                </c:pt>
                <c:pt idx="3475">
                  <c:v>458</c:v>
                </c:pt>
                <c:pt idx="3476">
                  <c:v>571</c:v>
                </c:pt>
                <c:pt idx="3477">
                  <c:v>253</c:v>
                </c:pt>
                <c:pt idx="3478">
                  <c:v>472</c:v>
                </c:pt>
                <c:pt idx="3479">
                  <c:v>356</c:v>
                </c:pt>
                <c:pt idx="3480">
                  <c:v>598</c:v>
                </c:pt>
                <c:pt idx="3481">
                  <c:v>390</c:v>
                </c:pt>
                <c:pt idx="3482">
                  <c:v>332</c:v>
                </c:pt>
                <c:pt idx="3483">
                  <c:v>431</c:v>
                </c:pt>
                <c:pt idx="3484">
                  <c:v>511</c:v>
                </c:pt>
                <c:pt idx="3485">
                  <c:v>404</c:v>
                </c:pt>
                <c:pt idx="3486">
                  <c:v>340</c:v>
                </c:pt>
                <c:pt idx="3487">
                  <c:v>553</c:v>
                </c:pt>
                <c:pt idx="3488">
                  <c:v>254</c:v>
                </c:pt>
                <c:pt idx="3489">
                  <c:v>395</c:v>
                </c:pt>
                <c:pt idx="3490">
                  <c:v>378</c:v>
                </c:pt>
                <c:pt idx="3491">
                  <c:v>222</c:v>
                </c:pt>
                <c:pt idx="3492">
                  <c:v>59</c:v>
                </c:pt>
                <c:pt idx="3493">
                  <c:v>37</c:v>
                </c:pt>
                <c:pt idx="3494">
                  <c:v>430</c:v>
                </c:pt>
                <c:pt idx="3495">
                  <c:v>288</c:v>
                </c:pt>
                <c:pt idx="3496">
                  <c:v>348</c:v>
                </c:pt>
                <c:pt idx="3497">
                  <c:v>269</c:v>
                </c:pt>
                <c:pt idx="3498">
                  <c:v>275</c:v>
                </c:pt>
                <c:pt idx="3499">
                  <c:v>238</c:v>
                </c:pt>
                <c:pt idx="3500">
                  <c:v>196</c:v>
                </c:pt>
                <c:pt idx="3501">
                  <c:v>347</c:v>
                </c:pt>
                <c:pt idx="3502">
                  <c:v>700</c:v>
                </c:pt>
                <c:pt idx="3503">
                  <c:v>166</c:v>
                </c:pt>
                <c:pt idx="3504">
                  <c:v>351</c:v>
                </c:pt>
                <c:pt idx="3505">
                  <c:v>44</c:v>
                </c:pt>
                <c:pt idx="3506">
                  <c:v>509</c:v>
                </c:pt>
                <c:pt idx="3507">
                  <c:v>210</c:v>
                </c:pt>
                <c:pt idx="3508">
                  <c:v>362</c:v>
                </c:pt>
                <c:pt idx="3509">
                  <c:v>268</c:v>
                </c:pt>
                <c:pt idx="3510">
                  <c:v>197</c:v>
                </c:pt>
                <c:pt idx="3511">
                  <c:v>383</c:v>
                </c:pt>
                <c:pt idx="3512">
                  <c:v>386</c:v>
                </c:pt>
                <c:pt idx="3513">
                  <c:v>445</c:v>
                </c:pt>
                <c:pt idx="3514">
                  <c:v>600</c:v>
                </c:pt>
                <c:pt idx="3515">
                  <c:v>293</c:v>
                </c:pt>
                <c:pt idx="3516">
                  <c:v>314</c:v>
                </c:pt>
                <c:pt idx="3517">
                  <c:v>137</c:v>
                </c:pt>
                <c:pt idx="3518">
                  <c:v>674</c:v>
                </c:pt>
                <c:pt idx="3519">
                  <c:v>344</c:v>
                </c:pt>
                <c:pt idx="3520">
                  <c:v>51</c:v>
                </c:pt>
                <c:pt idx="3521">
                  <c:v>668</c:v>
                </c:pt>
                <c:pt idx="3522">
                  <c:v>625</c:v>
                </c:pt>
                <c:pt idx="3523">
                  <c:v>377</c:v>
                </c:pt>
                <c:pt idx="3524">
                  <c:v>147</c:v>
                </c:pt>
                <c:pt idx="3525">
                  <c:v>425</c:v>
                </c:pt>
                <c:pt idx="3526">
                  <c:v>41</c:v>
                </c:pt>
                <c:pt idx="3527">
                  <c:v>408</c:v>
                </c:pt>
                <c:pt idx="3528">
                  <c:v>66</c:v>
                </c:pt>
                <c:pt idx="3529">
                  <c:v>398</c:v>
                </c:pt>
                <c:pt idx="3530">
                  <c:v>30</c:v>
                </c:pt>
                <c:pt idx="3531">
                  <c:v>160</c:v>
                </c:pt>
                <c:pt idx="3532">
                  <c:v>606</c:v>
                </c:pt>
                <c:pt idx="3533">
                  <c:v>112</c:v>
                </c:pt>
                <c:pt idx="3534">
                  <c:v>482</c:v>
                </c:pt>
                <c:pt idx="3535">
                  <c:v>452</c:v>
                </c:pt>
                <c:pt idx="3536">
                  <c:v>257</c:v>
                </c:pt>
                <c:pt idx="3537">
                  <c:v>245</c:v>
                </c:pt>
                <c:pt idx="3538">
                  <c:v>246</c:v>
                </c:pt>
                <c:pt idx="3539">
                  <c:v>397</c:v>
                </c:pt>
                <c:pt idx="3540">
                  <c:v>123</c:v>
                </c:pt>
                <c:pt idx="3541">
                  <c:v>352</c:v>
                </c:pt>
                <c:pt idx="3542">
                  <c:v>407</c:v>
                </c:pt>
                <c:pt idx="3543">
                  <c:v>334</c:v>
                </c:pt>
                <c:pt idx="3544">
                  <c:v>199</c:v>
                </c:pt>
                <c:pt idx="3545">
                  <c:v>150</c:v>
                </c:pt>
                <c:pt idx="3546">
                  <c:v>235</c:v>
                </c:pt>
                <c:pt idx="3547">
                  <c:v>259</c:v>
                </c:pt>
                <c:pt idx="3548">
                  <c:v>487</c:v>
                </c:pt>
                <c:pt idx="3549">
                  <c:v>276</c:v>
                </c:pt>
                <c:pt idx="3550">
                  <c:v>87</c:v>
                </c:pt>
                <c:pt idx="3551">
                  <c:v>97</c:v>
                </c:pt>
                <c:pt idx="3552">
                  <c:v>229</c:v>
                </c:pt>
                <c:pt idx="3553">
                  <c:v>406</c:v>
                </c:pt>
                <c:pt idx="3554">
                  <c:v>198</c:v>
                </c:pt>
                <c:pt idx="3555">
                  <c:v>159</c:v>
                </c:pt>
                <c:pt idx="3556">
                  <c:v>297</c:v>
                </c:pt>
                <c:pt idx="3557">
                  <c:v>119</c:v>
                </c:pt>
                <c:pt idx="3558">
                  <c:v>361</c:v>
                </c:pt>
                <c:pt idx="3559">
                  <c:v>217</c:v>
                </c:pt>
                <c:pt idx="3560">
                  <c:v>528</c:v>
                </c:pt>
                <c:pt idx="3561">
                  <c:v>58</c:v>
                </c:pt>
                <c:pt idx="3562">
                  <c:v>432</c:v>
                </c:pt>
                <c:pt idx="3563">
                  <c:v>507</c:v>
                </c:pt>
                <c:pt idx="3564">
                  <c:v>391</c:v>
                </c:pt>
                <c:pt idx="3565">
                  <c:v>395</c:v>
                </c:pt>
                <c:pt idx="3566">
                  <c:v>524</c:v>
                </c:pt>
                <c:pt idx="3567">
                  <c:v>148</c:v>
                </c:pt>
                <c:pt idx="3568">
                  <c:v>41</c:v>
                </c:pt>
                <c:pt idx="3569">
                  <c:v>111</c:v>
                </c:pt>
                <c:pt idx="3570">
                  <c:v>68</c:v>
                </c:pt>
                <c:pt idx="3571">
                  <c:v>281</c:v>
                </c:pt>
                <c:pt idx="3572">
                  <c:v>69</c:v>
                </c:pt>
                <c:pt idx="3573">
                  <c:v>58</c:v>
                </c:pt>
                <c:pt idx="3574">
                  <c:v>57</c:v>
                </c:pt>
                <c:pt idx="3575">
                  <c:v>715</c:v>
                </c:pt>
                <c:pt idx="3576">
                  <c:v>95</c:v>
                </c:pt>
                <c:pt idx="3577">
                  <c:v>223</c:v>
                </c:pt>
                <c:pt idx="3578">
                  <c:v>92</c:v>
                </c:pt>
                <c:pt idx="3579">
                  <c:v>277</c:v>
                </c:pt>
                <c:pt idx="3580">
                  <c:v>99</c:v>
                </c:pt>
                <c:pt idx="3581">
                  <c:v>122</c:v>
                </c:pt>
                <c:pt idx="3582">
                  <c:v>183</c:v>
                </c:pt>
                <c:pt idx="3583">
                  <c:v>50</c:v>
                </c:pt>
                <c:pt idx="3584">
                  <c:v>268</c:v>
                </c:pt>
                <c:pt idx="3585">
                  <c:v>97</c:v>
                </c:pt>
                <c:pt idx="3586">
                  <c:v>316</c:v>
                </c:pt>
                <c:pt idx="3587">
                  <c:v>367</c:v>
                </c:pt>
                <c:pt idx="3588">
                  <c:v>36</c:v>
                </c:pt>
                <c:pt idx="3589">
                  <c:v>187</c:v>
                </c:pt>
                <c:pt idx="3590">
                  <c:v>254</c:v>
                </c:pt>
                <c:pt idx="3591">
                  <c:v>401</c:v>
                </c:pt>
                <c:pt idx="3592">
                  <c:v>654</c:v>
                </c:pt>
                <c:pt idx="3593">
                  <c:v>48</c:v>
                </c:pt>
                <c:pt idx="3594">
                  <c:v>83</c:v>
                </c:pt>
                <c:pt idx="3595">
                  <c:v>662</c:v>
                </c:pt>
                <c:pt idx="3596">
                  <c:v>82</c:v>
                </c:pt>
                <c:pt idx="3597">
                  <c:v>117</c:v>
                </c:pt>
                <c:pt idx="3598">
                  <c:v>118</c:v>
                </c:pt>
                <c:pt idx="3599">
                  <c:v>98</c:v>
                </c:pt>
                <c:pt idx="3600">
                  <c:v>35</c:v>
                </c:pt>
                <c:pt idx="3601">
                  <c:v>68</c:v>
                </c:pt>
                <c:pt idx="3602">
                  <c:v>334</c:v>
                </c:pt>
                <c:pt idx="3603">
                  <c:v>238</c:v>
                </c:pt>
                <c:pt idx="3604">
                  <c:v>54</c:v>
                </c:pt>
                <c:pt idx="3605">
                  <c:v>15</c:v>
                </c:pt>
                <c:pt idx="3606">
                  <c:v>223</c:v>
                </c:pt>
                <c:pt idx="3607">
                  <c:v>596</c:v>
                </c:pt>
                <c:pt idx="3608">
                  <c:v>267</c:v>
                </c:pt>
                <c:pt idx="3609">
                  <c:v>262</c:v>
                </c:pt>
                <c:pt idx="3610">
                  <c:v>162</c:v>
                </c:pt>
                <c:pt idx="3611">
                  <c:v>24</c:v>
                </c:pt>
                <c:pt idx="3612">
                  <c:v>333</c:v>
                </c:pt>
                <c:pt idx="3613">
                  <c:v>165</c:v>
                </c:pt>
                <c:pt idx="3614">
                  <c:v>200</c:v>
                </c:pt>
                <c:pt idx="3615">
                  <c:v>78</c:v>
                </c:pt>
                <c:pt idx="3616">
                  <c:v>658</c:v>
                </c:pt>
                <c:pt idx="3617">
                  <c:v>199</c:v>
                </c:pt>
                <c:pt idx="3618">
                  <c:v>466</c:v>
                </c:pt>
                <c:pt idx="3619">
                  <c:v>107</c:v>
                </c:pt>
                <c:pt idx="3620">
                  <c:v>114</c:v>
                </c:pt>
                <c:pt idx="3621">
                  <c:v>145</c:v>
                </c:pt>
                <c:pt idx="3622">
                  <c:v>163</c:v>
                </c:pt>
                <c:pt idx="3623">
                  <c:v>208</c:v>
                </c:pt>
                <c:pt idx="3624">
                  <c:v>230</c:v>
                </c:pt>
                <c:pt idx="3625">
                  <c:v>277</c:v>
                </c:pt>
                <c:pt idx="3626">
                  <c:v>79</c:v>
                </c:pt>
                <c:pt idx="3627">
                  <c:v>92</c:v>
                </c:pt>
                <c:pt idx="3628">
                  <c:v>725</c:v>
                </c:pt>
                <c:pt idx="3629">
                  <c:v>506</c:v>
                </c:pt>
                <c:pt idx="3630">
                  <c:v>25</c:v>
                </c:pt>
                <c:pt idx="3631">
                  <c:v>257</c:v>
                </c:pt>
                <c:pt idx="3632">
                  <c:v>490</c:v>
                </c:pt>
                <c:pt idx="3633">
                  <c:v>62</c:v>
                </c:pt>
                <c:pt idx="3634">
                  <c:v>72</c:v>
                </c:pt>
                <c:pt idx="3635">
                  <c:v>573</c:v>
                </c:pt>
                <c:pt idx="3636">
                  <c:v>409</c:v>
                </c:pt>
                <c:pt idx="3637">
                  <c:v>122</c:v>
                </c:pt>
                <c:pt idx="3638">
                  <c:v>214</c:v>
                </c:pt>
                <c:pt idx="3639">
                  <c:v>150</c:v>
                </c:pt>
                <c:pt idx="3640">
                  <c:v>90</c:v>
                </c:pt>
                <c:pt idx="3641">
                  <c:v>148</c:v>
                </c:pt>
                <c:pt idx="3642">
                  <c:v>61</c:v>
                </c:pt>
                <c:pt idx="3643">
                  <c:v>117</c:v>
                </c:pt>
                <c:pt idx="3644">
                  <c:v>54</c:v>
                </c:pt>
                <c:pt idx="3645">
                  <c:v>211</c:v>
                </c:pt>
                <c:pt idx="3646">
                  <c:v>437</c:v>
                </c:pt>
                <c:pt idx="3647">
                  <c:v>42</c:v>
                </c:pt>
                <c:pt idx="3648">
                  <c:v>377</c:v>
                </c:pt>
                <c:pt idx="3649">
                  <c:v>83</c:v>
                </c:pt>
                <c:pt idx="3650">
                  <c:v>62</c:v>
                </c:pt>
                <c:pt idx="3651">
                  <c:v>301</c:v>
                </c:pt>
                <c:pt idx="3652">
                  <c:v>90</c:v>
                </c:pt>
                <c:pt idx="3653">
                  <c:v>262</c:v>
                </c:pt>
                <c:pt idx="3654">
                  <c:v>315</c:v>
                </c:pt>
                <c:pt idx="3655">
                  <c:v>40</c:v>
                </c:pt>
                <c:pt idx="3656">
                  <c:v>394</c:v>
                </c:pt>
                <c:pt idx="3657">
                  <c:v>337</c:v>
                </c:pt>
                <c:pt idx="3658">
                  <c:v>278</c:v>
                </c:pt>
                <c:pt idx="3659">
                  <c:v>463</c:v>
                </c:pt>
                <c:pt idx="3660">
                  <c:v>167</c:v>
                </c:pt>
                <c:pt idx="3661">
                  <c:v>160</c:v>
                </c:pt>
                <c:pt idx="3662">
                  <c:v>51</c:v>
                </c:pt>
                <c:pt idx="3663">
                  <c:v>399</c:v>
                </c:pt>
                <c:pt idx="3664">
                  <c:v>80</c:v>
                </c:pt>
                <c:pt idx="3665">
                  <c:v>316</c:v>
                </c:pt>
                <c:pt idx="3666">
                  <c:v>568</c:v>
                </c:pt>
                <c:pt idx="3667">
                  <c:v>32</c:v>
                </c:pt>
                <c:pt idx="3668">
                  <c:v>300</c:v>
                </c:pt>
                <c:pt idx="3669">
                  <c:v>193</c:v>
                </c:pt>
                <c:pt idx="3670">
                  <c:v>89</c:v>
                </c:pt>
                <c:pt idx="3671">
                  <c:v>562</c:v>
                </c:pt>
                <c:pt idx="3672">
                  <c:v>38</c:v>
                </c:pt>
                <c:pt idx="3673">
                  <c:v>258</c:v>
                </c:pt>
                <c:pt idx="3674">
                  <c:v>71</c:v>
                </c:pt>
                <c:pt idx="3675">
                  <c:v>178</c:v>
                </c:pt>
                <c:pt idx="3676">
                  <c:v>53</c:v>
                </c:pt>
                <c:pt idx="3677">
                  <c:v>89</c:v>
                </c:pt>
                <c:pt idx="3678">
                  <c:v>63</c:v>
                </c:pt>
                <c:pt idx="3679">
                  <c:v>498</c:v>
                </c:pt>
                <c:pt idx="3680">
                  <c:v>284</c:v>
                </c:pt>
                <c:pt idx="3681">
                  <c:v>281</c:v>
                </c:pt>
                <c:pt idx="3682">
                  <c:v>190</c:v>
                </c:pt>
                <c:pt idx="3683">
                  <c:v>86</c:v>
                </c:pt>
                <c:pt idx="3684">
                  <c:v>375</c:v>
                </c:pt>
                <c:pt idx="3685">
                  <c:v>399</c:v>
                </c:pt>
                <c:pt idx="3686">
                  <c:v>58</c:v>
                </c:pt>
                <c:pt idx="3687">
                  <c:v>249</c:v>
                </c:pt>
                <c:pt idx="3688">
                  <c:v>496</c:v>
                </c:pt>
                <c:pt idx="3689">
                  <c:v>60</c:v>
                </c:pt>
                <c:pt idx="3690">
                  <c:v>236</c:v>
                </c:pt>
                <c:pt idx="3691">
                  <c:v>196</c:v>
                </c:pt>
                <c:pt idx="3692">
                  <c:v>270</c:v>
                </c:pt>
                <c:pt idx="3693">
                  <c:v>133</c:v>
                </c:pt>
                <c:pt idx="3694">
                  <c:v>135</c:v>
                </c:pt>
                <c:pt idx="3695">
                  <c:v>114</c:v>
                </c:pt>
                <c:pt idx="3696">
                  <c:v>500</c:v>
                </c:pt>
                <c:pt idx="3697">
                  <c:v>208</c:v>
                </c:pt>
                <c:pt idx="3698">
                  <c:v>288</c:v>
                </c:pt>
                <c:pt idx="3699">
                  <c:v>316</c:v>
                </c:pt>
                <c:pt idx="3700">
                  <c:v>607</c:v>
                </c:pt>
                <c:pt idx="3701">
                  <c:v>23</c:v>
                </c:pt>
                <c:pt idx="3702">
                  <c:v>166</c:v>
                </c:pt>
                <c:pt idx="3703">
                  <c:v>184</c:v>
                </c:pt>
                <c:pt idx="3704">
                  <c:v>61</c:v>
                </c:pt>
                <c:pt idx="3705">
                  <c:v>222</c:v>
                </c:pt>
                <c:pt idx="3706">
                  <c:v>253</c:v>
                </c:pt>
                <c:pt idx="3707">
                  <c:v>88</c:v>
                </c:pt>
                <c:pt idx="3708">
                  <c:v>142</c:v>
                </c:pt>
                <c:pt idx="3709">
                  <c:v>247</c:v>
                </c:pt>
                <c:pt idx="3710">
                  <c:v>39</c:v>
                </c:pt>
                <c:pt idx="3711">
                  <c:v>236</c:v>
                </c:pt>
                <c:pt idx="3712">
                  <c:v>39</c:v>
                </c:pt>
                <c:pt idx="3713">
                  <c:v>400</c:v>
                </c:pt>
                <c:pt idx="3714">
                  <c:v>231</c:v>
                </c:pt>
                <c:pt idx="3715">
                  <c:v>39</c:v>
                </c:pt>
                <c:pt idx="3716">
                  <c:v>64</c:v>
                </c:pt>
                <c:pt idx="3717">
                  <c:v>126</c:v>
                </c:pt>
                <c:pt idx="3718">
                  <c:v>199</c:v>
                </c:pt>
                <c:pt idx="3719">
                  <c:v>436</c:v>
                </c:pt>
                <c:pt idx="3720">
                  <c:v>50</c:v>
                </c:pt>
                <c:pt idx="3721">
                  <c:v>108</c:v>
                </c:pt>
                <c:pt idx="3722">
                  <c:v>65</c:v>
                </c:pt>
                <c:pt idx="3723">
                  <c:v>200</c:v>
                </c:pt>
                <c:pt idx="3724">
                  <c:v>91</c:v>
                </c:pt>
                <c:pt idx="3725">
                  <c:v>164</c:v>
                </c:pt>
                <c:pt idx="3726">
                  <c:v>205</c:v>
                </c:pt>
                <c:pt idx="3727">
                  <c:v>188</c:v>
                </c:pt>
                <c:pt idx="3728">
                  <c:v>214</c:v>
                </c:pt>
                <c:pt idx="3729">
                  <c:v>295</c:v>
                </c:pt>
                <c:pt idx="3730">
                  <c:v>38</c:v>
                </c:pt>
                <c:pt idx="3731">
                  <c:v>140</c:v>
                </c:pt>
                <c:pt idx="3732">
                  <c:v>219</c:v>
                </c:pt>
                <c:pt idx="3733">
                  <c:v>108</c:v>
                </c:pt>
                <c:pt idx="3734">
                  <c:v>94</c:v>
                </c:pt>
                <c:pt idx="3735">
                  <c:v>47</c:v>
                </c:pt>
                <c:pt idx="3736">
                  <c:v>152</c:v>
                </c:pt>
                <c:pt idx="3737">
                  <c:v>147</c:v>
                </c:pt>
                <c:pt idx="3738">
                  <c:v>413</c:v>
                </c:pt>
                <c:pt idx="3739">
                  <c:v>304</c:v>
                </c:pt>
                <c:pt idx="3740">
                  <c:v>102</c:v>
                </c:pt>
                <c:pt idx="3741">
                  <c:v>132</c:v>
                </c:pt>
                <c:pt idx="3742">
                  <c:v>40</c:v>
                </c:pt>
                <c:pt idx="3743">
                  <c:v>224</c:v>
                </c:pt>
                <c:pt idx="3744">
                  <c:v>244</c:v>
                </c:pt>
                <c:pt idx="3745">
                  <c:v>27</c:v>
                </c:pt>
                <c:pt idx="3746">
                  <c:v>95</c:v>
                </c:pt>
                <c:pt idx="3747">
                  <c:v>56</c:v>
                </c:pt>
                <c:pt idx="3748">
                  <c:v>329</c:v>
                </c:pt>
                <c:pt idx="3749">
                  <c:v>682</c:v>
                </c:pt>
                <c:pt idx="3750">
                  <c:v>57</c:v>
                </c:pt>
                <c:pt idx="3751">
                  <c:v>245</c:v>
                </c:pt>
                <c:pt idx="3752">
                  <c:v>292</c:v>
                </c:pt>
                <c:pt idx="3753">
                  <c:v>186</c:v>
                </c:pt>
                <c:pt idx="3754">
                  <c:v>55</c:v>
                </c:pt>
                <c:pt idx="3755">
                  <c:v>146</c:v>
                </c:pt>
                <c:pt idx="3756">
                  <c:v>41</c:v>
                </c:pt>
                <c:pt idx="3757">
                  <c:v>371</c:v>
                </c:pt>
                <c:pt idx="3758">
                  <c:v>291</c:v>
                </c:pt>
                <c:pt idx="3759">
                  <c:v>49</c:v>
                </c:pt>
                <c:pt idx="3760">
                  <c:v>520</c:v>
                </c:pt>
                <c:pt idx="3761">
                  <c:v>533</c:v>
                </c:pt>
                <c:pt idx="3762">
                  <c:v>302</c:v>
                </c:pt>
                <c:pt idx="3763">
                  <c:v>49</c:v>
                </c:pt>
                <c:pt idx="3764">
                  <c:v>92</c:v>
                </c:pt>
                <c:pt idx="3765">
                  <c:v>294</c:v>
                </c:pt>
                <c:pt idx="3766">
                  <c:v>139</c:v>
                </c:pt>
                <c:pt idx="3767">
                  <c:v>458</c:v>
                </c:pt>
                <c:pt idx="3768">
                  <c:v>269</c:v>
                </c:pt>
                <c:pt idx="3769">
                  <c:v>254</c:v>
                </c:pt>
                <c:pt idx="3770">
                  <c:v>26</c:v>
                </c:pt>
                <c:pt idx="3771">
                  <c:v>51</c:v>
                </c:pt>
                <c:pt idx="3772">
                  <c:v>231</c:v>
                </c:pt>
                <c:pt idx="3773">
                  <c:v>179</c:v>
                </c:pt>
                <c:pt idx="3774">
                  <c:v>312</c:v>
                </c:pt>
                <c:pt idx="3775">
                  <c:v>38</c:v>
                </c:pt>
                <c:pt idx="3776">
                  <c:v>66</c:v>
                </c:pt>
                <c:pt idx="3777">
                  <c:v>232</c:v>
                </c:pt>
                <c:pt idx="3778">
                  <c:v>363</c:v>
                </c:pt>
                <c:pt idx="3779">
                  <c:v>239</c:v>
                </c:pt>
                <c:pt idx="3780">
                  <c:v>78</c:v>
                </c:pt>
                <c:pt idx="3781">
                  <c:v>185</c:v>
                </c:pt>
                <c:pt idx="3782">
                  <c:v>38</c:v>
                </c:pt>
                <c:pt idx="3783">
                  <c:v>37</c:v>
                </c:pt>
                <c:pt idx="3784">
                  <c:v>271</c:v>
                </c:pt>
                <c:pt idx="3785">
                  <c:v>184</c:v>
                </c:pt>
                <c:pt idx="3786">
                  <c:v>224</c:v>
                </c:pt>
                <c:pt idx="3787">
                  <c:v>82</c:v>
                </c:pt>
                <c:pt idx="3788">
                  <c:v>592</c:v>
                </c:pt>
                <c:pt idx="3789">
                  <c:v>41</c:v>
                </c:pt>
                <c:pt idx="3790">
                  <c:v>80</c:v>
                </c:pt>
                <c:pt idx="3791">
                  <c:v>317</c:v>
                </c:pt>
                <c:pt idx="3792">
                  <c:v>179</c:v>
                </c:pt>
                <c:pt idx="3793">
                  <c:v>419</c:v>
                </c:pt>
                <c:pt idx="3794">
                  <c:v>269</c:v>
                </c:pt>
                <c:pt idx="3795">
                  <c:v>66</c:v>
                </c:pt>
                <c:pt idx="3796">
                  <c:v>674</c:v>
                </c:pt>
                <c:pt idx="3797">
                  <c:v>57</c:v>
                </c:pt>
                <c:pt idx="3798">
                  <c:v>184</c:v>
                </c:pt>
                <c:pt idx="3799">
                  <c:v>50</c:v>
                </c:pt>
                <c:pt idx="3800">
                  <c:v>349</c:v>
                </c:pt>
                <c:pt idx="3801">
                  <c:v>175</c:v>
                </c:pt>
                <c:pt idx="3802">
                  <c:v>120</c:v>
                </c:pt>
                <c:pt idx="3803">
                  <c:v>226</c:v>
                </c:pt>
                <c:pt idx="3804">
                  <c:v>240</c:v>
                </c:pt>
                <c:pt idx="3805">
                  <c:v>153</c:v>
                </c:pt>
                <c:pt idx="3806">
                  <c:v>287</c:v>
                </c:pt>
                <c:pt idx="3807">
                  <c:v>86</c:v>
                </c:pt>
                <c:pt idx="3808">
                  <c:v>78</c:v>
                </c:pt>
                <c:pt idx="3809">
                  <c:v>198</c:v>
                </c:pt>
                <c:pt idx="3810">
                  <c:v>252</c:v>
                </c:pt>
                <c:pt idx="3811">
                  <c:v>251</c:v>
                </c:pt>
                <c:pt idx="3812">
                  <c:v>33</c:v>
                </c:pt>
                <c:pt idx="3813">
                  <c:v>278</c:v>
                </c:pt>
                <c:pt idx="3814">
                  <c:v>76</c:v>
                </c:pt>
                <c:pt idx="3815">
                  <c:v>175</c:v>
                </c:pt>
                <c:pt idx="3816">
                  <c:v>232</c:v>
                </c:pt>
                <c:pt idx="3817">
                  <c:v>38</c:v>
                </c:pt>
                <c:pt idx="3818">
                  <c:v>180</c:v>
                </c:pt>
                <c:pt idx="3819">
                  <c:v>182</c:v>
                </c:pt>
                <c:pt idx="3820">
                  <c:v>34</c:v>
                </c:pt>
                <c:pt idx="3821">
                  <c:v>579</c:v>
                </c:pt>
                <c:pt idx="3822">
                  <c:v>48</c:v>
                </c:pt>
                <c:pt idx="3823">
                  <c:v>61</c:v>
                </c:pt>
                <c:pt idx="3824">
                  <c:v>215</c:v>
                </c:pt>
                <c:pt idx="3825">
                  <c:v>191</c:v>
                </c:pt>
                <c:pt idx="3826">
                  <c:v>285</c:v>
                </c:pt>
                <c:pt idx="3827">
                  <c:v>55</c:v>
                </c:pt>
                <c:pt idx="3828">
                  <c:v>232</c:v>
                </c:pt>
                <c:pt idx="3829">
                  <c:v>309</c:v>
                </c:pt>
                <c:pt idx="3830">
                  <c:v>390</c:v>
                </c:pt>
                <c:pt idx="3831">
                  <c:v>263</c:v>
                </c:pt>
                <c:pt idx="3832">
                  <c:v>44</c:v>
                </c:pt>
                <c:pt idx="3833">
                  <c:v>36</c:v>
                </c:pt>
                <c:pt idx="3834">
                  <c:v>196</c:v>
                </c:pt>
                <c:pt idx="3835">
                  <c:v>63</c:v>
                </c:pt>
                <c:pt idx="3836">
                  <c:v>198</c:v>
                </c:pt>
                <c:pt idx="3837">
                  <c:v>59</c:v>
                </c:pt>
                <c:pt idx="3838">
                  <c:v>218</c:v>
                </c:pt>
                <c:pt idx="3839">
                  <c:v>79</c:v>
                </c:pt>
                <c:pt idx="3840">
                  <c:v>251</c:v>
                </c:pt>
                <c:pt idx="3841">
                  <c:v>38</c:v>
                </c:pt>
                <c:pt idx="3842">
                  <c:v>23</c:v>
                </c:pt>
                <c:pt idx="3843">
                  <c:v>222</c:v>
                </c:pt>
                <c:pt idx="3844">
                  <c:v>155</c:v>
                </c:pt>
                <c:pt idx="3845">
                  <c:v>79</c:v>
                </c:pt>
                <c:pt idx="3846">
                  <c:v>331</c:v>
                </c:pt>
                <c:pt idx="3847">
                  <c:v>693</c:v>
                </c:pt>
                <c:pt idx="3848">
                  <c:v>260</c:v>
                </c:pt>
                <c:pt idx="3849">
                  <c:v>166</c:v>
                </c:pt>
                <c:pt idx="3850">
                  <c:v>76</c:v>
                </c:pt>
                <c:pt idx="3851">
                  <c:v>302</c:v>
                </c:pt>
                <c:pt idx="3852">
                  <c:v>104</c:v>
                </c:pt>
                <c:pt idx="3853">
                  <c:v>205</c:v>
                </c:pt>
                <c:pt idx="3854">
                  <c:v>237</c:v>
                </c:pt>
                <c:pt idx="3855">
                  <c:v>252</c:v>
                </c:pt>
                <c:pt idx="3856">
                  <c:v>102</c:v>
                </c:pt>
                <c:pt idx="3857">
                  <c:v>74</c:v>
                </c:pt>
                <c:pt idx="3858">
                  <c:v>73</c:v>
                </c:pt>
                <c:pt idx="3859">
                  <c:v>137</c:v>
                </c:pt>
                <c:pt idx="3860">
                  <c:v>103</c:v>
                </c:pt>
                <c:pt idx="3861">
                  <c:v>194</c:v>
                </c:pt>
                <c:pt idx="3862">
                  <c:v>61</c:v>
                </c:pt>
                <c:pt idx="3863">
                  <c:v>227</c:v>
                </c:pt>
                <c:pt idx="3864">
                  <c:v>51</c:v>
                </c:pt>
                <c:pt idx="3865">
                  <c:v>112</c:v>
                </c:pt>
                <c:pt idx="3866">
                  <c:v>147</c:v>
                </c:pt>
                <c:pt idx="3867">
                  <c:v>273</c:v>
                </c:pt>
                <c:pt idx="3868">
                  <c:v>72</c:v>
                </c:pt>
                <c:pt idx="3869">
                  <c:v>57</c:v>
                </c:pt>
                <c:pt idx="3870">
                  <c:v>336</c:v>
                </c:pt>
                <c:pt idx="3871">
                  <c:v>120</c:v>
                </c:pt>
                <c:pt idx="3872">
                  <c:v>70</c:v>
                </c:pt>
                <c:pt idx="3873">
                  <c:v>265</c:v>
                </c:pt>
                <c:pt idx="3874">
                  <c:v>231</c:v>
                </c:pt>
                <c:pt idx="3875">
                  <c:v>120</c:v>
                </c:pt>
                <c:pt idx="3876">
                  <c:v>52</c:v>
                </c:pt>
                <c:pt idx="3877">
                  <c:v>201</c:v>
                </c:pt>
                <c:pt idx="3878">
                  <c:v>113</c:v>
                </c:pt>
                <c:pt idx="3879">
                  <c:v>321</c:v>
                </c:pt>
                <c:pt idx="3880">
                  <c:v>120</c:v>
                </c:pt>
                <c:pt idx="3881">
                  <c:v>67</c:v>
                </c:pt>
                <c:pt idx="3882">
                  <c:v>388</c:v>
                </c:pt>
                <c:pt idx="3883">
                  <c:v>129</c:v>
                </c:pt>
                <c:pt idx="3884">
                  <c:v>222</c:v>
                </c:pt>
                <c:pt idx="3885">
                  <c:v>148</c:v>
                </c:pt>
                <c:pt idx="3886">
                  <c:v>239</c:v>
                </c:pt>
                <c:pt idx="3887">
                  <c:v>132</c:v>
                </c:pt>
                <c:pt idx="3888">
                  <c:v>145</c:v>
                </c:pt>
                <c:pt idx="3889">
                  <c:v>76</c:v>
                </c:pt>
                <c:pt idx="3890">
                  <c:v>113</c:v>
                </c:pt>
                <c:pt idx="3891">
                  <c:v>96</c:v>
                </c:pt>
                <c:pt idx="3892">
                  <c:v>199</c:v>
                </c:pt>
                <c:pt idx="3893">
                  <c:v>528</c:v>
                </c:pt>
                <c:pt idx="3894">
                  <c:v>202</c:v>
                </c:pt>
                <c:pt idx="3895">
                  <c:v>193</c:v>
                </c:pt>
                <c:pt idx="3896">
                  <c:v>43</c:v>
                </c:pt>
                <c:pt idx="3897">
                  <c:v>323</c:v>
                </c:pt>
                <c:pt idx="3898">
                  <c:v>53</c:v>
                </c:pt>
                <c:pt idx="3899">
                  <c:v>30</c:v>
                </c:pt>
                <c:pt idx="3900">
                  <c:v>76</c:v>
                </c:pt>
                <c:pt idx="3901">
                  <c:v>53</c:v>
                </c:pt>
                <c:pt idx="3902">
                  <c:v>213</c:v>
                </c:pt>
                <c:pt idx="3903">
                  <c:v>265</c:v>
                </c:pt>
                <c:pt idx="3904">
                  <c:v>293</c:v>
                </c:pt>
                <c:pt idx="3905">
                  <c:v>410</c:v>
                </c:pt>
                <c:pt idx="3906">
                  <c:v>321</c:v>
                </c:pt>
                <c:pt idx="3907">
                  <c:v>65</c:v>
                </c:pt>
                <c:pt idx="3908">
                  <c:v>23</c:v>
                </c:pt>
                <c:pt idx="3909">
                  <c:v>203</c:v>
                </c:pt>
                <c:pt idx="3910">
                  <c:v>180</c:v>
                </c:pt>
                <c:pt idx="3911">
                  <c:v>154</c:v>
                </c:pt>
                <c:pt idx="3912">
                  <c:v>43</c:v>
                </c:pt>
                <c:pt idx="3913">
                  <c:v>500</c:v>
                </c:pt>
                <c:pt idx="3914">
                  <c:v>22</c:v>
                </c:pt>
                <c:pt idx="3915">
                  <c:v>181</c:v>
                </c:pt>
                <c:pt idx="3916">
                  <c:v>69</c:v>
                </c:pt>
                <c:pt idx="3917">
                  <c:v>257</c:v>
                </c:pt>
                <c:pt idx="3918">
                  <c:v>111</c:v>
                </c:pt>
                <c:pt idx="3919">
                  <c:v>377</c:v>
                </c:pt>
                <c:pt idx="3920">
                  <c:v>266</c:v>
                </c:pt>
                <c:pt idx="3921">
                  <c:v>166</c:v>
                </c:pt>
                <c:pt idx="3922">
                  <c:v>84</c:v>
                </c:pt>
                <c:pt idx="3923">
                  <c:v>37</c:v>
                </c:pt>
                <c:pt idx="3924">
                  <c:v>447</c:v>
                </c:pt>
                <c:pt idx="3925">
                  <c:v>485</c:v>
                </c:pt>
                <c:pt idx="3926">
                  <c:v>446</c:v>
                </c:pt>
                <c:pt idx="3927">
                  <c:v>348</c:v>
                </c:pt>
                <c:pt idx="3928">
                  <c:v>334</c:v>
                </c:pt>
                <c:pt idx="3929">
                  <c:v>491</c:v>
                </c:pt>
                <c:pt idx="3930">
                  <c:v>303</c:v>
                </c:pt>
                <c:pt idx="3931">
                  <c:v>361</c:v>
                </c:pt>
                <c:pt idx="3932">
                  <c:v>40</c:v>
                </c:pt>
                <c:pt idx="3933">
                  <c:v>425</c:v>
                </c:pt>
                <c:pt idx="3934">
                  <c:v>106</c:v>
                </c:pt>
                <c:pt idx="3935">
                  <c:v>710</c:v>
                </c:pt>
                <c:pt idx="3936">
                  <c:v>272</c:v>
                </c:pt>
                <c:pt idx="3937">
                  <c:v>181</c:v>
                </c:pt>
                <c:pt idx="3938">
                  <c:v>186</c:v>
                </c:pt>
                <c:pt idx="3939">
                  <c:v>630</c:v>
                </c:pt>
                <c:pt idx="3940">
                  <c:v>301</c:v>
                </c:pt>
                <c:pt idx="3941">
                  <c:v>119</c:v>
                </c:pt>
                <c:pt idx="3942">
                  <c:v>624</c:v>
                </c:pt>
                <c:pt idx="3943">
                  <c:v>100</c:v>
                </c:pt>
                <c:pt idx="3944">
                  <c:v>238</c:v>
                </c:pt>
                <c:pt idx="3945">
                  <c:v>265</c:v>
                </c:pt>
                <c:pt idx="3946">
                  <c:v>232</c:v>
                </c:pt>
                <c:pt idx="3947">
                  <c:v>493</c:v>
                </c:pt>
                <c:pt idx="3948">
                  <c:v>82</c:v>
                </c:pt>
                <c:pt idx="3949">
                  <c:v>327</c:v>
                </c:pt>
                <c:pt idx="3950">
                  <c:v>371</c:v>
                </c:pt>
                <c:pt idx="3951">
                  <c:v>380</c:v>
                </c:pt>
                <c:pt idx="3952">
                  <c:v>292</c:v>
                </c:pt>
                <c:pt idx="3953">
                  <c:v>430</c:v>
                </c:pt>
                <c:pt idx="3954">
                  <c:v>394</c:v>
                </c:pt>
                <c:pt idx="3955">
                  <c:v>378</c:v>
                </c:pt>
                <c:pt idx="3956">
                  <c:v>322</c:v>
                </c:pt>
                <c:pt idx="3957">
                  <c:v>259</c:v>
                </c:pt>
                <c:pt idx="3958">
                  <c:v>229</c:v>
                </c:pt>
                <c:pt idx="3959">
                  <c:v>349</c:v>
                </c:pt>
                <c:pt idx="3960">
                  <c:v>397</c:v>
                </c:pt>
                <c:pt idx="3961">
                  <c:v>148</c:v>
                </c:pt>
                <c:pt idx="3962">
                  <c:v>370</c:v>
                </c:pt>
                <c:pt idx="3963">
                  <c:v>691</c:v>
                </c:pt>
                <c:pt idx="3964">
                  <c:v>95</c:v>
                </c:pt>
                <c:pt idx="3965">
                  <c:v>49</c:v>
                </c:pt>
                <c:pt idx="3966">
                  <c:v>112</c:v>
                </c:pt>
                <c:pt idx="3967">
                  <c:v>333</c:v>
                </c:pt>
                <c:pt idx="3968">
                  <c:v>170</c:v>
                </c:pt>
                <c:pt idx="3969">
                  <c:v>247</c:v>
                </c:pt>
                <c:pt idx="3970">
                  <c:v>568</c:v>
                </c:pt>
                <c:pt idx="3971">
                  <c:v>290</c:v>
                </c:pt>
                <c:pt idx="3972">
                  <c:v>119</c:v>
                </c:pt>
                <c:pt idx="3973">
                  <c:v>185</c:v>
                </c:pt>
                <c:pt idx="3974">
                  <c:v>303</c:v>
                </c:pt>
                <c:pt idx="3975">
                  <c:v>654</c:v>
                </c:pt>
                <c:pt idx="3976">
                  <c:v>117</c:v>
                </c:pt>
                <c:pt idx="3977">
                  <c:v>53</c:v>
                </c:pt>
                <c:pt idx="3978">
                  <c:v>86</c:v>
                </c:pt>
                <c:pt idx="3979">
                  <c:v>514</c:v>
                </c:pt>
                <c:pt idx="3980">
                  <c:v>126</c:v>
                </c:pt>
                <c:pt idx="3981">
                  <c:v>161</c:v>
                </c:pt>
                <c:pt idx="3982">
                  <c:v>548</c:v>
                </c:pt>
                <c:pt idx="3983">
                  <c:v>301</c:v>
                </c:pt>
                <c:pt idx="3984">
                  <c:v>232</c:v>
                </c:pt>
                <c:pt idx="3985">
                  <c:v>597</c:v>
                </c:pt>
                <c:pt idx="3986">
                  <c:v>325</c:v>
                </c:pt>
                <c:pt idx="3987">
                  <c:v>348</c:v>
                </c:pt>
                <c:pt idx="3988">
                  <c:v>333</c:v>
                </c:pt>
                <c:pt idx="3989">
                  <c:v>263</c:v>
                </c:pt>
                <c:pt idx="3990">
                  <c:v>513</c:v>
                </c:pt>
                <c:pt idx="3991">
                  <c:v>236</c:v>
                </c:pt>
                <c:pt idx="3992">
                  <c:v>336</c:v>
                </c:pt>
                <c:pt idx="3993">
                  <c:v>552</c:v>
                </c:pt>
                <c:pt idx="3994">
                  <c:v>255</c:v>
                </c:pt>
                <c:pt idx="3995">
                  <c:v>459</c:v>
                </c:pt>
                <c:pt idx="3996">
                  <c:v>219</c:v>
                </c:pt>
                <c:pt idx="3997">
                  <c:v>355</c:v>
                </c:pt>
                <c:pt idx="3998">
                  <c:v>387</c:v>
                </c:pt>
                <c:pt idx="3999">
                  <c:v>399</c:v>
                </c:pt>
                <c:pt idx="4000">
                  <c:v>695</c:v>
                </c:pt>
                <c:pt idx="4001">
                  <c:v>249</c:v>
                </c:pt>
                <c:pt idx="4002">
                  <c:v>614</c:v>
                </c:pt>
                <c:pt idx="4003">
                  <c:v>462</c:v>
                </c:pt>
                <c:pt idx="4004">
                  <c:v>326</c:v>
                </c:pt>
                <c:pt idx="4005">
                  <c:v>397</c:v>
                </c:pt>
                <c:pt idx="4006">
                  <c:v>262</c:v>
                </c:pt>
                <c:pt idx="4007">
                  <c:v>348</c:v>
                </c:pt>
                <c:pt idx="4008">
                  <c:v>623</c:v>
                </c:pt>
                <c:pt idx="4009">
                  <c:v>541</c:v>
                </c:pt>
                <c:pt idx="4010">
                  <c:v>406</c:v>
                </c:pt>
                <c:pt idx="4011">
                  <c:v>449</c:v>
                </c:pt>
                <c:pt idx="4012">
                  <c:v>71</c:v>
                </c:pt>
                <c:pt idx="4013">
                  <c:v>143</c:v>
                </c:pt>
                <c:pt idx="4014">
                  <c:v>209</c:v>
                </c:pt>
                <c:pt idx="4015">
                  <c:v>412</c:v>
                </c:pt>
                <c:pt idx="4016">
                  <c:v>336</c:v>
                </c:pt>
                <c:pt idx="4017">
                  <c:v>497</c:v>
                </c:pt>
                <c:pt idx="4018">
                  <c:v>652</c:v>
                </c:pt>
                <c:pt idx="4019">
                  <c:v>634</c:v>
                </c:pt>
                <c:pt idx="4020">
                  <c:v>554</c:v>
                </c:pt>
                <c:pt idx="4021">
                  <c:v>257</c:v>
                </c:pt>
                <c:pt idx="4022">
                  <c:v>714</c:v>
                </c:pt>
                <c:pt idx="4023">
                  <c:v>323</c:v>
                </c:pt>
                <c:pt idx="4024">
                  <c:v>359</c:v>
                </c:pt>
                <c:pt idx="4025">
                  <c:v>230</c:v>
                </c:pt>
                <c:pt idx="4026">
                  <c:v>294</c:v>
                </c:pt>
                <c:pt idx="4027">
                  <c:v>429</c:v>
                </c:pt>
                <c:pt idx="4028">
                  <c:v>99</c:v>
                </c:pt>
                <c:pt idx="4029">
                  <c:v>581</c:v>
                </c:pt>
                <c:pt idx="4030">
                  <c:v>583</c:v>
                </c:pt>
                <c:pt idx="4031">
                  <c:v>742</c:v>
                </c:pt>
                <c:pt idx="4032">
                  <c:v>681</c:v>
                </c:pt>
                <c:pt idx="4033">
                  <c:v>713</c:v>
                </c:pt>
                <c:pt idx="4034">
                  <c:v>674</c:v>
                </c:pt>
                <c:pt idx="4035">
                  <c:v>674</c:v>
                </c:pt>
                <c:pt idx="4036">
                  <c:v>747</c:v>
                </c:pt>
                <c:pt idx="4037">
                  <c:v>725</c:v>
                </c:pt>
                <c:pt idx="4038">
                  <c:v>371</c:v>
                </c:pt>
                <c:pt idx="4039">
                  <c:v>347</c:v>
                </c:pt>
                <c:pt idx="4040">
                  <c:v>444</c:v>
                </c:pt>
                <c:pt idx="4041">
                  <c:v>388</c:v>
                </c:pt>
                <c:pt idx="4042">
                  <c:v>574</c:v>
                </c:pt>
                <c:pt idx="4043">
                  <c:v>668</c:v>
                </c:pt>
                <c:pt idx="4044">
                  <c:v>555</c:v>
                </c:pt>
                <c:pt idx="4045">
                  <c:v>261</c:v>
                </c:pt>
                <c:pt idx="4046">
                  <c:v>594</c:v>
                </c:pt>
                <c:pt idx="4047">
                  <c:v>311</c:v>
                </c:pt>
                <c:pt idx="4048">
                  <c:v>375</c:v>
                </c:pt>
                <c:pt idx="4049">
                  <c:v>54</c:v>
                </c:pt>
                <c:pt idx="4050">
                  <c:v>211</c:v>
                </c:pt>
                <c:pt idx="4051">
                  <c:v>281</c:v>
                </c:pt>
                <c:pt idx="4052">
                  <c:v>385</c:v>
                </c:pt>
                <c:pt idx="4053">
                  <c:v>522</c:v>
                </c:pt>
                <c:pt idx="4054">
                  <c:v>306</c:v>
                </c:pt>
                <c:pt idx="4055">
                  <c:v>275</c:v>
                </c:pt>
                <c:pt idx="4056">
                  <c:v>209</c:v>
                </c:pt>
                <c:pt idx="4057">
                  <c:v>460</c:v>
                </c:pt>
                <c:pt idx="4058">
                  <c:v>203</c:v>
                </c:pt>
                <c:pt idx="4059">
                  <c:v>309</c:v>
                </c:pt>
                <c:pt idx="4060">
                  <c:v>45</c:v>
                </c:pt>
                <c:pt idx="4061">
                  <c:v>277</c:v>
                </c:pt>
                <c:pt idx="4062">
                  <c:v>299</c:v>
                </c:pt>
                <c:pt idx="4063">
                  <c:v>75</c:v>
                </c:pt>
                <c:pt idx="4064">
                  <c:v>526</c:v>
                </c:pt>
                <c:pt idx="4065">
                  <c:v>178</c:v>
                </c:pt>
                <c:pt idx="4066">
                  <c:v>114</c:v>
                </c:pt>
                <c:pt idx="4067">
                  <c:v>125</c:v>
                </c:pt>
                <c:pt idx="4068">
                  <c:v>73</c:v>
                </c:pt>
                <c:pt idx="4069">
                  <c:v>40</c:v>
                </c:pt>
                <c:pt idx="4070">
                  <c:v>42</c:v>
                </c:pt>
                <c:pt idx="4071">
                  <c:v>154</c:v>
                </c:pt>
                <c:pt idx="4072">
                  <c:v>132</c:v>
                </c:pt>
                <c:pt idx="4073">
                  <c:v>677</c:v>
                </c:pt>
                <c:pt idx="4074">
                  <c:v>488</c:v>
                </c:pt>
                <c:pt idx="4075">
                  <c:v>550</c:v>
                </c:pt>
                <c:pt idx="4076">
                  <c:v>472</c:v>
                </c:pt>
                <c:pt idx="4077">
                  <c:v>392</c:v>
                </c:pt>
                <c:pt idx="4078">
                  <c:v>485</c:v>
                </c:pt>
                <c:pt idx="4079">
                  <c:v>381</c:v>
                </c:pt>
                <c:pt idx="4080">
                  <c:v>223</c:v>
                </c:pt>
                <c:pt idx="4081">
                  <c:v>409</c:v>
                </c:pt>
                <c:pt idx="4082">
                  <c:v>445</c:v>
                </c:pt>
                <c:pt idx="4083">
                  <c:v>220</c:v>
                </c:pt>
                <c:pt idx="4084">
                  <c:v>301</c:v>
                </c:pt>
                <c:pt idx="4085">
                  <c:v>610</c:v>
                </c:pt>
                <c:pt idx="4086">
                  <c:v>656</c:v>
                </c:pt>
                <c:pt idx="4087">
                  <c:v>448</c:v>
                </c:pt>
                <c:pt idx="4088">
                  <c:v>42</c:v>
                </c:pt>
                <c:pt idx="4089">
                  <c:v>333</c:v>
                </c:pt>
                <c:pt idx="4090">
                  <c:v>95</c:v>
                </c:pt>
                <c:pt idx="4091">
                  <c:v>85</c:v>
                </c:pt>
                <c:pt idx="4092">
                  <c:v>436</c:v>
                </c:pt>
                <c:pt idx="4093">
                  <c:v>101</c:v>
                </c:pt>
                <c:pt idx="4094">
                  <c:v>449</c:v>
                </c:pt>
                <c:pt idx="4095">
                  <c:v>482</c:v>
                </c:pt>
                <c:pt idx="4096">
                  <c:v>371</c:v>
                </c:pt>
                <c:pt idx="4097">
                  <c:v>330</c:v>
                </c:pt>
                <c:pt idx="4098">
                  <c:v>211</c:v>
                </c:pt>
                <c:pt idx="4099">
                  <c:v>472</c:v>
                </c:pt>
                <c:pt idx="4100">
                  <c:v>528</c:v>
                </c:pt>
                <c:pt idx="4101">
                  <c:v>450</c:v>
                </c:pt>
                <c:pt idx="4102">
                  <c:v>456</c:v>
                </c:pt>
                <c:pt idx="4103">
                  <c:v>300</c:v>
                </c:pt>
                <c:pt idx="4104">
                  <c:v>333</c:v>
                </c:pt>
                <c:pt idx="4105">
                  <c:v>546</c:v>
                </c:pt>
                <c:pt idx="4106">
                  <c:v>342</c:v>
                </c:pt>
                <c:pt idx="4107">
                  <c:v>497</c:v>
                </c:pt>
                <c:pt idx="4108">
                  <c:v>449</c:v>
                </c:pt>
                <c:pt idx="4109">
                  <c:v>246</c:v>
                </c:pt>
                <c:pt idx="4110">
                  <c:v>586</c:v>
                </c:pt>
                <c:pt idx="4111">
                  <c:v>258</c:v>
                </c:pt>
                <c:pt idx="4112">
                  <c:v>225</c:v>
                </c:pt>
                <c:pt idx="4113">
                  <c:v>481</c:v>
                </c:pt>
                <c:pt idx="4114">
                  <c:v>545</c:v>
                </c:pt>
                <c:pt idx="4115">
                  <c:v>208</c:v>
                </c:pt>
                <c:pt idx="4116">
                  <c:v>269</c:v>
                </c:pt>
                <c:pt idx="4117">
                  <c:v>351</c:v>
                </c:pt>
                <c:pt idx="4118">
                  <c:v>487</c:v>
                </c:pt>
                <c:pt idx="4119">
                  <c:v>265</c:v>
                </c:pt>
                <c:pt idx="4120">
                  <c:v>624</c:v>
                </c:pt>
                <c:pt idx="4121">
                  <c:v>663</c:v>
                </c:pt>
                <c:pt idx="4122">
                  <c:v>515</c:v>
                </c:pt>
                <c:pt idx="4123">
                  <c:v>573</c:v>
                </c:pt>
                <c:pt idx="4124">
                  <c:v>699</c:v>
                </c:pt>
                <c:pt idx="4125">
                  <c:v>207</c:v>
                </c:pt>
                <c:pt idx="4126">
                  <c:v>332</c:v>
                </c:pt>
                <c:pt idx="4127">
                  <c:v>272</c:v>
                </c:pt>
                <c:pt idx="4128">
                  <c:v>510</c:v>
                </c:pt>
                <c:pt idx="4129">
                  <c:v>579</c:v>
                </c:pt>
                <c:pt idx="4130">
                  <c:v>303</c:v>
                </c:pt>
                <c:pt idx="4131">
                  <c:v>714</c:v>
                </c:pt>
                <c:pt idx="4132">
                  <c:v>575</c:v>
                </c:pt>
                <c:pt idx="4133">
                  <c:v>362</c:v>
                </c:pt>
                <c:pt idx="4134">
                  <c:v>304</c:v>
                </c:pt>
                <c:pt idx="4135">
                  <c:v>339</c:v>
                </c:pt>
                <c:pt idx="4136">
                  <c:v>358</c:v>
                </c:pt>
                <c:pt idx="4137">
                  <c:v>738</c:v>
                </c:pt>
                <c:pt idx="4138">
                  <c:v>573</c:v>
                </c:pt>
                <c:pt idx="4139">
                  <c:v>716</c:v>
                </c:pt>
                <c:pt idx="4140">
                  <c:v>624</c:v>
                </c:pt>
                <c:pt idx="4141">
                  <c:v>446</c:v>
                </c:pt>
                <c:pt idx="4142">
                  <c:v>257</c:v>
                </c:pt>
                <c:pt idx="4143">
                  <c:v>268</c:v>
                </c:pt>
                <c:pt idx="4144">
                  <c:v>593</c:v>
                </c:pt>
                <c:pt idx="4145">
                  <c:v>174</c:v>
                </c:pt>
                <c:pt idx="4146">
                  <c:v>174</c:v>
                </c:pt>
                <c:pt idx="4147">
                  <c:v>495</c:v>
                </c:pt>
                <c:pt idx="4148">
                  <c:v>276</c:v>
                </c:pt>
                <c:pt idx="4149">
                  <c:v>298</c:v>
                </c:pt>
                <c:pt idx="4150">
                  <c:v>398</c:v>
                </c:pt>
                <c:pt idx="4151">
                  <c:v>681</c:v>
                </c:pt>
                <c:pt idx="4152">
                  <c:v>663</c:v>
                </c:pt>
                <c:pt idx="4153">
                  <c:v>439</c:v>
                </c:pt>
                <c:pt idx="4154">
                  <c:v>8</c:v>
                </c:pt>
                <c:pt idx="4155">
                  <c:v>103</c:v>
                </c:pt>
                <c:pt idx="4156">
                  <c:v>47</c:v>
                </c:pt>
                <c:pt idx="4157">
                  <c:v>187</c:v>
                </c:pt>
                <c:pt idx="4158">
                  <c:v>217</c:v>
                </c:pt>
                <c:pt idx="4159">
                  <c:v>158</c:v>
                </c:pt>
                <c:pt idx="4160">
                  <c:v>179</c:v>
                </c:pt>
                <c:pt idx="4161">
                  <c:v>75</c:v>
                </c:pt>
                <c:pt idx="4162">
                  <c:v>185</c:v>
                </c:pt>
                <c:pt idx="4163">
                  <c:v>29</c:v>
                </c:pt>
                <c:pt idx="4164">
                  <c:v>263</c:v>
                </c:pt>
                <c:pt idx="4165">
                  <c:v>172</c:v>
                </c:pt>
                <c:pt idx="4166">
                  <c:v>128</c:v>
                </c:pt>
                <c:pt idx="4167">
                  <c:v>148</c:v>
                </c:pt>
                <c:pt idx="4168">
                  <c:v>146</c:v>
                </c:pt>
                <c:pt idx="4169">
                  <c:v>162</c:v>
                </c:pt>
                <c:pt idx="4170">
                  <c:v>232</c:v>
                </c:pt>
                <c:pt idx="4171">
                  <c:v>135</c:v>
                </c:pt>
                <c:pt idx="4172">
                  <c:v>108</c:v>
                </c:pt>
                <c:pt idx="4173">
                  <c:v>258</c:v>
                </c:pt>
                <c:pt idx="4174">
                  <c:v>520</c:v>
                </c:pt>
                <c:pt idx="4175">
                  <c:v>502</c:v>
                </c:pt>
                <c:pt idx="4176">
                  <c:v>155</c:v>
                </c:pt>
                <c:pt idx="4177">
                  <c:v>305</c:v>
                </c:pt>
                <c:pt idx="4178">
                  <c:v>368</c:v>
                </c:pt>
                <c:pt idx="4179">
                  <c:v>682</c:v>
                </c:pt>
                <c:pt idx="4180">
                  <c:v>100</c:v>
                </c:pt>
                <c:pt idx="4181">
                  <c:v>318</c:v>
                </c:pt>
                <c:pt idx="4182">
                  <c:v>97</c:v>
                </c:pt>
                <c:pt idx="4183">
                  <c:v>83</c:v>
                </c:pt>
                <c:pt idx="4184">
                  <c:v>184</c:v>
                </c:pt>
                <c:pt idx="4185">
                  <c:v>400</c:v>
                </c:pt>
                <c:pt idx="4186">
                  <c:v>119</c:v>
                </c:pt>
                <c:pt idx="4187">
                  <c:v>123</c:v>
                </c:pt>
                <c:pt idx="4188">
                  <c:v>182</c:v>
                </c:pt>
                <c:pt idx="4189">
                  <c:v>150</c:v>
                </c:pt>
                <c:pt idx="4190">
                  <c:v>120</c:v>
                </c:pt>
                <c:pt idx="4191">
                  <c:v>204</c:v>
                </c:pt>
                <c:pt idx="4192">
                  <c:v>145</c:v>
                </c:pt>
                <c:pt idx="4193">
                  <c:v>87</c:v>
                </c:pt>
                <c:pt idx="4194">
                  <c:v>132</c:v>
                </c:pt>
                <c:pt idx="4195">
                  <c:v>154</c:v>
                </c:pt>
                <c:pt idx="4196">
                  <c:v>192</c:v>
                </c:pt>
                <c:pt idx="4197">
                  <c:v>467</c:v>
                </c:pt>
                <c:pt idx="4198">
                  <c:v>269</c:v>
                </c:pt>
                <c:pt idx="4199">
                  <c:v>429</c:v>
                </c:pt>
                <c:pt idx="4200">
                  <c:v>156</c:v>
                </c:pt>
                <c:pt idx="4201">
                  <c:v>139</c:v>
                </c:pt>
                <c:pt idx="4202">
                  <c:v>35</c:v>
                </c:pt>
                <c:pt idx="4203">
                  <c:v>113</c:v>
                </c:pt>
                <c:pt idx="4204">
                  <c:v>370</c:v>
                </c:pt>
                <c:pt idx="4205">
                  <c:v>163</c:v>
                </c:pt>
                <c:pt idx="4206">
                  <c:v>193</c:v>
                </c:pt>
                <c:pt idx="4207">
                  <c:v>648</c:v>
                </c:pt>
                <c:pt idx="4208">
                  <c:v>153</c:v>
                </c:pt>
                <c:pt idx="4209">
                  <c:v>130</c:v>
                </c:pt>
                <c:pt idx="4210">
                  <c:v>278</c:v>
                </c:pt>
                <c:pt idx="4211">
                  <c:v>271</c:v>
                </c:pt>
                <c:pt idx="4212">
                  <c:v>297</c:v>
                </c:pt>
                <c:pt idx="4213">
                  <c:v>136</c:v>
                </c:pt>
                <c:pt idx="4214">
                  <c:v>388</c:v>
                </c:pt>
                <c:pt idx="4215">
                  <c:v>211</c:v>
                </c:pt>
                <c:pt idx="4216">
                  <c:v>122</c:v>
                </c:pt>
                <c:pt idx="4217">
                  <c:v>80</c:v>
                </c:pt>
                <c:pt idx="4218">
                  <c:v>67</c:v>
                </c:pt>
                <c:pt idx="4219">
                  <c:v>44</c:v>
                </c:pt>
                <c:pt idx="4220">
                  <c:v>152</c:v>
                </c:pt>
                <c:pt idx="4221">
                  <c:v>302</c:v>
                </c:pt>
                <c:pt idx="4222">
                  <c:v>113</c:v>
                </c:pt>
                <c:pt idx="4223">
                  <c:v>555</c:v>
                </c:pt>
                <c:pt idx="4224">
                  <c:v>133</c:v>
                </c:pt>
                <c:pt idx="4225">
                  <c:v>173</c:v>
                </c:pt>
                <c:pt idx="4226">
                  <c:v>117</c:v>
                </c:pt>
                <c:pt idx="4227">
                  <c:v>220</c:v>
                </c:pt>
                <c:pt idx="4228">
                  <c:v>130</c:v>
                </c:pt>
                <c:pt idx="4229">
                  <c:v>264</c:v>
                </c:pt>
                <c:pt idx="4230">
                  <c:v>443</c:v>
                </c:pt>
                <c:pt idx="4231">
                  <c:v>433</c:v>
                </c:pt>
                <c:pt idx="4232">
                  <c:v>462</c:v>
                </c:pt>
                <c:pt idx="4233">
                  <c:v>224</c:v>
                </c:pt>
                <c:pt idx="4234">
                  <c:v>219</c:v>
                </c:pt>
                <c:pt idx="4235">
                  <c:v>119</c:v>
                </c:pt>
                <c:pt idx="4236">
                  <c:v>261</c:v>
                </c:pt>
                <c:pt idx="4237">
                  <c:v>151</c:v>
                </c:pt>
                <c:pt idx="4238">
                  <c:v>160</c:v>
                </c:pt>
                <c:pt idx="4239">
                  <c:v>72</c:v>
                </c:pt>
                <c:pt idx="4240">
                  <c:v>254</c:v>
                </c:pt>
                <c:pt idx="4241">
                  <c:v>48</c:v>
                </c:pt>
                <c:pt idx="4242">
                  <c:v>69</c:v>
                </c:pt>
                <c:pt idx="4243">
                  <c:v>84</c:v>
                </c:pt>
                <c:pt idx="4244">
                  <c:v>140</c:v>
                </c:pt>
                <c:pt idx="4245">
                  <c:v>137</c:v>
                </c:pt>
                <c:pt idx="4246">
                  <c:v>147</c:v>
                </c:pt>
                <c:pt idx="4247">
                  <c:v>131</c:v>
                </c:pt>
                <c:pt idx="4248">
                  <c:v>24</c:v>
                </c:pt>
                <c:pt idx="4249">
                  <c:v>28</c:v>
                </c:pt>
                <c:pt idx="4250">
                  <c:v>24</c:v>
                </c:pt>
                <c:pt idx="4251">
                  <c:v>596</c:v>
                </c:pt>
                <c:pt idx="4252">
                  <c:v>56</c:v>
                </c:pt>
                <c:pt idx="4253">
                  <c:v>240</c:v>
                </c:pt>
                <c:pt idx="4254">
                  <c:v>151</c:v>
                </c:pt>
                <c:pt idx="4255">
                  <c:v>353</c:v>
                </c:pt>
                <c:pt idx="4256">
                  <c:v>116</c:v>
                </c:pt>
                <c:pt idx="4257">
                  <c:v>261</c:v>
                </c:pt>
                <c:pt idx="4258">
                  <c:v>204</c:v>
                </c:pt>
                <c:pt idx="4259">
                  <c:v>179</c:v>
                </c:pt>
                <c:pt idx="4260">
                  <c:v>120</c:v>
                </c:pt>
                <c:pt idx="4261">
                  <c:v>170</c:v>
                </c:pt>
                <c:pt idx="4262">
                  <c:v>162</c:v>
                </c:pt>
                <c:pt idx="4263">
                  <c:v>153</c:v>
                </c:pt>
                <c:pt idx="4264">
                  <c:v>127</c:v>
                </c:pt>
                <c:pt idx="4265">
                  <c:v>131</c:v>
                </c:pt>
                <c:pt idx="4266">
                  <c:v>109</c:v>
                </c:pt>
                <c:pt idx="4267">
                  <c:v>28</c:v>
                </c:pt>
                <c:pt idx="4268">
                  <c:v>71</c:v>
                </c:pt>
                <c:pt idx="4269">
                  <c:v>26</c:v>
                </c:pt>
                <c:pt idx="4270">
                  <c:v>28</c:v>
                </c:pt>
                <c:pt idx="4271">
                  <c:v>27</c:v>
                </c:pt>
                <c:pt idx="4272">
                  <c:v>121</c:v>
                </c:pt>
                <c:pt idx="4273">
                  <c:v>130</c:v>
                </c:pt>
                <c:pt idx="4274">
                  <c:v>187</c:v>
                </c:pt>
                <c:pt idx="4275">
                  <c:v>147</c:v>
                </c:pt>
                <c:pt idx="4276">
                  <c:v>220</c:v>
                </c:pt>
                <c:pt idx="4277">
                  <c:v>161</c:v>
                </c:pt>
                <c:pt idx="4278">
                  <c:v>91</c:v>
                </c:pt>
                <c:pt idx="4279">
                  <c:v>183</c:v>
                </c:pt>
                <c:pt idx="4280">
                  <c:v>78</c:v>
                </c:pt>
                <c:pt idx="4281">
                  <c:v>320</c:v>
                </c:pt>
                <c:pt idx="4282">
                  <c:v>152</c:v>
                </c:pt>
                <c:pt idx="4283">
                  <c:v>170</c:v>
                </c:pt>
                <c:pt idx="4284">
                  <c:v>10</c:v>
                </c:pt>
                <c:pt idx="4285">
                  <c:v>88</c:v>
                </c:pt>
                <c:pt idx="4286">
                  <c:v>268</c:v>
                </c:pt>
                <c:pt idx="4287">
                  <c:v>163</c:v>
                </c:pt>
                <c:pt idx="4288">
                  <c:v>87</c:v>
                </c:pt>
                <c:pt idx="4289">
                  <c:v>81</c:v>
                </c:pt>
                <c:pt idx="4290">
                  <c:v>210</c:v>
                </c:pt>
                <c:pt idx="4291">
                  <c:v>510</c:v>
                </c:pt>
                <c:pt idx="4292">
                  <c:v>130</c:v>
                </c:pt>
                <c:pt idx="4293">
                  <c:v>219</c:v>
                </c:pt>
                <c:pt idx="4294">
                  <c:v>58</c:v>
                </c:pt>
                <c:pt idx="4295">
                  <c:v>71</c:v>
                </c:pt>
                <c:pt idx="4296">
                  <c:v>102</c:v>
                </c:pt>
                <c:pt idx="4297">
                  <c:v>43</c:v>
                </c:pt>
                <c:pt idx="4298">
                  <c:v>503</c:v>
                </c:pt>
                <c:pt idx="4299">
                  <c:v>207</c:v>
                </c:pt>
                <c:pt idx="4300">
                  <c:v>307</c:v>
                </c:pt>
                <c:pt idx="4301">
                  <c:v>416</c:v>
                </c:pt>
                <c:pt idx="4302">
                  <c:v>116</c:v>
                </c:pt>
                <c:pt idx="4303">
                  <c:v>276</c:v>
                </c:pt>
                <c:pt idx="4304">
                  <c:v>325</c:v>
                </c:pt>
                <c:pt idx="4305">
                  <c:v>70</c:v>
                </c:pt>
                <c:pt idx="4306">
                  <c:v>84</c:v>
                </c:pt>
                <c:pt idx="4307">
                  <c:v>81</c:v>
                </c:pt>
                <c:pt idx="4308">
                  <c:v>19</c:v>
                </c:pt>
                <c:pt idx="4309">
                  <c:v>122</c:v>
                </c:pt>
                <c:pt idx="4310">
                  <c:v>77</c:v>
                </c:pt>
                <c:pt idx="4311">
                  <c:v>325</c:v>
                </c:pt>
                <c:pt idx="4312">
                  <c:v>88</c:v>
                </c:pt>
                <c:pt idx="4313">
                  <c:v>131</c:v>
                </c:pt>
                <c:pt idx="4314">
                  <c:v>16</c:v>
                </c:pt>
                <c:pt idx="4315">
                  <c:v>102</c:v>
                </c:pt>
                <c:pt idx="4316">
                  <c:v>40</c:v>
                </c:pt>
                <c:pt idx="4317">
                  <c:v>33</c:v>
                </c:pt>
                <c:pt idx="4318">
                  <c:v>431</c:v>
                </c:pt>
                <c:pt idx="4319">
                  <c:v>157</c:v>
                </c:pt>
                <c:pt idx="4320">
                  <c:v>430</c:v>
                </c:pt>
                <c:pt idx="4321">
                  <c:v>38</c:v>
                </c:pt>
                <c:pt idx="4322">
                  <c:v>544</c:v>
                </c:pt>
                <c:pt idx="4323">
                  <c:v>280</c:v>
                </c:pt>
                <c:pt idx="4324">
                  <c:v>175</c:v>
                </c:pt>
                <c:pt idx="4325">
                  <c:v>519</c:v>
                </c:pt>
                <c:pt idx="4326">
                  <c:v>541</c:v>
                </c:pt>
                <c:pt idx="4327">
                  <c:v>19</c:v>
                </c:pt>
                <c:pt idx="4328">
                  <c:v>10</c:v>
                </c:pt>
                <c:pt idx="4329">
                  <c:v>261</c:v>
                </c:pt>
                <c:pt idx="4330">
                  <c:v>195</c:v>
                </c:pt>
                <c:pt idx="4331">
                  <c:v>213</c:v>
                </c:pt>
                <c:pt idx="4332">
                  <c:v>331</c:v>
                </c:pt>
                <c:pt idx="4333">
                  <c:v>54</c:v>
                </c:pt>
                <c:pt idx="4334">
                  <c:v>37</c:v>
                </c:pt>
                <c:pt idx="4335">
                  <c:v>211</c:v>
                </c:pt>
                <c:pt idx="4336">
                  <c:v>609</c:v>
                </c:pt>
                <c:pt idx="4337">
                  <c:v>288</c:v>
                </c:pt>
                <c:pt idx="4338">
                  <c:v>327</c:v>
                </c:pt>
                <c:pt idx="4339">
                  <c:v>28</c:v>
                </c:pt>
                <c:pt idx="4340">
                  <c:v>19</c:v>
                </c:pt>
                <c:pt idx="4341">
                  <c:v>92</c:v>
                </c:pt>
                <c:pt idx="4342">
                  <c:v>10</c:v>
                </c:pt>
                <c:pt idx="4343">
                  <c:v>70</c:v>
                </c:pt>
                <c:pt idx="4344">
                  <c:v>318</c:v>
                </c:pt>
                <c:pt idx="4345">
                  <c:v>74</c:v>
                </c:pt>
                <c:pt idx="4346">
                  <c:v>267</c:v>
                </c:pt>
                <c:pt idx="4347">
                  <c:v>46</c:v>
                </c:pt>
                <c:pt idx="4348">
                  <c:v>23</c:v>
                </c:pt>
                <c:pt idx="4349">
                  <c:v>33</c:v>
                </c:pt>
                <c:pt idx="4350">
                  <c:v>10</c:v>
                </c:pt>
                <c:pt idx="4351">
                  <c:v>164</c:v>
                </c:pt>
                <c:pt idx="4352">
                  <c:v>208</c:v>
                </c:pt>
                <c:pt idx="4353">
                  <c:v>87</c:v>
                </c:pt>
                <c:pt idx="4354">
                  <c:v>384</c:v>
                </c:pt>
                <c:pt idx="4355">
                  <c:v>536</c:v>
                </c:pt>
                <c:pt idx="4356">
                  <c:v>251</c:v>
                </c:pt>
                <c:pt idx="4357">
                  <c:v>34</c:v>
                </c:pt>
                <c:pt idx="4358">
                  <c:v>41</c:v>
                </c:pt>
                <c:pt idx="4359">
                  <c:v>176</c:v>
                </c:pt>
                <c:pt idx="4360">
                  <c:v>174</c:v>
                </c:pt>
                <c:pt idx="4361">
                  <c:v>324</c:v>
                </c:pt>
                <c:pt idx="4362">
                  <c:v>168</c:v>
                </c:pt>
                <c:pt idx="4363">
                  <c:v>119</c:v>
                </c:pt>
                <c:pt idx="4364">
                  <c:v>20</c:v>
                </c:pt>
                <c:pt idx="4365">
                  <c:v>162</c:v>
                </c:pt>
                <c:pt idx="4366">
                  <c:v>168</c:v>
                </c:pt>
                <c:pt idx="4367">
                  <c:v>480</c:v>
                </c:pt>
                <c:pt idx="4368">
                  <c:v>246</c:v>
                </c:pt>
                <c:pt idx="4369">
                  <c:v>250</c:v>
                </c:pt>
                <c:pt idx="4370">
                  <c:v>186</c:v>
                </c:pt>
                <c:pt idx="4371">
                  <c:v>123</c:v>
                </c:pt>
                <c:pt idx="4372">
                  <c:v>162</c:v>
                </c:pt>
                <c:pt idx="4373">
                  <c:v>24</c:v>
                </c:pt>
                <c:pt idx="4374">
                  <c:v>88</c:v>
                </c:pt>
                <c:pt idx="4375">
                  <c:v>47</c:v>
                </c:pt>
                <c:pt idx="4376">
                  <c:v>132</c:v>
                </c:pt>
                <c:pt idx="4377">
                  <c:v>157</c:v>
                </c:pt>
                <c:pt idx="4378">
                  <c:v>139</c:v>
                </c:pt>
                <c:pt idx="4379">
                  <c:v>156</c:v>
                </c:pt>
                <c:pt idx="4380">
                  <c:v>118</c:v>
                </c:pt>
                <c:pt idx="4381">
                  <c:v>235</c:v>
                </c:pt>
                <c:pt idx="4382">
                  <c:v>439</c:v>
                </c:pt>
                <c:pt idx="4383">
                  <c:v>58</c:v>
                </c:pt>
                <c:pt idx="4384">
                  <c:v>244</c:v>
                </c:pt>
                <c:pt idx="4385">
                  <c:v>179</c:v>
                </c:pt>
                <c:pt idx="4386">
                  <c:v>610</c:v>
                </c:pt>
                <c:pt idx="4387">
                  <c:v>166</c:v>
                </c:pt>
                <c:pt idx="4388">
                  <c:v>130</c:v>
                </c:pt>
                <c:pt idx="4389">
                  <c:v>203</c:v>
                </c:pt>
                <c:pt idx="4390">
                  <c:v>131</c:v>
                </c:pt>
                <c:pt idx="4391">
                  <c:v>168</c:v>
                </c:pt>
                <c:pt idx="4392">
                  <c:v>170</c:v>
                </c:pt>
                <c:pt idx="4393">
                  <c:v>321</c:v>
                </c:pt>
                <c:pt idx="4394">
                  <c:v>169</c:v>
                </c:pt>
                <c:pt idx="4395">
                  <c:v>199</c:v>
                </c:pt>
                <c:pt idx="4396">
                  <c:v>93</c:v>
                </c:pt>
                <c:pt idx="4397">
                  <c:v>183</c:v>
                </c:pt>
                <c:pt idx="4398">
                  <c:v>196</c:v>
                </c:pt>
                <c:pt idx="4399">
                  <c:v>187</c:v>
                </c:pt>
                <c:pt idx="4400">
                  <c:v>261</c:v>
                </c:pt>
                <c:pt idx="4401">
                  <c:v>304</c:v>
                </c:pt>
                <c:pt idx="4402">
                  <c:v>160</c:v>
                </c:pt>
                <c:pt idx="4403">
                  <c:v>182</c:v>
                </c:pt>
                <c:pt idx="4404">
                  <c:v>187</c:v>
                </c:pt>
                <c:pt idx="4405">
                  <c:v>253</c:v>
                </c:pt>
                <c:pt idx="4406">
                  <c:v>722</c:v>
                </c:pt>
                <c:pt idx="4407">
                  <c:v>45</c:v>
                </c:pt>
                <c:pt idx="4408">
                  <c:v>142</c:v>
                </c:pt>
                <c:pt idx="4409">
                  <c:v>178</c:v>
                </c:pt>
                <c:pt idx="4410">
                  <c:v>227</c:v>
                </c:pt>
                <c:pt idx="4411">
                  <c:v>450</c:v>
                </c:pt>
                <c:pt idx="4412">
                  <c:v>168</c:v>
                </c:pt>
                <c:pt idx="4413">
                  <c:v>194</c:v>
                </c:pt>
                <c:pt idx="4414">
                  <c:v>231</c:v>
                </c:pt>
                <c:pt idx="4415">
                  <c:v>617</c:v>
                </c:pt>
                <c:pt idx="4416">
                  <c:v>228</c:v>
                </c:pt>
                <c:pt idx="4417">
                  <c:v>187</c:v>
                </c:pt>
                <c:pt idx="4418">
                  <c:v>338</c:v>
                </c:pt>
                <c:pt idx="4419">
                  <c:v>734</c:v>
                </c:pt>
                <c:pt idx="4420">
                  <c:v>219</c:v>
                </c:pt>
                <c:pt idx="4421">
                  <c:v>129</c:v>
                </c:pt>
                <c:pt idx="4422">
                  <c:v>199</c:v>
                </c:pt>
                <c:pt idx="4423">
                  <c:v>105</c:v>
                </c:pt>
                <c:pt idx="4424">
                  <c:v>147</c:v>
                </c:pt>
                <c:pt idx="4425">
                  <c:v>132</c:v>
                </c:pt>
                <c:pt idx="4426">
                  <c:v>392</c:v>
                </c:pt>
                <c:pt idx="4427">
                  <c:v>213</c:v>
                </c:pt>
                <c:pt idx="4428">
                  <c:v>61</c:v>
                </c:pt>
                <c:pt idx="4429">
                  <c:v>172</c:v>
                </c:pt>
                <c:pt idx="4430">
                  <c:v>153</c:v>
                </c:pt>
                <c:pt idx="4431">
                  <c:v>489</c:v>
                </c:pt>
                <c:pt idx="4432">
                  <c:v>157</c:v>
                </c:pt>
                <c:pt idx="4433">
                  <c:v>191</c:v>
                </c:pt>
                <c:pt idx="4434">
                  <c:v>290</c:v>
                </c:pt>
                <c:pt idx="4435">
                  <c:v>299</c:v>
                </c:pt>
                <c:pt idx="4436">
                  <c:v>167</c:v>
                </c:pt>
                <c:pt idx="4437">
                  <c:v>176</c:v>
                </c:pt>
                <c:pt idx="4438">
                  <c:v>155</c:v>
                </c:pt>
                <c:pt idx="4439">
                  <c:v>210</c:v>
                </c:pt>
                <c:pt idx="4440">
                  <c:v>107</c:v>
                </c:pt>
                <c:pt idx="4441">
                  <c:v>76</c:v>
                </c:pt>
                <c:pt idx="4442">
                  <c:v>513</c:v>
                </c:pt>
                <c:pt idx="4443">
                  <c:v>83</c:v>
                </c:pt>
                <c:pt idx="4444">
                  <c:v>474</c:v>
                </c:pt>
                <c:pt idx="4445">
                  <c:v>504</c:v>
                </c:pt>
                <c:pt idx="4446">
                  <c:v>355</c:v>
                </c:pt>
                <c:pt idx="4447">
                  <c:v>114</c:v>
                </c:pt>
                <c:pt idx="4448">
                  <c:v>25</c:v>
                </c:pt>
                <c:pt idx="4449">
                  <c:v>158</c:v>
                </c:pt>
                <c:pt idx="4450">
                  <c:v>201</c:v>
                </c:pt>
                <c:pt idx="4451">
                  <c:v>166</c:v>
                </c:pt>
                <c:pt idx="4452">
                  <c:v>163</c:v>
                </c:pt>
                <c:pt idx="4453">
                  <c:v>304</c:v>
                </c:pt>
                <c:pt idx="4454">
                  <c:v>289</c:v>
                </c:pt>
                <c:pt idx="4455">
                  <c:v>215</c:v>
                </c:pt>
                <c:pt idx="4456">
                  <c:v>359</c:v>
                </c:pt>
                <c:pt idx="4457">
                  <c:v>175</c:v>
                </c:pt>
                <c:pt idx="4458">
                  <c:v>81</c:v>
                </c:pt>
                <c:pt idx="4459">
                  <c:v>125</c:v>
                </c:pt>
                <c:pt idx="4460">
                  <c:v>163</c:v>
                </c:pt>
                <c:pt idx="4461">
                  <c:v>114</c:v>
                </c:pt>
                <c:pt idx="4462">
                  <c:v>255</c:v>
                </c:pt>
                <c:pt idx="4463">
                  <c:v>443</c:v>
                </c:pt>
                <c:pt idx="4464">
                  <c:v>414</c:v>
                </c:pt>
                <c:pt idx="4465">
                  <c:v>267</c:v>
                </c:pt>
                <c:pt idx="4466">
                  <c:v>165</c:v>
                </c:pt>
                <c:pt idx="4467">
                  <c:v>186</c:v>
                </c:pt>
                <c:pt idx="4468">
                  <c:v>126</c:v>
                </c:pt>
                <c:pt idx="4469">
                  <c:v>90</c:v>
                </c:pt>
                <c:pt idx="4470">
                  <c:v>193</c:v>
                </c:pt>
                <c:pt idx="4471">
                  <c:v>76</c:v>
                </c:pt>
                <c:pt idx="4472">
                  <c:v>384</c:v>
                </c:pt>
                <c:pt idx="4473">
                  <c:v>161</c:v>
                </c:pt>
                <c:pt idx="4474">
                  <c:v>116</c:v>
                </c:pt>
                <c:pt idx="4475">
                  <c:v>524</c:v>
                </c:pt>
                <c:pt idx="4476">
                  <c:v>65</c:v>
                </c:pt>
                <c:pt idx="4477">
                  <c:v>561</c:v>
                </c:pt>
                <c:pt idx="4478">
                  <c:v>165</c:v>
                </c:pt>
                <c:pt idx="4479">
                  <c:v>200</c:v>
                </c:pt>
                <c:pt idx="4480">
                  <c:v>225</c:v>
                </c:pt>
                <c:pt idx="4481">
                  <c:v>93</c:v>
                </c:pt>
                <c:pt idx="4482">
                  <c:v>198</c:v>
                </c:pt>
                <c:pt idx="4483">
                  <c:v>579</c:v>
                </c:pt>
                <c:pt idx="4484">
                  <c:v>216</c:v>
                </c:pt>
                <c:pt idx="4485">
                  <c:v>233</c:v>
                </c:pt>
                <c:pt idx="4486">
                  <c:v>206</c:v>
                </c:pt>
                <c:pt idx="4487">
                  <c:v>94</c:v>
                </c:pt>
                <c:pt idx="4488">
                  <c:v>75</c:v>
                </c:pt>
                <c:pt idx="4489">
                  <c:v>342</c:v>
                </c:pt>
                <c:pt idx="4490">
                  <c:v>26</c:v>
                </c:pt>
                <c:pt idx="4491">
                  <c:v>244</c:v>
                </c:pt>
                <c:pt idx="4492">
                  <c:v>228</c:v>
                </c:pt>
                <c:pt idx="4493">
                  <c:v>214</c:v>
                </c:pt>
                <c:pt idx="4494">
                  <c:v>119</c:v>
                </c:pt>
                <c:pt idx="4495">
                  <c:v>189</c:v>
                </c:pt>
                <c:pt idx="4496">
                  <c:v>82</c:v>
                </c:pt>
                <c:pt idx="4497">
                  <c:v>278</c:v>
                </c:pt>
                <c:pt idx="4498">
                  <c:v>41</c:v>
                </c:pt>
                <c:pt idx="4499">
                  <c:v>23</c:v>
                </c:pt>
                <c:pt idx="4500">
                  <c:v>167</c:v>
                </c:pt>
                <c:pt idx="4501">
                  <c:v>362</c:v>
                </c:pt>
                <c:pt idx="4502">
                  <c:v>255</c:v>
                </c:pt>
                <c:pt idx="4503">
                  <c:v>167</c:v>
                </c:pt>
                <c:pt idx="4504">
                  <c:v>148</c:v>
                </c:pt>
                <c:pt idx="4505">
                  <c:v>22</c:v>
                </c:pt>
                <c:pt idx="4506">
                  <c:v>168</c:v>
                </c:pt>
                <c:pt idx="4507">
                  <c:v>128</c:v>
                </c:pt>
                <c:pt idx="4508">
                  <c:v>33</c:v>
                </c:pt>
                <c:pt idx="4509">
                  <c:v>276</c:v>
                </c:pt>
                <c:pt idx="4510">
                  <c:v>127</c:v>
                </c:pt>
                <c:pt idx="4511">
                  <c:v>319</c:v>
                </c:pt>
                <c:pt idx="4512">
                  <c:v>170</c:v>
                </c:pt>
                <c:pt idx="4513">
                  <c:v>88</c:v>
                </c:pt>
                <c:pt idx="4514">
                  <c:v>139</c:v>
                </c:pt>
                <c:pt idx="4515">
                  <c:v>37</c:v>
                </c:pt>
                <c:pt idx="4516">
                  <c:v>53</c:v>
                </c:pt>
                <c:pt idx="4517">
                  <c:v>433</c:v>
                </c:pt>
                <c:pt idx="4518">
                  <c:v>235</c:v>
                </c:pt>
                <c:pt idx="4519">
                  <c:v>28</c:v>
                </c:pt>
                <c:pt idx="4520">
                  <c:v>392</c:v>
                </c:pt>
                <c:pt idx="4521">
                  <c:v>31</c:v>
                </c:pt>
                <c:pt idx="4522">
                  <c:v>150</c:v>
                </c:pt>
                <c:pt idx="4523">
                  <c:v>22</c:v>
                </c:pt>
                <c:pt idx="4524">
                  <c:v>211</c:v>
                </c:pt>
                <c:pt idx="4525">
                  <c:v>430</c:v>
                </c:pt>
                <c:pt idx="4526">
                  <c:v>116</c:v>
                </c:pt>
                <c:pt idx="4527">
                  <c:v>45</c:v>
                </c:pt>
                <c:pt idx="4528">
                  <c:v>53</c:v>
                </c:pt>
                <c:pt idx="4529">
                  <c:v>293</c:v>
                </c:pt>
                <c:pt idx="4530">
                  <c:v>37</c:v>
                </c:pt>
                <c:pt idx="4531">
                  <c:v>187</c:v>
                </c:pt>
                <c:pt idx="4532">
                  <c:v>395</c:v>
                </c:pt>
                <c:pt idx="4533">
                  <c:v>213</c:v>
                </c:pt>
                <c:pt idx="4534">
                  <c:v>43</c:v>
                </c:pt>
                <c:pt idx="4535">
                  <c:v>88</c:v>
                </c:pt>
                <c:pt idx="4536">
                  <c:v>287</c:v>
                </c:pt>
                <c:pt idx="4537">
                  <c:v>293</c:v>
                </c:pt>
                <c:pt idx="4538">
                  <c:v>121</c:v>
                </c:pt>
                <c:pt idx="4539">
                  <c:v>78</c:v>
                </c:pt>
                <c:pt idx="4540">
                  <c:v>63</c:v>
                </c:pt>
                <c:pt idx="4541">
                  <c:v>59</c:v>
                </c:pt>
                <c:pt idx="4542">
                  <c:v>33</c:v>
                </c:pt>
                <c:pt idx="4543">
                  <c:v>260</c:v>
                </c:pt>
                <c:pt idx="4544">
                  <c:v>304</c:v>
                </c:pt>
                <c:pt idx="4545">
                  <c:v>89</c:v>
                </c:pt>
                <c:pt idx="4546">
                  <c:v>84</c:v>
                </c:pt>
                <c:pt idx="4547">
                  <c:v>28</c:v>
                </c:pt>
                <c:pt idx="4548">
                  <c:v>308</c:v>
                </c:pt>
                <c:pt idx="4549">
                  <c:v>35</c:v>
                </c:pt>
                <c:pt idx="4550">
                  <c:v>24</c:v>
                </c:pt>
                <c:pt idx="4551">
                  <c:v>62</c:v>
                </c:pt>
                <c:pt idx="4552">
                  <c:v>222</c:v>
                </c:pt>
                <c:pt idx="4553">
                  <c:v>116</c:v>
                </c:pt>
                <c:pt idx="4554">
                  <c:v>161</c:v>
                </c:pt>
                <c:pt idx="4555">
                  <c:v>630</c:v>
                </c:pt>
                <c:pt idx="4556">
                  <c:v>19</c:v>
                </c:pt>
                <c:pt idx="4557">
                  <c:v>88</c:v>
                </c:pt>
                <c:pt idx="4558">
                  <c:v>135</c:v>
                </c:pt>
                <c:pt idx="4559">
                  <c:v>174</c:v>
                </c:pt>
                <c:pt idx="4560">
                  <c:v>89</c:v>
                </c:pt>
                <c:pt idx="4561">
                  <c:v>186</c:v>
                </c:pt>
                <c:pt idx="4562">
                  <c:v>129</c:v>
                </c:pt>
                <c:pt idx="4563">
                  <c:v>54</c:v>
                </c:pt>
                <c:pt idx="4564">
                  <c:v>41</c:v>
                </c:pt>
                <c:pt idx="4565">
                  <c:v>224</c:v>
                </c:pt>
                <c:pt idx="4566">
                  <c:v>137</c:v>
                </c:pt>
                <c:pt idx="4567">
                  <c:v>140</c:v>
                </c:pt>
                <c:pt idx="4568">
                  <c:v>95</c:v>
                </c:pt>
                <c:pt idx="4569">
                  <c:v>52</c:v>
                </c:pt>
                <c:pt idx="4570">
                  <c:v>310</c:v>
                </c:pt>
                <c:pt idx="4571">
                  <c:v>254</c:v>
                </c:pt>
                <c:pt idx="4572">
                  <c:v>145</c:v>
                </c:pt>
                <c:pt idx="4573">
                  <c:v>26</c:v>
                </c:pt>
                <c:pt idx="4574">
                  <c:v>181</c:v>
                </c:pt>
                <c:pt idx="4575">
                  <c:v>127</c:v>
                </c:pt>
                <c:pt idx="4576">
                  <c:v>282</c:v>
                </c:pt>
                <c:pt idx="4577">
                  <c:v>86</c:v>
                </c:pt>
                <c:pt idx="4578">
                  <c:v>60</c:v>
                </c:pt>
                <c:pt idx="4579">
                  <c:v>90</c:v>
                </c:pt>
                <c:pt idx="4580">
                  <c:v>24</c:v>
                </c:pt>
                <c:pt idx="4581">
                  <c:v>623</c:v>
                </c:pt>
                <c:pt idx="4582">
                  <c:v>133</c:v>
                </c:pt>
                <c:pt idx="4583">
                  <c:v>100</c:v>
                </c:pt>
                <c:pt idx="4584">
                  <c:v>184</c:v>
                </c:pt>
                <c:pt idx="4585">
                  <c:v>145</c:v>
                </c:pt>
                <c:pt idx="4586">
                  <c:v>172</c:v>
                </c:pt>
                <c:pt idx="4587">
                  <c:v>178</c:v>
                </c:pt>
                <c:pt idx="4588">
                  <c:v>190</c:v>
                </c:pt>
                <c:pt idx="4589">
                  <c:v>27</c:v>
                </c:pt>
                <c:pt idx="4590">
                  <c:v>371</c:v>
                </c:pt>
                <c:pt idx="4591">
                  <c:v>190</c:v>
                </c:pt>
                <c:pt idx="4592">
                  <c:v>254</c:v>
                </c:pt>
                <c:pt idx="4593">
                  <c:v>590</c:v>
                </c:pt>
                <c:pt idx="4594">
                  <c:v>197</c:v>
                </c:pt>
                <c:pt idx="4595">
                  <c:v>159</c:v>
                </c:pt>
                <c:pt idx="4596">
                  <c:v>224</c:v>
                </c:pt>
                <c:pt idx="4597">
                  <c:v>130</c:v>
                </c:pt>
                <c:pt idx="4598">
                  <c:v>76</c:v>
                </c:pt>
                <c:pt idx="4599">
                  <c:v>26</c:v>
                </c:pt>
                <c:pt idx="4600">
                  <c:v>503</c:v>
                </c:pt>
                <c:pt idx="4601">
                  <c:v>160</c:v>
                </c:pt>
                <c:pt idx="4602">
                  <c:v>185</c:v>
                </c:pt>
                <c:pt idx="4603">
                  <c:v>171</c:v>
                </c:pt>
                <c:pt idx="4604">
                  <c:v>191</c:v>
                </c:pt>
                <c:pt idx="4605">
                  <c:v>48</c:v>
                </c:pt>
                <c:pt idx="4606">
                  <c:v>160</c:v>
                </c:pt>
                <c:pt idx="4607">
                  <c:v>25</c:v>
                </c:pt>
                <c:pt idx="4608">
                  <c:v>152</c:v>
                </c:pt>
                <c:pt idx="4609">
                  <c:v>118</c:v>
                </c:pt>
                <c:pt idx="4610">
                  <c:v>171</c:v>
                </c:pt>
                <c:pt idx="4611">
                  <c:v>290</c:v>
                </c:pt>
                <c:pt idx="4612">
                  <c:v>70</c:v>
                </c:pt>
                <c:pt idx="4613">
                  <c:v>75</c:v>
                </c:pt>
                <c:pt idx="4614">
                  <c:v>35</c:v>
                </c:pt>
                <c:pt idx="4615">
                  <c:v>243</c:v>
                </c:pt>
                <c:pt idx="4616">
                  <c:v>41</c:v>
                </c:pt>
                <c:pt idx="4617">
                  <c:v>27</c:v>
                </c:pt>
                <c:pt idx="4618">
                  <c:v>288</c:v>
                </c:pt>
                <c:pt idx="4619">
                  <c:v>71</c:v>
                </c:pt>
                <c:pt idx="4620">
                  <c:v>113</c:v>
                </c:pt>
                <c:pt idx="4621">
                  <c:v>234</c:v>
                </c:pt>
                <c:pt idx="4622">
                  <c:v>157</c:v>
                </c:pt>
                <c:pt idx="4623">
                  <c:v>163</c:v>
                </c:pt>
                <c:pt idx="4624">
                  <c:v>249</c:v>
                </c:pt>
                <c:pt idx="4625">
                  <c:v>172</c:v>
                </c:pt>
                <c:pt idx="4626">
                  <c:v>339</c:v>
                </c:pt>
                <c:pt idx="4627">
                  <c:v>283</c:v>
                </c:pt>
                <c:pt idx="4628">
                  <c:v>113</c:v>
                </c:pt>
                <c:pt idx="4629">
                  <c:v>127</c:v>
                </c:pt>
                <c:pt idx="4630">
                  <c:v>27</c:v>
                </c:pt>
                <c:pt idx="4631">
                  <c:v>304</c:v>
                </c:pt>
                <c:pt idx="4632">
                  <c:v>114</c:v>
                </c:pt>
                <c:pt idx="4633">
                  <c:v>96</c:v>
                </c:pt>
                <c:pt idx="4634">
                  <c:v>24</c:v>
                </c:pt>
                <c:pt idx="4635">
                  <c:v>616</c:v>
                </c:pt>
                <c:pt idx="4636">
                  <c:v>185</c:v>
                </c:pt>
                <c:pt idx="4637">
                  <c:v>468</c:v>
                </c:pt>
                <c:pt idx="4638">
                  <c:v>309</c:v>
                </c:pt>
                <c:pt idx="4639">
                  <c:v>54</c:v>
                </c:pt>
                <c:pt idx="4640">
                  <c:v>356</c:v>
                </c:pt>
                <c:pt idx="4641">
                  <c:v>462</c:v>
                </c:pt>
                <c:pt idx="4642">
                  <c:v>96</c:v>
                </c:pt>
                <c:pt idx="4643">
                  <c:v>362</c:v>
                </c:pt>
                <c:pt idx="4644">
                  <c:v>190</c:v>
                </c:pt>
                <c:pt idx="4645">
                  <c:v>217</c:v>
                </c:pt>
                <c:pt idx="4646">
                  <c:v>165</c:v>
                </c:pt>
                <c:pt idx="4647">
                  <c:v>190</c:v>
                </c:pt>
                <c:pt idx="4648">
                  <c:v>217</c:v>
                </c:pt>
                <c:pt idx="4649">
                  <c:v>210</c:v>
                </c:pt>
                <c:pt idx="4650">
                  <c:v>153</c:v>
                </c:pt>
                <c:pt idx="4651">
                  <c:v>160</c:v>
                </c:pt>
                <c:pt idx="4652">
                  <c:v>152</c:v>
                </c:pt>
                <c:pt idx="4653">
                  <c:v>283</c:v>
                </c:pt>
                <c:pt idx="4654">
                  <c:v>116</c:v>
                </c:pt>
                <c:pt idx="4655">
                  <c:v>110</c:v>
                </c:pt>
                <c:pt idx="4656">
                  <c:v>233</c:v>
                </c:pt>
                <c:pt idx="4657">
                  <c:v>201</c:v>
                </c:pt>
                <c:pt idx="4658">
                  <c:v>138</c:v>
                </c:pt>
                <c:pt idx="4659">
                  <c:v>157</c:v>
                </c:pt>
                <c:pt idx="4660">
                  <c:v>358</c:v>
                </c:pt>
                <c:pt idx="4661">
                  <c:v>239</c:v>
                </c:pt>
                <c:pt idx="4662">
                  <c:v>119</c:v>
                </c:pt>
                <c:pt idx="4663">
                  <c:v>148</c:v>
                </c:pt>
                <c:pt idx="4664">
                  <c:v>295</c:v>
                </c:pt>
                <c:pt idx="4665">
                  <c:v>52</c:v>
                </c:pt>
                <c:pt idx="4666">
                  <c:v>634</c:v>
                </c:pt>
                <c:pt idx="4667">
                  <c:v>108</c:v>
                </c:pt>
                <c:pt idx="4668">
                  <c:v>214</c:v>
                </c:pt>
                <c:pt idx="4669">
                  <c:v>282</c:v>
                </c:pt>
                <c:pt idx="4670">
                  <c:v>69</c:v>
                </c:pt>
                <c:pt idx="4671">
                  <c:v>35</c:v>
                </c:pt>
                <c:pt idx="4672">
                  <c:v>272</c:v>
                </c:pt>
                <c:pt idx="4673">
                  <c:v>142</c:v>
                </c:pt>
                <c:pt idx="4674">
                  <c:v>284</c:v>
                </c:pt>
                <c:pt idx="4675">
                  <c:v>158</c:v>
                </c:pt>
                <c:pt idx="4676">
                  <c:v>305</c:v>
                </c:pt>
                <c:pt idx="4677">
                  <c:v>168</c:v>
                </c:pt>
                <c:pt idx="4678">
                  <c:v>32</c:v>
                </c:pt>
                <c:pt idx="4679">
                  <c:v>98</c:v>
                </c:pt>
                <c:pt idx="4680">
                  <c:v>116</c:v>
                </c:pt>
                <c:pt idx="4681">
                  <c:v>231</c:v>
                </c:pt>
                <c:pt idx="4682">
                  <c:v>52</c:v>
                </c:pt>
                <c:pt idx="4683">
                  <c:v>267</c:v>
                </c:pt>
                <c:pt idx="4684">
                  <c:v>200</c:v>
                </c:pt>
                <c:pt idx="4685">
                  <c:v>449</c:v>
                </c:pt>
                <c:pt idx="4686">
                  <c:v>116</c:v>
                </c:pt>
                <c:pt idx="4687">
                  <c:v>302</c:v>
                </c:pt>
                <c:pt idx="4688">
                  <c:v>162</c:v>
                </c:pt>
                <c:pt idx="4689">
                  <c:v>94</c:v>
                </c:pt>
                <c:pt idx="4690">
                  <c:v>74</c:v>
                </c:pt>
                <c:pt idx="4691">
                  <c:v>68</c:v>
                </c:pt>
                <c:pt idx="4692">
                  <c:v>128</c:v>
                </c:pt>
                <c:pt idx="4693">
                  <c:v>444</c:v>
                </c:pt>
                <c:pt idx="4694">
                  <c:v>245</c:v>
                </c:pt>
                <c:pt idx="4695">
                  <c:v>617</c:v>
                </c:pt>
                <c:pt idx="4696">
                  <c:v>132</c:v>
                </c:pt>
                <c:pt idx="4697">
                  <c:v>204</c:v>
                </c:pt>
                <c:pt idx="4698">
                  <c:v>117</c:v>
                </c:pt>
                <c:pt idx="4699">
                  <c:v>201</c:v>
                </c:pt>
                <c:pt idx="4700">
                  <c:v>204</c:v>
                </c:pt>
                <c:pt idx="4701">
                  <c:v>28</c:v>
                </c:pt>
                <c:pt idx="4702">
                  <c:v>386</c:v>
                </c:pt>
                <c:pt idx="4703">
                  <c:v>141</c:v>
                </c:pt>
                <c:pt idx="4704">
                  <c:v>270</c:v>
                </c:pt>
                <c:pt idx="4705">
                  <c:v>128</c:v>
                </c:pt>
                <c:pt idx="4706">
                  <c:v>79</c:v>
                </c:pt>
                <c:pt idx="4707">
                  <c:v>398</c:v>
                </c:pt>
                <c:pt idx="4708">
                  <c:v>150</c:v>
                </c:pt>
                <c:pt idx="4709">
                  <c:v>124</c:v>
                </c:pt>
                <c:pt idx="4710">
                  <c:v>248</c:v>
                </c:pt>
                <c:pt idx="4711">
                  <c:v>199</c:v>
                </c:pt>
                <c:pt idx="4712">
                  <c:v>106</c:v>
                </c:pt>
                <c:pt idx="4713">
                  <c:v>136</c:v>
                </c:pt>
                <c:pt idx="4714">
                  <c:v>86</c:v>
                </c:pt>
                <c:pt idx="4715">
                  <c:v>223</c:v>
                </c:pt>
                <c:pt idx="4716">
                  <c:v>124</c:v>
                </c:pt>
                <c:pt idx="4717">
                  <c:v>395</c:v>
                </c:pt>
                <c:pt idx="4718">
                  <c:v>110</c:v>
                </c:pt>
                <c:pt idx="4719">
                  <c:v>242</c:v>
                </c:pt>
                <c:pt idx="4720">
                  <c:v>484</c:v>
                </c:pt>
                <c:pt idx="4721">
                  <c:v>140</c:v>
                </c:pt>
                <c:pt idx="4722">
                  <c:v>64</c:v>
                </c:pt>
                <c:pt idx="4723">
                  <c:v>10</c:v>
                </c:pt>
                <c:pt idx="4724">
                  <c:v>124</c:v>
                </c:pt>
                <c:pt idx="4725">
                  <c:v>273</c:v>
                </c:pt>
                <c:pt idx="4726">
                  <c:v>129</c:v>
                </c:pt>
                <c:pt idx="4727">
                  <c:v>74</c:v>
                </c:pt>
                <c:pt idx="4728">
                  <c:v>740</c:v>
                </c:pt>
                <c:pt idx="4729">
                  <c:v>324</c:v>
                </c:pt>
                <c:pt idx="4730">
                  <c:v>172</c:v>
                </c:pt>
                <c:pt idx="4731">
                  <c:v>177</c:v>
                </c:pt>
                <c:pt idx="4732">
                  <c:v>703</c:v>
                </c:pt>
                <c:pt idx="4733">
                  <c:v>85</c:v>
                </c:pt>
                <c:pt idx="4734">
                  <c:v>284</c:v>
                </c:pt>
                <c:pt idx="4735">
                  <c:v>495</c:v>
                </c:pt>
                <c:pt idx="4736">
                  <c:v>361</c:v>
                </c:pt>
                <c:pt idx="4737">
                  <c:v>261</c:v>
                </c:pt>
                <c:pt idx="4738">
                  <c:v>366</c:v>
                </c:pt>
                <c:pt idx="4739">
                  <c:v>74</c:v>
                </c:pt>
                <c:pt idx="4740">
                  <c:v>59</c:v>
                </c:pt>
                <c:pt idx="4741">
                  <c:v>557</c:v>
                </c:pt>
                <c:pt idx="4742">
                  <c:v>609</c:v>
                </c:pt>
                <c:pt idx="4743">
                  <c:v>425</c:v>
                </c:pt>
                <c:pt idx="4744">
                  <c:v>143</c:v>
                </c:pt>
                <c:pt idx="4745">
                  <c:v>11</c:v>
                </c:pt>
                <c:pt idx="4746">
                  <c:v>232</c:v>
                </c:pt>
                <c:pt idx="4747">
                  <c:v>104</c:v>
                </c:pt>
                <c:pt idx="4748">
                  <c:v>78</c:v>
                </c:pt>
                <c:pt idx="4749">
                  <c:v>250</c:v>
                </c:pt>
                <c:pt idx="4750">
                  <c:v>127</c:v>
                </c:pt>
                <c:pt idx="4751">
                  <c:v>142</c:v>
                </c:pt>
                <c:pt idx="4752">
                  <c:v>163</c:v>
                </c:pt>
                <c:pt idx="4753">
                  <c:v>144</c:v>
                </c:pt>
                <c:pt idx="4754">
                  <c:v>293</c:v>
                </c:pt>
                <c:pt idx="4755">
                  <c:v>333</c:v>
                </c:pt>
                <c:pt idx="4756">
                  <c:v>407</c:v>
                </c:pt>
                <c:pt idx="4757">
                  <c:v>26</c:v>
                </c:pt>
                <c:pt idx="4758">
                  <c:v>173</c:v>
                </c:pt>
                <c:pt idx="4759">
                  <c:v>219</c:v>
                </c:pt>
                <c:pt idx="4760">
                  <c:v>197</c:v>
                </c:pt>
                <c:pt idx="4761">
                  <c:v>158</c:v>
                </c:pt>
                <c:pt idx="4762">
                  <c:v>112</c:v>
                </c:pt>
                <c:pt idx="4763">
                  <c:v>224</c:v>
                </c:pt>
                <c:pt idx="4764">
                  <c:v>174</c:v>
                </c:pt>
                <c:pt idx="4765">
                  <c:v>159</c:v>
                </c:pt>
                <c:pt idx="4766">
                  <c:v>147</c:v>
                </c:pt>
                <c:pt idx="4767">
                  <c:v>144</c:v>
                </c:pt>
                <c:pt idx="4768">
                  <c:v>140</c:v>
                </c:pt>
                <c:pt idx="4769">
                  <c:v>143</c:v>
                </c:pt>
                <c:pt idx="4770">
                  <c:v>246</c:v>
                </c:pt>
                <c:pt idx="4771">
                  <c:v>420</c:v>
                </c:pt>
                <c:pt idx="4772">
                  <c:v>28</c:v>
                </c:pt>
                <c:pt idx="4773">
                  <c:v>28</c:v>
                </c:pt>
                <c:pt idx="4774">
                  <c:v>298</c:v>
                </c:pt>
                <c:pt idx="4775">
                  <c:v>198</c:v>
                </c:pt>
                <c:pt idx="4776">
                  <c:v>112</c:v>
                </c:pt>
                <c:pt idx="4777">
                  <c:v>283</c:v>
                </c:pt>
                <c:pt idx="4778">
                  <c:v>226</c:v>
                </c:pt>
                <c:pt idx="4779">
                  <c:v>171</c:v>
                </c:pt>
                <c:pt idx="4780">
                  <c:v>151</c:v>
                </c:pt>
                <c:pt idx="4781">
                  <c:v>132</c:v>
                </c:pt>
                <c:pt idx="4782">
                  <c:v>182</c:v>
                </c:pt>
                <c:pt idx="4783">
                  <c:v>131</c:v>
                </c:pt>
                <c:pt idx="4784">
                  <c:v>182</c:v>
                </c:pt>
                <c:pt idx="4785">
                  <c:v>226</c:v>
                </c:pt>
                <c:pt idx="4786">
                  <c:v>228</c:v>
                </c:pt>
                <c:pt idx="4787">
                  <c:v>157</c:v>
                </c:pt>
                <c:pt idx="4788">
                  <c:v>144</c:v>
                </c:pt>
                <c:pt idx="4789">
                  <c:v>120</c:v>
                </c:pt>
                <c:pt idx="4790">
                  <c:v>69</c:v>
                </c:pt>
                <c:pt idx="4791">
                  <c:v>200</c:v>
                </c:pt>
                <c:pt idx="4792">
                  <c:v>24</c:v>
                </c:pt>
                <c:pt idx="4793">
                  <c:v>212</c:v>
                </c:pt>
                <c:pt idx="4794">
                  <c:v>296</c:v>
                </c:pt>
                <c:pt idx="4795">
                  <c:v>166</c:v>
                </c:pt>
                <c:pt idx="4796">
                  <c:v>178</c:v>
                </c:pt>
                <c:pt idx="4797">
                  <c:v>168</c:v>
                </c:pt>
                <c:pt idx="4798">
                  <c:v>425</c:v>
                </c:pt>
                <c:pt idx="4799">
                  <c:v>30</c:v>
                </c:pt>
                <c:pt idx="4800">
                  <c:v>177</c:v>
                </c:pt>
                <c:pt idx="4801">
                  <c:v>277</c:v>
                </c:pt>
                <c:pt idx="4802">
                  <c:v>119</c:v>
                </c:pt>
                <c:pt idx="4803">
                  <c:v>227</c:v>
                </c:pt>
                <c:pt idx="4804">
                  <c:v>164</c:v>
                </c:pt>
                <c:pt idx="4805">
                  <c:v>160</c:v>
                </c:pt>
                <c:pt idx="4806">
                  <c:v>166</c:v>
                </c:pt>
                <c:pt idx="4807">
                  <c:v>80</c:v>
                </c:pt>
                <c:pt idx="4808">
                  <c:v>70</c:v>
                </c:pt>
                <c:pt idx="4809">
                  <c:v>159</c:v>
                </c:pt>
                <c:pt idx="4810">
                  <c:v>180</c:v>
                </c:pt>
                <c:pt idx="4811">
                  <c:v>70</c:v>
                </c:pt>
                <c:pt idx="4812">
                  <c:v>522</c:v>
                </c:pt>
                <c:pt idx="4813">
                  <c:v>348</c:v>
                </c:pt>
                <c:pt idx="4814">
                  <c:v>135</c:v>
                </c:pt>
                <c:pt idx="4815">
                  <c:v>184</c:v>
                </c:pt>
                <c:pt idx="4816">
                  <c:v>437</c:v>
                </c:pt>
                <c:pt idx="4817">
                  <c:v>122</c:v>
                </c:pt>
                <c:pt idx="4818">
                  <c:v>127</c:v>
                </c:pt>
                <c:pt idx="4819">
                  <c:v>120</c:v>
                </c:pt>
                <c:pt idx="4820">
                  <c:v>140</c:v>
                </c:pt>
                <c:pt idx="4821">
                  <c:v>489</c:v>
                </c:pt>
                <c:pt idx="4822">
                  <c:v>24</c:v>
                </c:pt>
                <c:pt idx="4823">
                  <c:v>133</c:v>
                </c:pt>
                <c:pt idx="4824">
                  <c:v>283</c:v>
                </c:pt>
                <c:pt idx="4825">
                  <c:v>152</c:v>
                </c:pt>
                <c:pt idx="4826">
                  <c:v>637</c:v>
                </c:pt>
                <c:pt idx="4827">
                  <c:v>185</c:v>
                </c:pt>
                <c:pt idx="4828">
                  <c:v>229</c:v>
                </c:pt>
                <c:pt idx="4829">
                  <c:v>130</c:v>
                </c:pt>
                <c:pt idx="4830">
                  <c:v>166</c:v>
                </c:pt>
                <c:pt idx="4831">
                  <c:v>124</c:v>
                </c:pt>
                <c:pt idx="4832">
                  <c:v>187</c:v>
                </c:pt>
                <c:pt idx="4833">
                  <c:v>96</c:v>
                </c:pt>
                <c:pt idx="4834">
                  <c:v>378</c:v>
                </c:pt>
                <c:pt idx="4835">
                  <c:v>179</c:v>
                </c:pt>
                <c:pt idx="4836">
                  <c:v>529</c:v>
                </c:pt>
                <c:pt idx="4837">
                  <c:v>168</c:v>
                </c:pt>
                <c:pt idx="4838">
                  <c:v>121</c:v>
                </c:pt>
                <c:pt idx="4839">
                  <c:v>142</c:v>
                </c:pt>
                <c:pt idx="4840">
                  <c:v>234</c:v>
                </c:pt>
                <c:pt idx="4841">
                  <c:v>135</c:v>
                </c:pt>
                <c:pt idx="4842">
                  <c:v>109</c:v>
                </c:pt>
                <c:pt idx="4843">
                  <c:v>183</c:v>
                </c:pt>
                <c:pt idx="4844">
                  <c:v>345</c:v>
                </c:pt>
                <c:pt idx="4845">
                  <c:v>203</c:v>
                </c:pt>
                <c:pt idx="4846">
                  <c:v>165</c:v>
                </c:pt>
                <c:pt idx="4847">
                  <c:v>111</c:v>
                </c:pt>
                <c:pt idx="4848">
                  <c:v>115</c:v>
                </c:pt>
                <c:pt idx="4849">
                  <c:v>170</c:v>
                </c:pt>
                <c:pt idx="4850">
                  <c:v>305</c:v>
                </c:pt>
                <c:pt idx="4851">
                  <c:v>199</c:v>
                </c:pt>
                <c:pt idx="4852">
                  <c:v>26</c:v>
                </c:pt>
                <c:pt idx="4853">
                  <c:v>173</c:v>
                </c:pt>
                <c:pt idx="4854">
                  <c:v>229</c:v>
                </c:pt>
                <c:pt idx="4855">
                  <c:v>170</c:v>
                </c:pt>
                <c:pt idx="4856">
                  <c:v>155</c:v>
                </c:pt>
                <c:pt idx="4857">
                  <c:v>133</c:v>
                </c:pt>
                <c:pt idx="4858">
                  <c:v>350</c:v>
                </c:pt>
                <c:pt idx="4859">
                  <c:v>163</c:v>
                </c:pt>
                <c:pt idx="4860">
                  <c:v>170</c:v>
                </c:pt>
                <c:pt idx="4861">
                  <c:v>443</c:v>
                </c:pt>
                <c:pt idx="4862">
                  <c:v>215</c:v>
                </c:pt>
                <c:pt idx="4863">
                  <c:v>247</c:v>
                </c:pt>
                <c:pt idx="4864">
                  <c:v>180</c:v>
                </c:pt>
                <c:pt idx="4865">
                  <c:v>295</c:v>
                </c:pt>
                <c:pt idx="4866">
                  <c:v>533</c:v>
                </c:pt>
                <c:pt idx="4867">
                  <c:v>121</c:v>
                </c:pt>
                <c:pt idx="4868">
                  <c:v>181</c:v>
                </c:pt>
                <c:pt idx="4869">
                  <c:v>216</c:v>
                </c:pt>
                <c:pt idx="4870">
                  <c:v>210</c:v>
                </c:pt>
                <c:pt idx="4871">
                  <c:v>189</c:v>
                </c:pt>
                <c:pt idx="4872">
                  <c:v>183</c:v>
                </c:pt>
                <c:pt idx="4873">
                  <c:v>299</c:v>
                </c:pt>
                <c:pt idx="4874">
                  <c:v>140</c:v>
                </c:pt>
                <c:pt idx="4875">
                  <c:v>240</c:v>
                </c:pt>
                <c:pt idx="4876">
                  <c:v>226</c:v>
                </c:pt>
                <c:pt idx="4877">
                  <c:v>123</c:v>
                </c:pt>
                <c:pt idx="4878">
                  <c:v>242</c:v>
                </c:pt>
                <c:pt idx="4879">
                  <c:v>107</c:v>
                </c:pt>
                <c:pt idx="4880">
                  <c:v>190</c:v>
                </c:pt>
                <c:pt idx="4881">
                  <c:v>168</c:v>
                </c:pt>
                <c:pt idx="4882">
                  <c:v>228</c:v>
                </c:pt>
                <c:pt idx="4883">
                  <c:v>159</c:v>
                </c:pt>
                <c:pt idx="4884">
                  <c:v>177</c:v>
                </c:pt>
                <c:pt idx="4885">
                  <c:v>176</c:v>
                </c:pt>
                <c:pt idx="4886">
                  <c:v>515</c:v>
                </c:pt>
                <c:pt idx="4887">
                  <c:v>159</c:v>
                </c:pt>
                <c:pt idx="4888">
                  <c:v>140</c:v>
                </c:pt>
                <c:pt idx="4889">
                  <c:v>152</c:v>
                </c:pt>
                <c:pt idx="4890">
                  <c:v>212</c:v>
                </c:pt>
                <c:pt idx="4891">
                  <c:v>235</c:v>
                </c:pt>
                <c:pt idx="4892">
                  <c:v>426</c:v>
                </c:pt>
                <c:pt idx="4893">
                  <c:v>185</c:v>
                </c:pt>
                <c:pt idx="4894">
                  <c:v>266</c:v>
                </c:pt>
                <c:pt idx="4895">
                  <c:v>220</c:v>
                </c:pt>
                <c:pt idx="4896">
                  <c:v>361</c:v>
                </c:pt>
                <c:pt idx="4897">
                  <c:v>196</c:v>
                </c:pt>
                <c:pt idx="4898">
                  <c:v>138</c:v>
                </c:pt>
                <c:pt idx="4899">
                  <c:v>143</c:v>
                </c:pt>
                <c:pt idx="4900">
                  <c:v>172</c:v>
                </c:pt>
                <c:pt idx="4901">
                  <c:v>204</c:v>
                </c:pt>
                <c:pt idx="4902">
                  <c:v>217</c:v>
                </c:pt>
                <c:pt idx="4903">
                  <c:v>180</c:v>
                </c:pt>
                <c:pt idx="4904">
                  <c:v>145</c:v>
                </c:pt>
                <c:pt idx="4905">
                  <c:v>121</c:v>
                </c:pt>
                <c:pt idx="4906">
                  <c:v>101</c:v>
                </c:pt>
                <c:pt idx="4907">
                  <c:v>146</c:v>
                </c:pt>
                <c:pt idx="4908">
                  <c:v>213</c:v>
                </c:pt>
                <c:pt idx="4909">
                  <c:v>192</c:v>
                </c:pt>
                <c:pt idx="4910">
                  <c:v>229</c:v>
                </c:pt>
                <c:pt idx="4911">
                  <c:v>168</c:v>
                </c:pt>
                <c:pt idx="4912">
                  <c:v>199</c:v>
                </c:pt>
                <c:pt idx="4913">
                  <c:v>209</c:v>
                </c:pt>
                <c:pt idx="4914">
                  <c:v>83</c:v>
                </c:pt>
                <c:pt idx="4915">
                  <c:v>152</c:v>
                </c:pt>
                <c:pt idx="4916">
                  <c:v>157</c:v>
                </c:pt>
                <c:pt idx="4917">
                  <c:v>30</c:v>
                </c:pt>
                <c:pt idx="4918">
                  <c:v>422</c:v>
                </c:pt>
                <c:pt idx="4919">
                  <c:v>640</c:v>
                </c:pt>
                <c:pt idx="4920">
                  <c:v>84</c:v>
                </c:pt>
                <c:pt idx="4921">
                  <c:v>180</c:v>
                </c:pt>
                <c:pt idx="4922">
                  <c:v>211</c:v>
                </c:pt>
                <c:pt idx="4923">
                  <c:v>187</c:v>
                </c:pt>
                <c:pt idx="4924">
                  <c:v>145</c:v>
                </c:pt>
                <c:pt idx="4925">
                  <c:v>96</c:v>
                </c:pt>
                <c:pt idx="4926">
                  <c:v>137</c:v>
                </c:pt>
                <c:pt idx="4927">
                  <c:v>154</c:v>
                </c:pt>
                <c:pt idx="4928">
                  <c:v>179</c:v>
                </c:pt>
                <c:pt idx="4929">
                  <c:v>139</c:v>
                </c:pt>
                <c:pt idx="4930">
                  <c:v>130</c:v>
                </c:pt>
                <c:pt idx="4931">
                  <c:v>243</c:v>
                </c:pt>
                <c:pt idx="4932">
                  <c:v>176</c:v>
                </c:pt>
                <c:pt idx="4933">
                  <c:v>359</c:v>
                </c:pt>
                <c:pt idx="4934">
                  <c:v>227</c:v>
                </c:pt>
                <c:pt idx="4935">
                  <c:v>163</c:v>
                </c:pt>
                <c:pt idx="4936">
                  <c:v>191</c:v>
                </c:pt>
                <c:pt idx="4937">
                  <c:v>186</c:v>
                </c:pt>
                <c:pt idx="4938">
                  <c:v>175</c:v>
                </c:pt>
                <c:pt idx="4939">
                  <c:v>102</c:v>
                </c:pt>
                <c:pt idx="4940">
                  <c:v>150</c:v>
                </c:pt>
                <c:pt idx="4941">
                  <c:v>457</c:v>
                </c:pt>
                <c:pt idx="4942">
                  <c:v>183</c:v>
                </c:pt>
                <c:pt idx="4943">
                  <c:v>21</c:v>
                </c:pt>
                <c:pt idx="4944">
                  <c:v>118</c:v>
                </c:pt>
                <c:pt idx="4945">
                  <c:v>210</c:v>
                </c:pt>
                <c:pt idx="4946">
                  <c:v>95</c:v>
                </c:pt>
                <c:pt idx="4947">
                  <c:v>247</c:v>
                </c:pt>
                <c:pt idx="4948">
                  <c:v>163</c:v>
                </c:pt>
                <c:pt idx="4949">
                  <c:v>265</c:v>
                </c:pt>
                <c:pt idx="4950">
                  <c:v>109</c:v>
                </c:pt>
                <c:pt idx="4951">
                  <c:v>444</c:v>
                </c:pt>
                <c:pt idx="4952">
                  <c:v>229</c:v>
                </c:pt>
                <c:pt idx="4953">
                  <c:v>171</c:v>
                </c:pt>
                <c:pt idx="4954">
                  <c:v>143</c:v>
                </c:pt>
                <c:pt idx="4955">
                  <c:v>165</c:v>
                </c:pt>
                <c:pt idx="4956">
                  <c:v>220</c:v>
                </c:pt>
                <c:pt idx="4957">
                  <c:v>277</c:v>
                </c:pt>
                <c:pt idx="4958">
                  <c:v>224</c:v>
                </c:pt>
                <c:pt idx="4959">
                  <c:v>276</c:v>
                </c:pt>
                <c:pt idx="4960">
                  <c:v>164</c:v>
                </c:pt>
                <c:pt idx="4961">
                  <c:v>160</c:v>
                </c:pt>
                <c:pt idx="4962">
                  <c:v>143</c:v>
                </c:pt>
                <c:pt idx="4963">
                  <c:v>271</c:v>
                </c:pt>
                <c:pt idx="4964">
                  <c:v>229</c:v>
                </c:pt>
                <c:pt idx="4965">
                  <c:v>187</c:v>
                </c:pt>
                <c:pt idx="4966">
                  <c:v>137</c:v>
                </c:pt>
                <c:pt idx="4967">
                  <c:v>149</c:v>
                </c:pt>
                <c:pt idx="4968">
                  <c:v>145</c:v>
                </c:pt>
                <c:pt idx="4969">
                  <c:v>190</c:v>
                </c:pt>
                <c:pt idx="4970">
                  <c:v>195</c:v>
                </c:pt>
                <c:pt idx="4971">
                  <c:v>508</c:v>
                </c:pt>
                <c:pt idx="4972">
                  <c:v>135</c:v>
                </c:pt>
                <c:pt idx="4973">
                  <c:v>147</c:v>
                </c:pt>
                <c:pt idx="4974">
                  <c:v>158</c:v>
                </c:pt>
                <c:pt idx="4975">
                  <c:v>198</c:v>
                </c:pt>
                <c:pt idx="4976">
                  <c:v>112</c:v>
                </c:pt>
                <c:pt idx="4977">
                  <c:v>166</c:v>
                </c:pt>
                <c:pt idx="4978">
                  <c:v>274</c:v>
                </c:pt>
                <c:pt idx="4979">
                  <c:v>252</c:v>
                </c:pt>
                <c:pt idx="4980">
                  <c:v>261</c:v>
                </c:pt>
                <c:pt idx="4981">
                  <c:v>189</c:v>
                </c:pt>
                <c:pt idx="4982">
                  <c:v>377</c:v>
                </c:pt>
                <c:pt idx="4983">
                  <c:v>220</c:v>
                </c:pt>
                <c:pt idx="4984">
                  <c:v>132</c:v>
                </c:pt>
                <c:pt idx="4985">
                  <c:v>133</c:v>
                </c:pt>
                <c:pt idx="4986">
                  <c:v>214</c:v>
                </c:pt>
                <c:pt idx="4987">
                  <c:v>351</c:v>
                </c:pt>
                <c:pt idx="4988">
                  <c:v>192</c:v>
                </c:pt>
                <c:pt idx="4989">
                  <c:v>141</c:v>
                </c:pt>
                <c:pt idx="4990">
                  <c:v>331</c:v>
                </c:pt>
                <c:pt idx="4991">
                  <c:v>122</c:v>
                </c:pt>
                <c:pt idx="4992">
                  <c:v>175</c:v>
                </c:pt>
                <c:pt idx="4993">
                  <c:v>201</c:v>
                </c:pt>
                <c:pt idx="4994">
                  <c:v>196</c:v>
                </c:pt>
                <c:pt idx="4995">
                  <c:v>184</c:v>
                </c:pt>
                <c:pt idx="4996">
                  <c:v>303</c:v>
                </c:pt>
                <c:pt idx="4997">
                  <c:v>149</c:v>
                </c:pt>
                <c:pt idx="4998">
                  <c:v>395</c:v>
                </c:pt>
                <c:pt idx="4999">
                  <c:v>167</c:v>
                </c:pt>
                <c:pt idx="5000">
                  <c:v>406</c:v>
                </c:pt>
                <c:pt idx="5001">
                  <c:v>154</c:v>
                </c:pt>
                <c:pt idx="5002">
                  <c:v>327</c:v>
                </c:pt>
                <c:pt idx="5003">
                  <c:v>266</c:v>
                </c:pt>
                <c:pt idx="5004">
                  <c:v>260</c:v>
                </c:pt>
                <c:pt idx="5005">
                  <c:v>119</c:v>
                </c:pt>
                <c:pt idx="5006">
                  <c:v>401</c:v>
                </c:pt>
                <c:pt idx="5007">
                  <c:v>139</c:v>
                </c:pt>
                <c:pt idx="5008">
                  <c:v>93</c:v>
                </c:pt>
                <c:pt idx="5009">
                  <c:v>183</c:v>
                </c:pt>
                <c:pt idx="5010">
                  <c:v>230</c:v>
                </c:pt>
                <c:pt idx="5011">
                  <c:v>294</c:v>
                </c:pt>
                <c:pt idx="5012">
                  <c:v>146</c:v>
                </c:pt>
                <c:pt idx="5013">
                  <c:v>174</c:v>
                </c:pt>
                <c:pt idx="5014">
                  <c:v>110</c:v>
                </c:pt>
                <c:pt idx="5015">
                  <c:v>212</c:v>
                </c:pt>
                <c:pt idx="5016">
                  <c:v>251</c:v>
                </c:pt>
                <c:pt idx="5017">
                  <c:v>408</c:v>
                </c:pt>
                <c:pt idx="5018">
                  <c:v>133</c:v>
                </c:pt>
                <c:pt idx="5019">
                  <c:v>132</c:v>
                </c:pt>
                <c:pt idx="5020">
                  <c:v>207</c:v>
                </c:pt>
                <c:pt idx="5021">
                  <c:v>198</c:v>
                </c:pt>
                <c:pt idx="5022">
                  <c:v>279</c:v>
                </c:pt>
                <c:pt idx="5023">
                  <c:v>276</c:v>
                </c:pt>
                <c:pt idx="5024">
                  <c:v>107</c:v>
                </c:pt>
                <c:pt idx="5025">
                  <c:v>173</c:v>
                </c:pt>
                <c:pt idx="5026">
                  <c:v>138</c:v>
                </c:pt>
                <c:pt idx="5027">
                  <c:v>186</c:v>
                </c:pt>
                <c:pt idx="5028">
                  <c:v>488</c:v>
                </c:pt>
                <c:pt idx="5029">
                  <c:v>408</c:v>
                </c:pt>
                <c:pt idx="5030">
                  <c:v>175</c:v>
                </c:pt>
                <c:pt idx="5031">
                  <c:v>489</c:v>
                </c:pt>
                <c:pt idx="5032">
                  <c:v>143</c:v>
                </c:pt>
                <c:pt idx="5033">
                  <c:v>674</c:v>
                </c:pt>
                <c:pt idx="5034">
                  <c:v>428</c:v>
                </c:pt>
                <c:pt idx="5035">
                  <c:v>170</c:v>
                </c:pt>
                <c:pt idx="5036">
                  <c:v>136</c:v>
                </c:pt>
                <c:pt idx="5037">
                  <c:v>222</c:v>
                </c:pt>
                <c:pt idx="5038">
                  <c:v>175</c:v>
                </c:pt>
                <c:pt idx="5039">
                  <c:v>162</c:v>
                </c:pt>
                <c:pt idx="5040">
                  <c:v>183</c:v>
                </c:pt>
                <c:pt idx="5041">
                  <c:v>156</c:v>
                </c:pt>
                <c:pt idx="5042">
                  <c:v>349</c:v>
                </c:pt>
                <c:pt idx="5043">
                  <c:v>198</c:v>
                </c:pt>
                <c:pt idx="5044">
                  <c:v>173</c:v>
                </c:pt>
                <c:pt idx="5045">
                  <c:v>236</c:v>
                </c:pt>
                <c:pt idx="5046">
                  <c:v>174</c:v>
                </c:pt>
                <c:pt idx="5047">
                  <c:v>220</c:v>
                </c:pt>
                <c:pt idx="5048">
                  <c:v>152</c:v>
                </c:pt>
                <c:pt idx="5049">
                  <c:v>160</c:v>
                </c:pt>
                <c:pt idx="5050">
                  <c:v>206</c:v>
                </c:pt>
                <c:pt idx="5051">
                  <c:v>385</c:v>
                </c:pt>
                <c:pt idx="5052">
                  <c:v>111</c:v>
                </c:pt>
                <c:pt idx="5053">
                  <c:v>92</c:v>
                </c:pt>
                <c:pt idx="5054">
                  <c:v>193</c:v>
                </c:pt>
                <c:pt idx="5055">
                  <c:v>626</c:v>
                </c:pt>
                <c:pt idx="5056">
                  <c:v>147</c:v>
                </c:pt>
                <c:pt idx="5057">
                  <c:v>147</c:v>
                </c:pt>
                <c:pt idx="5058">
                  <c:v>196</c:v>
                </c:pt>
                <c:pt idx="5059">
                  <c:v>151</c:v>
                </c:pt>
                <c:pt idx="5060">
                  <c:v>199</c:v>
                </c:pt>
                <c:pt idx="5061">
                  <c:v>102</c:v>
                </c:pt>
                <c:pt idx="5062">
                  <c:v>216</c:v>
                </c:pt>
                <c:pt idx="5063">
                  <c:v>458</c:v>
                </c:pt>
                <c:pt idx="5064">
                  <c:v>697</c:v>
                </c:pt>
                <c:pt idx="5065">
                  <c:v>288</c:v>
                </c:pt>
                <c:pt idx="5066">
                  <c:v>238</c:v>
                </c:pt>
                <c:pt idx="5067">
                  <c:v>163</c:v>
                </c:pt>
                <c:pt idx="5068">
                  <c:v>222</c:v>
                </c:pt>
                <c:pt idx="5069">
                  <c:v>208</c:v>
                </c:pt>
                <c:pt idx="5070">
                  <c:v>146</c:v>
                </c:pt>
                <c:pt idx="5071">
                  <c:v>140</c:v>
                </c:pt>
                <c:pt idx="5072">
                  <c:v>249</c:v>
                </c:pt>
                <c:pt idx="5073">
                  <c:v>130</c:v>
                </c:pt>
                <c:pt idx="5074">
                  <c:v>208</c:v>
                </c:pt>
                <c:pt idx="5075">
                  <c:v>171</c:v>
                </c:pt>
                <c:pt idx="5076">
                  <c:v>141</c:v>
                </c:pt>
                <c:pt idx="5077">
                  <c:v>172</c:v>
                </c:pt>
                <c:pt idx="5078">
                  <c:v>198</c:v>
                </c:pt>
                <c:pt idx="5079">
                  <c:v>190</c:v>
                </c:pt>
                <c:pt idx="5080">
                  <c:v>160</c:v>
                </c:pt>
                <c:pt idx="5081">
                  <c:v>162</c:v>
                </c:pt>
                <c:pt idx="5082">
                  <c:v>617</c:v>
                </c:pt>
                <c:pt idx="5083">
                  <c:v>148</c:v>
                </c:pt>
                <c:pt idx="5084">
                  <c:v>204</c:v>
                </c:pt>
                <c:pt idx="5085">
                  <c:v>176</c:v>
                </c:pt>
                <c:pt idx="5086">
                  <c:v>236</c:v>
                </c:pt>
                <c:pt idx="5087">
                  <c:v>230</c:v>
                </c:pt>
                <c:pt idx="5088">
                  <c:v>159</c:v>
                </c:pt>
                <c:pt idx="5089">
                  <c:v>152</c:v>
                </c:pt>
                <c:pt idx="5090">
                  <c:v>394</c:v>
                </c:pt>
                <c:pt idx="5091">
                  <c:v>111</c:v>
                </c:pt>
                <c:pt idx="5092">
                  <c:v>199</c:v>
                </c:pt>
                <c:pt idx="5093">
                  <c:v>239</c:v>
                </c:pt>
                <c:pt idx="5094">
                  <c:v>150</c:v>
                </c:pt>
                <c:pt idx="5095">
                  <c:v>175</c:v>
                </c:pt>
                <c:pt idx="5096">
                  <c:v>309</c:v>
                </c:pt>
                <c:pt idx="5097">
                  <c:v>120</c:v>
                </c:pt>
                <c:pt idx="5098">
                  <c:v>355</c:v>
                </c:pt>
                <c:pt idx="5099">
                  <c:v>327</c:v>
                </c:pt>
                <c:pt idx="5100">
                  <c:v>140</c:v>
                </c:pt>
                <c:pt idx="5101">
                  <c:v>163</c:v>
                </c:pt>
                <c:pt idx="5102">
                  <c:v>137</c:v>
                </c:pt>
                <c:pt idx="5103">
                  <c:v>187</c:v>
                </c:pt>
                <c:pt idx="5104">
                  <c:v>256</c:v>
                </c:pt>
                <c:pt idx="5105">
                  <c:v>254</c:v>
                </c:pt>
                <c:pt idx="5106">
                  <c:v>196</c:v>
                </c:pt>
                <c:pt idx="5107">
                  <c:v>696</c:v>
                </c:pt>
                <c:pt idx="5108">
                  <c:v>255</c:v>
                </c:pt>
                <c:pt idx="5109">
                  <c:v>137</c:v>
                </c:pt>
                <c:pt idx="5110">
                  <c:v>154</c:v>
                </c:pt>
                <c:pt idx="5111">
                  <c:v>216</c:v>
                </c:pt>
                <c:pt idx="5112">
                  <c:v>170</c:v>
                </c:pt>
                <c:pt idx="5113">
                  <c:v>165</c:v>
                </c:pt>
                <c:pt idx="5114">
                  <c:v>247</c:v>
                </c:pt>
                <c:pt idx="5115">
                  <c:v>349</c:v>
                </c:pt>
                <c:pt idx="5116">
                  <c:v>134</c:v>
                </c:pt>
                <c:pt idx="5117">
                  <c:v>161</c:v>
                </c:pt>
                <c:pt idx="5118">
                  <c:v>584</c:v>
                </c:pt>
                <c:pt idx="5119">
                  <c:v>165</c:v>
                </c:pt>
                <c:pt idx="5120">
                  <c:v>49</c:v>
                </c:pt>
                <c:pt idx="5121">
                  <c:v>91</c:v>
                </c:pt>
                <c:pt idx="5122">
                  <c:v>141</c:v>
                </c:pt>
                <c:pt idx="5123">
                  <c:v>171</c:v>
                </c:pt>
                <c:pt idx="5124">
                  <c:v>235</c:v>
                </c:pt>
                <c:pt idx="5125">
                  <c:v>280</c:v>
                </c:pt>
                <c:pt idx="5126">
                  <c:v>179</c:v>
                </c:pt>
                <c:pt idx="5127">
                  <c:v>538</c:v>
                </c:pt>
                <c:pt idx="5128">
                  <c:v>118</c:v>
                </c:pt>
                <c:pt idx="5129">
                  <c:v>532</c:v>
                </c:pt>
                <c:pt idx="5130">
                  <c:v>161</c:v>
                </c:pt>
                <c:pt idx="5131">
                  <c:v>184</c:v>
                </c:pt>
                <c:pt idx="5132">
                  <c:v>118</c:v>
                </c:pt>
                <c:pt idx="5133">
                  <c:v>197</c:v>
                </c:pt>
                <c:pt idx="5134">
                  <c:v>127</c:v>
                </c:pt>
                <c:pt idx="5135">
                  <c:v>124</c:v>
                </c:pt>
                <c:pt idx="5136">
                  <c:v>306</c:v>
                </c:pt>
                <c:pt idx="5137">
                  <c:v>173</c:v>
                </c:pt>
                <c:pt idx="5138">
                  <c:v>219</c:v>
                </c:pt>
                <c:pt idx="5139">
                  <c:v>46</c:v>
                </c:pt>
                <c:pt idx="5140">
                  <c:v>103</c:v>
                </c:pt>
                <c:pt idx="5141">
                  <c:v>304</c:v>
                </c:pt>
                <c:pt idx="5142">
                  <c:v>149</c:v>
                </c:pt>
                <c:pt idx="5143">
                  <c:v>93</c:v>
                </c:pt>
                <c:pt idx="5144">
                  <c:v>265</c:v>
                </c:pt>
                <c:pt idx="5145">
                  <c:v>117</c:v>
                </c:pt>
                <c:pt idx="5146">
                  <c:v>303</c:v>
                </c:pt>
                <c:pt idx="5147">
                  <c:v>120</c:v>
                </c:pt>
                <c:pt idx="5148">
                  <c:v>132</c:v>
                </c:pt>
                <c:pt idx="5149">
                  <c:v>216</c:v>
                </c:pt>
                <c:pt idx="5150">
                  <c:v>582</c:v>
                </c:pt>
                <c:pt idx="5151">
                  <c:v>174</c:v>
                </c:pt>
                <c:pt idx="5152">
                  <c:v>139</c:v>
                </c:pt>
                <c:pt idx="5153">
                  <c:v>409</c:v>
                </c:pt>
                <c:pt idx="5154">
                  <c:v>69</c:v>
                </c:pt>
                <c:pt idx="5155">
                  <c:v>395</c:v>
                </c:pt>
                <c:pt idx="5156">
                  <c:v>216</c:v>
                </c:pt>
                <c:pt idx="5157">
                  <c:v>156</c:v>
                </c:pt>
                <c:pt idx="5158">
                  <c:v>175</c:v>
                </c:pt>
                <c:pt idx="5159">
                  <c:v>173</c:v>
                </c:pt>
                <c:pt idx="5160">
                  <c:v>159</c:v>
                </c:pt>
                <c:pt idx="5161">
                  <c:v>130</c:v>
                </c:pt>
                <c:pt idx="5162">
                  <c:v>149</c:v>
                </c:pt>
                <c:pt idx="5163">
                  <c:v>245</c:v>
                </c:pt>
                <c:pt idx="5164">
                  <c:v>125</c:v>
                </c:pt>
                <c:pt idx="5165">
                  <c:v>546</c:v>
                </c:pt>
                <c:pt idx="5166">
                  <c:v>386</c:v>
                </c:pt>
                <c:pt idx="5167">
                  <c:v>104</c:v>
                </c:pt>
                <c:pt idx="5168">
                  <c:v>392</c:v>
                </c:pt>
                <c:pt idx="5169">
                  <c:v>88</c:v>
                </c:pt>
                <c:pt idx="5170">
                  <c:v>444</c:v>
                </c:pt>
                <c:pt idx="5171">
                  <c:v>139</c:v>
                </c:pt>
                <c:pt idx="5172">
                  <c:v>83</c:v>
                </c:pt>
                <c:pt idx="5173">
                  <c:v>139</c:v>
                </c:pt>
                <c:pt idx="5174">
                  <c:v>418</c:v>
                </c:pt>
                <c:pt idx="5175">
                  <c:v>153</c:v>
                </c:pt>
                <c:pt idx="5176">
                  <c:v>148</c:v>
                </c:pt>
                <c:pt idx="5177">
                  <c:v>444</c:v>
                </c:pt>
                <c:pt idx="5178">
                  <c:v>203</c:v>
                </c:pt>
                <c:pt idx="5179">
                  <c:v>143</c:v>
                </c:pt>
                <c:pt idx="5180">
                  <c:v>326</c:v>
                </c:pt>
                <c:pt idx="5181">
                  <c:v>141</c:v>
                </c:pt>
                <c:pt idx="5182">
                  <c:v>130</c:v>
                </c:pt>
                <c:pt idx="5183">
                  <c:v>168</c:v>
                </c:pt>
                <c:pt idx="5184">
                  <c:v>136</c:v>
                </c:pt>
                <c:pt idx="5185">
                  <c:v>296</c:v>
                </c:pt>
                <c:pt idx="5186">
                  <c:v>159</c:v>
                </c:pt>
                <c:pt idx="5187">
                  <c:v>173</c:v>
                </c:pt>
                <c:pt idx="5188">
                  <c:v>319</c:v>
                </c:pt>
                <c:pt idx="5189">
                  <c:v>108</c:v>
                </c:pt>
                <c:pt idx="5190">
                  <c:v>142</c:v>
                </c:pt>
                <c:pt idx="5191">
                  <c:v>138</c:v>
                </c:pt>
                <c:pt idx="5192">
                  <c:v>91</c:v>
                </c:pt>
                <c:pt idx="5193">
                  <c:v>321</c:v>
                </c:pt>
                <c:pt idx="5194">
                  <c:v>99</c:v>
                </c:pt>
                <c:pt idx="5195">
                  <c:v>207</c:v>
                </c:pt>
                <c:pt idx="5196">
                  <c:v>157</c:v>
                </c:pt>
                <c:pt idx="5197">
                  <c:v>141</c:v>
                </c:pt>
                <c:pt idx="5198">
                  <c:v>156</c:v>
                </c:pt>
                <c:pt idx="5199">
                  <c:v>168</c:v>
                </c:pt>
                <c:pt idx="5200">
                  <c:v>451</c:v>
                </c:pt>
                <c:pt idx="5201">
                  <c:v>442</c:v>
                </c:pt>
                <c:pt idx="5202">
                  <c:v>318</c:v>
                </c:pt>
                <c:pt idx="5203">
                  <c:v>123</c:v>
                </c:pt>
                <c:pt idx="5204">
                  <c:v>192</c:v>
                </c:pt>
                <c:pt idx="5205">
                  <c:v>184</c:v>
                </c:pt>
                <c:pt idx="5206">
                  <c:v>109</c:v>
                </c:pt>
                <c:pt idx="5207">
                  <c:v>138</c:v>
                </c:pt>
                <c:pt idx="5208">
                  <c:v>145</c:v>
                </c:pt>
                <c:pt idx="5209">
                  <c:v>204</c:v>
                </c:pt>
                <c:pt idx="5210">
                  <c:v>133</c:v>
                </c:pt>
                <c:pt idx="5211">
                  <c:v>588</c:v>
                </c:pt>
                <c:pt idx="5212">
                  <c:v>238</c:v>
                </c:pt>
                <c:pt idx="5213">
                  <c:v>130</c:v>
                </c:pt>
                <c:pt idx="5214">
                  <c:v>132</c:v>
                </c:pt>
                <c:pt idx="5215">
                  <c:v>95</c:v>
                </c:pt>
                <c:pt idx="5216">
                  <c:v>149</c:v>
                </c:pt>
                <c:pt idx="5217">
                  <c:v>166</c:v>
                </c:pt>
                <c:pt idx="5218">
                  <c:v>356</c:v>
                </c:pt>
                <c:pt idx="5219">
                  <c:v>178</c:v>
                </c:pt>
                <c:pt idx="5220">
                  <c:v>257</c:v>
                </c:pt>
                <c:pt idx="5221">
                  <c:v>122</c:v>
                </c:pt>
                <c:pt idx="5222">
                  <c:v>478</c:v>
                </c:pt>
                <c:pt idx="5223">
                  <c:v>146</c:v>
                </c:pt>
                <c:pt idx="5224">
                  <c:v>151</c:v>
                </c:pt>
                <c:pt idx="5225">
                  <c:v>107</c:v>
                </c:pt>
                <c:pt idx="5226">
                  <c:v>127</c:v>
                </c:pt>
                <c:pt idx="5227">
                  <c:v>73</c:v>
                </c:pt>
                <c:pt idx="5228">
                  <c:v>374</c:v>
                </c:pt>
                <c:pt idx="5229">
                  <c:v>572</c:v>
                </c:pt>
                <c:pt idx="5230">
                  <c:v>76</c:v>
                </c:pt>
                <c:pt idx="5231">
                  <c:v>132</c:v>
                </c:pt>
                <c:pt idx="5232">
                  <c:v>592</c:v>
                </c:pt>
                <c:pt idx="5233">
                  <c:v>184</c:v>
                </c:pt>
                <c:pt idx="5234">
                  <c:v>123</c:v>
                </c:pt>
                <c:pt idx="5235">
                  <c:v>177</c:v>
                </c:pt>
                <c:pt idx="5236">
                  <c:v>265</c:v>
                </c:pt>
                <c:pt idx="5237">
                  <c:v>133</c:v>
                </c:pt>
                <c:pt idx="5238">
                  <c:v>284</c:v>
                </c:pt>
                <c:pt idx="5239">
                  <c:v>308</c:v>
                </c:pt>
                <c:pt idx="5240">
                  <c:v>165</c:v>
                </c:pt>
                <c:pt idx="5241">
                  <c:v>107</c:v>
                </c:pt>
                <c:pt idx="5242">
                  <c:v>98</c:v>
                </c:pt>
                <c:pt idx="5243">
                  <c:v>175</c:v>
                </c:pt>
                <c:pt idx="5244">
                  <c:v>132</c:v>
                </c:pt>
                <c:pt idx="5245">
                  <c:v>266</c:v>
                </c:pt>
                <c:pt idx="5246">
                  <c:v>142</c:v>
                </c:pt>
                <c:pt idx="5247">
                  <c:v>131</c:v>
                </c:pt>
                <c:pt idx="5248">
                  <c:v>110</c:v>
                </c:pt>
                <c:pt idx="5249">
                  <c:v>164</c:v>
                </c:pt>
                <c:pt idx="5250">
                  <c:v>168</c:v>
                </c:pt>
                <c:pt idx="5251">
                  <c:v>174</c:v>
                </c:pt>
                <c:pt idx="5252">
                  <c:v>106</c:v>
                </c:pt>
                <c:pt idx="5253">
                  <c:v>171</c:v>
                </c:pt>
                <c:pt idx="5254">
                  <c:v>361</c:v>
                </c:pt>
                <c:pt idx="5255">
                  <c:v>247</c:v>
                </c:pt>
                <c:pt idx="5256">
                  <c:v>114</c:v>
                </c:pt>
                <c:pt idx="5257">
                  <c:v>113</c:v>
                </c:pt>
                <c:pt idx="5258">
                  <c:v>100</c:v>
                </c:pt>
                <c:pt idx="5259">
                  <c:v>424</c:v>
                </c:pt>
                <c:pt idx="5260">
                  <c:v>424</c:v>
                </c:pt>
                <c:pt idx="5261">
                  <c:v>165</c:v>
                </c:pt>
                <c:pt idx="5262">
                  <c:v>74</c:v>
                </c:pt>
                <c:pt idx="5263">
                  <c:v>452</c:v>
                </c:pt>
                <c:pt idx="5264">
                  <c:v>224</c:v>
                </c:pt>
                <c:pt idx="5265">
                  <c:v>86</c:v>
                </c:pt>
                <c:pt idx="5266">
                  <c:v>729</c:v>
                </c:pt>
                <c:pt idx="5267">
                  <c:v>639</c:v>
                </c:pt>
                <c:pt idx="5268">
                  <c:v>220</c:v>
                </c:pt>
                <c:pt idx="5269">
                  <c:v>196</c:v>
                </c:pt>
                <c:pt idx="5270">
                  <c:v>121</c:v>
                </c:pt>
                <c:pt idx="5271">
                  <c:v>98</c:v>
                </c:pt>
                <c:pt idx="5272">
                  <c:v>158</c:v>
                </c:pt>
                <c:pt idx="5273">
                  <c:v>315</c:v>
                </c:pt>
                <c:pt idx="5274">
                  <c:v>214</c:v>
                </c:pt>
                <c:pt idx="5275">
                  <c:v>416</c:v>
                </c:pt>
                <c:pt idx="5276">
                  <c:v>391</c:v>
                </c:pt>
                <c:pt idx="5277">
                  <c:v>331</c:v>
                </c:pt>
                <c:pt idx="5278">
                  <c:v>139</c:v>
                </c:pt>
                <c:pt idx="5279">
                  <c:v>136</c:v>
                </c:pt>
                <c:pt idx="5280">
                  <c:v>119</c:v>
                </c:pt>
                <c:pt idx="5281">
                  <c:v>570</c:v>
                </c:pt>
                <c:pt idx="5282">
                  <c:v>409</c:v>
                </c:pt>
                <c:pt idx="5283">
                  <c:v>412</c:v>
                </c:pt>
                <c:pt idx="5284">
                  <c:v>132</c:v>
                </c:pt>
                <c:pt idx="5285">
                  <c:v>192</c:v>
                </c:pt>
                <c:pt idx="5286">
                  <c:v>150</c:v>
                </c:pt>
                <c:pt idx="5287">
                  <c:v>664</c:v>
                </c:pt>
                <c:pt idx="5288">
                  <c:v>390</c:v>
                </c:pt>
                <c:pt idx="5289">
                  <c:v>227</c:v>
                </c:pt>
                <c:pt idx="5290">
                  <c:v>453</c:v>
                </c:pt>
                <c:pt idx="5291">
                  <c:v>380</c:v>
                </c:pt>
                <c:pt idx="5292">
                  <c:v>181</c:v>
                </c:pt>
                <c:pt idx="5293">
                  <c:v>260</c:v>
                </c:pt>
                <c:pt idx="5294">
                  <c:v>129</c:v>
                </c:pt>
                <c:pt idx="5295">
                  <c:v>158</c:v>
                </c:pt>
                <c:pt idx="5296">
                  <c:v>176</c:v>
                </c:pt>
                <c:pt idx="5297">
                  <c:v>173</c:v>
                </c:pt>
                <c:pt idx="5298">
                  <c:v>367</c:v>
                </c:pt>
                <c:pt idx="5299">
                  <c:v>330</c:v>
                </c:pt>
                <c:pt idx="5300">
                  <c:v>360</c:v>
                </c:pt>
                <c:pt idx="5301">
                  <c:v>174</c:v>
                </c:pt>
                <c:pt idx="5302">
                  <c:v>653</c:v>
                </c:pt>
                <c:pt idx="5303">
                  <c:v>352</c:v>
                </c:pt>
                <c:pt idx="5304">
                  <c:v>141</c:v>
                </c:pt>
                <c:pt idx="5305">
                  <c:v>252</c:v>
                </c:pt>
                <c:pt idx="5306">
                  <c:v>446</c:v>
                </c:pt>
                <c:pt idx="5307">
                  <c:v>367</c:v>
                </c:pt>
                <c:pt idx="5308">
                  <c:v>332</c:v>
                </c:pt>
                <c:pt idx="5309">
                  <c:v>177</c:v>
                </c:pt>
                <c:pt idx="5310">
                  <c:v>424</c:v>
                </c:pt>
                <c:pt idx="5311">
                  <c:v>348</c:v>
                </c:pt>
                <c:pt idx="5312">
                  <c:v>129</c:v>
                </c:pt>
                <c:pt idx="5313">
                  <c:v>143</c:v>
                </c:pt>
                <c:pt idx="5314">
                  <c:v>273</c:v>
                </c:pt>
                <c:pt idx="5315">
                  <c:v>275</c:v>
                </c:pt>
                <c:pt idx="5316">
                  <c:v>322</c:v>
                </c:pt>
                <c:pt idx="5317">
                  <c:v>262</c:v>
                </c:pt>
                <c:pt idx="5318">
                  <c:v>161</c:v>
                </c:pt>
                <c:pt idx="5319">
                  <c:v>325</c:v>
                </c:pt>
                <c:pt idx="5320">
                  <c:v>127</c:v>
                </c:pt>
                <c:pt idx="5321">
                  <c:v>165</c:v>
                </c:pt>
                <c:pt idx="5322">
                  <c:v>356</c:v>
                </c:pt>
                <c:pt idx="5323">
                  <c:v>199</c:v>
                </c:pt>
                <c:pt idx="5324">
                  <c:v>214</c:v>
                </c:pt>
                <c:pt idx="5325">
                  <c:v>371</c:v>
                </c:pt>
                <c:pt idx="5326">
                  <c:v>186</c:v>
                </c:pt>
                <c:pt idx="5327">
                  <c:v>270</c:v>
                </c:pt>
                <c:pt idx="5328">
                  <c:v>424</c:v>
                </c:pt>
                <c:pt idx="5329">
                  <c:v>113</c:v>
                </c:pt>
                <c:pt idx="5330">
                  <c:v>102</c:v>
                </c:pt>
                <c:pt idx="5331">
                  <c:v>214</c:v>
                </c:pt>
                <c:pt idx="5332">
                  <c:v>173</c:v>
                </c:pt>
                <c:pt idx="5333">
                  <c:v>130</c:v>
                </c:pt>
                <c:pt idx="5334">
                  <c:v>253</c:v>
                </c:pt>
                <c:pt idx="5335">
                  <c:v>373</c:v>
                </c:pt>
                <c:pt idx="5336">
                  <c:v>157</c:v>
                </c:pt>
                <c:pt idx="5337">
                  <c:v>517</c:v>
                </c:pt>
                <c:pt idx="5338">
                  <c:v>270</c:v>
                </c:pt>
                <c:pt idx="5339">
                  <c:v>385</c:v>
                </c:pt>
                <c:pt idx="5340">
                  <c:v>131</c:v>
                </c:pt>
                <c:pt idx="5341">
                  <c:v>252</c:v>
                </c:pt>
                <c:pt idx="5342">
                  <c:v>174</c:v>
                </c:pt>
                <c:pt idx="5343">
                  <c:v>212</c:v>
                </c:pt>
                <c:pt idx="5344">
                  <c:v>325</c:v>
                </c:pt>
                <c:pt idx="5345">
                  <c:v>608</c:v>
                </c:pt>
                <c:pt idx="5346">
                  <c:v>125</c:v>
                </c:pt>
                <c:pt idx="5347">
                  <c:v>262</c:v>
                </c:pt>
                <c:pt idx="5348">
                  <c:v>399</c:v>
                </c:pt>
                <c:pt idx="5349">
                  <c:v>73</c:v>
                </c:pt>
                <c:pt idx="5350">
                  <c:v>31</c:v>
                </c:pt>
                <c:pt idx="5351">
                  <c:v>417</c:v>
                </c:pt>
                <c:pt idx="5352">
                  <c:v>53</c:v>
                </c:pt>
                <c:pt idx="5353">
                  <c:v>605</c:v>
                </c:pt>
                <c:pt idx="5354">
                  <c:v>388</c:v>
                </c:pt>
                <c:pt idx="5355">
                  <c:v>443</c:v>
                </c:pt>
                <c:pt idx="5356">
                  <c:v>262</c:v>
                </c:pt>
                <c:pt idx="5357">
                  <c:v>489</c:v>
                </c:pt>
                <c:pt idx="5358">
                  <c:v>132</c:v>
                </c:pt>
                <c:pt idx="5359">
                  <c:v>140</c:v>
                </c:pt>
                <c:pt idx="5360">
                  <c:v>152</c:v>
                </c:pt>
                <c:pt idx="5361">
                  <c:v>157</c:v>
                </c:pt>
                <c:pt idx="5362">
                  <c:v>233</c:v>
                </c:pt>
                <c:pt idx="5363">
                  <c:v>126</c:v>
                </c:pt>
                <c:pt idx="5364">
                  <c:v>279</c:v>
                </c:pt>
                <c:pt idx="5365">
                  <c:v>504</c:v>
                </c:pt>
                <c:pt idx="5366">
                  <c:v>226</c:v>
                </c:pt>
                <c:pt idx="5367">
                  <c:v>427</c:v>
                </c:pt>
                <c:pt idx="5368">
                  <c:v>441</c:v>
                </c:pt>
                <c:pt idx="5369">
                  <c:v>234</c:v>
                </c:pt>
                <c:pt idx="5370">
                  <c:v>349</c:v>
                </c:pt>
                <c:pt idx="5371">
                  <c:v>1</c:v>
                </c:pt>
                <c:pt idx="5372">
                  <c:v>399</c:v>
                </c:pt>
                <c:pt idx="5373">
                  <c:v>156</c:v>
                </c:pt>
                <c:pt idx="5374">
                  <c:v>169</c:v>
                </c:pt>
                <c:pt idx="5375">
                  <c:v>39</c:v>
                </c:pt>
                <c:pt idx="5376">
                  <c:v>317</c:v>
                </c:pt>
                <c:pt idx="5377">
                  <c:v>237</c:v>
                </c:pt>
                <c:pt idx="5378">
                  <c:v>202</c:v>
                </c:pt>
                <c:pt idx="5379">
                  <c:v>433</c:v>
                </c:pt>
                <c:pt idx="5380">
                  <c:v>628</c:v>
                </c:pt>
                <c:pt idx="5381">
                  <c:v>556</c:v>
                </c:pt>
                <c:pt idx="5382">
                  <c:v>328</c:v>
                </c:pt>
                <c:pt idx="5383">
                  <c:v>356</c:v>
                </c:pt>
                <c:pt idx="5384">
                  <c:v>476</c:v>
                </c:pt>
                <c:pt idx="5385">
                  <c:v>667</c:v>
                </c:pt>
                <c:pt idx="5386">
                  <c:v>125</c:v>
                </c:pt>
                <c:pt idx="5387">
                  <c:v>350</c:v>
                </c:pt>
                <c:pt idx="5388">
                  <c:v>620</c:v>
                </c:pt>
                <c:pt idx="5389">
                  <c:v>134</c:v>
                </c:pt>
                <c:pt idx="5390">
                  <c:v>295</c:v>
                </c:pt>
                <c:pt idx="5391">
                  <c:v>346</c:v>
                </c:pt>
                <c:pt idx="5392">
                  <c:v>305</c:v>
                </c:pt>
                <c:pt idx="5393">
                  <c:v>376</c:v>
                </c:pt>
                <c:pt idx="5394">
                  <c:v>142</c:v>
                </c:pt>
                <c:pt idx="5395">
                  <c:v>287</c:v>
                </c:pt>
                <c:pt idx="5396">
                  <c:v>125</c:v>
                </c:pt>
                <c:pt idx="5397">
                  <c:v>537</c:v>
                </c:pt>
                <c:pt idx="5398">
                  <c:v>171</c:v>
                </c:pt>
                <c:pt idx="5399">
                  <c:v>330</c:v>
                </c:pt>
                <c:pt idx="5400">
                  <c:v>260</c:v>
                </c:pt>
                <c:pt idx="5401">
                  <c:v>273</c:v>
                </c:pt>
                <c:pt idx="5402">
                  <c:v>125</c:v>
                </c:pt>
                <c:pt idx="5403">
                  <c:v>216</c:v>
                </c:pt>
                <c:pt idx="5404">
                  <c:v>134</c:v>
                </c:pt>
                <c:pt idx="5405">
                  <c:v>140</c:v>
                </c:pt>
                <c:pt idx="5406">
                  <c:v>602</c:v>
                </c:pt>
                <c:pt idx="5407">
                  <c:v>121</c:v>
                </c:pt>
                <c:pt idx="5408">
                  <c:v>572</c:v>
                </c:pt>
                <c:pt idx="5409">
                  <c:v>173</c:v>
                </c:pt>
                <c:pt idx="5410">
                  <c:v>178</c:v>
                </c:pt>
                <c:pt idx="5411">
                  <c:v>302</c:v>
                </c:pt>
                <c:pt idx="5412">
                  <c:v>373</c:v>
                </c:pt>
                <c:pt idx="5413">
                  <c:v>130</c:v>
                </c:pt>
                <c:pt idx="5414">
                  <c:v>38</c:v>
                </c:pt>
                <c:pt idx="5415">
                  <c:v>367</c:v>
                </c:pt>
                <c:pt idx="5416">
                  <c:v>114</c:v>
                </c:pt>
                <c:pt idx="5417">
                  <c:v>135</c:v>
                </c:pt>
                <c:pt idx="5418">
                  <c:v>463</c:v>
                </c:pt>
                <c:pt idx="5419">
                  <c:v>300</c:v>
                </c:pt>
                <c:pt idx="5420">
                  <c:v>84</c:v>
                </c:pt>
                <c:pt idx="5421">
                  <c:v>106</c:v>
                </c:pt>
                <c:pt idx="5422">
                  <c:v>174</c:v>
                </c:pt>
                <c:pt idx="5423">
                  <c:v>706</c:v>
                </c:pt>
                <c:pt idx="5424">
                  <c:v>157</c:v>
                </c:pt>
                <c:pt idx="5425">
                  <c:v>52</c:v>
                </c:pt>
                <c:pt idx="5426">
                  <c:v>232</c:v>
                </c:pt>
                <c:pt idx="5427">
                  <c:v>100</c:v>
                </c:pt>
                <c:pt idx="5428">
                  <c:v>352</c:v>
                </c:pt>
                <c:pt idx="5429">
                  <c:v>517</c:v>
                </c:pt>
                <c:pt idx="5430">
                  <c:v>329</c:v>
                </c:pt>
                <c:pt idx="5431">
                  <c:v>131</c:v>
                </c:pt>
                <c:pt idx="5432">
                  <c:v>108</c:v>
                </c:pt>
                <c:pt idx="5433">
                  <c:v>532</c:v>
                </c:pt>
                <c:pt idx="5434">
                  <c:v>200</c:v>
                </c:pt>
                <c:pt idx="5435">
                  <c:v>332</c:v>
                </c:pt>
                <c:pt idx="5436">
                  <c:v>193</c:v>
                </c:pt>
                <c:pt idx="5437">
                  <c:v>288</c:v>
                </c:pt>
                <c:pt idx="5438">
                  <c:v>545</c:v>
                </c:pt>
                <c:pt idx="5439">
                  <c:v>548</c:v>
                </c:pt>
                <c:pt idx="5440">
                  <c:v>268</c:v>
                </c:pt>
                <c:pt idx="5441">
                  <c:v>176</c:v>
                </c:pt>
                <c:pt idx="5442">
                  <c:v>490</c:v>
                </c:pt>
                <c:pt idx="5443">
                  <c:v>53</c:v>
                </c:pt>
                <c:pt idx="5444">
                  <c:v>227</c:v>
                </c:pt>
                <c:pt idx="5445">
                  <c:v>364</c:v>
                </c:pt>
                <c:pt idx="5446">
                  <c:v>277</c:v>
                </c:pt>
                <c:pt idx="5447">
                  <c:v>560</c:v>
                </c:pt>
                <c:pt idx="5448">
                  <c:v>327</c:v>
                </c:pt>
                <c:pt idx="5449">
                  <c:v>141</c:v>
                </c:pt>
                <c:pt idx="5450">
                  <c:v>127</c:v>
                </c:pt>
                <c:pt idx="5451">
                  <c:v>167</c:v>
                </c:pt>
                <c:pt idx="5452">
                  <c:v>559</c:v>
                </c:pt>
                <c:pt idx="5453">
                  <c:v>40</c:v>
                </c:pt>
                <c:pt idx="5454">
                  <c:v>244</c:v>
                </c:pt>
                <c:pt idx="5455">
                  <c:v>181</c:v>
                </c:pt>
                <c:pt idx="5456">
                  <c:v>335</c:v>
                </c:pt>
                <c:pt idx="5457">
                  <c:v>127</c:v>
                </c:pt>
                <c:pt idx="5458">
                  <c:v>187</c:v>
                </c:pt>
                <c:pt idx="5459">
                  <c:v>438</c:v>
                </c:pt>
                <c:pt idx="5460">
                  <c:v>360</c:v>
                </c:pt>
                <c:pt idx="5461">
                  <c:v>287</c:v>
                </c:pt>
                <c:pt idx="5462">
                  <c:v>375</c:v>
                </c:pt>
                <c:pt idx="5463">
                  <c:v>130</c:v>
                </c:pt>
                <c:pt idx="5464">
                  <c:v>183</c:v>
                </c:pt>
                <c:pt idx="5465">
                  <c:v>215</c:v>
                </c:pt>
                <c:pt idx="5466">
                  <c:v>92</c:v>
                </c:pt>
                <c:pt idx="5467">
                  <c:v>1</c:v>
                </c:pt>
                <c:pt idx="5468">
                  <c:v>98</c:v>
                </c:pt>
                <c:pt idx="5469">
                  <c:v>278</c:v>
                </c:pt>
                <c:pt idx="5470">
                  <c:v>331</c:v>
                </c:pt>
                <c:pt idx="5471">
                  <c:v>106</c:v>
                </c:pt>
                <c:pt idx="5472">
                  <c:v>691</c:v>
                </c:pt>
                <c:pt idx="5473">
                  <c:v>126</c:v>
                </c:pt>
                <c:pt idx="5474">
                  <c:v>178</c:v>
                </c:pt>
                <c:pt idx="5475">
                  <c:v>56</c:v>
                </c:pt>
                <c:pt idx="5476">
                  <c:v>54</c:v>
                </c:pt>
                <c:pt idx="5477">
                  <c:v>252</c:v>
                </c:pt>
                <c:pt idx="5478">
                  <c:v>454</c:v>
                </c:pt>
                <c:pt idx="5479">
                  <c:v>561</c:v>
                </c:pt>
                <c:pt idx="5480">
                  <c:v>400</c:v>
                </c:pt>
                <c:pt idx="5481">
                  <c:v>180</c:v>
                </c:pt>
                <c:pt idx="5482">
                  <c:v>445</c:v>
                </c:pt>
                <c:pt idx="5483">
                  <c:v>74</c:v>
                </c:pt>
                <c:pt idx="5484">
                  <c:v>633</c:v>
                </c:pt>
                <c:pt idx="5485">
                  <c:v>656</c:v>
                </c:pt>
                <c:pt idx="5486">
                  <c:v>121</c:v>
                </c:pt>
                <c:pt idx="5487">
                  <c:v>181</c:v>
                </c:pt>
                <c:pt idx="5488">
                  <c:v>147</c:v>
                </c:pt>
                <c:pt idx="5489">
                  <c:v>211</c:v>
                </c:pt>
                <c:pt idx="5490">
                  <c:v>615</c:v>
                </c:pt>
                <c:pt idx="5491">
                  <c:v>19</c:v>
                </c:pt>
                <c:pt idx="5492">
                  <c:v>419</c:v>
                </c:pt>
                <c:pt idx="5493">
                  <c:v>192</c:v>
                </c:pt>
                <c:pt idx="5494">
                  <c:v>417</c:v>
                </c:pt>
                <c:pt idx="5495">
                  <c:v>249</c:v>
                </c:pt>
                <c:pt idx="5496">
                  <c:v>125</c:v>
                </c:pt>
                <c:pt idx="5497">
                  <c:v>534</c:v>
                </c:pt>
                <c:pt idx="5498">
                  <c:v>115</c:v>
                </c:pt>
                <c:pt idx="5499">
                  <c:v>180</c:v>
                </c:pt>
                <c:pt idx="5500">
                  <c:v>246</c:v>
                </c:pt>
                <c:pt idx="5501">
                  <c:v>651</c:v>
                </c:pt>
                <c:pt idx="5502">
                  <c:v>124</c:v>
                </c:pt>
                <c:pt idx="5503">
                  <c:v>253</c:v>
                </c:pt>
                <c:pt idx="5504">
                  <c:v>175</c:v>
                </c:pt>
                <c:pt idx="5505">
                  <c:v>126</c:v>
                </c:pt>
                <c:pt idx="5506">
                  <c:v>196</c:v>
                </c:pt>
                <c:pt idx="5507">
                  <c:v>100</c:v>
                </c:pt>
                <c:pt idx="5508">
                  <c:v>457</c:v>
                </c:pt>
                <c:pt idx="5509">
                  <c:v>457</c:v>
                </c:pt>
                <c:pt idx="5510">
                  <c:v>266</c:v>
                </c:pt>
                <c:pt idx="5511">
                  <c:v>148</c:v>
                </c:pt>
                <c:pt idx="5512">
                  <c:v>389</c:v>
                </c:pt>
                <c:pt idx="5513">
                  <c:v>157</c:v>
                </c:pt>
                <c:pt idx="5514">
                  <c:v>139</c:v>
                </c:pt>
                <c:pt idx="5515">
                  <c:v>231</c:v>
                </c:pt>
                <c:pt idx="5516">
                  <c:v>102</c:v>
                </c:pt>
                <c:pt idx="5517">
                  <c:v>110</c:v>
                </c:pt>
                <c:pt idx="5518">
                  <c:v>115</c:v>
                </c:pt>
                <c:pt idx="5519">
                  <c:v>362</c:v>
                </c:pt>
                <c:pt idx="5520">
                  <c:v>261</c:v>
                </c:pt>
                <c:pt idx="5521">
                  <c:v>248</c:v>
                </c:pt>
                <c:pt idx="5522">
                  <c:v>550</c:v>
                </c:pt>
                <c:pt idx="5523">
                  <c:v>177</c:v>
                </c:pt>
                <c:pt idx="5524">
                  <c:v>150</c:v>
                </c:pt>
                <c:pt idx="5525">
                  <c:v>276</c:v>
                </c:pt>
                <c:pt idx="5526">
                  <c:v>533</c:v>
                </c:pt>
                <c:pt idx="5527">
                  <c:v>163</c:v>
                </c:pt>
                <c:pt idx="5528">
                  <c:v>664</c:v>
                </c:pt>
                <c:pt idx="5529">
                  <c:v>111</c:v>
                </c:pt>
                <c:pt idx="5530">
                  <c:v>524</c:v>
                </c:pt>
                <c:pt idx="5531">
                  <c:v>103</c:v>
                </c:pt>
                <c:pt idx="5532">
                  <c:v>158</c:v>
                </c:pt>
                <c:pt idx="5533">
                  <c:v>710</c:v>
                </c:pt>
                <c:pt idx="5534">
                  <c:v>145</c:v>
                </c:pt>
                <c:pt idx="5535">
                  <c:v>309</c:v>
                </c:pt>
                <c:pt idx="5536">
                  <c:v>315</c:v>
                </c:pt>
                <c:pt idx="5537">
                  <c:v>166</c:v>
                </c:pt>
                <c:pt idx="5538">
                  <c:v>271</c:v>
                </c:pt>
                <c:pt idx="5539">
                  <c:v>100</c:v>
                </c:pt>
                <c:pt idx="5540">
                  <c:v>250</c:v>
                </c:pt>
                <c:pt idx="5541">
                  <c:v>91</c:v>
                </c:pt>
                <c:pt idx="5542">
                  <c:v>172</c:v>
                </c:pt>
                <c:pt idx="5543">
                  <c:v>146</c:v>
                </c:pt>
                <c:pt idx="5544">
                  <c:v>158</c:v>
                </c:pt>
                <c:pt idx="5545">
                  <c:v>120</c:v>
                </c:pt>
                <c:pt idx="5546">
                  <c:v>121</c:v>
                </c:pt>
                <c:pt idx="5547">
                  <c:v>336</c:v>
                </c:pt>
                <c:pt idx="5548">
                  <c:v>286</c:v>
                </c:pt>
                <c:pt idx="5549">
                  <c:v>530</c:v>
                </c:pt>
                <c:pt idx="5550">
                  <c:v>337</c:v>
                </c:pt>
                <c:pt idx="5551">
                  <c:v>157</c:v>
                </c:pt>
                <c:pt idx="5552">
                  <c:v>642</c:v>
                </c:pt>
                <c:pt idx="5553">
                  <c:v>454</c:v>
                </c:pt>
                <c:pt idx="5554">
                  <c:v>422</c:v>
                </c:pt>
                <c:pt idx="5555">
                  <c:v>672</c:v>
                </c:pt>
                <c:pt idx="5556">
                  <c:v>227</c:v>
                </c:pt>
                <c:pt idx="5557">
                  <c:v>208</c:v>
                </c:pt>
                <c:pt idx="5558">
                  <c:v>427</c:v>
                </c:pt>
                <c:pt idx="5559">
                  <c:v>169</c:v>
                </c:pt>
                <c:pt idx="5560">
                  <c:v>148</c:v>
                </c:pt>
                <c:pt idx="5561">
                  <c:v>492</c:v>
                </c:pt>
                <c:pt idx="5562">
                  <c:v>165</c:v>
                </c:pt>
                <c:pt idx="5563">
                  <c:v>113</c:v>
                </c:pt>
                <c:pt idx="5564">
                  <c:v>275</c:v>
                </c:pt>
                <c:pt idx="5565">
                  <c:v>187</c:v>
                </c:pt>
                <c:pt idx="5566">
                  <c:v>427</c:v>
                </c:pt>
                <c:pt idx="5567">
                  <c:v>178</c:v>
                </c:pt>
                <c:pt idx="5568">
                  <c:v>479</c:v>
                </c:pt>
                <c:pt idx="5569">
                  <c:v>317</c:v>
                </c:pt>
                <c:pt idx="5570">
                  <c:v>147</c:v>
                </c:pt>
                <c:pt idx="5571">
                  <c:v>482</c:v>
                </c:pt>
                <c:pt idx="5572">
                  <c:v>112</c:v>
                </c:pt>
                <c:pt idx="5573">
                  <c:v>30</c:v>
                </c:pt>
                <c:pt idx="5574">
                  <c:v>71</c:v>
                </c:pt>
                <c:pt idx="5575">
                  <c:v>398</c:v>
                </c:pt>
                <c:pt idx="5576">
                  <c:v>230</c:v>
                </c:pt>
                <c:pt idx="5577">
                  <c:v>185</c:v>
                </c:pt>
                <c:pt idx="5578">
                  <c:v>195</c:v>
                </c:pt>
                <c:pt idx="5579">
                  <c:v>265</c:v>
                </c:pt>
                <c:pt idx="5580">
                  <c:v>236</c:v>
                </c:pt>
                <c:pt idx="5581">
                  <c:v>463</c:v>
                </c:pt>
                <c:pt idx="5582">
                  <c:v>356</c:v>
                </c:pt>
                <c:pt idx="5583">
                  <c:v>120</c:v>
                </c:pt>
                <c:pt idx="5584">
                  <c:v>154</c:v>
                </c:pt>
                <c:pt idx="5585">
                  <c:v>281</c:v>
                </c:pt>
                <c:pt idx="5586">
                  <c:v>559</c:v>
                </c:pt>
                <c:pt idx="5587">
                  <c:v>320</c:v>
                </c:pt>
                <c:pt idx="5588">
                  <c:v>163</c:v>
                </c:pt>
                <c:pt idx="5589">
                  <c:v>114</c:v>
                </c:pt>
                <c:pt idx="5590">
                  <c:v>587</c:v>
                </c:pt>
                <c:pt idx="5591">
                  <c:v>264</c:v>
                </c:pt>
                <c:pt idx="5592">
                  <c:v>544</c:v>
                </c:pt>
                <c:pt idx="5593">
                  <c:v>203</c:v>
                </c:pt>
                <c:pt idx="5594">
                  <c:v>133</c:v>
                </c:pt>
                <c:pt idx="5595">
                  <c:v>166</c:v>
                </c:pt>
                <c:pt idx="5596">
                  <c:v>628</c:v>
                </c:pt>
                <c:pt idx="5597">
                  <c:v>42</c:v>
                </c:pt>
                <c:pt idx="5598">
                  <c:v>144</c:v>
                </c:pt>
                <c:pt idx="5599">
                  <c:v>227</c:v>
                </c:pt>
                <c:pt idx="5600">
                  <c:v>127</c:v>
                </c:pt>
                <c:pt idx="5601">
                  <c:v>466</c:v>
                </c:pt>
                <c:pt idx="5602">
                  <c:v>275</c:v>
                </c:pt>
                <c:pt idx="5603">
                  <c:v>68</c:v>
                </c:pt>
                <c:pt idx="5604">
                  <c:v>446</c:v>
                </c:pt>
                <c:pt idx="5605">
                  <c:v>115</c:v>
                </c:pt>
                <c:pt idx="5606">
                  <c:v>553</c:v>
                </c:pt>
                <c:pt idx="5607">
                  <c:v>389</c:v>
                </c:pt>
                <c:pt idx="5608">
                  <c:v>580</c:v>
                </c:pt>
                <c:pt idx="5609">
                  <c:v>478</c:v>
                </c:pt>
                <c:pt idx="5610">
                  <c:v>211</c:v>
                </c:pt>
                <c:pt idx="5611">
                  <c:v>149</c:v>
                </c:pt>
                <c:pt idx="5612">
                  <c:v>261</c:v>
                </c:pt>
                <c:pt idx="5613">
                  <c:v>103</c:v>
                </c:pt>
                <c:pt idx="5614">
                  <c:v>416</c:v>
                </c:pt>
                <c:pt idx="5615">
                  <c:v>303</c:v>
                </c:pt>
                <c:pt idx="5616">
                  <c:v>535</c:v>
                </c:pt>
                <c:pt idx="5617">
                  <c:v>311</c:v>
                </c:pt>
                <c:pt idx="5618">
                  <c:v>321</c:v>
                </c:pt>
                <c:pt idx="5619">
                  <c:v>424</c:v>
                </c:pt>
                <c:pt idx="5620">
                  <c:v>453</c:v>
                </c:pt>
                <c:pt idx="5621">
                  <c:v>122</c:v>
                </c:pt>
                <c:pt idx="5622">
                  <c:v>206</c:v>
                </c:pt>
                <c:pt idx="5623">
                  <c:v>288</c:v>
                </c:pt>
                <c:pt idx="5624">
                  <c:v>256</c:v>
                </c:pt>
                <c:pt idx="5625">
                  <c:v>409</c:v>
                </c:pt>
                <c:pt idx="5626">
                  <c:v>173</c:v>
                </c:pt>
                <c:pt idx="5627">
                  <c:v>148</c:v>
                </c:pt>
                <c:pt idx="5628">
                  <c:v>126</c:v>
                </c:pt>
                <c:pt idx="5629">
                  <c:v>1</c:v>
                </c:pt>
                <c:pt idx="5630">
                  <c:v>115</c:v>
                </c:pt>
                <c:pt idx="5631">
                  <c:v>302</c:v>
                </c:pt>
                <c:pt idx="5632">
                  <c:v>123</c:v>
                </c:pt>
                <c:pt idx="5633">
                  <c:v>91</c:v>
                </c:pt>
                <c:pt idx="5634">
                  <c:v>416</c:v>
                </c:pt>
                <c:pt idx="5635">
                  <c:v>113</c:v>
                </c:pt>
                <c:pt idx="5636">
                  <c:v>286</c:v>
                </c:pt>
                <c:pt idx="5637">
                  <c:v>675</c:v>
                </c:pt>
                <c:pt idx="5638">
                  <c:v>132</c:v>
                </c:pt>
                <c:pt idx="5639">
                  <c:v>436</c:v>
                </c:pt>
                <c:pt idx="5640">
                  <c:v>445</c:v>
                </c:pt>
                <c:pt idx="5641">
                  <c:v>449</c:v>
                </c:pt>
                <c:pt idx="5642">
                  <c:v>430</c:v>
                </c:pt>
                <c:pt idx="5643">
                  <c:v>263</c:v>
                </c:pt>
                <c:pt idx="5644">
                  <c:v>79</c:v>
                </c:pt>
                <c:pt idx="5645">
                  <c:v>36</c:v>
                </c:pt>
                <c:pt idx="5646">
                  <c:v>134</c:v>
                </c:pt>
                <c:pt idx="5647">
                  <c:v>229</c:v>
                </c:pt>
                <c:pt idx="5648">
                  <c:v>455</c:v>
                </c:pt>
                <c:pt idx="5649">
                  <c:v>201</c:v>
                </c:pt>
                <c:pt idx="5650">
                  <c:v>86</c:v>
                </c:pt>
                <c:pt idx="5651">
                  <c:v>149</c:v>
                </c:pt>
                <c:pt idx="5652">
                  <c:v>105</c:v>
                </c:pt>
                <c:pt idx="5653">
                  <c:v>271</c:v>
                </c:pt>
                <c:pt idx="5654">
                  <c:v>531</c:v>
                </c:pt>
                <c:pt idx="5655">
                  <c:v>376</c:v>
                </c:pt>
                <c:pt idx="5656">
                  <c:v>326</c:v>
                </c:pt>
                <c:pt idx="5657">
                  <c:v>153</c:v>
                </c:pt>
                <c:pt idx="5658">
                  <c:v>122</c:v>
                </c:pt>
                <c:pt idx="5659">
                  <c:v>62</c:v>
                </c:pt>
                <c:pt idx="5660">
                  <c:v>59</c:v>
                </c:pt>
                <c:pt idx="5661">
                  <c:v>105</c:v>
                </c:pt>
                <c:pt idx="5662">
                  <c:v>36</c:v>
                </c:pt>
                <c:pt idx="5663">
                  <c:v>335</c:v>
                </c:pt>
                <c:pt idx="5664">
                  <c:v>134</c:v>
                </c:pt>
                <c:pt idx="5665">
                  <c:v>237</c:v>
                </c:pt>
                <c:pt idx="5666">
                  <c:v>135</c:v>
                </c:pt>
                <c:pt idx="5667">
                  <c:v>580</c:v>
                </c:pt>
                <c:pt idx="5668">
                  <c:v>160</c:v>
                </c:pt>
                <c:pt idx="5669">
                  <c:v>304</c:v>
                </c:pt>
                <c:pt idx="5670">
                  <c:v>653</c:v>
                </c:pt>
                <c:pt idx="5671">
                  <c:v>266</c:v>
                </c:pt>
                <c:pt idx="5672">
                  <c:v>344</c:v>
                </c:pt>
                <c:pt idx="5673">
                  <c:v>486</c:v>
                </c:pt>
                <c:pt idx="5674">
                  <c:v>187</c:v>
                </c:pt>
                <c:pt idx="5675">
                  <c:v>173</c:v>
                </c:pt>
                <c:pt idx="5676">
                  <c:v>595</c:v>
                </c:pt>
                <c:pt idx="5677">
                  <c:v>329</c:v>
                </c:pt>
                <c:pt idx="5678">
                  <c:v>119</c:v>
                </c:pt>
                <c:pt idx="5679">
                  <c:v>649</c:v>
                </c:pt>
                <c:pt idx="5680">
                  <c:v>678</c:v>
                </c:pt>
                <c:pt idx="5681">
                  <c:v>316</c:v>
                </c:pt>
                <c:pt idx="5682">
                  <c:v>414</c:v>
                </c:pt>
                <c:pt idx="5683">
                  <c:v>106</c:v>
                </c:pt>
                <c:pt idx="5684">
                  <c:v>89</c:v>
                </c:pt>
                <c:pt idx="5685">
                  <c:v>113</c:v>
                </c:pt>
                <c:pt idx="5686">
                  <c:v>142</c:v>
                </c:pt>
                <c:pt idx="5687">
                  <c:v>160</c:v>
                </c:pt>
                <c:pt idx="5688">
                  <c:v>317</c:v>
                </c:pt>
                <c:pt idx="5689">
                  <c:v>137</c:v>
                </c:pt>
                <c:pt idx="5690">
                  <c:v>296</c:v>
                </c:pt>
                <c:pt idx="5691">
                  <c:v>159</c:v>
                </c:pt>
                <c:pt idx="5692">
                  <c:v>140</c:v>
                </c:pt>
                <c:pt idx="5693">
                  <c:v>184</c:v>
                </c:pt>
                <c:pt idx="5694">
                  <c:v>137</c:v>
                </c:pt>
                <c:pt idx="5695">
                  <c:v>207</c:v>
                </c:pt>
                <c:pt idx="5696">
                  <c:v>334</c:v>
                </c:pt>
                <c:pt idx="5697">
                  <c:v>161</c:v>
                </c:pt>
                <c:pt idx="5698">
                  <c:v>385</c:v>
                </c:pt>
                <c:pt idx="5699">
                  <c:v>399</c:v>
                </c:pt>
                <c:pt idx="5700">
                  <c:v>98</c:v>
                </c:pt>
                <c:pt idx="5701">
                  <c:v>260</c:v>
                </c:pt>
                <c:pt idx="5702">
                  <c:v>112</c:v>
                </c:pt>
                <c:pt idx="5703">
                  <c:v>111</c:v>
                </c:pt>
                <c:pt idx="5704">
                  <c:v>190</c:v>
                </c:pt>
                <c:pt idx="5705">
                  <c:v>154</c:v>
                </c:pt>
                <c:pt idx="5706">
                  <c:v>148</c:v>
                </c:pt>
                <c:pt idx="5707">
                  <c:v>262</c:v>
                </c:pt>
                <c:pt idx="5708">
                  <c:v>75</c:v>
                </c:pt>
                <c:pt idx="5709">
                  <c:v>141</c:v>
                </c:pt>
                <c:pt idx="5710">
                  <c:v>325</c:v>
                </c:pt>
                <c:pt idx="5711">
                  <c:v>123</c:v>
                </c:pt>
                <c:pt idx="5712">
                  <c:v>270</c:v>
                </c:pt>
                <c:pt idx="5713">
                  <c:v>726</c:v>
                </c:pt>
                <c:pt idx="5714">
                  <c:v>288</c:v>
                </c:pt>
                <c:pt idx="5715">
                  <c:v>237</c:v>
                </c:pt>
                <c:pt idx="5716">
                  <c:v>148</c:v>
                </c:pt>
                <c:pt idx="5717">
                  <c:v>221</c:v>
                </c:pt>
                <c:pt idx="5718">
                  <c:v>155</c:v>
                </c:pt>
                <c:pt idx="5719">
                  <c:v>289</c:v>
                </c:pt>
                <c:pt idx="5720">
                  <c:v>156</c:v>
                </c:pt>
                <c:pt idx="5721">
                  <c:v>127</c:v>
                </c:pt>
                <c:pt idx="5722">
                  <c:v>179</c:v>
                </c:pt>
                <c:pt idx="5723">
                  <c:v>114</c:v>
                </c:pt>
                <c:pt idx="5724">
                  <c:v>91</c:v>
                </c:pt>
                <c:pt idx="5725">
                  <c:v>184</c:v>
                </c:pt>
                <c:pt idx="5726">
                  <c:v>128</c:v>
                </c:pt>
                <c:pt idx="5727">
                  <c:v>447</c:v>
                </c:pt>
                <c:pt idx="5728">
                  <c:v>550</c:v>
                </c:pt>
                <c:pt idx="5729">
                  <c:v>105</c:v>
                </c:pt>
                <c:pt idx="5730">
                  <c:v>405</c:v>
                </c:pt>
                <c:pt idx="5731">
                  <c:v>502</c:v>
                </c:pt>
                <c:pt idx="5732">
                  <c:v>156</c:v>
                </c:pt>
                <c:pt idx="5733">
                  <c:v>501</c:v>
                </c:pt>
                <c:pt idx="5734">
                  <c:v>699</c:v>
                </c:pt>
                <c:pt idx="5735">
                  <c:v>189</c:v>
                </c:pt>
                <c:pt idx="5736">
                  <c:v>163</c:v>
                </c:pt>
                <c:pt idx="5737">
                  <c:v>107</c:v>
                </c:pt>
                <c:pt idx="5738">
                  <c:v>132</c:v>
                </c:pt>
                <c:pt idx="5739">
                  <c:v>86</c:v>
                </c:pt>
                <c:pt idx="5740">
                  <c:v>462</c:v>
                </c:pt>
                <c:pt idx="5741">
                  <c:v>126</c:v>
                </c:pt>
                <c:pt idx="5742">
                  <c:v>543</c:v>
                </c:pt>
                <c:pt idx="5743">
                  <c:v>125</c:v>
                </c:pt>
                <c:pt idx="5744">
                  <c:v>651</c:v>
                </c:pt>
                <c:pt idx="5745">
                  <c:v>381</c:v>
                </c:pt>
                <c:pt idx="5746">
                  <c:v>333</c:v>
                </c:pt>
                <c:pt idx="5747">
                  <c:v>161</c:v>
                </c:pt>
                <c:pt idx="5748">
                  <c:v>137</c:v>
                </c:pt>
                <c:pt idx="5749">
                  <c:v>97</c:v>
                </c:pt>
                <c:pt idx="5750">
                  <c:v>161</c:v>
                </c:pt>
                <c:pt idx="5751">
                  <c:v>327</c:v>
                </c:pt>
                <c:pt idx="5752">
                  <c:v>139</c:v>
                </c:pt>
                <c:pt idx="5753">
                  <c:v>96</c:v>
                </c:pt>
                <c:pt idx="5754">
                  <c:v>205</c:v>
                </c:pt>
                <c:pt idx="5755">
                  <c:v>169</c:v>
                </c:pt>
                <c:pt idx="5756">
                  <c:v>505</c:v>
                </c:pt>
                <c:pt idx="5757">
                  <c:v>662</c:v>
                </c:pt>
                <c:pt idx="5758">
                  <c:v>202</c:v>
                </c:pt>
                <c:pt idx="5759">
                  <c:v>207</c:v>
                </c:pt>
                <c:pt idx="5760">
                  <c:v>427</c:v>
                </c:pt>
                <c:pt idx="5761">
                  <c:v>155</c:v>
                </c:pt>
                <c:pt idx="5762">
                  <c:v>128</c:v>
                </c:pt>
                <c:pt idx="5763">
                  <c:v>271</c:v>
                </c:pt>
                <c:pt idx="5764">
                  <c:v>173</c:v>
                </c:pt>
                <c:pt idx="5765">
                  <c:v>154</c:v>
                </c:pt>
                <c:pt idx="5766">
                  <c:v>237</c:v>
                </c:pt>
                <c:pt idx="5767">
                  <c:v>209</c:v>
                </c:pt>
                <c:pt idx="5768">
                  <c:v>103</c:v>
                </c:pt>
                <c:pt idx="5769">
                  <c:v>218</c:v>
                </c:pt>
                <c:pt idx="5770">
                  <c:v>134</c:v>
                </c:pt>
                <c:pt idx="5771">
                  <c:v>223</c:v>
                </c:pt>
                <c:pt idx="5772">
                  <c:v>120</c:v>
                </c:pt>
                <c:pt idx="5773">
                  <c:v>222</c:v>
                </c:pt>
                <c:pt idx="5774">
                  <c:v>433</c:v>
                </c:pt>
                <c:pt idx="5775">
                  <c:v>98</c:v>
                </c:pt>
                <c:pt idx="5776">
                  <c:v>152</c:v>
                </c:pt>
                <c:pt idx="5777">
                  <c:v>105</c:v>
                </c:pt>
                <c:pt idx="5778">
                  <c:v>112</c:v>
                </c:pt>
                <c:pt idx="5779">
                  <c:v>201</c:v>
                </c:pt>
                <c:pt idx="5780">
                  <c:v>436</c:v>
                </c:pt>
                <c:pt idx="5781">
                  <c:v>104</c:v>
                </c:pt>
                <c:pt idx="5782">
                  <c:v>467</c:v>
                </c:pt>
                <c:pt idx="5783">
                  <c:v>174</c:v>
                </c:pt>
                <c:pt idx="5784">
                  <c:v>121</c:v>
                </c:pt>
                <c:pt idx="5785">
                  <c:v>140</c:v>
                </c:pt>
                <c:pt idx="5786">
                  <c:v>94</c:v>
                </c:pt>
                <c:pt idx="5787">
                  <c:v>521</c:v>
                </c:pt>
                <c:pt idx="5788">
                  <c:v>616</c:v>
                </c:pt>
                <c:pt idx="5789">
                  <c:v>183</c:v>
                </c:pt>
                <c:pt idx="5790">
                  <c:v>113</c:v>
                </c:pt>
                <c:pt idx="5791">
                  <c:v>494</c:v>
                </c:pt>
                <c:pt idx="5792">
                  <c:v>130</c:v>
                </c:pt>
                <c:pt idx="5793">
                  <c:v>109</c:v>
                </c:pt>
                <c:pt idx="5794">
                  <c:v>215</c:v>
                </c:pt>
                <c:pt idx="5795">
                  <c:v>92</c:v>
                </c:pt>
                <c:pt idx="5796">
                  <c:v>513</c:v>
                </c:pt>
                <c:pt idx="5797">
                  <c:v>740</c:v>
                </c:pt>
                <c:pt idx="5798">
                  <c:v>619</c:v>
                </c:pt>
                <c:pt idx="5799">
                  <c:v>101</c:v>
                </c:pt>
                <c:pt idx="5800">
                  <c:v>311</c:v>
                </c:pt>
                <c:pt idx="5801">
                  <c:v>249</c:v>
                </c:pt>
                <c:pt idx="5802">
                  <c:v>125</c:v>
                </c:pt>
                <c:pt idx="5803">
                  <c:v>98</c:v>
                </c:pt>
                <c:pt idx="5804">
                  <c:v>180</c:v>
                </c:pt>
                <c:pt idx="5805">
                  <c:v>140</c:v>
                </c:pt>
                <c:pt idx="5806">
                  <c:v>168</c:v>
                </c:pt>
                <c:pt idx="5807">
                  <c:v>219</c:v>
                </c:pt>
                <c:pt idx="5808">
                  <c:v>175</c:v>
                </c:pt>
                <c:pt idx="5809">
                  <c:v>561</c:v>
                </c:pt>
                <c:pt idx="5810">
                  <c:v>395</c:v>
                </c:pt>
                <c:pt idx="5811">
                  <c:v>74</c:v>
                </c:pt>
                <c:pt idx="5812">
                  <c:v>173</c:v>
                </c:pt>
                <c:pt idx="5813">
                  <c:v>351</c:v>
                </c:pt>
                <c:pt idx="5814">
                  <c:v>114</c:v>
                </c:pt>
                <c:pt idx="5815">
                  <c:v>181</c:v>
                </c:pt>
                <c:pt idx="5816">
                  <c:v>121</c:v>
                </c:pt>
                <c:pt idx="5817">
                  <c:v>311</c:v>
                </c:pt>
                <c:pt idx="5818">
                  <c:v>267</c:v>
                </c:pt>
                <c:pt idx="5819">
                  <c:v>391</c:v>
                </c:pt>
                <c:pt idx="5820">
                  <c:v>108</c:v>
                </c:pt>
                <c:pt idx="5821">
                  <c:v>55</c:v>
                </c:pt>
                <c:pt idx="5822">
                  <c:v>272</c:v>
                </c:pt>
                <c:pt idx="5823">
                  <c:v>185</c:v>
                </c:pt>
                <c:pt idx="5824">
                  <c:v>177</c:v>
                </c:pt>
                <c:pt idx="5825">
                  <c:v>164</c:v>
                </c:pt>
                <c:pt idx="5826">
                  <c:v>132</c:v>
                </c:pt>
                <c:pt idx="5827">
                  <c:v>243</c:v>
                </c:pt>
                <c:pt idx="5828">
                  <c:v>277</c:v>
                </c:pt>
                <c:pt idx="5829">
                  <c:v>102</c:v>
                </c:pt>
                <c:pt idx="5830">
                  <c:v>138</c:v>
                </c:pt>
                <c:pt idx="5831">
                  <c:v>342</c:v>
                </c:pt>
                <c:pt idx="5832">
                  <c:v>516</c:v>
                </c:pt>
                <c:pt idx="5833">
                  <c:v>118</c:v>
                </c:pt>
                <c:pt idx="5834">
                  <c:v>93</c:v>
                </c:pt>
                <c:pt idx="5835">
                  <c:v>600</c:v>
                </c:pt>
                <c:pt idx="5836">
                  <c:v>158</c:v>
                </c:pt>
                <c:pt idx="5837">
                  <c:v>113</c:v>
                </c:pt>
                <c:pt idx="5838">
                  <c:v>167</c:v>
                </c:pt>
                <c:pt idx="5839">
                  <c:v>127</c:v>
                </c:pt>
                <c:pt idx="5840">
                  <c:v>691</c:v>
                </c:pt>
                <c:pt idx="5841">
                  <c:v>118</c:v>
                </c:pt>
                <c:pt idx="5842">
                  <c:v>247</c:v>
                </c:pt>
                <c:pt idx="5843">
                  <c:v>156</c:v>
                </c:pt>
                <c:pt idx="5844">
                  <c:v>138</c:v>
                </c:pt>
                <c:pt idx="5845">
                  <c:v>346</c:v>
                </c:pt>
                <c:pt idx="5846">
                  <c:v>147</c:v>
                </c:pt>
                <c:pt idx="5847">
                  <c:v>129</c:v>
                </c:pt>
                <c:pt idx="5848">
                  <c:v>199</c:v>
                </c:pt>
                <c:pt idx="5849">
                  <c:v>503</c:v>
                </c:pt>
                <c:pt idx="5850">
                  <c:v>252</c:v>
                </c:pt>
                <c:pt idx="5851">
                  <c:v>150</c:v>
                </c:pt>
                <c:pt idx="5852">
                  <c:v>184</c:v>
                </c:pt>
                <c:pt idx="5853">
                  <c:v>170</c:v>
                </c:pt>
                <c:pt idx="5854">
                  <c:v>118</c:v>
                </c:pt>
                <c:pt idx="5855">
                  <c:v>155</c:v>
                </c:pt>
                <c:pt idx="5856">
                  <c:v>326</c:v>
                </c:pt>
                <c:pt idx="5857">
                  <c:v>86</c:v>
                </c:pt>
                <c:pt idx="5858">
                  <c:v>447</c:v>
                </c:pt>
                <c:pt idx="5859">
                  <c:v>140</c:v>
                </c:pt>
                <c:pt idx="5860">
                  <c:v>173</c:v>
                </c:pt>
                <c:pt idx="5861">
                  <c:v>139</c:v>
                </c:pt>
                <c:pt idx="5862">
                  <c:v>257</c:v>
                </c:pt>
                <c:pt idx="5863">
                  <c:v>130</c:v>
                </c:pt>
                <c:pt idx="5864">
                  <c:v>255</c:v>
                </c:pt>
                <c:pt idx="5865">
                  <c:v>531</c:v>
                </c:pt>
                <c:pt idx="5866">
                  <c:v>249</c:v>
                </c:pt>
                <c:pt idx="5867">
                  <c:v>656</c:v>
                </c:pt>
                <c:pt idx="5868">
                  <c:v>122</c:v>
                </c:pt>
                <c:pt idx="5869">
                  <c:v>171</c:v>
                </c:pt>
                <c:pt idx="5870">
                  <c:v>26</c:v>
                </c:pt>
                <c:pt idx="5871">
                  <c:v>390</c:v>
                </c:pt>
                <c:pt idx="5872">
                  <c:v>202</c:v>
                </c:pt>
                <c:pt idx="5873">
                  <c:v>164</c:v>
                </c:pt>
                <c:pt idx="5874">
                  <c:v>103</c:v>
                </c:pt>
                <c:pt idx="5875">
                  <c:v>237</c:v>
                </c:pt>
                <c:pt idx="5876">
                  <c:v>95</c:v>
                </c:pt>
                <c:pt idx="5877">
                  <c:v>181</c:v>
                </c:pt>
                <c:pt idx="5878">
                  <c:v>484</c:v>
                </c:pt>
                <c:pt idx="5879">
                  <c:v>522</c:v>
                </c:pt>
                <c:pt idx="5880">
                  <c:v>122</c:v>
                </c:pt>
                <c:pt idx="5881">
                  <c:v>133</c:v>
                </c:pt>
                <c:pt idx="5882">
                  <c:v>93</c:v>
                </c:pt>
                <c:pt idx="5883">
                  <c:v>606</c:v>
                </c:pt>
                <c:pt idx="5884">
                  <c:v>136</c:v>
                </c:pt>
                <c:pt idx="5885">
                  <c:v>219</c:v>
                </c:pt>
                <c:pt idx="5886">
                  <c:v>130</c:v>
                </c:pt>
                <c:pt idx="5887">
                  <c:v>184</c:v>
                </c:pt>
                <c:pt idx="5888">
                  <c:v>525</c:v>
                </c:pt>
                <c:pt idx="5889">
                  <c:v>130</c:v>
                </c:pt>
                <c:pt idx="5890">
                  <c:v>124</c:v>
                </c:pt>
                <c:pt idx="5891">
                  <c:v>97</c:v>
                </c:pt>
                <c:pt idx="5892">
                  <c:v>426</c:v>
                </c:pt>
                <c:pt idx="5893">
                  <c:v>424</c:v>
                </c:pt>
                <c:pt idx="5894">
                  <c:v>157</c:v>
                </c:pt>
                <c:pt idx="5895">
                  <c:v>129</c:v>
                </c:pt>
                <c:pt idx="5896">
                  <c:v>216</c:v>
                </c:pt>
                <c:pt idx="5897">
                  <c:v>135</c:v>
                </c:pt>
                <c:pt idx="5898">
                  <c:v>104</c:v>
                </c:pt>
                <c:pt idx="5899">
                  <c:v>99</c:v>
                </c:pt>
                <c:pt idx="5900">
                  <c:v>347</c:v>
                </c:pt>
                <c:pt idx="5901">
                  <c:v>225</c:v>
                </c:pt>
                <c:pt idx="5902">
                  <c:v>149</c:v>
                </c:pt>
                <c:pt idx="5903">
                  <c:v>168</c:v>
                </c:pt>
                <c:pt idx="5904">
                  <c:v>243</c:v>
                </c:pt>
                <c:pt idx="5905">
                  <c:v>196</c:v>
                </c:pt>
                <c:pt idx="5906">
                  <c:v>117</c:v>
                </c:pt>
                <c:pt idx="5907">
                  <c:v>79</c:v>
                </c:pt>
                <c:pt idx="5908">
                  <c:v>187</c:v>
                </c:pt>
                <c:pt idx="5909">
                  <c:v>124</c:v>
                </c:pt>
                <c:pt idx="5910">
                  <c:v>114</c:v>
                </c:pt>
                <c:pt idx="5911">
                  <c:v>134</c:v>
                </c:pt>
                <c:pt idx="5912">
                  <c:v>108</c:v>
                </c:pt>
                <c:pt idx="5913">
                  <c:v>163</c:v>
                </c:pt>
                <c:pt idx="5914">
                  <c:v>614</c:v>
                </c:pt>
                <c:pt idx="5915">
                  <c:v>178</c:v>
                </c:pt>
                <c:pt idx="5916">
                  <c:v>89</c:v>
                </c:pt>
                <c:pt idx="5917">
                  <c:v>151</c:v>
                </c:pt>
                <c:pt idx="5918">
                  <c:v>151</c:v>
                </c:pt>
                <c:pt idx="5919">
                  <c:v>148</c:v>
                </c:pt>
                <c:pt idx="5920">
                  <c:v>124</c:v>
                </c:pt>
                <c:pt idx="5921">
                  <c:v>372</c:v>
                </c:pt>
                <c:pt idx="5922">
                  <c:v>194</c:v>
                </c:pt>
                <c:pt idx="5923">
                  <c:v>129</c:v>
                </c:pt>
                <c:pt idx="5924">
                  <c:v>166</c:v>
                </c:pt>
                <c:pt idx="5925">
                  <c:v>166</c:v>
                </c:pt>
                <c:pt idx="5926">
                  <c:v>112</c:v>
                </c:pt>
                <c:pt idx="5927">
                  <c:v>114</c:v>
                </c:pt>
                <c:pt idx="5928">
                  <c:v>413</c:v>
                </c:pt>
                <c:pt idx="5929">
                  <c:v>436</c:v>
                </c:pt>
                <c:pt idx="5930">
                  <c:v>132</c:v>
                </c:pt>
                <c:pt idx="5931">
                  <c:v>474</c:v>
                </c:pt>
                <c:pt idx="5932">
                  <c:v>199</c:v>
                </c:pt>
                <c:pt idx="5933">
                  <c:v>398</c:v>
                </c:pt>
                <c:pt idx="5934">
                  <c:v>129</c:v>
                </c:pt>
                <c:pt idx="5935">
                  <c:v>138</c:v>
                </c:pt>
                <c:pt idx="5936">
                  <c:v>156</c:v>
                </c:pt>
                <c:pt idx="5937">
                  <c:v>213</c:v>
                </c:pt>
                <c:pt idx="5938">
                  <c:v>131</c:v>
                </c:pt>
                <c:pt idx="5939">
                  <c:v>121</c:v>
                </c:pt>
                <c:pt idx="5940">
                  <c:v>106</c:v>
                </c:pt>
                <c:pt idx="5941">
                  <c:v>520</c:v>
                </c:pt>
                <c:pt idx="5942">
                  <c:v>117</c:v>
                </c:pt>
                <c:pt idx="5943">
                  <c:v>348</c:v>
                </c:pt>
                <c:pt idx="5944">
                  <c:v>517</c:v>
                </c:pt>
                <c:pt idx="5945">
                  <c:v>169</c:v>
                </c:pt>
                <c:pt idx="5946">
                  <c:v>139</c:v>
                </c:pt>
                <c:pt idx="5947">
                  <c:v>126</c:v>
                </c:pt>
                <c:pt idx="5948">
                  <c:v>84</c:v>
                </c:pt>
                <c:pt idx="5949">
                  <c:v>147</c:v>
                </c:pt>
                <c:pt idx="5950">
                  <c:v>59</c:v>
                </c:pt>
                <c:pt idx="5951">
                  <c:v>133</c:v>
                </c:pt>
                <c:pt idx="5952">
                  <c:v>739</c:v>
                </c:pt>
                <c:pt idx="5953">
                  <c:v>72</c:v>
                </c:pt>
                <c:pt idx="5954">
                  <c:v>137</c:v>
                </c:pt>
                <c:pt idx="5955">
                  <c:v>145</c:v>
                </c:pt>
                <c:pt idx="5956">
                  <c:v>258</c:v>
                </c:pt>
                <c:pt idx="5957">
                  <c:v>168</c:v>
                </c:pt>
                <c:pt idx="5958">
                  <c:v>304</c:v>
                </c:pt>
                <c:pt idx="5959">
                  <c:v>749</c:v>
                </c:pt>
                <c:pt idx="5960">
                  <c:v>432</c:v>
                </c:pt>
                <c:pt idx="5961">
                  <c:v>200</c:v>
                </c:pt>
                <c:pt idx="5962">
                  <c:v>129</c:v>
                </c:pt>
                <c:pt idx="5963">
                  <c:v>134</c:v>
                </c:pt>
                <c:pt idx="5964">
                  <c:v>163</c:v>
                </c:pt>
                <c:pt idx="5965">
                  <c:v>156</c:v>
                </c:pt>
                <c:pt idx="5966">
                  <c:v>133</c:v>
                </c:pt>
                <c:pt idx="5967">
                  <c:v>434</c:v>
                </c:pt>
                <c:pt idx="5968">
                  <c:v>219</c:v>
                </c:pt>
                <c:pt idx="5969">
                  <c:v>423</c:v>
                </c:pt>
                <c:pt idx="5970">
                  <c:v>320</c:v>
                </c:pt>
                <c:pt idx="5971">
                  <c:v>76</c:v>
                </c:pt>
                <c:pt idx="5972">
                  <c:v>174</c:v>
                </c:pt>
                <c:pt idx="5973">
                  <c:v>189</c:v>
                </c:pt>
                <c:pt idx="5974">
                  <c:v>65</c:v>
                </c:pt>
                <c:pt idx="5975">
                  <c:v>336</c:v>
                </c:pt>
                <c:pt idx="5976">
                  <c:v>115</c:v>
                </c:pt>
                <c:pt idx="5977">
                  <c:v>297</c:v>
                </c:pt>
                <c:pt idx="5978">
                  <c:v>195</c:v>
                </c:pt>
                <c:pt idx="5979">
                  <c:v>308</c:v>
                </c:pt>
                <c:pt idx="5980">
                  <c:v>43</c:v>
                </c:pt>
                <c:pt idx="5981">
                  <c:v>198</c:v>
                </c:pt>
                <c:pt idx="5982">
                  <c:v>114</c:v>
                </c:pt>
                <c:pt idx="5983">
                  <c:v>331</c:v>
                </c:pt>
                <c:pt idx="5984">
                  <c:v>185</c:v>
                </c:pt>
                <c:pt idx="5985">
                  <c:v>155</c:v>
                </c:pt>
                <c:pt idx="5986">
                  <c:v>126</c:v>
                </c:pt>
                <c:pt idx="5987">
                  <c:v>302</c:v>
                </c:pt>
                <c:pt idx="5988">
                  <c:v>1</c:v>
                </c:pt>
                <c:pt idx="5989">
                  <c:v>87</c:v>
                </c:pt>
                <c:pt idx="5990">
                  <c:v>93</c:v>
                </c:pt>
                <c:pt idx="5991">
                  <c:v>419</c:v>
                </c:pt>
                <c:pt idx="5992">
                  <c:v>704</c:v>
                </c:pt>
                <c:pt idx="5993">
                  <c:v>146</c:v>
                </c:pt>
                <c:pt idx="5994">
                  <c:v>395</c:v>
                </c:pt>
                <c:pt idx="5995">
                  <c:v>302</c:v>
                </c:pt>
                <c:pt idx="5996">
                  <c:v>171</c:v>
                </c:pt>
                <c:pt idx="5997">
                  <c:v>203</c:v>
                </c:pt>
                <c:pt idx="5998">
                  <c:v>280</c:v>
                </c:pt>
                <c:pt idx="5999">
                  <c:v>580</c:v>
                </c:pt>
                <c:pt idx="6000">
                  <c:v>684</c:v>
                </c:pt>
                <c:pt idx="6001">
                  <c:v>210</c:v>
                </c:pt>
                <c:pt idx="6002">
                  <c:v>83</c:v>
                </c:pt>
                <c:pt idx="6003">
                  <c:v>65</c:v>
                </c:pt>
                <c:pt idx="6004">
                  <c:v>240</c:v>
                </c:pt>
                <c:pt idx="6005">
                  <c:v>742</c:v>
                </c:pt>
                <c:pt idx="6006">
                  <c:v>57</c:v>
                </c:pt>
                <c:pt idx="6007">
                  <c:v>634</c:v>
                </c:pt>
                <c:pt idx="6008">
                  <c:v>290</c:v>
                </c:pt>
                <c:pt idx="6009">
                  <c:v>120</c:v>
                </c:pt>
                <c:pt idx="6010">
                  <c:v>309</c:v>
                </c:pt>
                <c:pt idx="6011">
                  <c:v>287</c:v>
                </c:pt>
                <c:pt idx="6012">
                  <c:v>379</c:v>
                </c:pt>
                <c:pt idx="6013">
                  <c:v>636</c:v>
                </c:pt>
                <c:pt idx="6014">
                  <c:v>179</c:v>
                </c:pt>
                <c:pt idx="6015">
                  <c:v>161</c:v>
                </c:pt>
                <c:pt idx="6016">
                  <c:v>256</c:v>
                </c:pt>
                <c:pt idx="6017">
                  <c:v>110</c:v>
                </c:pt>
                <c:pt idx="6018">
                  <c:v>107</c:v>
                </c:pt>
                <c:pt idx="6019">
                  <c:v>1</c:v>
                </c:pt>
                <c:pt idx="6020">
                  <c:v>269</c:v>
                </c:pt>
                <c:pt idx="6021">
                  <c:v>561</c:v>
                </c:pt>
                <c:pt idx="6022">
                  <c:v>265</c:v>
                </c:pt>
                <c:pt idx="6023">
                  <c:v>194</c:v>
                </c:pt>
                <c:pt idx="6024">
                  <c:v>215</c:v>
                </c:pt>
                <c:pt idx="6025">
                  <c:v>350</c:v>
                </c:pt>
                <c:pt idx="6026">
                  <c:v>213</c:v>
                </c:pt>
                <c:pt idx="6027">
                  <c:v>155</c:v>
                </c:pt>
                <c:pt idx="6028">
                  <c:v>166</c:v>
                </c:pt>
                <c:pt idx="6029">
                  <c:v>154</c:v>
                </c:pt>
                <c:pt idx="6030">
                  <c:v>99</c:v>
                </c:pt>
                <c:pt idx="6031">
                  <c:v>104</c:v>
                </c:pt>
                <c:pt idx="6032">
                  <c:v>125</c:v>
                </c:pt>
                <c:pt idx="6033">
                  <c:v>110</c:v>
                </c:pt>
                <c:pt idx="6034">
                  <c:v>95</c:v>
                </c:pt>
                <c:pt idx="6035">
                  <c:v>141</c:v>
                </c:pt>
                <c:pt idx="6036">
                  <c:v>112</c:v>
                </c:pt>
                <c:pt idx="6037">
                  <c:v>170</c:v>
                </c:pt>
                <c:pt idx="6038">
                  <c:v>214</c:v>
                </c:pt>
                <c:pt idx="6039">
                  <c:v>283</c:v>
                </c:pt>
                <c:pt idx="6040">
                  <c:v>87</c:v>
                </c:pt>
                <c:pt idx="6041">
                  <c:v>212</c:v>
                </c:pt>
                <c:pt idx="6042">
                  <c:v>108</c:v>
                </c:pt>
                <c:pt idx="6043">
                  <c:v>350</c:v>
                </c:pt>
                <c:pt idx="6044">
                  <c:v>121</c:v>
                </c:pt>
                <c:pt idx="6045">
                  <c:v>163</c:v>
                </c:pt>
                <c:pt idx="6046">
                  <c:v>229</c:v>
                </c:pt>
                <c:pt idx="6047">
                  <c:v>356</c:v>
                </c:pt>
                <c:pt idx="6048">
                  <c:v>151</c:v>
                </c:pt>
                <c:pt idx="6049">
                  <c:v>191</c:v>
                </c:pt>
                <c:pt idx="6050">
                  <c:v>181</c:v>
                </c:pt>
                <c:pt idx="6051">
                  <c:v>128</c:v>
                </c:pt>
                <c:pt idx="6052">
                  <c:v>250</c:v>
                </c:pt>
                <c:pt idx="6053">
                  <c:v>146</c:v>
                </c:pt>
                <c:pt idx="6054">
                  <c:v>79</c:v>
                </c:pt>
                <c:pt idx="6055">
                  <c:v>257</c:v>
                </c:pt>
                <c:pt idx="6056">
                  <c:v>417</c:v>
                </c:pt>
                <c:pt idx="6057">
                  <c:v>162</c:v>
                </c:pt>
                <c:pt idx="6058">
                  <c:v>634</c:v>
                </c:pt>
                <c:pt idx="6059">
                  <c:v>245</c:v>
                </c:pt>
                <c:pt idx="6060">
                  <c:v>622</c:v>
                </c:pt>
                <c:pt idx="6061">
                  <c:v>153</c:v>
                </c:pt>
                <c:pt idx="6062">
                  <c:v>111</c:v>
                </c:pt>
                <c:pt idx="6063">
                  <c:v>349</c:v>
                </c:pt>
                <c:pt idx="6064">
                  <c:v>232</c:v>
                </c:pt>
                <c:pt idx="6065">
                  <c:v>150</c:v>
                </c:pt>
                <c:pt idx="6066">
                  <c:v>256</c:v>
                </c:pt>
                <c:pt idx="6067">
                  <c:v>79</c:v>
                </c:pt>
                <c:pt idx="6068">
                  <c:v>192</c:v>
                </c:pt>
                <c:pt idx="6069">
                  <c:v>96</c:v>
                </c:pt>
                <c:pt idx="6070">
                  <c:v>146</c:v>
                </c:pt>
                <c:pt idx="6071">
                  <c:v>118</c:v>
                </c:pt>
                <c:pt idx="6072">
                  <c:v>399</c:v>
                </c:pt>
                <c:pt idx="6073">
                  <c:v>148</c:v>
                </c:pt>
                <c:pt idx="6074">
                  <c:v>105</c:v>
                </c:pt>
                <c:pt idx="6075">
                  <c:v>174</c:v>
                </c:pt>
                <c:pt idx="6076">
                  <c:v>266</c:v>
                </c:pt>
                <c:pt idx="6077">
                  <c:v>266</c:v>
                </c:pt>
                <c:pt idx="6078">
                  <c:v>140</c:v>
                </c:pt>
                <c:pt idx="6079">
                  <c:v>369</c:v>
                </c:pt>
                <c:pt idx="6080">
                  <c:v>454</c:v>
                </c:pt>
                <c:pt idx="6081">
                  <c:v>196</c:v>
                </c:pt>
                <c:pt idx="6082">
                  <c:v>123</c:v>
                </c:pt>
                <c:pt idx="6083">
                  <c:v>100</c:v>
                </c:pt>
                <c:pt idx="6084">
                  <c:v>410</c:v>
                </c:pt>
                <c:pt idx="6085">
                  <c:v>447</c:v>
                </c:pt>
                <c:pt idx="6086">
                  <c:v>161</c:v>
                </c:pt>
                <c:pt idx="6087">
                  <c:v>127</c:v>
                </c:pt>
                <c:pt idx="6088">
                  <c:v>228</c:v>
                </c:pt>
                <c:pt idx="6089">
                  <c:v>315</c:v>
                </c:pt>
                <c:pt idx="6090">
                  <c:v>258</c:v>
                </c:pt>
                <c:pt idx="6091">
                  <c:v>186</c:v>
                </c:pt>
                <c:pt idx="6092">
                  <c:v>119</c:v>
                </c:pt>
                <c:pt idx="6093">
                  <c:v>142</c:v>
                </c:pt>
                <c:pt idx="6094">
                  <c:v>744</c:v>
                </c:pt>
                <c:pt idx="6095">
                  <c:v>256</c:v>
                </c:pt>
                <c:pt idx="6096">
                  <c:v>108</c:v>
                </c:pt>
                <c:pt idx="6097">
                  <c:v>120</c:v>
                </c:pt>
                <c:pt idx="6098">
                  <c:v>131</c:v>
                </c:pt>
                <c:pt idx="6099">
                  <c:v>275</c:v>
                </c:pt>
                <c:pt idx="6100">
                  <c:v>94</c:v>
                </c:pt>
                <c:pt idx="6101">
                  <c:v>592</c:v>
                </c:pt>
                <c:pt idx="6102">
                  <c:v>429</c:v>
                </c:pt>
                <c:pt idx="6103">
                  <c:v>352</c:v>
                </c:pt>
                <c:pt idx="6104">
                  <c:v>271</c:v>
                </c:pt>
                <c:pt idx="6105">
                  <c:v>280</c:v>
                </c:pt>
                <c:pt idx="6106">
                  <c:v>245</c:v>
                </c:pt>
                <c:pt idx="6107">
                  <c:v>206</c:v>
                </c:pt>
                <c:pt idx="6108">
                  <c:v>168</c:v>
                </c:pt>
                <c:pt idx="6109">
                  <c:v>131</c:v>
                </c:pt>
                <c:pt idx="6110">
                  <c:v>137</c:v>
                </c:pt>
                <c:pt idx="6111">
                  <c:v>228</c:v>
                </c:pt>
                <c:pt idx="6112">
                  <c:v>147</c:v>
                </c:pt>
                <c:pt idx="6113">
                  <c:v>94</c:v>
                </c:pt>
                <c:pt idx="6114">
                  <c:v>212</c:v>
                </c:pt>
                <c:pt idx="6115">
                  <c:v>455</c:v>
                </c:pt>
                <c:pt idx="6116">
                  <c:v>119</c:v>
                </c:pt>
                <c:pt idx="6117">
                  <c:v>178</c:v>
                </c:pt>
                <c:pt idx="6118">
                  <c:v>162</c:v>
                </c:pt>
                <c:pt idx="6119">
                  <c:v>394</c:v>
                </c:pt>
                <c:pt idx="6120">
                  <c:v>291</c:v>
                </c:pt>
                <c:pt idx="6121">
                  <c:v>224</c:v>
                </c:pt>
                <c:pt idx="6122">
                  <c:v>161</c:v>
                </c:pt>
                <c:pt idx="6123">
                  <c:v>275</c:v>
                </c:pt>
                <c:pt idx="6124">
                  <c:v>633</c:v>
                </c:pt>
                <c:pt idx="6125">
                  <c:v>154</c:v>
                </c:pt>
                <c:pt idx="6126">
                  <c:v>382</c:v>
                </c:pt>
                <c:pt idx="6127">
                  <c:v>113</c:v>
                </c:pt>
                <c:pt idx="6128">
                  <c:v>481</c:v>
                </c:pt>
                <c:pt idx="6129">
                  <c:v>184</c:v>
                </c:pt>
                <c:pt idx="6130">
                  <c:v>494</c:v>
                </c:pt>
                <c:pt idx="6131">
                  <c:v>173</c:v>
                </c:pt>
                <c:pt idx="6132">
                  <c:v>87</c:v>
                </c:pt>
                <c:pt idx="6133">
                  <c:v>185</c:v>
                </c:pt>
                <c:pt idx="6134">
                  <c:v>233</c:v>
                </c:pt>
                <c:pt idx="6135">
                  <c:v>121</c:v>
                </c:pt>
                <c:pt idx="6136">
                  <c:v>123</c:v>
                </c:pt>
                <c:pt idx="6137">
                  <c:v>185</c:v>
                </c:pt>
                <c:pt idx="6138">
                  <c:v>49</c:v>
                </c:pt>
                <c:pt idx="6139">
                  <c:v>138</c:v>
                </c:pt>
                <c:pt idx="6140">
                  <c:v>147</c:v>
                </c:pt>
                <c:pt idx="6141">
                  <c:v>213</c:v>
                </c:pt>
                <c:pt idx="6142">
                  <c:v>143</c:v>
                </c:pt>
                <c:pt idx="6143">
                  <c:v>249</c:v>
                </c:pt>
                <c:pt idx="6144">
                  <c:v>94</c:v>
                </c:pt>
                <c:pt idx="6145">
                  <c:v>125</c:v>
                </c:pt>
                <c:pt idx="6146">
                  <c:v>137</c:v>
                </c:pt>
                <c:pt idx="6147">
                  <c:v>146</c:v>
                </c:pt>
                <c:pt idx="6148">
                  <c:v>157</c:v>
                </c:pt>
                <c:pt idx="6149">
                  <c:v>217</c:v>
                </c:pt>
                <c:pt idx="6150">
                  <c:v>162</c:v>
                </c:pt>
                <c:pt idx="6151">
                  <c:v>110</c:v>
                </c:pt>
                <c:pt idx="6152">
                  <c:v>87</c:v>
                </c:pt>
                <c:pt idx="6153">
                  <c:v>142</c:v>
                </c:pt>
                <c:pt idx="6154">
                  <c:v>98</c:v>
                </c:pt>
                <c:pt idx="6155">
                  <c:v>148</c:v>
                </c:pt>
                <c:pt idx="6156">
                  <c:v>208</c:v>
                </c:pt>
                <c:pt idx="6157">
                  <c:v>127</c:v>
                </c:pt>
                <c:pt idx="6158">
                  <c:v>217</c:v>
                </c:pt>
                <c:pt idx="6159">
                  <c:v>290</c:v>
                </c:pt>
                <c:pt idx="6160">
                  <c:v>150</c:v>
                </c:pt>
                <c:pt idx="6161">
                  <c:v>233</c:v>
                </c:pt>
                <c:pt idx="6162">
                  <c:v>146</c:v>
                </c:pt>
                <c:pt idx="6163">
                  <c:v>385</c:v>
                </c:pt>
                <c:pt idx="6164">
                  <c:v>263</c:v>
                </c:pt>
                <c:pt idx="6165">
                  <c:v>210</c:v>
                </c:pt>
                <c:pt idx="6166">
                  <c:v>102</c:v>
                </c:pt>
                <c:pt idx="6167">
                  <c:v>335</c:v>
                </c:pt>
                <c:pt idx="6168">
                  <c:v>373</c:v>
                </c:pt>
                <c:pt idx="6169">
                  <c:v>133</c:v>
                </c:pt>
                <c:pt idx="6170">
                  <c:v>75</c:v>
                </c:pt>
                <c:pt idx="6171">
                  <c:v>715</c:v>
                </c:pt>
                <c:pt idx="6172">
                  <c:v>123</c:v>
                </c:pt>
                <c:pt idx="6173">
                  <c:v>297</c:v>
                </c:pt>
                <c:pt idx="6174">
                  <c:v>597</c:v>
                </c:pt>
                <c:pt idx="6175">
                  <c:v>379</c:v>
                </c:pt>
                <c:pt idx="6176">
                  <c:v>735</c:v>
                </c:pt>
                <c:pt idx="6177">
                  <c:v>173</c:v>
                </c:pt>
                <c:pt idx="6178">
                  <c:v>183</c:v>
                </c:pt>
                <c:pt idx="6179">
                  <c:v>82</c:v>
                </c:pt>
                <c:pt idx="6180">
                  <c:v>121</c:v>
                </c:pt>
                <c:pt idx="6181">
                  <c:v>163</c:v>
                </c:pt>
                <c:pt idx="6182">
                  <c:v>148</c:v>
                </c:pt>
                <c:pt idx="6183">
                  <c:v>193</c:v>
                </c:pt>
                <c:pt idx="6184">
                  <c:v>159</c:v>
                </c:pt>
                <c:pt idx="6185">
                  <c:v>115</c:v>
                </c:pt>
                <c:pt idx="6186">
                  <c:v>223</c:v>
                </c:pt>
                <c:pt idx="6187">
                  <c:v>10</c:v>
                </c:pt>
                <c:pt idx="6188">
                  <c:v>312</c:v>
                </c:pt>
                <c:pt idx="6189">
                  <c:v>125</c:v>
                </c:pt>
                <c:pt idx="6190">
                  <c:v>114</c:v>
                </c:pt>
                <c:pt idx="6191">
                  <c:v>304</c:v>
                </c:pt>
                <c:pt idx="6192">
                  <c:v>68</c:v>
                </c:pt>
                <c:pt idx="6193">
                  <c:v>247</c:v>
                </c:pt>
                <c:pt idx="6194">
                  <c:v>130</c:v>
                </c:pt>
                <c:pt idx="6195">
                  <c:v>548</c:v>
                </c:pt>
                <c:pt idx="6196">
                  <c:v>280</c:v>
                </c:pt>
                <c:pt idx="6197">
                  <c:v>84</c:v>
                </c:pt>
                <c:pt idx="6198">
                  <c:v>729</c:v>
                </c:pt>
                <c:pt idx="6199">
                  <c:v>683</c:v>
                </c:pt>
                <c:pt idx="6200">
                  <c:v>141</c:v>
                </c:pt>
                <c:pt idx="6201">
                  <c:v>114</c:v>
                </c:pt>
                <c:pt idx="6202">
                  <c:v>261</c:v>
                </c:pt>
                <c:pt idx="6203">
                  <c:v>87</c:v>
                </c:pt>
                <c:pt idx="6204">
                  <c:v>108</c:v>
                </c:pt>
                <c:pt idx="6205">
                  <c:v>203</c:v>
                </c:pt>
                <c:pt idx="6206">
                  <c:v>371</c:v>
                </c:pt>
                <c:pt idx="6207">
                  <c:v>105</c:v>
                </c:pt>
                <c:pt idx="6208">
                  <c:v>145</c:v>
                </c:pt>
                <c:pt idx="6209">
                  <c:v>208</c:v>
                </c:pt>
                <c:pt idx="6210">
                  <c:v>154</c:v>
                </c:pt>
                <c:pt idx="6211">
                  <c:v>294</c:v>
                </c:pt>
                <c:pt idx="6212">
                  <c:v>149</c:v>
                </c:pt>
                <c:pt idx="6213">
                  <c:v>348</c:v>
                </c:pt>
                <c:pt idx="6214">
                  <c:v>345</c:v>
                </c:pt>
                <c:pt idx="6215">
                  <c:v>137</c:v>
                </c:pt>
                <c:pt idx="6216">
                  <c:v>181</c:v>
                </c:pt>
                <c:pt idx="6217">
                  <c:v>265</c:v>
                </c:pt>
                <c:pt idx="6218">
                  <c:v>700</c:v>
                </c:pt>
                <c:pt idx="6219">
                  <c:v>459</c:v>
                </c:pt>
                <c:pt idx="6220">
                  <c:v>146</c:v>
                </c:pt>
                <c:pt idx="6221">
                  <c:v>224</c:v>
                </c:pt>
                <c:pt idx="6222">
                  <c:v>746</c:v>
                </c:pt>
                <c:pt idx="6223">
                  <c:v>394</c:v>
                </c:pt>
                <c:pt idx="6224">
                  <c:v>487</c:v>
                </c:pt>
                <c:pt idx="6225">
                  <c:v>208</c:v>
                </c:pt>
                <c:pt idx="6226">
                  <c:v>80</c:v>
                </c:pt>
                <c:pt idx="6227">
                  <c:v>226</c:v>
                </c:pt>
                <c:pt idx="6228">
                  <c:v>232</c:v>
                </c:pt>
                <c:pt idx="6229">
                  <c:v>184</c:v>
                </c:pt>
                <c:pt idx="6230">
                  <c:v>130</c:v>
                </c:pt>
                <c:pt idx="6231">
                  <c:v>121</c:v>
                </c:pt>
                <c:pt idx="6232">
                  <c:v>571</c:v>
                </c:pt>
                <c:pt idx="6233">
                  <c:v>179</c:v>
                </c:pt>
                <c:pt idx="6234">
                  <c:v>133</c:v>
                </c:pt>
                <c:pt idx="6235">
                  <c:v>140</c:v>
                </c:pt>
                <c:pt idx="6236">
                  <c:v>128</c:v>
                </c:pt>
                <c:pt idx="6237">
                  <c:v>81</c:v>
                </c:pt>
                <c:pt idx="6238">
                  <c:v>118</c:v>
                </c:pt>
                <c:pt idx="6239">
                  <c:v>148</c:v>
                </c:pt>
                <c:pt idx="6240">
                  <c:v>158</c:v>
                </c:pt>
                <c:pt idx="6241">
                  <c:v>202</c:v>
                </c:pt>
                <c:pt idx="6242">
                  <c:v>163</c:v>
                </c:pt>
                <c:pt idx="6243">
                  <c:v>269</c:v>
                </c:pt>
                <c:pt idx="6244">
                  <c:v>79</c:v>
                </c:pt>
                <c:pt idx="6245">
                  <c:v>157</c:v>
                </c:pt>
                <c:pt idx="6246">
                  <c:v>536</c:v>
                </c:pt>
                <c:pt idx="6247">
                  <c:v>72</c:v>
                </c:pt>
                <c:pt idx="6248">
                  <c:v>257</c:v>
                </c:pt>
                <c:pt idx="6249">
                  <c:v>101</c:v>
                </c:pt>
                <c:pt idx="6250">
                  <c:v>95</c:v>
                </c:pt>
                <c:pt idx="6251">
                  <c:v>122</c:v>
                </c:pt>
                <c:pt idx="6252">
                  <c:v>322</c:v>
                </c:pt>
                <c:pt idx="6253">
                  <c:v>180</c:v>
                </c:pt>
                <c:pt idx="6254">
                  <c:v>114</c:v>
                </c:pt>
                <c:pt idx="6255">
                  <c:v>451</c:v>
                </c:pt>
                <c:pt idx="6256">
                  <c:v>422</c:v>
                </c:pt>
                <c:pt idx="6257">
                  <c:v>510</c:v>
                </c:pt>
                <c:pt idx="6258">
                  <c:v>149</c:v>
                </c:pt>
                <c:pt idx="6259">
                  <c:v>133</c:v>
                </c:pt>
                <c:pt idx="6260">
                  <c:v>110</c:v>
                </c:pt>
                <c:pt idx="6261">
                  <c:v>73</c:v>
                </c:pt>
                <c:pt idx="6262">
                  <c:v>381</c:v>
                </c:pt>
                <c:pt idx="6263">
                  <c:v>477</c:v>
                </c:pt>
                <c:pt idx="6264">
                  <c:v>388</c:v>
                </c:pt>
                <c:pt idx="6265">
                  <c:v>120</c:v>
                </c:pt>
                <c:pt idx="6266">
                  <c:v>382</c:v>
                </c:pt>
                <c:pt idx="6267">
                  <c:v>178</c:v>
                </c:pt>
                <c:pt idx="6268">
                  <c:v>250</c:v>
                </c:pt>
                <c:pt idx="6269">
                  <c:v>177</c:v>
                </c:pt>
                <c:pt idx="6270">
                  <c:v>248</c:v>
                </c:pt>
                <c:pt idx="6271">
                  <c:v>143</c:v>
                </c:pt>
                <c:pt idx="6272">
                  <c:v>502</c:v>
                </c:pt>
                <c:pt idx="6273">
                  <c:v>370</c:v>
                </c:pt>
                <c:pt idx="6274">
                  <c:v>186</c:v>
                </c:pt>
                <c:pt idx="6275">
                  <c:v>532</c:v>
                </c:pt>
                <c:pt idx="6276">
                  <c:v>150</c:v>
                </c:pt>
                <c:pt idx="6277">
                  <c:v>159</c:v>
                </c:pt>
                <c:pt idx="6278">
                  <c:v>353</c:v>
                </c:pt>
                <c:pt idx="6279">
                  <c:v>489</c:v>
                </c:pt>
                <c:pt idx="6280">
                  <c:v>145</c:v>
                </c:pt>
                <c:pt idx="6281">
                  <c:v>476</c:v>
                </c:pt>
                <c:pt idx="6282">
                  <c:v>110</c:v>
                </c:pt>
                <c:pt idx="6283">
                  <c:v>230</c:v>
                </c:pt>
                <c:pt idx="6284">
                  <c:v>386</c:v>
                </c:pt>
                <c:pt idx="6285">
                  <c:v>216</c:v>
                </c:pt>
                <c:pt idx="6286">
                  <c:v>358</c:v>
                </c:pt>
                <c:pt idx="6287">
                  <c:v>209</c:v>
                </c:pt>
                <c:pt idx="6288">
                  <c:v>152</c:v>
                </c:pt>
                <c:pt idx="6289">
                  <c:v>134</c:v>
                </c:pt>
                <c:pt idx="6290">
                  <c:v>231</c:v>
                </c:pt>
                <c:pt idx="6291">
                  <c:v>183</c:v>
                </c:pt>
                <c:pt idx="6292">
                  <c:v>62</c:v>
                </c:pt>
                <c:pt idx="6293">
                  <c:v>120</c:v>
                </c:pt>
                <c:pt idx="6294">
                  <c:v>221</c:v>
                </c:pt>
                <c:pt idx="6295">
                  <c:v>238</c:v>
                </c:pt>
                <c:pt idx="6296">
                  <c:v>335</c:v>
                </c:pt>
                <c:pt idx="6297">
                  <c:v>440</c:v>
                </c:pt>
                <c:pt idx="6298">
                  <c:v>145</c:v>
                </c:pt>
                <c:pt idx="6299">
                  <c:v>119</c:v>
                </c:pt>
                <c:pt idx="6300">
                  <c:v>154</c:v>
                </c:pt>
                <c:pt idx="6301">
                  <c:v>525</c:v>
                </c:pt>
                <c:pt idx="6302">
                  <c:v>183</c:v>
                </c:pt>
                <c:pt idx="6303">
                  <c:v>174</c:v>
                </c:pt>
                <c:pt idx="6304">
                  <c:v>141</c:v>
                </c:pt>
                <c:pt idx="6305">
                  <c:v>158</c:v>
                </c:pt>
                <c:pt idx="6306">
                  <c:v>230</c:v>
                </c:pt>
                <c:pt idx="6307">
                  <c:v>248</c:v>
                </c:pt>
                <c:pt idx="6308">
                  <c:v>201</c:v>
                </c:pt>
                <c:pt idx="6309">
                  <c:v>413</c:v>
                </c:pt>
                <c:pt idx="6310">
                  <c:v>137</c:v>
                </c:pt>
                <c:pt idx="6311">
                  <c:v>117</c:v>
                </c:pt>
                <c:pt idx="6312">
                  <c:v>425</c:v>
                </c:pt>
                <c:pt idx="6313">
                  <c:v>274</c:v>
                </c:pt>
                <c:pt idx="6314">
                  <c:v>177</c:v>
                </c:pt>
                <c:pt idx="6315">
                  <c:v>117</c:v>
                </c:pt>
                <c:pt idx="6316">
                  <c:v>162</c:v>
                </c:pt>
                <c:pt idx="6317">
                  <c:v>125</c:v>
                </c:pt>
                <c:pt idx="6318">
                  <c:v>188</c:v>
                </c:pt>
                <c:pt idx="6319">
                  <c:v>271</c:v>
                </c:pt>
                <c:pt idx="6320">
                  <c:v>161</c:v>
                </c:pt>
                <c:pt idx="6321">
                  <c:v>189</c:v>
                </c:pt>
                <c:pt idx="6322">
                  <c:v>148</c:v>
                </c:pt>
                <c:pt idx="6323">
                  <c:v>139</c:v>
                </c:pt>
                <c:pt idx="6324">
                  <c:v>73</c:v>
                </c:pt>
                <c:pt idx="6325">
                  <c:v>162</c:v>
                </c:pt>
                <c:pt idx="6326">
                  <c:v>198</c:v>
                </c:pt>
                <c:pt idx="6327">
                  <c:v>118</c:v>
                </c:pt>
                <c:pt idx="6328">
                  <c:v>181</c:v>
                </c:pt>
                <c:pt idx="6329">
                  <c:v>166</c:v>
                </c:pt>
                <c:pt idx="6330">
                  <c:v>264</c:v>
                </c:pt>
                <c:pt idx="6331">
                  <c:v>301</c:v>
                </c:pt>
                <c:pt idx="6332">
                  <c:v>194</c:v>
                </c:pt>
                <c:pt idx="6333">
                  <c:v>263</c:v>
                </c:pt>
                <c:pt idx="6334">
                  <c:v>509</c:v>
                </c:pt>
                <c:pt idx="6335">
                  <c:v>111</c:v>
                </c:pt>
                <c:pt idx="6336">
                  <c:v>118</c:v>
                </c:pt>
                <c:pt idx="6337">
                  <c:v>186</c:v>
                </c:pt>
                <c:pt idx="6338">
                  <c:v>109</c:v>
                </c:pt>
                <c:pt idx="6339">
                  <c:v>339</c:v>
                </c:pt>
                <c:pt idx="6340">
                  <c:v>64</c:v>
                </c:pt>
                <c:pt idx="6341">
                  <c:v>133</c:v>
                </c:pt>
                <c:pt idx="6342">
                  <c:v>94</c:v>
                </c:pt>
                <c:pt idx="6343">
                  <c:v>141</c:v>
                </c:pt>
                <c:pt idx="6344">
                  <c:v>235</c:v>
                </c:pt>
                <c:pt idx="6345">
                  <c:v>99</c:v>
                </c:pt>
                <c:pt idx="6346">
                  <c:v>163</c:v>
                </c:pt>
                <c:pt idx="6347">
                  <c:v>56</c:v>
                </c:pt>
                <c:pt idx="6348">
                  <c:v>322</c:v>
                </c:pt>
                <c:pt idx="6349">
                  <c:v>143</c:v>
                </c:pt>
                <c:pt idx="6350">
                  <c:v>172</c:v>
                </c:pt>
                <c:pt idx="6351">
                  <c:v>231</c:v>
                </c:pt>
                <c:pt idx="6352">
                  <c:v>259</c:v>
                </c:pt>
                <c:pt idx="6353">
                  <c:v>325</c:v>
                </c:pt>
                <c:pt idx="6354">
                  <c:v>151</c:v>
                </c:pt>
                <c:pt idx="6355">
                  <c:v>155</c:v>
                </c:pt>
                <c:pt idx="6356">
                  <c:v>200</c:v>
                </c:pt>
                <c:pt idx="6357">
                  <c:v>242</c:v>
                </c:pt>
                <c:pt idx="6358">
                  <c:v>185</c:v>
                </c:pt>
                <c:pt idx="6359">
                  <c:v>642</c:v>
                </c:pt>
                <c:pt idx="6360">
                  <c:v>133</c:v>
                </c:pt>
                <c:pt idx="6361">
                  <c:v>260</c:v>
                </c:pt>
                <c:pt idx="6362">
                  <c:v>242</c:v>
                </c:pt>
                <c:pt idx="6363">
                  <c:v>249</c:v>
                </c:pt>
                <c:pt idx="6364">
                  <c:v>234</c:v>
                </c:pt>
                <c:pt idx="6365">
                  <c:v>92</c:v>
                </c:pt>
                <c:pt idx="6366">
                  <c:v>183</c:v>
                </c:pt>
                <c:pt idx="6367">
                  <c:v>200</c:v>
                </c:pt>
                <c:pt idx="6368">
                  <c:v>654</c:v>
                </c:pt>
                <c:pt idx="6369">
                  <c:v>310</c:v>
                </c:pt>
                <c:pt idx="6370">
                  <c:v>333</c:v>
                </c:pt>
                <c:pt idx="6371">
                  <c:v>132</c:v>
                </c:pt>
                <c:pt idx="6372">
                  <c:v>137</c:v>
                </c:pt>
                <c:pt idx="6373">
                  <c:v>196</c:v>
                </c:pt>
                <c:pt idx="6374">
                  <c:v>120</c:v>
                </c:pt>
                <c:pt idx="6375">
                  <c:v>208</c:v>
                </c:pt>
                <c:pt idx="6376">
                  <c:v>115</c:v>
                </c:pt>
                <c:pt idx="6377">
                  <c:v>273</c:v>
                </c:pt>
                <c:pt idx="6378">
                  <c:v>152</c:v>
                </c:pt>
                <c:pt idx="6379">
                  <c:v>222</c:v>
                </c:pt>
                <c:pt idx="6380">
                  <c:v>211</c:v>
                </c:pt>
                <c:pt idx="6381">
                  <c:v>267</c:v>
                </c:pt>
                <c:pt idx="6382">
                  <c:v>152</c:v>
                </c:pt>
                <c:pt idx="6383">
                  <c:v>239</c:v>
                </c:pt>
                <c:pt idx="6384">
                  <c:v>209</c:v>
                </c:pt>
                <c:pt idx="6385">
                  <c:v>165</c:v>
                </c:pt>
                <c:pt idx="6386">
                  <c:v>154</c:v>
                </c:pt>
                <c:pt idx="6387">
                  <c:v>390</c:v>
                </c:pt>
                <c:pt idx="6388">
                  <c:v>540</c:v>
                </c:pt>
                <c:pt idx="6389">
                  <c:v>77</c:v>
                </c:pt>
                <c:pt idx="6390">
                  <c:v>246</c:v>
                </c:pt>
                <c:pt idx="6391">
                  <c:v>298</c:v>
                </c:pt>
                <c:pt idx="6392">
                  <c:v>267</c:v>
                </c:pt>
                <c:pt idx="6393">
                  <c:v>78</c:v>
                </c:pt>
                <c:pt idx="6394">
                  <c:v>210</c:v>
                </c:pt>
                <c:pt idx="6395">
                  <c:v>124</c:v>
                </c:pt>
                <c:pt idx="6396">
                  <c:v>209</c:v>
                </c:pt>
                <c:pt idx="6397">
                  <c:v>132</c:v>
                </c:pt>
                <c:pt idx="6398">
                  <c:v>276</c:v>
                </c:pt>
                <c:pt idx="6399">
                  <c:v>55</c:v>
                </c:pt>
                <c:pt idx="6400">
                  <c:v>179</c:v>
                </c:pt>
                <c:pt idx="6401">
                  <c:v>159</c:v>
                </c:pt>
                <c:pt idx="6402">
                  <c:v>90</c:v>
                </c:pt>
                <c:pt idx="6403">
                  <c:v>128</c:v>
                </c:pt>
                <c:pt idx="6404">
                  <c:v>487</c:v>
                </c:pt>
                <c:pt idx="6405">
                  <c:v>131</c:v>
                </c:pt>
                <c:pt idx="6406">
                  <c:v>132</c:v>
                </c:pt>
                <c:pt idx="6407">
                  <c:v>81</c:v>
                </c:pt>
                <c:pt idx="6408">
                  <c:v>48</c:v>
                </c:pt>
                <c:pt idx="6409">
                  <c:v>97</c:v>
                </c:pt>
                <c:pt idx="6410">
                  <c:v>106</c:v>
                </c:pt>
                <c:pt idx="6411">
                  <c:v>223</c:v>
                </c:pt>
                <c:pt idx="6412">
                  <c:v>200</c:v>
                </c:pt>
                <c:pt idx="6413">
                  <c:v>148</c:v>
                </c:pt>
                <c:pt idx="6414">
                  <c:v>144</c:v>
                </c:pt>
                <c:pt idx="6415">
                  <c:v>126</c:v>
                </c:pt>
                <c:pt idx="6416">
                  <c:v>121</c:v>
                </c:pt>
                <c:pt idx="6417">
                  <c:v>164</c:v>
                </c:pt>
                <c:pt idx="6418">
                  <c:v>144</c:v>
                </c:pt>
                <c:pt idx="6419">
                  <c:v>114</c:v>
                </c:pt>
                <c:pt idx="6420">
                  <c:v>71</c:v>
                </c:pt>
                <c:pt idx="6421">
                  <c:v>122</c:v>
                </c:pt>
                <c:pt idx="6422">
                  <c:v>210</c:v>
                </c:pt>
                <c:pt idx="6423">
                  <c:v>244</c:v>
                </c:pt>
                <c:pt idx="6424">
                  <c:v>414</c:v>
                </c:pt>
                <c:pt idx="6425">
                  <c:v>119</c:v>
                </c:pt>
                <c:pt idx="6426">
                  <c:v>749</c:v>
                </c:pt>
                <c:pt idx="6427">
                  <c:v>151</c:v>
                </c:pt>
                <c:pt idx="6428">
                  <c:v>283</c:v>
                </c:pt>
                <c:pt idx="6429">
                  <c:v>276</c:v>
                </c:pt>
                <c:pt idx="6430">
                  <c:v>344</c:v>
                </c:pt>
                <c:pt idx="6431">
                  <c:v>247</c:v>
                </c:pt>
                <c:pt idx="6432">
                  <c:v>60</c:v>
                </c:pt>
                <c:pt idx="6433">
                  <c:v>621</c:v>
                </c:pt>
                <c:pt idx="6434">
                  <c:v>150</c:v>
                </c:pt>
                <c:pt idx="6435">
                  <c:v>314</c:v>
                </c:pt>
                <c:pt idx="6436">
                  <c:v>153</c:v>
                </c:pt>
                <c:pt idx="6437">
                  <c:v>129</c:v>
                </c:pt>
                <c:pt idx="6438">
                  <c:v>175</c:v>
                </c:pt>
                <c:pt idx="6439">
                  <c:v>98</c:v>
                </c:pt>
                <c:pt idx="6440">
                  <c:v>315</c:v>
                </c:pt>
                <c:pt idx="6441">
                  <c:v>283</c:v>
                </c:pt>
                <c:pt idx="6442">
                  <c:v>511</c:v>
                </c:pt>
                <c:pt idx="6443">
                  <c:v>54</c:v>
                </c:pt>
                <c:pt idx="6444">
                  <c:v>146</c:v>
                </c:pt>
                <c:pt idx="6445">
                  <c:v>282</c:v>
                </c:pt>
                <c:pt idx="6446">
                  <c:v>106</c:v>
                </c:pt>
                <c:pt idx="6447">
                  <c:v>386</c:v>
                </c:pt>
                <c:pt idx="6448">
                  <c:v>127</c:v>
                </c:pt>
                <c:pt idx="6449">
                  <c:v>206</c:v>
                </c:pt>
                <c:pt idx="6450">
                  <c:v>147</c:v>
                </c:pt>
                <c:pt idx="6451">
                  <c:v>97</c:v>
                </c:pt>
                <c:pt idx="6452">
                  <c:v>243</c:v>
                </c:pt>
                <c:pt idx="6453">
                  <c:v>138</c:v>
                </c:pt>
                <c:pt idx="6454">
                  <c:v>102</c:v>
                </c:pt>
                <c:pt idx="6455">
                  <c:v>95</c:v>
                </c:pt>
                <c:pt idx="6456">
                  <c:v>191</c:v>
                </c:pt>
                <c:pt idx="6457">
                  <c:v>150</c:v>
                </c:pt>
                <c:pt idx="6458">
                  <c:v>125</c:v>
                </c:pt>
                <c:pt idx="6459">
                  <c:v>161</c:v>
                </c:pt>
                <c:pt idx="6460">
                  <c:v>168</c:v>
                </c:pt>
                <c:pt idx="6461">
                  <c:v>157</c:v>
                </c:pt>
                <c:pt idx="6462">
                  <c:v>237</c:v>
                </c:pt>
                <c:pt idx="6463">
                  <c:v>105</c:v>
                </c:pt>
                <c:pt idx="6464">
                  <c:v>131</c:v>
                </c:pt>
                <c:pt idx="6465">
                  <c:v>126</c:v>
                </c:pt>
                <c:pt idx="6466">
                  <c:v>128</c:v>
                </c:pt>
                <c:pt idx="6467">
                  <c:v>161</c:v>
                </c:pt>
                <c:pt idx="6468">
                  <c:v>166</c:v>
                </c:pt>
                <c:pt idx="6469">
                  <c:v>169</c:v>
                </c:pt>
                <c:pt idx="6470">
                  <c:v>250</c:v>
                </c:pt>
                <c:pt idx="6471">
                  <c:v>115</c:v>
                </c:pt>
                <c:pt idx="6472">
                  <c:v>224</c:v>
                </c:pt>
                <c:pt idx="6473">
                  <c:v>53</c:v>
                </c:pt>
                <c:pt idx="6474">
                  <c:v>192</c:v>
                </c:pt>
                <c:pt idx="6475">
                  <c:v>232</c:v>
                </c:pt>
                <c:pt idx="6476">
                  <c:v>138</c:v>
                </c:pt>
                <c:pt idx="6477">
                  <c:v>239</c:v>
                </c:pt>
                <c:pt idx="6478">
                  <c:v>130</c:v>
                </c:pt>
                <c:pt idx="6479">
                  <c:v>214</c:v>
                </c:pt>
                <c:pt idx="6480">
                  <c:v>152</c:v>
                </c:pt>
                <c:pt idx="6481">
                  <c:v>118</c:v>
                </c:pt>
                <c:pt idx="6482">
                  <c:v>244</c:v>
                </c:pt>
                <c:pt idx="6483">
                  <c:v>371</c:v>
                </c:pt>
                <c:pt idx="6484">
                  <c:v>172</c:v>
                </c:pt>
                <c:pt idx="6485">
                  <c:v>253</c:v>
                </c:pt>
                <c:pt idx="6486">
                  <c:v>274</c:v>
                </c:pt>
                <c:pt idx="6487">
                  <c:v>177</c:v>
                </c:pt>
                <c:pt idx="6488">
                  <c:v>123</c:v>
                </c:pt>
                <c:pt idx="6489">
                  <c:v>314</c:v>
                </c:pt>
                <c:pt idx="6490">
                  <c:v>114</c:v>
                </c:pt>
                <c:pt idx="6491">
                  <c:v>162</c:v>
                </c:pt>
                <c:pt idx="6492">
                  <c:v>120</c:v>
                </c:pt>
                <c:pt idx="6493">
                  <c:v>239</c:v>
                </c:pt>
                <c:pt idx="6494">
                  <c:v>606</c:v>
                </c:pt>
                <c:pt idx="6495">
                  <c:v>276</c:v>
                </c:pt>
                <c:pt idx="6496">
                  <c:v>165</c:v>
                </c:pt>
                <c:pt idx="6497">
                  <c:v>110</c:v>
                </c:pt>
                <c:pt idx="6498">
                  <c:v>125</c:v>
                </c:pt>
                <c:pt idx="6499">
                  <c:v>122</c:v>
                </c:pt>
                <c:pt idx="6500">
                  <c:v>259</c:v>
                </c:pt>
                <c:pt idx="6501">
                  <c:v>120</c:v>
                </c:pt>
                <c:pt idx="6502">
                  <c:v>232</c:v>
                </c:pt>
                <c:pt idx="6503">
                  <c:v>351</c:v>
                </c:pt>
                <c:pt idx="6504">
                  <c:v>128</c:v>
                </c:pt>
                <c:pt idx="6505">
                  <c:v>151</c:v>
                </c:pt>
                <c:pt idx="6506">
                  <c:v>187</c:v>
                </c:pt>
                <c:pt idx="6507">
                  <c:v>352</c:v>
                </c:pt>
                <c:pt idx="6508">
                  <c:v>137</c:v>
                </c:pt>
                <c:pt idx="6509">
                  <c:v>80</c:v>
                </c:pt>
                <c:pt idx="6510">
                  <c:v>158</c:v>
                </c:pt>
                <c:pt idx="6511">
                  <c:v>131</c:v>
                </c:pt>
                <c:pt idx="6512">
                  <c:v>141</c:v>
                </c:pt>
                <c:pt idx="6513">
                  <c:v>480</c:v>
                </c:pt>
                <c:pt idx="6514">
                  <c:v>653</c:v>
                </c:pt>
                <c:pt idx="6515">
                  <c:v>131</c:v>
                </c:pt>
                <c:pt idx="6516">
                  <c:v>382</c:v>
                </c:pt>
                <c:pt idx="6517">
                  <c:v>357</c:v>
                </c:pt>
                <c:pt idx="6518">
                  <c:v>220</c:v>
                </c:pt>
                <c:pt idx="6519">
                  <c:v>214</c:v>
                </c:pt>
                <c:pt idx="6520">
                  <c:v>110</c:v>
                </c:pt>
                <c:pt idx="6521">
                  <c:v>104</c:v>
                </c:pt>
                <c:pt idx="6522">
                  <c:v>154</c:v>
                </c:pt>
                <c:pt idx="6523">
                  <c:v>199</c:v>
                </c:pt>
                <c:pt idx="6524">
                  <c:v>456</c:v>
                </c:pt>
                <c:pt idx="6525">
                  <c:v>476</c:v>
                </c:pt>
                <c:pt idx="6526">
                  <c:v>573</c:v>
                </c:pt>
                <c:pt idx="6527">
                  <c:v>128</c:v>
                </c:pt>
                <c:pt idx="6528">
                  <c:v>413</c:v>
                </c:pt>
                <c:pt idx="6529">
                  <c:v>322</c:v>
                </c:pt>
                <c:pt idx="6530">
                  <c:v>154</c:v>
                </c:pt>
                <c:pt idx="6531">
                  <c:v>569</c:v>
                </c:pt>
                <c:pt idx="6532">
                  <c:v>447</c:v>
                </c:pt>
                <c:pt idx="6533">
                  <c:v>319</c:v>
                </c:pt>
                <c:pt idx="6534">
                  <c:v>282</c:v>
                </c:pt>
                <c:pt idx="6535">
                  <c:v>531</c:v>
                </c:pt>
                <c:pt idx="6536">
                  <c:v>134</c:v>
                </c:pt>
                <c:pt idx="6537">
                  <c:v>188</c:v>
                </c:pt>
                <c:pt idx="6538">
                  <c:v>146</c:v>
                </c:pt>
                <c:pt idx="6539">
                  <c:v>134</c:v>
                </c:pt>
                <c:pt idx="6540">
                  <c:v>163</c:v>
                </c:pt>
                <c:pt idx="6541">
                  <c:v>588</c:v>
                </c:pt>
                <c:pt idx="6542">
                  <c:v>291</c:v>
                </c:pt>
                <c:pt idx="6543">
                  <c:v>195</c:v>
                </c:pt>
                <c:pt idx="6544">
                  <c:v>115</c:v>
                </c:pt>
                <c:pt idx="6545">
                  <c:v>650</c:v>
                </c:pt>
                <c:pt idx="6546">
                  <c:v>24</c:v>
                </c:pt>
                <c:pt idx="6547">
                  <c:v>331</c:v>
                </c:pt>
                <c:pt idx="6548">
                  <c:v>641</c:v>
                </c:pt>
                <c:pt idx="6549">
                  <c:v>149</c:v>
                </c:pt>
                <c:pt idx="6550">
                  <c:v>167</c:v>
                </c:pt>
                <c:pt idx="6551">
                  <c:v>103</c:v>
                </c:pt>
                <c:pt idx="6552">
                  <c:v>205</c:v>
                </c:pt>
                <c:pt idx="6553">
                  <c:v>262</c:v>
                </c:pt>
                <c:pt idx="6554">
                  <c:v>209</c:v>
                </c:pt>
                <c:pt idx="6555">
                  <c:v>375</c:v>
                </c:pt>
                <c:pt idx="6556">
                  <c:v>421</c:v>
                </c:pt>
                <c:pt idx="6557">
                  <c:v>218</c:v>
                </c:pt>
                <c:pt idx="6558">
                  <c:v>463</c:v>
                </c:pt>
                <c:pt idx="6559">
                  <c:v>142</c:v>
                </c:pt>
                <c:pt idx="6560">
                  <c:v>217</c:v>
                </c:pt>
                <c:pt idx="6561">
                  <c:v>186</c:v>
                </c:pt>
                <c:pt idx="6562">
                  <c:v>116</c:v>
                </c:pt>
                <c:pt idx="6563">
                  <c:v>169</c:v>
                </c:pt>
                <c:pt idx="6564">
                  <c:v>173</c:v>
                </c:pt>
                <c:pt idx="6565">
                  <c:v>89</c:v>
                </c:pt>
                <c:pt idx="6566">
                  <c:v>164</c:v>
                </c:pt>
                <c:pt idx="6567">
                  <c:v>142</c:v>
                </c:pt>
                <c:pt idx="6568">
                  <c:v>241</c:v>
                </c:pt>
                <c:pt idx="6569">
                  <c:v>121</c:v>
                </c:pt>
                <c:pt idx="6570">
                  <c:v>148</c:v>
                </c:pt>
                <c:pt idx="6571">
                  <c:v>103</c:v>
                </c:pt>
                <c:pt idx="6572">
                  <c:v>306</c:v>
                </c:pt>
                <c:pt idx="6573">
                  <c:v>542</c:v>
                </c:pt>
                <c:pt idx="6574">
                  <c:v>249</c:v>
                </c:pt>
                <c:pt idx="6575">
                  <c:v>141</c:v>
                </c:pt>
                <c:pt idx="6576">
                  <c:v>573</c:v>
                </c:pt>
                <c:pt idx="6577">
                  <c:v>28</c:v>
                </c:pt>
                <c:pt idx="6578">
                  <c:v>130</c:v>
                </c:pt>
                <c:pt idx="6579">
                  <c:v>141</c:v>
                </c:pt>
                <c:pt idx="6580">
                  <c:v>143</c:v>
                </c:pt>
                <c:pt idx="6581">
                  <c:v>98</c:v>
                </c:pt>
                <c:pt idx="6582">
                  <c:v>352</c:v>
                </c:pt>
                <c:pt idx="6583">
                  <c:v>69</c:v>
                </c:pt>
                <c:pt idx="6584">
                  <c:v>562</c:v>
                </c:pt>
                <c:pt idx="6585">
                  <c:v>249</c:v>
                </c:pt>
                <c:pt idx="6586">
                  <c:v>317</c:v>
                </c:pt>
                <c:pt idx="6587">
                  <c:v>125</c:v>
                </c:pt>
                <c:pt idx="6588">
                  <c:v>65</c:v>
                </c:pt>
                <c:pt idx="6589">
                  <c:v>365</c:v>
                </c:pt>
                <c:pt idx="6590">
                  <c:v>40</c:v>
                </c:pt>
                <c:pt idx="6591">
                  <c:v>185</c:v>
                </c:pt>
                <c:pt idx="6592">
                  <c:v>213</c:v>
                </c:pt>
                <c:pt idx="6593">
                  <c:v>402</c:v>
                </c:pt>
                <c:pt idx="6594">
                  <c:v>100</c:v>
                </c:pt>
                <c:pt idx="6595">
                  <c:v>248</c:v>
                </c:pt>
                <c:pt idx="6596">
                  <c:v>194</c:v>
                </c:pt>
                <c:pt idx="6597">
                  <c:v>95</c:v>
                </c:pt>
                <c:pt idx="6598">
                  <c:v>86</c:v>
                </c:pt>
                <c:pt idx="6599">
                  <c:v>428</c:v>
                </c:pt>
                <c:pt idx="6600">
                  <c:v>208</c:v>
                </c:pt>
                <c:pt idx="6601">
                  <c:v>34</c:v>
                </c:pt>
                <c:pt idx="6602">
                  <c:v>141</c:v>
                </c:pt>
                <c:pt idx="6603">
                  <c:v>230</c:v>
                </c:pt>
                <c:pt idx="6604">
                  <c:v>414</c:v>
                </c:pt>
                <c:pt idx="6605">
                  <c:v>243</c:v>
                </c:pt>
                <c:pt idx="6606">
                  <c:v>103</c:v>
                </c:pt>
                <c:pt idx="6607">
                  <c:v>209</c:v>
                </c:pt>
                <c:pt idx="6608">
                  <c:v>181</c:v>
                </c:pt>
                <c:pt idx="6609">
                  <c:v>162</c:v>
                </c:pt>
                <c:pt idx="6610">
                  <c:v>227</c:v>
                </c:pt>
                <c:pt idx="6611">
                  <c:v>390</c:v>
                </c:pt>
                <c:pt idx="6612">
                  <c:v>102</c:v>
                </c:pt>
                <c:pt idx="6613">
                  <c:v>105</c:v>
                </c:pt>
                <c:pt idx="6614">
                  <c:v>320</c:v>
                </c:pt>
                <c:pt idx="6615">
                  <c:v>85</c:v>
                </c:pt>
                <c:pt idx="6616">
                  <c:v>278</c:v>
                </c:pt>
                <c:pt idx="6617">
                  <c:v>114</c:v>
                </c:pt>
                <c:pt idx="6618">
                  <c:v>512</c:v>
                </c:pt>
                <c:pt idx="6619">
                  <c:v>472</c:v>
                </c:pt>
                <c:pt idx="6620">
                  <c:v>173</c:v>
                </c:pt>
                <c:pt idx="6621">
                  <c:v>76</c:v>
                </c:pt>
                <c:pt idx="6622">
                  <c:v>88</c:v>
                </c:pt>
                <c:pt idx="6623">
                  <c:v>504</c:v>
                </c:pt>
                <c:pt idx="6624">
                  <c:v>86</c:v>
                </c:pt>
                <c:pt idx="6625">
                  <c:v>328</c:v>
                </c:pt>
                <c:pt idx="6626">
                  <c:v>211</c:v>
                </c:pt>
                <c:pt idx="6627">
                  <c:v>258</c:v>
                </c:pt>
                <c:pt idx="6628">
                  <c:v>76</c:v>
                </c:pt>
                <c:pt idx="6629">
                  <c:v>294</c:v>
                </c:pt>
                <c:pt idx="6630">
                  <c:v>129</c:v>
                </c:pt>
                <c:pt idx="6631">
                  <c:v>740</c:v>
                </c:pt>
                <c:pt idx="6632">
                  <c:v>555</c:v>
                </c:pt>
                <c:pt idx="6633">
                  <c:v>215</c:v>
                </c:pt>
                <c:pt idx="6634">
                  <c:v>287</c:v>
                </c:pt>
                <c:pt idx="6635">
                  <c:v>159</c:v>
                </c:pt>
                <c:pt idx="6636">
                  <c:v>82</c:v>
                </c:pt>
                <c:pt idx="6637">
                  <c:v>60</c:v>
                </c:pt>
                <c:pt idx="6638">
                  <c:v>161</c:v>
                </c:pt>
                <c:pt idx="6639">
                  <c:v>228</c:v>
                </c:pt>
                <c:pt idx="6640">
                  <c:v>692</c:v>
                </c:pt>
                <c:pt idx="6641">
                  <c:v>244</c:v>
                </c:pt>
                <c:pt idx="6642">
                  <c:v>124</c:v>
                </c:pt>
                <c:pt idx="6643">
                  <c:v>258</c:v>
                </c:pt>
                <c:pt idx="6644">
                  <c:v>215</c:v>
                </c:pt>
                <c:pt idx="6645">
                  <c:v>331</c:v>
                </c:pt>
                <c:pt idx="6646">
                  <c:v>111</c:v>
                </c:pt>
                <c:pt idx="6647">
                  <c:v>234</c:v>
                </c:pt>
                <c:pt idx="6648">
                  <c:v>347</c:v>
                </c:pt>
                <c:pt idx="6649">
                  <c:v>366</c:v>
                </c:pt>
                <c:pt idx="6650">
                  <c:v>308</c:v>
                </c:pt>
                <c:pt idx="6651">
                  <c:v>208</c:v>
                </c:pt>
                <c:pt idx="6652">
                  <c:v>316</c:v>
                </c:pt>
                <c:pt idx="6653">
                  <c:v>542</c:v>
                </c:pt>
                <c:pt idx="6654">
                  <c:v>504</c:v>
                </c:pt>
                <c:pt idx="6655">
                  <c:v>146</c:v>
                </c:pt>
                <c:pt idx="6656">
                  <c:v>360</c:v>
                </c:pt>
                <c:pt idx="6657">
                  <c:v>222</c:v>
                </c:pt>
                <c:pt idx="6658">
                  <c:v>333</c:v>
                </c:pt>
                <c:pt idx="6659">
                  <c:v>359</c:v>
                </c:pt>
                <c:pt idx="6660">
                  <c:v>534</c:v>
                </c:pt>
                <c:pt idx="6661">
                  <c:v>194</c:v>
                </c:pt>
                <c:pt idx="6662">
                  <c:v>611</c:v>
                </c:pt>
                <c:pt idx="6663">
                  <c:v>94</c:v>
                </c:pt>
                <c:pt idx="6664">
                  <c:v>366</c:v>
                </c:pt>
                <c:pt idx="6665">
                  <c:v>459</c:v>
                </c:pt>
                <c:pt idx="6666">
                  <c:v>628</c:v>
                </c:pt>
                <c:pt idx="6667">
                  <c:v>322</c:v>
                </c:pt>
                <c:pt idx="6668">
                  <c:v>432</c:v>
                </c:pt>
                <c:pt idx="6669">
                  <c:v>357</c:v>
                </c:pt>
                <c:pt idx="6670">
                  <c:v>490</c:v>
                </c:pt>
                <c:pt idx="6671">
                  <c:v>276</c:v>
                </c:pt>
                <c:pt idx="6672">
                  <c:v>351</c:v>
                </c:pt>
                <c:pt idx="6673">
                  <c:v>342</c:v>
                </c:pt>
                <c:pt idx="6674">
                  <c:v>223</c:v>
                </c:pt>
                <c:pt idx="6675">
                  <c:v>506</c:v>
                </c:pt>
                <c:pt idx="6676">
                  <c:v>346</c:v>
                </c:pt>
                <c:pt idx="6677">
                  <c:v>357</c:v>
                </c:pt>
                <c:pt idx="6678">
                  <c:v>419</c:v>
                </c:pt>
                <c:pt idx="6679">
                  <c:v>352</c:v>
                </c:pt>
                <c:pt idx="6680">
                  <c:v>315</c:v>
                </c:pt>
                <c:pt idx="6681">
                  <c:v>120</c:v>
                </c:pt>
                <c:pt idx="6682">
                  <c:v>131</c:v>
                </c:pt>
                <c:pt idx="6683">
                  <c:v>172</c:v>
                </c:pt>
                <c:pt idx="6684">
                  <c:v>163</c:v>
                </c:pt>
                <c:pt idx="6685">
                  <c:v>143</c:v>
                </c:pt>
                <c:pt idx="6686">
                  <c:v>111</c:v>
                </c:pt>
                <c:pt idx="6687">
                  <c:v>119</c:v>
                </c:pt>
                <c:pt idx="6688">
                  <c:v>124</c:v>
                </c:pt>
                <c:pt idx="6689">
                  <c:v>119</c:v>
                </c:pt>
                <c:pt idx="6690">
                  <c:v>116</c:v>
                </c:pt>
                <c:pt idx="6691">
                  <c:v>355</c:v>
                </c:pt>
                <c:pt idx="6692">
                  <c:v>252</c:v>
                </c:pt>
                <c:pt idx="6693">
                  <c:v>571</c:v>
                </c:pt>
                <c:pt idx="6694">
                  <c:v>407</c:v>
                </c:pt>
                <c:pt idx="6695">
                  <c:v>231</c:v>
                </c:pt>
                <c:pt idx="6696">
                  <c:v>290</c:v>
                </c:pt>
                <c:pt idx="6697">
                  <c:v>280</c:v>
                </c:pt>
                <c:pt idx="6698">
                  <c:v>341</c:v>
                </c:pt>
                <c:pt idx="6699">
                  <c:v>251</c:v>
                </c:pt>
                <c:pt idx="6700">
                  <c:v>233</c:v>
                </c:pt>
                <c:pt idx="6701">
                  <c:v>714</c:v>
                </c:pt>
                <c:pt idx="6702">
                  <c:v>646</c:v>
                </c:pt>
                <c:pt idx="6703">
                  <c:v>234</c:v>
                </c:pt>
                <c:pt idx="6704">
                  <c:v>604</c:v>
                </c:pt>
                <c:pt idx="6705">
                  <c:v>360</c:v>
                </c:pt>
                <c:pt idx="6706">
                  <c:v>182</c:v>
                </c:pt>
                <c:pt idx="6707">
                  <c:v>300</c:v>
                </c:pt>
                <c:pt idx="6708">
                  <c:v>229</c:v>
                </c:pt>
                <c:pt idx="6709">
                  <c:v>201</c:v>
                </c:pt>
                <c:pt idx="6710">
                  <c:v>223</c:v>
                </c:pt>
                <c:pt idx="6711">
                  <c:v>183</c:v>
                </c:pt>
                <c:pt idx="6712">
                  <c:v>210</c:v>
                </c:pt>
                <c:pt idx="6713">
                  <c:v>164</c:v>
                </c:pt>
                <c:pt idx="6714">
                  <c:v>124</c:v>
                </c:pt>
                <c:pt idx="6715">
                  <c:v>267</c:v>
                </c:pt>
                <c:pt idx="6716">
                  <c:v>228</c:v>
                </c:pt>
                <c:pt idx="6717">
                  <c:v>232</c:v>
                </c:pt>
                <c:pt idx="6718">
                  <c:v>220</c:v>
                </c:pt>
                <c:pt idx="6719">
                  <c:v>28</c:v>
                </c:pt>
                <c:pt idx="6720">
                  <c:v>395</c:v>
                </c:pt>
                <c:pt idx="6721">
                  <c:v>528</c:v>
                </c:pt>
                <c:pt idx="6722">
                  <c:v>301</c:v>
                </c:pt>
                <c:pt idx="6723">
                  <c:v>496</c:v>
                </c:pt>
                <c:pt idx="6724">
                  <c:v>70</c:v>
                </c:pt>
                <c:pt idx="6725">
                  <c:v>221</c:v>
                </c:pt>
                <c:pt idx="6726">
                  <c:v>355</c:v>
                </c:pt>
                <c:pt idx="6727">
                  <c:v>147</c:v>
                </c:pt>
                <c:pt idx="6728">
                  <c:v>238</c:v>
                </c:pt>
                <c:pt idx="6729">
                  <c:v>236</c:v>
                </c:pt>
                <c:pt idx="6730">
                  <c:v>109</c:v>
                </c:pt>
                <c:pt idx="6731">
                  <c:v>108</c:v>
                </c:pt>
                <c:pt idx="6732">
                  <c:v>209</c:v>
                </c:pt>
                <c:pt idx="6733">
                  <c:v>187</c:v>
                </c:pt>
                <c:pt idx="6734">
                  <c:v>203</c:v>
                </c:pt>
                <c:pt idx="6735">
                  <c:v>108</c:v>
                </c:pt>
                <c:pt idx="6736">
                  <c:v>316</c:v>
                </c:pt>
                <c:pt idx="6737">
                  <c:v>133</c:v>
                </c:pt>
                <c:pt idx="6738">
                  <c:v>237</c:v>
                </c:pt>
                <c:pt idx="6739">
                  <c:v>539</c:v>
                </c:pt>
                <c:pt idx="6740">
                  <c:v>215</c:v>
                </c:pt>
                <c:pt idx="6741">
                  <c:v>293</c:v>
                </c:pt>
                <c:pt idx="6742">
                  <c:v>19</c:v>
                </c:pt>
                <c:pt idx="6743">
                  <c:v>354</c:v>
                </c:pt>
                <c:pt idx="6744">
                  <c:v>200</c:v>
                </c:pt>
                <c:pt idx="6745">
                  <c:v>186</c:v>
                </c:pt>
                <c:pt idx="6746">
                  <c:v>239</c:v>
                </c:pt>
                <c:pt idx="6747">
                  <c:v>138</c:v>
                </c:pt>
                <c:pt idx="6748">
                  <c:v>144</c:v>
                </c:pt>
                <c:pt idx="6749">
                  <c:v>172</c:v>
                </c:pt>
                <c:pt idx="6750">
                  <c:v>210</c:v>
                </c:pt>
                <c:pt idx="6751">
                  <c:v>123</c:v>
                </c:pt>
                <c:pt idx="6752">
                  <c:v>46</c:v>
                </c:pt>
                <c:pt idx="6753">
                  <c:v>599</c:v>
                </c:pt>
                <c:pt idx="6754">
                  <c:v>260</c:v>
                </c:pt>
                <c:pt idx="6755">
                  <c:v>477</c:v>
                </c:pt>
                <c:pt idx="6756">
                  <c:v>657</c:v>
                </c:pt>
                <c:pt idx="6757">
                  <c:v>187</c:v>
                </c:pt>
                <c:pt idx="6758">
                  <c:v>177</c:v>
                </c:pt>
                <c:pt idx="6759">
                  <c:v>196</c:v>
                </c:pt>
                <c:pt idx="6760">
                  <c:v>105</c:v>
                </c:pt>
                <c:pt idx="6761">
                  <c:v>136</c:v>
                </c:pt>
                <c:pt idx="6762">
                  <c:v>24</c:v>
                </c:pt>
                <c:pt idx="6763">
                  <c:v>223</c:v>
                </c:pt>
                <c:pt idx="6764">
                  <c:v>189</c:v>
                </c:pt>
                <c:pt idx="6765">
                  <c:v>170</c:v>
                </c:pt>
                <c:pt idx="6766">
                  <c:v>71</c:v>
                </c:pt>
                <c:pt idx="6767">
                  <c:v>79</c:v>
                </c:pt>
                <c:pt idx="6768">
                  <c:v>165</c:v>
                </c:pt>
                <c:pt idx="6769">
                  <c:v>49</c:v>
                </c:pt>
                <c:pt idx="6770">
                  <c:v>183</c:v>
                </c:pt>
                <c:pt idx="6771">
                  <c:v>105</c:v>
                </c:pt>
                <c:pt idx="6772">
                  <c:v>168</c:v>
                </c:pt>
                <c:pt idx="6773">
                  <c:v>215</c:v>
                </c:pt>
                <c:pt idx="6774">
                  <c:v>90</c:v>
                </c:pt>
                <c:pt idx="6775">
                  <c:v>70</c:v>
                </c:pt>
                <c:pt idx="6776">
                  <c:v>96</c:v>
                </c:pt>
                <c:pt idx="6777">
                  <c:v>300</c:v>
                </c:pt>
                <c:pt idx="6778">
                  <c:v>119</c:v>
                </c:pt>
                <c:pt idx="6779">
                  <c:v>45</c:v>
                </c:pt>
                <c:pt idx="6780">
                  <c:v>361</c:v>
                </c:pt>
                <c:pt idx="6781">
                  <c:v>25</c:v>
                </c:pt>
                <c:pt idx="6782">
                  <c:v>25</c:v>
                </c:pt>
                <c:pt idx="6783">
                  <c:v>26</c:v>
                </c:pt>
                <c:pt idx="6784">
                  <c:v>117</c:v>
                </c:pt>
                <c:pt idx="6785">
                  <c:v>180</c:v>
                </c:pt>
                <c:pt idx="6786">
                  <c:v>121</c:v>
                </c:pt>
                <c:pt idx="6787">
                  <c:v>132</c:v>
                </c:pt>
                <c:pt idx="6788">
                  <c:v>166</c:v>
                </c:pt>
                <c:pt idx="6789">
                  <c:v>59</c:v>
                </c:pt>
                <c:pt idx="6790">
                  <c:v>141</c:v>
                </c:pt>
                <c:pt idx="6791">
                  <c:v>167</c:v>
                </c:pt>
                <c:pt idx="6792">
                  <c:v>127</c:v>
                </c:pt>
                <c:pt idx="6793">
                  <c:v>74</c:v>
                </c:pt>
                <c:pt idx="6794">
                  <c:v>192</c:v>
                </c:pt>
                <c:pt idx="6795">
                  <c:v>25</c:v>
                </c:pt>
                <c:pt idx="6796">
                  <c:v>41</c:v>
                </c:pt>
                <c:pt idx="6797">
                  <c:v>25</c:v>
                </c:pt>
                <c:pt idx="6798">
                  <c:v>55</c:v>
                </c:pt>
                <c:pt idx="6799">
                  <c:v>28</c:v>
                </c:pt>
                <c:pt idx="6800">
                  <c:v>217</c:v>
                </c:pt>
                <c:pt idx="6801">
                  <c:v>146</c:v>
                </c:pt>
                <c:pt idx="6802">
                  <c:v>133</c:v>
                </c:pt>
                <c:pt idx="6803">
                  <c:v>257</c:v>
                </c:pt>
                <c:pt idx="6804">
                  <c:v>202</c:v>
                </c:pt>
                <c:pt idx="6805">
                  <c:v>154</c:v>
                </c:pt>
                <c:pt idx="6806">
                  <c:v>171</c:v>
                </c:pt>
                <c:pt idx="6807">
                  <c:v>112</c:v>
                </c:pt>
                <c:pt idx="6808">
                  <c:v>249</c:v>
                </c:pt>
                <c:pt idx="6809">
                  <c:v>162</c:v>
                </c:pt>
                <c:pt idx="6810">
                  <c:v>94</c:v>
                </c:pt>
                <c:pt idx="6811">
                  <c:v>381</c:v>
                </c:pt>
                <c:pt idx="6812">
                  <c:v>154</c:v>
                </c:pt>
                <c:pt idx="6813">
                  <c:v>29</c:v>
                </c:pt>
                <c:pt idx="6814">
                  <c:v>26</c:v>
                </c:pt>
                <c:pt idx="6815">
                  <c:v>29</c:v>
                </c:pt>
                <c:pt idx="6816">
                  <c:v>78</c:v>
                </c:pt>
                <c:pt idx="6817">
                  <c:v>42</c:v>
                </c:pt>
                <c:pt idx="6818">
                  <c:v>264</c:v>
                </c:pt>
                <c:pt idx="6819">
                  <c:v>135</c:v>
                </c:pt>
                <c:pt idx="6820">
                  <c:v>158</c:v>
                </c:pt>
                <c:pt idx="6821">
                  <c:v>142</c:v>
                </c:pt>
                <c:pt idx="6822">
                  <c:v>149</c:v>
                </c:pt>
                <c:pt idx="6823">
                  <c:v>127</c:v>
                </c:pt>
                <c:pt idx="6824">
                  <c:v>106</c:v>
                </c:pt>
                <c:pt idx="6825">
                  <c:v>139</c:v>
                </c:pt>
                <c:pt idx="6826">
                  <c:v>128</c:v>
                </c:pt>
                <c:pt idx="6827">
                  <c:v>170</c:v>
                </c:pt>
                <c:pt idx="6828">
                  <c:v>215</c:v>
                </c:pt>
                <c:pt idx="6829">
                  <c:v>191</c:v>
                </c:pt>
                <c:pt idx="6830">
                  <c:v>85</c:v>
                </c:pt>
                <c:pt idx="6831">
                  <c:v>28</c:v>
                </c:pt>
                <c:pt idx="6832">
                  <c:v>23</c:v>
                </c:pt>
                <c:pt idx="6833">
                  <c:v>169</c:v>
                </c:pt>
                <c:pt idx="6834">
                  <c:v>38</c:v>
                </c:pt>
                <c:pt idx="6835">
                  <c:v>163</c:v>
                </c:pt>
                <c:pt idx="6836">
                  <c:v>131</c:v>
                </c:pt>
                <c:pt idx="6837">
                  <c:v>234</c:v>
                </c:pt>
                <c:pt idx="6838">
                  <c:v>129</c:v>
                </c:pt>
                <c:pt idx="6839">
                  <c:v>221</c:v>
                </c:pt>
                <c:pt idx="6840">
                  <c:v>198</c:v>
                </c:pt>
                <c:pt idx="6841">
                  <c:v>193</c:v>
                </c:pt>
                <c:pt idx="6842">
                  <c:v>142</c:v>
                </c:pt>
                <c:pt idx="6843">
                  <c:v>222</c:v>
                </c:pt>
                <c:pt idx="6844">
                  <c:v>103</c:v>
                </c:pt>
                <c:pt idx="6845">
                  <c:v>71</c:v>
                </c:pt>
                <c:pt idx="6846">
                  <c:v>199</c:v>
                </c:pt>
                <c:pt idx="6847">
                  <c:v>89</c:v>
                </c:pt>
                <c:pt idx="6848">
                  <c:v>26</c:v>
                </c:pt>
                <c:pt idx="6849">
                  <c:v>25</c:v>
                </c:pt>
                <c:pt idx="6850">
                  <c:v>49</c:v>
                </c:pt>
                <c:pt idx="6851">
                  <c:v>32</c:v>
                </c:pt>
                <c:pt idx="6852">
                  <c:v>26</c:v>
                </c:pt>
                <c:pt idx="6853">
                  <c:v>142</c:v>
                </c:pt>
                <c:pt idx="6854">
                  <c:v>134</c:v>
                </c:pt>
                <c:pt idx="6855">
                  <c:v>137</c:v>
                </c:pt>
                <c:pt idx="6856">
                  <c:v>174</c:v>
                </c:pt>
                <c:pt idx="6857">
                  <c:v>149</c:v>
                </c:pt>
                <c:pt idx="6858">
                  <c:v>162</c:v>
                </c:pt>
                <c:pt idx="6859">
                  <c:v>246</c:v>
                </c:pt>
                <c:pt idx="6860">
                  <c:v>153</c:v>
                </c:pt>
                <c:pt idx="6861">
                  <c:v>50</c:v>
                </c:pt>
                <c:pt idx="6862">
                  <c:v>25</c:v>
                </c:pt>
                <c:pt idx="6863">
                  <c:v>28</c:v>
                </c:pt>
                <c:pt idx="6864">
                  <c:v>25</c:v>
                </c:pt>
                <c:pt idx="6865">
                  <c:v>76</c:v>
                </c:pt>
                <c:pt idx="6866">
                  <c:v>179</c:v>
                </c:pt>
                <c:pt idx="6867">
                  <c:v>140</c:v>
                </c:pt>
                <c:pt idx="6868">
                  <c:v>144</c:v>
                </c:pt>
                <c:pt idx="6869">
                  <c:v>127</c:v>
                </c:pt>
                <c:pt idx="6870">
                  <c:v>187</c:v>
                </c:pt>
                <c:pt idx="6871">
                  <c:v>185</c:v>
                </c:pt>
                <c:pt idx="6872">
                  <c:v>147</c:v>
                </c:pt>
                <c:pt idx="6873">
                  <c:v>215</c:v>
                </c:pt>
                <c:pt idx="6874">
                  <c:v>162</c:v>
                </c:pt>
                <c:pt idx="6875">
                  <c:v>178</c:v>
                </c:pt>
                <c:pt idx="6876">
                  <c:v>420</c:v>
                </c:pt>
                <c:pt idx="6877">
                  <c:v>26</c:v>
                </c:pt>
                <c:pt idx="6878">
                  <c:v>26</c:v>
                </c:pt>
                <c:pt idx="6879">
                  <c:v>29</c:v>
                </c:pt>
                <c:pt idx="6880">
                  <c:v>25</c:v>
                </c:pt>
                <c:pt idx="6881">
                  <c:v>74</c:v>
                </c:pt>
                <c:pt idx="6882">
                  <c:v>152</c:v>
                </c:pt>
                <c:pt idx="6883">
                  <c:v>269</c:v>
                </c:pt>
                <c:pt idx="6884">
                  <c:v>262</c:v>
                </c:pt>
                <c:pt idx="6885">
                  <c:v>156</c:v>
                </c:pt>
                <c:pt idx="6886">
                  <c:v>178</c:v>
                </c:pt>
                <c:pt idx="6887">
                  <c:v>202</c:v>
                </c:pt>
                <c:pt idx="6888">
                  <c:v>155</c:v>
                </c:pt>
                <c:pt idx="6889">
                  <c:v>165</c:v>
                </c:pt>
                <c:pt idx="6890">
                  <c:v>219</c:v>
                </c:pt>
                <c:pt idx="6891">
                  <c:v>175</c:v>
                </c:pt>
                <c:pt idx="6892">
                  <c:v>417</c:v>
                </c:pt>
                <c:pt idx="6893">
                  <c:v>105</c:v>
                </c:pt>
                <c:pt idx="6894">
                  <c:v>25</c:v>
                </c:pt>
                <c:pt idx="6895">
                  <c:v>133</c:v>
                </c:pt>
                <c:pt idx="6896">
                  <c:v>24</c:v>
                </c:pt>
                <c:pt idx="6897">
                  <c:v>143</c:v>
                </c:pt>
                <c:pt idx="6898">
                  <c:v>78</c:v>
                </c:pt>
                <c:pt idx="6899">
                  <c:v>303</c:v>
                </c:pt>
                <c:pt idx="6900">
                  <c:v>187</c:v>
                </c:pt>
                <c:pt idx="6901">
                  <c:v>145</c:v>
                </c:pt>
                <c:pt idx="6902">
                  <c:v>161</c:v>
                </c:pt>
                <c:pt idx="6903">
                  <c:v>165</c:v>
                </c:pt>
                <c:pt idx="6904">
                  <c:v>172</c:v>
                </c:pt>
                <c:pt idx="6905">
                  <c:v>145</c:v>
                </c:pt>
                <c:pt idx="6906">
                  <c:v>187</c:v>
                </c:pt>
                <c:pt idx="6907">
                  <c:v>207</c:v>
                </c:pt>
                <c:pt idx="6908">
                  <c:v>78</c:v>
                </c:pt>
                <c:pt idx="6909">
                  <c:v>220</c:v>
                </c:pt>
                <c:pt idx="6910">
                  <c:v>56</c:v>
                </c:pt>
                <c:pt idx="6911">
                  <c:v>26</c:v>
                </c:pt>
                <c:pt idx="6912">
                  <c:v>294</c:v>
                </c:pt>
                <c:pt idx="6913">
                  <c:v>192</c:v>
                </c:pt>
                <c:pt idx="6914">
                  <c:v>140</c:v>
                </c:pt>
                <c:pt idx="6915">
                  <c:v>219</c:v>
                </c:pt>
                <c:pt idx="6916">
                  <c:v>205</c:v>
                </c:pt>
                <c:pt idx="6917">
                  <c:v>150</c:v>
                </c:pt>
                <c:pt idx="6918">
                  <c:v>225</c:v>
                </c:pt>
                <c:pt idx="6919">
                  <c:v>142</c:v>
                </c:pt>
                <c:pt idx="6920">
                  <c:v>159</c:v>
                </c:pt>
                <c:pt idx="6921">
                  <c:v>177</c:v>
                </c:pt>
                <c:pt idx="6922">
                  <c:v>145</c:v>
                </c:pt>
                <c:pt idx="6923">
                  <c:v>164</c:v>
                </c:pt>
                <c:pt idx="6924">
                  <c:v>135</c:v>
                </c:pt>
                <c:pt idx="6925">
                  <c:v>143</c:v>
                </c:pt>
                <c:pt idx="6926">
                  <c:v>26</c:v>
                </c:pt>
                <c:pt idx="6927">
                  <c:v>33</c:v>
                </c:pt>
                <c:pt idx="6928">
                  <c:v>24</c:v>
                </c:pt>
                <c:pt idx="6929">
                  <c:v>262</c:v>
                </c:pt>
                <c:pt idx="6930">
                  <c:v>163</c:v>
                </c:pt>
                <c:pt idx="6931">
                  <c:v>163</c:v>
                </c:pt>
                <c:pt idx="6932">
                  <c:v>173</c:v>
                </c:pt>
                <c:pt idx="6933">
                  <c:v>107</c:v>
                </c:pt>
                <c:pt idx="6934">
                  <c:v>214</c:v>
                </c:pt>
                <c:pt idx="6935">
                  <c:v>166</c:v>
                </c:pt>
                <c:pt idx="6936">
                  <c:v>134</c:v>
                </c:pt>
                <c:pt idx="6937">
                  <c:v>100</c:v>
                </c:pt>
                <c:pt idx="6938">
                  <c:v>200</c:v>
                </c:pt>
                <c:pt idx="6939">
                  <c:v>177</c:v>
                </c:pt>
                <c:pt idx="6940">
                  <c:v>24</c:v>
                </c:pt>
                <c:pt idx="6941">
                  <c:v>26</c:v>
                </c:pt>
                <c:pt idx="6942">
                  <c:v>26</c:v>
                </c:pt>
                <c:pt idx="6943">
                  <c:v>124</c:v>
                </c:pt>
                <c:pt idx="6944">
                  <c:v>435</c:v>
                </c:pt>
                <c:pt idx="6945">
                  <c:v>217</c:v>
                </c:pt>
                <c:pt idx="6946">
                  <c:v>138</c:v>
                </c:pt>
                <c:pt idx="6947">
                  <c:v>188</c:v>
                </c:pt>
                <c:pt idx="6948">
                  <c:v>221</c:v>
                </c:pt>
                <c:pt idx="6949">
                  <c:v>173</c:v>
                </c:pt>
                <c:pt idx="6950">
                  <c:v>201</c:v>
                </c:pt>
                <c:pt idx="6951">
                  <c:v>452</c:v>
                </c:pt>
                <c:pt idx="6952">
                  <c:v>169</c:v>
                </c:pt>
                <c:pt idx="6953">
                  <c:v>238</c:v>
                </c:pt>
                <c:pt idx="6954">
                  <c:v>271</c:v>
                </c:pt>
                <c:pt idx="6955">
                  <c:v>130</c:v>
                </c:pt>
                <c:pt idx="6956">
                  <c:v>26</c:v>
                </c:pt>
                <c:pt idx="6957">
                  <c:v>59</c:v>
                </c:pt>
                <c:pt idx="6958">
                  <c:v>477</c:v>
                </c:pt>
                <c:pt idx="6959">
                  <c:v>139</c:v>
                </c:pt>
                <c:pt idx="6960">
                  <c:v>111</c:v>
                </c:pt>
                <c:pt idx="6961">
                  <c:v>210</c:v>
                </c:pt>
                <c:pt idx="6962">
                  <c:v>235</c:v>
                </c:pt>
                <c:pt idx="6963">
                  <c:v>186</c:v>
                </c:pt>
                <c:pt idx="6964">
                  <c:v>239</c:v>
                </c:pt>
                <c:pt idx="6965">
                  <c:v>203</c:v>
                </c:pt>
                <c:pt idx="6966">
                  <c:v>76</c:v>
                </c:pt>
                <c:pt idx="6967">
                  <c:v>157</c:v>
                </c:pt>
                <c:pt idx="6968">
                  <c:v>53</c:v>
                </c:pt>
                <c:pt idx="6969">
                  <c:v>88</c:v>
                </c:pt>
                <c:pt idx="6970">
                  <c:v>227</c:v>
                </c:pt>
                <c:pt idx="6971">
                  <c:v>308</c:v>
                </c:pt>
                <c:pt idx="6972">
                  <c:v>238</c:v>
                </c:pt>
                <c:pt idx="6973">
                  <c:v>262</c:v>
                </c:pt>
                <c:pt idx="6974">
                  <c:v>214</c:v>
                </c:pt>
                <c:pt idx="6975">
                  <c:v>188</c:v>
                </c:pt>
                <c:pt idx="6976">
                  <c:v>25</c:v>
                </c:pt>
                <c:pt idx="6977">
                  <c:v>54</c:v>
                </c:pt>
                <c:pt idx="6978">
                  <c:v>105</c:v>
                </c:pt>
                <c:pt idx="6979">
                  <c:v>180</c:v>
                </c:pt>
                <c:pt idx="6980">
                  <c:v>211</c:v>
                </c:pt>
                <c:pt idx="6981">
                  <c:v>121</c:v>
                </c:pt>
                <c:pt idx="6982">
                  <c:v>239</c:v>
                </c:pt>
                <c:pt idx="6983">
                  <c:v>71</c:v>
                </c:pt>
                <c:pt idx="6984">
                  <c:v>94</c:v>
                </c:pt>
                <c:pt idx="6985">
                  <c:v>28</c:v>
                </c:pt>
                <c:pt idx="6986">
                  <c:v>541</c:v>
                </c:pt>
                <c:pt idx="6987">
                  <c:v>101</c:v>
                </c:pt>
                <c:pt idx="6988">
                  <c:v>83</c:v>
                </c:pt>
                <c:pt idx="6989">
                  <c:v>52</c:v>
                </c:pt>
                <c:pt idx="6990">
                  <c:v>232</c:v>
                </c:pt>
                <c:pt idx="6991">
                  <c:v>216</c:v>
                </c:pt>
                <c:pt idx="6992">
                  <c:v>196</c:v>
                </c:pt>
                <c:pt idx="6993">
                  <c:v>67</c:v>
                </c:pt>
                <c:pt idx="6994">
                  <c:v>180</c:v>
                </c:pt>
                <c:pt idx="6995">
                  <c:v>196</c:v>
                </c:pt>
                <c:pt idx="6996">
                  <c:v>153</c:v>
                </c:pt>
                <c:pt idx="6997">
                  <c:v>71</c:v>
                </c:pt>
                <c:pt idx="6998">
                  <c:v>233</c:v>
                </c:pt>
                <c:pt idx="6999">
                  <c:v>251</c:v>
                </c:pt>
                <c:pt idx="7000">
                  <c:v>92</c:v>
                </c:pt>
                <c:pt idx="7001">
                  <c:v>106</c:v>
                </c:pt>
                <c:pt idx="7002">
                  <c:v>141</c:v>
                </c:pt>
                <c:pt idx="7003">
                  <c:v>45</c:v>
                </c:pt>
                <c:pt idx="7004">
                  <c:v>25</c:v>
                </c:pt>
                <c:pt idx="7005">
                  <c:v>275</c:v>
                </c:pt>
                <c:pt idx="7006">
                  <c:v>93</c:v>
                </c:pt>
                <c:pt idx="7007">
                  <c:v>281</c:v>
                </c:pt>
                <c:pt idx="7008">
                  <c:v>382</c:v>
                </c:pt>
                <c:pt idx="7009">
                  <c:v>135</c:v>
                </c:pt>
                <c:pt idx="7010">
                  <c:v>71</c:v>
                </c:pt>
                <c:pt idx="7011">
                  <c:v>173</c:v>
                </c:pt>
                <c:pt idx="7012">
                  <c:v>94</c:v>
                </c:pt>
                <c:pt idx="7013">
                  <c:v>165</c:v>
                </c:pt>
                <c:pt idx="7014">
                  <c:v>211</c:v>
                </c:pt>
                <c:pt idx="7015">
                  <c:v>71</c:v>
                </c:pt>
                <c:pt idx="7016">
                  <c:v>235</c:v>
                </c:pt>
                <c:pt idx="7017">
                  <c:v>144</c:v>
                </c:pt>
                <c:pt idx="7018">
                  <c:v>151</c:v>
                </c:pt>
                <c:pt idx="7019">
                  <c:v>140</c:v>
                </c:pt>
                <c:pt idx="7020">
                  <c:v>25</c:v>
                </c:pt>
                <c:pt idx="7021">
                  <c:v>287</c:v>
                </c:pt>
                <c:pt idx="7022">
                  <c:v>35</c:v>
                </c:pt>
                <c:pt idx="7023">
                  <c:v>250</c:v>
                </c:pt>
                <c:pt idx="7024">
                  <c:v>61</c:v>
                </c:pt>
                <c:pt idx="7025">
                  <c:v>148</c:v>
                </c:pt>
                <c:pt idx="7026">
                  <c:v>244</c:v>
                </c:pt>
                <c:pt idx="7027">
                  <c:v>189</c:v>
                </c:pt>
                <c:pt idx="7028">
                  <c:v>154</c:v>
                </c:pt>
                <c:pt idx="7029">
                  <c:v>165</c:v>
                </c:pt>
                <c:pt idx="7030">
                  <c:v>263</c:v>
                </c:pt>
                <c:pt idx="7031">
                  <c:v>84</c:v>
                </c:pt>
                <c:pt idx="7032">
                  <c:v>228</c:v>
                </c:pt>
                <c:pt idx="7033">
                  <c:v>138</c:v>
                </c:pt>
                <c:pt idx="7034">
                  <c:v>25</c:v>
                </c:pt>
                <c:pt idx="7035">
                  <c:v>50</c:v>
                </c:pt>
                <c:pt idx="7036">
                  <c:v>277</c:v>
                </c:pt>
                <c:pt idx="7037">
                  <c:v>488</c:v>
                </c:pt>
                <c:pt idx="7038">
                  <c:v>25</c:v>
                </c:pt>
                <c:pt idx="7039">
                  <c:v>134</c:v>
                </c:pt>
                <c:pt idx="7040">
                  <c:v>128</c:v>
                </c:pt>
                <c:pt idx="7041">
                  <c:v>158</c:v>
                </c:pt>
                <c:pt idx="7042">
                  <c:v>187</c:v>
                </c:pt>
                <c:pt idx="7043">
                  <c:v>108</c:v>
                </c:pt>
                <c:pt idx="7044">
                  <c:v>89</c:v>
                </c:pt>
                <c:pt idx="7045">
                  <c:v>72</c:v>
                </c:pt>
                <c:pt idx="7046">
                  <c:v>96</c:v>
                </c:pt>
                <c:pt idx="7047">
                  <c:v>140</c:v>
                </c:pt>
                <c:pt idx="7048">
                  <c:v>147</c:v>
                </c:pt>
                <c:pt idx="7049">
                  <c:v>618</c:v>
                </c:pt>
                <c:pt idx="7050">
                  <c:v>355</c:v>
                </c:pt>
                <c:pt idx="7051">
                  <c:v>169</c:v>
                </c:pt>
                <c:pt idx="7052">
                  <c:v>211</c:v>
                </c:pt>
                <c:pt idx="7053">
                  <c:v>272</c:v>
                </c:pt>
                <c:pt idx="7054">
                  <c:v>294</c:v>
                </c:pt>
                <c:pt idx="7055">
                  <c:v>218</c:v>
                </c:pt>
                <c:pt idx="7056">
                  <c:v>89</c:v>
                </c:pt>
                <c:pt idx="7057">
                  <c:v>162</c:v>
                </c:pt>
                <c:pt idx="7058">
                  <c:v>183</c:v>
                </c:pt>
                <c:pt idx="7059">
                  <c:v>158</c:v>
                </c:pt>
                <c:pt idx="7060">
                  <c:v>140</c:v>
                </c:pt>
                <c:pt idx="7061">
                  <c:v>186</c:v>
                </c:pt>
                <c:pt idx="7062">
                  <c:v>281</c:v>
                </c:pt>
                <c:pt idx="7063">
                  <c:v>24</c:v>
                </c:pt>
                <c:pt idx="7064">
                  <c:v>65</c:v>
                </c:pt>
                <c:pt idx="7065">
                  <c:v>268</c:v>
                </c:pt>
                <c:pt idx="7066">
                  <c:v>59</c:v>
                </c:pt>
                <c:pt idx="7067">
                  <c:v>168</c:v>
                </c:pt>
                <c:pt idx="7068">
                  <c:v>204</c:v>
                </c:pt>
                <c:pt idx="7069">
                  <c:v>130</c:v>
                </c:pt>
                <c:pt idx="7070">
                  <c:v>192</c:v>
                </c:pt>
                <c:pt idx="7071">
                  <c:v>19</c:v>
                </c:pt>
                <c:pt idx="7072">
                  <c:v>588</c:v>
                </c:pt>
                <c:pt idx="7073">
                  <c:v>148</c:v>
                </c:pt>
                <c:pt idx="7074">
                  <c:v>58</c:v>
                </c:pt>
                <c:pt idx="7075">
                  <c:v>737</c:v>
                </c:pt>
                <c:pt idx="7076">
                  <c:v>268</c:v>
                </c:pt>
                <c:pt idx="7077">
                  <c:v>111</c:v>
                </c:pt>
                <c:pt idx="7078">
                  <c:v>442</c:v>
                </c:pt>
                <c:pt idx="7079">
                  <c:v>180</c:v>
                </c:pt>
                <c:pt idx="7080">
                  <c:v>170</c:v>
                </c:pt>
                <c:pt idx="7081">
                  <c:v>102</c:v>
                </c:pt>
                <c:pt idx="7082">
                  <c:v>93</c:v>
                </c:pt>
                <c:pt idx="7083">
                  <c:v>110</c:v>
                </c:pt>
                <c:pt idx="7084">
                  <c:v>443</c:v>
                </c:pt>
                <c:pt idx="7085">
                  <c:v>270</c:v>
                </c:pt>
                <c:pt idx="7086">
                  <c:v>111</c:v>
                </c:pt>
                <c:pt idx="7087">
                  <c:v>99</c:v>
                </c:pt>
                <c:pt idx="7088">
                  <c:v>127</c:v>
                </c:pt>
                <c:pt idx="7089">
                  <c:v>110</c:v>
                </c:pt>
                <c:pt idx="7090">
                  <c:v>110</c:v>
                </c:pt>
                <c:pt idx="7091">
                  <c:v>209</c:v>
                </c:pt>
                <c:pt idx="7092">
                  <c:v>163</c:v>
                </c:pt>
                <c:pt idx="7093">
                  <c:v>203</c:v>
                </c:pt>
                <c:pt idx="7094">
                  <c:v>197</c:v>
                </c:pt>
                <c:pt idx="7095">
                  <c:v>208</c:v>
                </c:pt>
                <c:pt idx="7096">
                  <c:v>203</c:v>
                </c:pt>
                <c:pt idx="7097">
                  <c:v>203</c:v>
                </c:pt>
                <c:pt idx="7098">
                  <c:v>29</c:v>
                </c:pt>
                <c:pt idx="7099">
                  <c:v>96</c:v>
                </c:pt>
                <c:pt idx="7100">
                  <c:v>98</c:v>
                </c:pt>
                <c:pt idx="7101">
                  <c:v>244</c:v>
                </c:pt>
                <c:pt idx="7102">
                  <c:v>160</c:v>
                </c:pt>
                <c:pt idx="7103">
                  <c:v>419</c:v>
                </c:pt>
                <c:pt idx="7104">
                  <c:v>28</c:v>
                </c:pt>
                <c:pt idx="7105">
                  <c:v>581</c:v>
                </c:pt>
                <c:pt idx="7106">
                  <c:v>124</c:v>
                </c:pt>
                <c:pt idx="7107">
                  <c:v>155</c:v>
                </c:pt>
                <c:pt idx="7108">
                  <c:v>214</c:v>
                </c:pt>
                <c:pt idx="7109">
                  <c:v>52</c:v>
                </c:pt>
                <c:pt idx="7110">
                  <c:v>222</c:v>
                </c:pt>
                <c:pt idx="7111">
                  <c:v>335</c:v>
                </c:pt>
                <c:pt idx="7112">
                  <c:v>176</c:v>
                </c:pt>
                <c:pt idx="7113">
                  <c:v>269</c:v>
                </c:pt>
                <c:pt idx="7114">
                  <c:v>397</c:v>
                </c:pt>
                <c:pt idx="7115">
                  <c:v>32</c:v>
                </c:pt>
                <c:pt idx="7116">
                  <c:v>30</c:v>
                </c:pt>
                <c:pt idx="7117">
                  <c:v>241</c:v>
                </c:pt>
                <c:pt idx="7118">
                  <c:v>165</c:v>
                </c:pt>
                <c:pt idx="7119">
                  <c:v>200</c:v>
                </c:pt>
                <c:pt idx="7120">
                  <c:v>158</c:v>
                </c:pt>
                <c:pt idx="7121">
                  <c:v>246</c:v>
                </c:pt>
                <c:pt idx="7122">
                  <c:v>200</c:v>
                </c:pt>
                <c:pt idx="7123">
                  <c:v>174</c:v>
                </c:pt>
                <c:pt idx="7124">
                  <c:v>106</c:v>
                </c:pt>
                <c:pt idx="7125">
                  <c:v>174</c:v>
                </c:pt>
                <c:pt idx="7126">
                  <c:v>218</c:v>
                </c:pt>
                <c:pt idx="7127">
                  <c:v>23</c:v>
                </c:pt>
                <c:pt idx="7128">
                  <c:v>107</c:v>
                </c:pt>
                <c:pt idx="7129">
                  <c:v>164</c:v>
                </c:pt>
                <c:pt idx="7130">
                  <c:v>344</c:v>
                </c:pt>
                <c:pt idx="7131">
                  <c:v>210</c:v>
                </c:pt>
                <c:pt idx="7132">
                  <c:v>191</c:v>
                </c:pt>
                <c:pt idx="7133">
                  <c:v>282</c:v>
                </c:pt>
                <c:pt idx="7134">
                  <c:v>219</c:v>
                </c:pt>
                <c:pt idx="7135">
                  <c:v>111</c:v>
                </c:pt>
                <c:pt idx="7136">
                  <c:v>479</c:v>
                </c:pt>
                <c:pt idx="7137">
                  <c:v>241</c:v>
                </c:pt>
                <c:pt idx="7138">
                  <c:v>73</c:v>
                </c:pt>
                <c:pt idx="7139">
                  <c:v>232</c:v>
                </c:pt>
                <c:pt idx="7140">
                  <c:v>111</c:v>
                </c:pt>
                <c:pt idx="7141">
                  <c:v>260</c:v>
                </c:pt>
                <c:pt idx="7142">
                  <c:v>184</c:v>
                </c:pt>
                <c:pt idx="7143">
                  <c:v>198</c:v>
                </c:pt>
                <c:pt idx="7144">
                  <c:v>168</c:v>
                </c:pt>
                <c:pt idx="7145">
                  <c:v>160</c:v>
                </c:pt>
                <c:pt idx="7146">
                  <c:v>233</c:v>
                </c:pt>
                <c:pt idx="7147">
                  <c:v>266</c:v>
                </c:pt>
                <c:pt idx="7148">
                  <c:v>175</c:v>
                </c:pt>
                <c:pt idx="7149">
                  <c:v>604</c:v>
                </c:pt>
                <c:pt idx="7150">
                  <c:v>88</c:v>
                </c:pt>
                <c:pt idx="7151">
                  <c:v>98</c:v>
                </c:pt>
                <c:pt idx="7152">
                  <c:v>249</c:v>
                </c:pt>
                <c:pt idx="7153">
                  <c:v>438</c:v>
                </c:pt>
                <c:pt idx="7154">
                  <c:v>163</c:v>
                </c:pt>
                <c:pt idx="7155">
                  <c:v>296</c:v>
                </c:pt>
                <c:pt idx="7156">
                  <c:v>242</c:v>
                </c:pt>
                <c:pt idx="7157">
                  <c:v>388</c:v>
                </c:pt>
                <c:pt idx="7158">
                  <c:v>223</c:v>
                </c:pt>
                <c:pt idx="7159">
                  <c:v>156</c:v>
                </c:pt>
                <c:pt idx="7160">
                  <c:v>76</c:v>
                </c:pt>
                <c:pt idx="7161">
                  <c:v>131</c:v>
                </c:pt>
                <c:pt idx="7162">
                  <c:v>190</c:v>
                </c:pt>
                <c:pt idx="7163">
                  <c:v>154</c:v>
                </c:pt>
                <c:pt idx="7164">
                  <c:v>75</c:v>
                </c:pt>
                <c:pt idx="7165">
                  <c:v>100</c:v>
                </c:pt>
                <c:pt idx="7166">
                  <c:v>159</c:v>
                </c:pt>
                <c:pt idx="7167">
                  <c:v>518</c:v>
                </c:pt>
                <c:pt idx="7168">
                  <c:v>174</c:v>
                </c:pt>
                <c:pt idx="7169">
                  <c:v>503</c:v>
                </c:pt>
                <c:pt idx="7170">
                  <c:v>428</c:v>
                </c:pt>
                <c:pt idx="7171">
                  <c:v>190</c:v>
                </c:pt>
                <c:pt idx="7172">
                  <c:v>121</c:v>
                </c:pt>
                <c:pt idx="7173">
                  <c:v>277</c:v>
                </c:pt>
                <c:pt idx="7174">
                  <c:v>292</c:v>
                </c:pt>
                <c:pt idx="7175">
                  <c:v>145</c:v>
                </c:pt>
                <c:pt idx="7176">
                  <c:v>130</c:v>
                </c:pt>
                <c:pt idx="7177">
                  <c:v>395</c:v>
                </c:pt>
                <c:pt idx="7178">
                  <c:v>60</c:v>
                </c:pt>
                <c:pt idx="7179">
                  <c:v>210</c:v>
                </c:pt>
                <c:pt idx="7180">
                  <c:v>111</c:v>
                </c:pt>
                <c:pt idx="7181">
                  <c:v>95</c:v>
                </c:pt>
                <c:pt idx="7182">
                  <c:v>262</c:v>
                </c:pt>
                <c:pt idx="7183">
                  <c:v>115</c:v>
                </c:pt>
                <c:pt idx="7184">
                  <c:v>136</c:v>
                </c:pt>
                <c:pt idx="7185">
                  <c:v>233</c:v>
                </c:pt>
                <c:pt idx="7186">
                  <c:v>179</c:v>
                </c:pt>
                <c:pt idx="7187">
                  <c:v>92</c:v>
                </c:pt>
                <c:pt idx="7188">
                  <c:v>679</c:v>
                </c:pt>
                <c:pt idx="7189">
                  <c:v>593</c:v>
                </c:pt>
                <c:pt idx="7190">
                  <c:v>601</c:v>
                </c:pt>
                <c:pt idx="7191">
                  <c:v>257</c:v>
                </c:pt>
                <c:pt idx="7192">
                  <c:v>304</c:v>
                </c:pt>
                <c:pt idx="7193">
                  <c:v>269</c:v>
                </c:pt>
                <c:pt idx="7194">
                  <c:v>111</c:v>
                </c:pt>
                <c:pt idx="7195">
                  <c:v>229</c:v>
                </c:pt>
                <c:pt idx="7196">
                  <c:v>309</c:v>
                </c:pt>
                <c:pt idx="7197">
                  <c:v>165</c:v>
                </c:pt>
                <c:pt idx="7198">
                  <c:v>228</c:v>
                </c:pt>
                <c:pt idx="7199">
                  <c:v>204</c:v>
                </c:pt>
                <c:pt idx="7200">
                  <c:v>434</c:v>
                </c:pt>
                <c:pt idx="7201">
                  <c:v>161</c:v>
                </c:pt>
                <c:pt idx="7202">
                  <c:v>300</c:v>
                </c:pt>
                <c:pt idx="7203">
                  <c:v>285</c:v>
                </c:pt>
                <c:pt idx="7204">
                  <c:v>135</c:v>
                </c:pt>
                <c:pt idx="7205">
                  <c:v>194</c:v>
                </c:pt>
                <c:pt idx="7206">
                  <c:v>204</c:v>
                </c:pt>
                <c:pt idx="7207">
                  <c:v>159</c:v>
                </c:pt>
                <c:pt idx="7208">
                  <c:v>215</c:v>
                </c:pt>
                <c:pt idx="7209">
                  <c:v>202</c:v>
                </c:pt>
                <c:pt idx="7210">
                  <c:v>167</c:v>
                </c:pt>
                <c:pt idx="7211">
                  <c:v>155</c:v>
                </c:pt>
                <c:pt idx="7212">
                  <c:v>153</c:v>
                </c:pt>
                <c:pt idx="7213">
                  <c:v>131</c:v>
                </c:pt>
                <c:pt idx="7214">
                  <c:v>132</c:v>
                </c:pt>
                <c:pt idx="7215">
                  <c:v>131</c:v>
                </c:pt>
                <c:pt idx="7216">
                  <c:v>143</c:v>
                </c:pt>
                <c:pt idx="7217">
                  <c:v>192</c:v>
                </c:pt>
                <c:pt idx="7218">
                  <c:v>256</c:v>
                </c:pt>
                <c:pt idx="7219">
                  <c:v>559</c:v>
                </c:pt>
                <c:pt idx="7220">
                  <c:v>211</c:v>
                </c:pt>
                <c:pt idx="7221">
                  <c:v>748</c:v>
                </c:pt>
                <c:pt idx="7222">
                  <c:v>96</c:v>
                </c:pt>
                <c:pt idx="7223">
                  <c:v>228</c:v>
                </c:pt>
                <c:pt idx="7224">
                  <c:v>98</c:v>
                </c:pt>
                <c:pt idx="7225">
                  <c:v>273</c:v>
                </c:pt>
                <c:pt idx="7226">
                  <c:v>130</c:v>
                </c:pt>
                <c:pt idx="7227">
                  <c:v>210</c:v>
                </c:pt>
                <c:pt idx="7228">
                  <c:v>208</c:v>
                </c:pt>
                <c:pt idx="7229">
                  <c:v>110</c:v>
                </c:pt>
                <c:pt idx="7230">
                  <c:v>209</c:v>
                </c:pt>
                <c:pt idx="7231">
                  <c:v>81</c:v>
                </c:pt>
                <c:pt idx="7232">
                  <c:v>118</c:v>
                </c:pt>
                <c:pt idx="7233">
                  <c:v>222</c:v>
                </c:pt>
                <c:pt idx="7234">
                  <c:v>58</c:v>
                </c:pt>
                <c:pt idx="7235">
                  <c:v>93</c:v>
                </c:pt>
                <c:pt idx="7236">
                  <c:v>55</c:v>
                </c:pt>
                <c:pt idx="7237">
                  <c:v>87</c:v>
                </c:pt>
                <c:pt idx="7238">
                  <c:v>44</c:v>
                </c:pt>
                <c:pt idx="7239">
                  <c:v>364</c:v>
                </c:pt>
                <c:pt idx="7240">
                  <c:v>196</c:v>
                </c:pt>
                <c:pt idx="7241">
                  <c:v>610</c:v>
                </c:pt>
                <c:pt idx="7242">
                  <c:v>160</c:v>
                </c:pt>
                <c:pt idx="7243">
                  <c:v>255</c:v>
                </c:pt>
                <c:pt idx="7244">
                  <c:v>148</c:v>
                </c:pt>
                <c:pt idx="7245">
                  <c:v>161</c:v>
                </c:pt>
                <c:pt idx="7246">
                  <c:v>123</c:v>
                </c:pt>
                <c:pt idx="7247">
                  <c:v>154</c:v>
                </c:pt>
                <c:pt idx="7248">
                  <c:v>207</c:v>
                </c:pt>
                <c:pt idx="7249">
                  <c:v>105</c:v>
                </c:pt>
                <c:pt idx="7250">
                  <c:v>185</c:v>
                </c:pt>
                <c:pt idx="7251">
                  <c:v>128</c:v>
                </c:pt>
                <c:pt idx="7252">
                  <c:v>157</c:v>
                </c:pt>
                <c:pt idx="7253">
                  <c:v>106</c:v>
                </c:pt>
                <c:pt idx="7254">
                  <c:v>205</c:v>
                </c:pt>
                <c:pt idx="7255">
                  <c:v>74</c:v>
                </c:pt>
                <c:pt idx="7256">
                  <c:v>267</c:v>
                </c:pt>
                <c:pt idx="7257">
                  <c:v>421</c:v>
                </c:pt>
                <c:pt idx="7258">
                  <c:v>137</c:v>
                </c:pt>
                <c:pt idx="7259">
                  <c:v>173</c:v>
                </c:pt>
                <c:pt idx="7260">
                  <c:v>172</c:v>
                </c:pt>
                <c:pt idx="7261">
                  <c:v>470</c:v>
                </c:pt>
                <c:pt idx="7262">
                  <c:v>249</c:v>
                </c:pt>
                <c:pt idx="7263">
                  <c:v>134</c:v>
                </c:pt>
                <c:pt idx="7264">
                  <c:v>361</c:v>
                </c:pt>
                <c:pt idx="7265">
                  <c:v>700</c:v>
                </c:pt>
                <c:pt idx="7266">
                  <c:v>172</c:v>
                </c:pt>
                <c:pt idx="7267">
                  <c:v>143</c:v>
                </c:pt>
                <c:pt idx="7268">
                  <c:v>268</c:v>
                </c:pt>
                <c:pt idx="7269">
                  <c:v>113</c:v>
                </c:pt>
                <c:pt idx="7270">
                  <c:v>351</c:v>
                </c:pt>
                <c:pt idx="7271">
                  <c:v>266</c:v>
                </c:pt>
                <c:pt idx="7272">
                  <c:v>80</c:v>
                </c:pt>
                <c:pt idx="7273">
                  <c:v>156</c:v>
                </c:pt>
                <c:pt idx="7274">
                  <c:v>375</c:v>
                </c:pt>
                <c:pt idx="7275">
                  <c:v>156</c:v>
                </c:pt>
                <c:pt idx="7276">
                  <c:v>193</c:v>
                </c:pt>
                <c:pt idx="7277">
                  <c:v>172</c:v>
                </c:pt>
                <c:pt idx="7278">
                  <c:v>135</c:v>
                </c:pt>
                <c:pt idx="7279">
                  <c:v>234</c:v>
                </c:pt>
                <c:pt idx="7280">
                  <c:v>137</c:v>
                </c:pt>
                <c:pt idx="7281">
                  <c:v>213</c:v>
                </c:pt>
                <c:pt idx="7282">
                  <c:v>155</c:v>
                </c:pt>
                <c:pt idx="7283">
                  <c:v>142</c:v>
                </c:pt>
                <c:pt idx="7284">
                  <c:v>96</c:v>
                </c:pt>
                <c:pt idx="7285">
                  <c:v>93</c:v>
                </c:pt>
                <c:pt idx="7286">
                  <c:v>221</c:v>
                </c:pt>
                <c:pt idx="7287">
                  <c:v>600</c:v>
                </c:pt>
                <c:pt idx="7288">
                  <c:v>441</c:v>
                </c:pt>
                <c:pt idx="7289">
                  <c:v>96</c:v>
                </c:pt>
                <c:pt idx="7290">
                  <c:v>98</c:v>
                </c:pt>
                <c:pt idx="7291">
                  <c:v>272</c:v>
                </c:pt>
                <c:pt idx="7292">
                  <c:v>164</c:v>
                </c:pt>
                <c:pt idx="7293">
                  <c:v>232</c:v>
                </c:pt>
                <c:pt idx="7294">
                  <c:v>122</c:v>
                </c:pt>
                <c:pt idx="7295">
                  <c:v>234</c:v>
                </c:pt>
                <c:pt idx="7296">
                  <c:v>69</c:v>
                </c:pt>
                <c:pt idx="7297">
                  <c:v>191</c:v>
                </c:pt>
                <c:pt idx="7298">
                  <c:v>181</c:v>
                </c:pt>
                <c:pt idx="7299">
                  <c:v>145</c:v>
                </c:pt>
                <c:pt idx="7300">
                  <c:v>205</c:v>
                </c:pt>
                <c:pt idx="7301">
                  <c:v>58</c:v>
                </c:pt>
                <c:pt idx="7302">
                  <c:v>202</c:v>
                </c:pt>
                <c:pt idx="7303">
                  <c:v>154</c:v>
                </c:pt>
                <c:pt idx="7304">
                  <c:v>204</c:v>
                </c:pt>
                <c:pt idx="7305">
                  <c:v>159</c:v>
                </c:pt>
                <c:pt idx="7306">
                  <c:v>221</c:v>
                </c:pt>
                <c:pt idx="7307">
                  <c:v>536</c:v>
                </c:pt>
                <c:pt idx="7308">
                  <c:v>377</c:v>
                </c:pt>
                <c:pt idx="7309">
                  <c:v>125</c:v>
                </c:pt>
                <c:pt idx="7310">
                  <c:v>668</c:v>
                </c:pt>
                <c:pt idx="7311">
                  <c:v>256</c:v>
                </c:pt>
                <c:pt idx="7312">
                  <c:v>183</c:v>
                </c:pt>
                <c:pt idx="7313">
                  <c:v>160</c:v>
                </c:pt>
                <c:pt idx="7314">
                  <c:v>196</c:v>
                </c:pt>
                <c:pt idx="7315">
                  <c:v>159</c:v>
                </c:pt>
                <c:pt idx="7316">
                  <c:v>88</c:v>
                </c:pt>
                <c:pt idx="7317">
                  <c:v>277</c:v>
                </c:pt>
                <c:pt idx="7318">
                  <c:v>488</c:v>
                </c:pt>
                <c:pt idx="7319">
                  <c:v>198</c:v>
                </c:pt>
                <c:pt idx="7320">
                  <c:v>156</c:v>
                </c:pt>
                <c:pt idx="7321">
                  <c:v>39</c:v>
                </c:pt>
                <c:pt idx="7322">
                  <c:v>380</c:v>
                </c:pt>
                <c:pt idx="7323">
                  <c:v>467</c:v>
                </c:pt>
                <c:pt idx="7324">
                  <c:v>196</c:v>
                </c:pt>
                <c:pt idx="7325">
                  <c:v>234</c:v>
                </c:pt>
                <c:pt idx="7326">
                  <c:v>255</c:v>
                </c:pt>
                <c:pt idx="7327">
                  <c:v>126</c:v>
                </c:pt>
                <c:pt idx="7328">
                  <c:v>192</c:v>
                </c:pt>
                <c:pt idx="7329">
                  <c:v>138</c:v>
                </c:pt>
                <c:pt idx="7330">
                  <c:v>267</c:v>
                </c:pt>
                <c:pt idx="7331">
                  <c:v>266</c:v>
                </c:pt>
                <c:pt idx="7332">
                  <c:v>156</c:v>
                </c:pt>
                <c:pt idx="7333">
                  <c:v>217</c:v>
                </c:pt>
                <c:pt idx="7334">
                  <c:v>155</c:v>
                </c:pt>
                <c:pt idx="7335">
                  <c:v>156</c:v>
                </c:pt>
                <c:pt idx="7336">
                  <c:v>84</c:v>
                </c:pt>
                <c:pt idx="7337">
                  <c:v>221</c:v>
                </c:pt>
                <c:pt idx="7338">
                  <c:v>168</c:v>
                </c:pt>
                <c:pt idx="7339">
                  <c:v>124</c:v>
                </c:pt>
                <c:pt idx="7340">
                  <c:v>170</c:v>
                </c:pt>
                <c:pt idx="7341">
                  <c:v>119</c:v>
                </c:pt>
                <c:pt idx="7342">
                  <c:v>202</c:v>
                </c:pt>
                <c:pt idx="7343">
                  <c:v>135</c:v>
                </c:pt>
                <c:pt idx="7344">
                  <c:v>251</c:v>
                </c:pt>
                <c:pt idx="7345">
                  <c:v>96</c:v>
                </c:pt>
                <c:pt idx="7346">
                  <c:v>98</c:v>
                </c:pt>
                <c:pt idx="7347">
                  <c:v>156</c:v>
                </c:pt>
                <c:pt idx="7348">
                  <c:v>26</c:v>
                </c:pt>
                <c:pt idx="7349">
                  <c:v>360</c:v>
                </c:pt>
                <c:pt idx="7350">
                  <c:v>143</c:v>
                </c:pt>
                <c:pt idx="7351">
                  <c:v>223</c:v>
                </c:pt>
                <c:pt idx="7352">
                  <c:v>123</c:v>
                </c:pt>
                <c:pt idx="7353">
                  <c:v>214</c:v>
                </c:pt>
                <c:pt idx="7354">
                  <c:v>54</c:v>
                </c:pt>
                <c:pt idx="7355">
                  <c:v>126</c:v>
                </c:pt>
                <c:pt idx="7356">
                  <c:v>212</c:v>
                </c:pt>
                <c:pt idx="7357">
                  <c:v>325</c:v>
                </c:pt>
                <c:pt idx="7358">
                  <c:v>154</c:v>
                </c:pt>
                <c:pt idx="7359">
                  <c:v>99</c:v>
                </c:pt>
                <c:pt idx="7360">
                  <c:v>115</c:v>
                </c:pt>
                <c:pt idx="7361">
                  <c:v>145</c:v>
                </c:pt>
                <c:pt idx="7362">
                  <c:v>172</c:v>
                </c:pt>
                <c:pt idx="7363">
                  <c:v>631</c:v>
                </c:pt>
                <c:pt idx="7364">
                  <c:v>246</c:v>
                </c:pt>
                <c:pt idx="7365">
                  <c:v>196</c:v>
                </c:pt>
                <c:pt idx="7366">
                  <c:v>256</c:v>
                </c:pt>
                <c:pt idx="7367">
                  <c:v>244</c:v>
                </c:pt>
                <c:pt idx="7368">
                  <c:v>175</c:v>
                </c:pt>
                <c:pt idx="7369">
                  <c:v>136</c:v>
                </c:pt>
                <c:pt idx="7370">
                  <c:v>157</c:v>
                </c:pt>
                <c:pt idx="7371">
                  <c:v>125</c:v>
                </c:pt>
                <c:pt idx="7372">
                  <c:v>125</c:v>
                </c:pt>
                <c:pt idx="7373">
                  <c:v>168</c:v>
                </c:pt>
                <c:pt idx="7374">
                  <c:v>55</c:v>
                </c:pt>
                <c:pt idx="7375">
                  <c:v>176</c:v>
                </c:pt>
                <c:pt idx="7376">
                  <c:v>179</c:v>
                </c:pt>
                <c:pt idx="7377">
                  <c:v>163</c:v>
                </c:pt>
                <c:pt idx="7378">
                  <c:v>481</c:v>
                </c:pt>
                <c:pt idx="7379">
                  <c:v>213</c:v>
                </c:pt>
                <c:pt idx="7380">
                  <c:v>408</c:v>
                </c:pt>
                <c:pt idx="7381">
                  <c:v>358</c:v>
                </c:pt>
                <c:pt idx="7382">
                  <c:v>512</c:v>
                </c:pt>
                <c:pt idx="7383">
                  <c:v>242</c:v>
                </c:pt>
                <c:pt idx="7384">
                  <c:v>212</c:v>
                </c:pt>
                <c:pt idx="7385">
                  <c:v>156</c:v>
                </c:pt>
                <c:pt idx="7386">
                  <c:v>221</c:v>
                </c:pt>
                <c:pt idx="7387">
                  <c:v>193</c:v>
                </c:pt>
                <c:pt idx="7388">
                  <c:v>675</c:v>
                </c:pt>
                <c:pt idx="7389">
                  <c:v>294</c:v>
                </c:pt>
                <c:pt idx="7390">
                  <c:v>135</c:v>
                </c:pt>
                <c:pt idx="7391">
                  <c:v>199</c:v>
                </c:pt>
                <c:pt idx="7392">
                  <c:v>184</c:v>
                </c:pt>
                <c:pt idx="7393">
                  <c:v>171</c:v>
                </c:pt>
                <c:pt idx="7394">
                  <c:v>153</c:v>
                </c:pt>
                <c:pt idx="7395">
                  <c:v>172</c:v>
                </c:pt>
                <c:pt idx="7396">
                  <c:v>122</c:v>
                </c:pt>
                <c:pt idx="7397">
                  <c:v>192</c:v>
                </c:pt>
                <c:pt idx="7398">
                  <c:v>226</c:v>
                </c:pt>
                <c:pt idx="7399">
                  <c:v>364</c:v>
                </c:pt>
                <c:pt idx="7400">
                  <c:v>19</c:v>
                </c:pt>
                <c:pt idx="7401">
                  <c:v>110</c:v>
                </c:pt>
                <c:pt idx="7402">
                  <c:v>235</c:v>
                </c:pt>
                <c:pt idx="7403">
                  <c:v>36</c:v>
                </c:pt>
                <c:pt idx="7404">
                  <c:v>411</c:v>
                </c:pt>
                <c:pt idx="7405">
                  <c:v>242</c:v>
                </c:pt>
                <c:pt idx="7406">
                  <c:v>276</c:v>
                </c:pt>
                <c:pt idx="7407">
                  <c:v>133</c:v>
                </c:pt>
                <c:pt idx="7408">
                  <c:v>156</c:v>
                </c:pt>
                <c:pt idx="7409">
                  <c:v>196</c:v>
                </c:pt>
                <c:pt idx="7410">
                  <c:v>144</c:v>
                </c:pt>
                <c:pt idx="7411">
                  <c:v>192</c:v>
                </c:pt>
                <c:pt idx="7412">
                  <c:v>298</c:v>
                </c:pt>
                <c:pt idx="7413">
                  <c:v>156</c:v>
                </c:pt>
                <c:pt idx="7414">
                  <c:v>425</c:v>
                </c:pt>
                <c:pt idx="7415">
                  <c:v>113</c:v>
                </c:pt>
                <c:pt idx="7416">
                  <c:v>219</c:v>
                </c:pt>
                <c:pt idx="7417">
                  <c:v>615</c:v>
                </c:pt>
                <c:pt idx="7418">
                  <c:v>285</c:v>
                </c:pt>
                <c:pt idx="7419">
                  <c:v>156</c:v>
                </c:pt>
                <c:pt idx="7420">
                  <c:v>181</c:v>
                </c:pt>
                <c:pt idx="7421">
                  <c:v>171</c:v>
                </c:pt>
                <c:pt idx="7422">
                  <c:v>160</c:v>
                </c:pt>
                <c:pt idx="7423">
                  <c:v>204</c:v>
                </c:pt>
                <c:pt idx="7424">
                  <c:v>185</c:v>
                </c:pt>
                <c:pt idx="7425">
                  <c:v>241</c:v>
                </c:pt>
                <c:pt idx="7426">
                  <c:v>131</c:v>
                </c:pt>
                <c:pt idx="7427">
                  <c:v>46</c:v>
                </c:pt>
                <c:pt idx="7428">
                  <c:v>108</c:v>
                </c:pt>
                <c:pt idx="7429">
                  <c:v>77</c:v>
                </c:pt>
                <c:pt idx="7430">
                  <c:v>209</c:v>
                </c:pt>
                <c:pt idx="7431">
                  <c:v>29</c:v>
                </c:pt>
                <c:pt idx="7432">
                  <c:v>102</c:v>
                </c:pt>
                <c:pt idx="7433">
                  <c:v>208</c:v>
                </c:pt>
                <c:pt idx="7434">
                  <c:v>294</c:v>
                </c:pt>
                <c:pt idx="7435">
                  <c:v>206</c:v>
                </c:pt>
                <c:pt idx="7436">
                  <c:v>110</c:v>
                </c:pt>
                <c:pt idx="7437">
                  <c:v>29</c:v>
                </c:pt>
                <c:pt idx="7438">
                  <c:v>238</c:v>
                </c:pt>
                <c:pt idx="7439">
                  <c:v>80</c:v>
                </c:pt>
                <c:pt idx="7440">
                  <c:v>175</c:v>
                </c:pt>
                <c:pt idx="7441">
                  <c:v>607</c:v>
                </c:pt>
                <c:pt idx="7442">
                  <c:v>175</c:v>
                </c:pt>
                <c:pt idx="7443">
                  <c:v>112</c:v>
                </c:pt>
                <c:pt idx="7444">
                  <c:v>222</c:v>
                </c:pt>
                <c:pt idx="7445">
                  <c:v>343</c:v>
                </c:pt>
                <c:pt idx="7446">
                  <c:v>90</c:v>
                </c:pt>
                <c:pt idx="7447">
                  <c:v>105</c:v>
                </c:pt>
                <c:pt idx="7448">
                  <c:v>146</c:v>
                </c:pt>
                <c:pt idx="7449">
                  <c:v>53</c:v>
                </c:pt>
                <c:pt idx="7450">
                  <c:v>222</c:v>
                </c:pt>
                <c:pt idx="7451">
                  <c:v>176</c:v>
                </c:pt>
                <c:pt idx="7452">
                  <c:v>252</c:v>
                </c:pt>
                <c:pt idx="7453">
                  <c:v>655</c:v>
                </c:pt>
                <c:pt idx="7454">
                  <c:v>255</c:v>
                </c:pt>
                <c:pt idx="7455">
                  <c:v>259</c:v>
                </c:pt>
                <c:pt idx="7456">
                  <c:v>185</c:v>
                </c:pt>
                <c:pt idx="7457">
                  <c:v>199</c:v>
                </c:pt>
                <c:pt idx="7458">
                  <c:v>106</c:v>
                </c:pt>
                <c:pt idx="7459">
                  <c:v>94</c:v>
                </c:pt>
                <c:pt idx="7460">
                  <c:v>235</c:v>
                </c:pt>
                <c:pt idx="7461">
                  <c:v>361</c:v>
                </c:pt>
                <c:pt idx="7462">
                  <c:v>114</c:v>
                </c:pt>
                <c:pt idx="7463">
                  <c:v>231</c:v>
                </c:pt>
                <c:pt idx="7464">
                  <c:v>221</c:v>
                </c:pt>
                <c:pt idx="7465">
                  <c:v>168</c:v>
                </c:pt>
                <c:pt idx="7466">
                  <c:v>265</c:v>
                </c:pt>
                <c:pt idx="7467">
                  <c:v>87</c:v>
                </c:pt>
                <c:pt idx="7468">
                  <c:v>96</c:v>
                </c:pt>
                <c:pt idx="7469">
                  <c:v>113</c:v>
                </c:pt>
                <c:pt idx="7470">
                  <c:v>131</c:v>
                </c:pt>
                <c:pt idx="7471">
                  <c:v>106</c:v>
                </c:pt>
                <c:pt idx="7472">
                  <c:v>269</c:v>
                </c:pt>
                <c:pt idx="7473">
                  <c:v>287</c:v>
                </c:pt>
                <c:pt idx="7474">
                  <c:v>460</c:v>
                </c:pt>
                <c:pt idx="7475">
                  <c:v>141</c:v>
                </c:pt>
                <c:pt idx="7476">
                  <c:v>116</c:v>
                </c:pt>
                <c:pt idx="7477">
                  <c:v>172</c:v>
                </c:pt>
                <c:pt idx="7478">
                  <c:v>160</c:v>
                </c:pt>
                <c:pt idx="7479">
                  <c:v>204</c:v>
                </c:pt>
                <c:pt idx="7480">
                  <c:v>218</c:v>
                </c:pt>
                <c:pt idx="7481">
                  <c:v>210</c:v>
                </c:pt>
                <c:pt idx="7482">
                  <c:v>131</c:v>
                </c:pt>
                <c:pt idx="7483">
                  <c:v>266</c:v>
                </c:pt>
                <c:pt idx="7484">
                  <c:v>174</c:v>
                </c:pt>
                <c:pt idx="7485">
                  <c:v>207</c:v>
                </c:pt>
                <c:pt idx="7486">
                  <c:v>244</c:v>
                </c:pt>
                <c:pt idx="7487">
                  <c:v>160</c:v>
                </c:pt>
                <c:pt idx="7488">
                  <c:v>26</c:v>
                </c:pt>
                <c:pt idx="7489">
                  <c:v>635</c:v>
                </c:pt>
                <c:pt idx="7490">
                  <c:v>104</c:v>
                </c:pt>
                <c:pt idx="7491">
                  <c:v>182</c:v>
                </c:pt>
                <c:pt idx="7492">
                  <c:v>231</c:v>
                </c:pt>
                <c:pt idx="7493">
                  <c:v>102</c:v>
                </c:pt>
                <c:pt idx="7494">
                  <c:v>121</c:v>
                </c:pt>
                <c:pt idx="7495">
                  <c:v>230</c:v>
                </c:pt>
                <c:pt idx="7496">
                  <c:v>96</c:v>
                </c:pt>
                <c:pt idx="7497">
                  <c:v>85</c:v>
                </c:pt>
                <c:pt idx="7498">
                  <c:v>233</c:v>
                </c:pt>
                <c:pt idx="7499">
                  <c:v>136</c:v>
                </c:pt>
                <c:pt idx="7500">
                  <c:v>181</c:v>
                </c:pt>
                <c:pt idx="7501">
                  <c:v>59</c:v>
                </c:pt>
                <c:pt idx="7502">
                  <c:v>354</c:v>
                </c:pt>
                <c:pt idx="7503">
                  <c:v>102</c:v>
                </c:pt>
                <c:pt idx="7504">
                  <c:v>161</c:v>
                </c:pt>
                <c:pt idx="7505">
                  <c:v>64</c:v>
                </c:pt>
                <c:pt idx="7506">
                  <c:v>672</c:v>
                </c:pt>
                <c:pt idx="7507">
                  <c:v>271</c:v>
                </c:pt>
                <c:pt idx="7508">
                  <c:v>190</c:v>
                </c:pt>
                <c:pt idx="7509">
                  <c:v>212</c:v>
                </c:pt>
                <c:pt idx="7510">
                  <c:v>159</c:v>
                </c:pt>
                <c:pt idx="7511">
                  <c:v>110</c:v>
                </c:pt>
                <c:pt idx="7512">
                  <c:v>131</c:v>
                </c:pt>
                <c:pt idx="7513">
                  <c:v>166</c:v>
                </c:pt>
                <c:pt idx="7514">
                  <c:v>151</c:v>
                </c:pt>
                <c:pt idx="7515">
                  <c:v>156</c:v>
                </c:pt>
                <c:pt idx="7516">
                  <c:v>116</c:v>
                </c:pt>
                <c:pt idx="7517">
                  <c:v>275</c:v>
                </c:pt>
                <c:pt idx="7518">
                  <c:v>156</c:v>
                </c:pt>
                <c:pt idx="7519">
                  <c:v>204</c:v>
                </c:pt>
                <c:pt idx="7520">
                  <c:v>188</c:v>
                </c:pt>
                <c:pt idx="7521">
                  <c:v>232</c:v>
                </c:pt>
                <c:pt idx="7522">
                  <c:v>131</c:v>
                </c:pt>
                <c:pt idx="7523">
                  <c:v>146</c:v>
                </c:pt>
                <c:pt idx="7524">
                  <c:v>236</c:v>
                </c:pt>
                <c:pt idx="7525">
                  <c:v>184</c:v>
                </c:pt>
                <c:pt idx="7526">
                  <c:v>232</c:v>
                </c:pt>
                <c:pt idx="7527">
                  <c:v>77</c:v>
                </c:pt>
                <c:pt idx="7528">
                  <c:v>444</c:v>
                </c:pt>
                <c:pt idx="7529">
                  <c:v>132</c:v>
                </c:pt>
                <c:pt idx="7530">
                  <c:v>192</c:v>
                </c:pt>
                <c:pt idx="7531">
                  <c:v>145</c:v>
                </c:pt>
                <c:pt idx="7532">
                  <c:v>428</c:v>
                </c:pt>
                <c:pt idx="7533">
                  <c:v>155</c:v>
                </c:pt>
                <c:pt idx="7534">
                  <c:v>184</c:v>
                </c:pt>
                <c:pt idx="7535">
                  <c:v>199</c:v>
                </c:pt>
                <c:pt idx="7536">
                  <c:v>186</c:v>
                </c:pt>
                <c:pt idx="7537">
                  <c:v>549</c:v>
                </c:pt>
                <c:pt idx="7538">
                  <c:v>160</c:v>
                </c:pt>
                <c:pt idx="7539">
                  <c:v>297</c:v>
                </c:pt>
                <c:pt idx="7540">
                  <c:v>113</c:v>
                </c:pt>
                <c:pt idx="7541">
                  <c:v>119</c:v>
                </c:pt>
                <c:pt idx="7542">
                  <c:v>184</c:v>
                </c:pt>
                <c:pt idx="7543">
                  <c:v>141</c:v>
                </c:pt>
                <c:pt idx="7544">
                  <c:v>185</c:v>
                </c:pt>
                <c:pt idx="7545">
                  <c:v>122</c:v>
                </c:pt>
                <c:pt idx="7546">
                  <c:v>168</c:v>
                </c:pt>
                <c:pt idx="7547">
                  <c:v>115</c:v>
                </c:pt>
                <c:pt idx="7548">
                  <c:v>184</c:v>
                </c:pt>
                <c:pt idx="7549">
                  <c:v>114</c:v>
                </c:pt>
                <c:pt idx="7550">
                  <c:v>127</c:v>
                </c:pt>
                <c:pt idx="7551">
                  <c:v>95</c:v>
                </c:pt>
                <c:pt idx="7552">
                  <c:v>470</c:v>
                </c:pt>
                <c:pt idx="7553">
                  <c:v>188</c:v>
                </c:pt>
                <c:pt idx="7554">
                  <c:v>433</c:v>
                </c:pt>
                <c:pt idx="7555">
                  <c:v>506</c:v>
                </c:pt>
                <c:pt idx="7556">
                  <c:v>102</c:v>
                </c:pt>
                <c:pt idx="7557">
                  <c:v>60</c:v>
                </c:pt>
                <c:pt idx="7558">
                  <c:v>148</c:v>
                </c:pt>
                <c:pt idx="7559">
                  <c:v>442</c:v>
                </c:pt>
                <c:pt idx="7560">
                  <c:v>129</c:v>
                </c:pt>
                <c:pt idx="7561">
                  <c:v>212</c:v>
                </c:pt>
                <c:pt idx="7562">
                  <c:v>168</c:v>
                </c:pt>
                <c:pt idx="7563">
                  <c:v>195</c:v>
                </c:pt>
                <c:pt idx="7564">
                  <c:v>479</c:v>
                </c:pt>
                <c:pt idx="7565">
                  <c:v>140</c:v>
                </c:pt>
                <c:pt idx="7566">
                  <c:v>83</c:v>
                </c:pt>
                <c:pt idx="7567">
                  <c:v>197</c:v>
                </c:pt>
                <c:pt idx="7568">
                  <c:v>182</c:v>
                </c:pt>
                <c:pt idx="7569">
                  <c:v>158</c:v>
                </c:pt>
                <c:pt idx="7570">
                  <c:v>135</c:v>
                </c:pt>
                <c:pt idx="7571">
                  <c:v>154</c:v>
                </c:pt>
                <c:pt idx="7572">
                  <c:v>204</c:v>
                </c:pt>
                <c:pt idx="7573">
                  <c:v>538</c:v>
                </c:pt>
                <c:pt idx="7574">
                  <c:v>187</c:v>
                </c:pt>
                <c:pt idx="7575">
                  <c:v>280</c:v>
                </c:pt>
                <c:pt idx="7576">
                  <c:v>26</c:v>
                </c:pt>
                <c:pt idx="7577">
                  <c:v>328</c:v>
                </c:pt>
                <c:pt idx="7578">
                  <c:v>129</c:v>
                </c:pt>
                <c:pt idx="7579">
                  <c:v>126</c:v>
                </c:pt>
                <c:pt idx="7580">
                  <c:v>108</c:v>
                </c:pt>
                <c:pt idx="7581">
                  <c:v>147</c:v>
                </c:pt>
                <c:pt idx="7582">
                  <c:v>278</c:v>
                </c:pt>
                <c:pt idx="7583">
                  <c:v>108</c:v>
                </c:pt>
                <c:pt idx="7584">
                  <c:v>142</c:v>
                </c:pt>
                <c:pt idx="7585">
                  <c:v>180</c:v>
                </c:pt>
                <c:pt idx="7586">
                  <c:v>87</c:v>
                </c:pt>
                <c:pt idx="7587">
                  <c:v>161</c:v>
                </c:pt>
                <c:pt idx="7588">
                  <c:v>251</c:v>
                </c:pt>
                <c:pt idx="7589">
                  <c:v>163</c:v>
                </c:pt>
                <c:pt idx="7590">
                  <c:v>184</c:v>
                </c:pt>
                <c:pt idx="7591">
                  <c:v>184</c:v>
                </c:pt>
                <c:pt idx="7592">
                  <c:v>133</c:v>
                </c:pt>
                <c:pt idx="7593">
                  <c:v>651</c:v>
                </c:pt>
                <c:pt idx="7594">
                  <c:v>311</c:v>
                </c:pt>
                <c:pt idx="7595">
                  <c:v>114</c:v>
                </c:pt>
                <c:pt idx="7596">
                  <c:v>185</c:v>
                </c:pt>
                <c:pt idx="7597">
                  <c:v>145</c:v>
                </c:pt>
                <c:pt idx="7598">
                  <c:v>186</c:v>
                </c:pt>
                <c:pt idx="7599">
                  <c:v>413</c:v>
                </c:pt>
                <c:pt idx="7600">
                  <c:v>148</c:v>
                </c:pt>
                <c:pt idx="7601">
                  <c:v>265</c:v>
                </c:pt>
                <c:pt idx="7602">
                  <c:v>97</c:v>
                </c:pt>
                <c:pt idx="7603">
                  <c:v>236</c:v>
                </c:pt>
                <c:pt idx="7604">
                  <c:v>504</c:v>
                </c:pt>
                <c:pt idx="7605">
                  <c:v>243</c:v>
                </c:pt>
                <c:pt idx="7606">
                  <c:v>239</c:v>
                </c:pt>
                <c:pt idx="7607">
                  <c:v>205</c:v>
                </c:pt>
                <c:pt idx="7608">
                  <c:v>226</c:v>
                </c:pt>
                <c:pt idx="7609">
                  <c:v>107</c:v>
                </c:pt>
                <c:pt idx="7610">
                  <c:v>194</c:v>
                </c:pt>
                <c:pt idx="7611">
                  <c:v>482</c:v>
                </c:pt>
                <c:pt idx="7612">
                  <c:v>156</c:v>
                </c:pt>
                <c:pt idx="7613">
                  <c:v>107</c:v>
                </c:pt>
                <c:pt idx="7614">
                  <c:v>210</c:v>
                </c:pt>
                <c:pt idx="7615">
                  <c:v>146</c:v>
                </c:pt>
                <c:pt idx="7616">
                  <c:v>135</c:v>
                </c:pt>
                <c:pt idx="7617">
                  <c:v>185</c:v>
                </c:pt>
                <c:pt idx="7618">
                  <c:v>117</c:v>
                </c:pt>
                <c:pt idx="7619">
                  <c:v>309</c:v>
                </c:pt>
                <c:pt idx="7620">
                  <c:v>126</c:v>
                </c:pt>
                <c:pt idx="7621">
                  <c:v>190</c:v>
                </c:pt>
                <c:pt idx="7622">
                  <c:v>185</c:v>
                </c:pt>
                <c:pt idx="7623">
                  <c:v>26</c:v>
                </c:pt>
                <c:pt idx="7624">
                  <c:v>99</c:v>
                </c:pt>
                <c:pt idx="7625">
                  <c:v>666</c:v>
                </c:pt>
                <c:pt idx="7626">
                  <c:v>626</c:v>
                </c:pt>
                <c:pt idx="7627">
                  <c:v>351</c:v>
                </c:pt>
                <c:pt idx="7628">
                  <c:v>213</c:v>
                </c:pt>
                <c:pt idx="7629">
                  <c:v>157</c:v>
                </c:pt>
                <c:pt idx="7630">
                  <c:v>218</c:v>
                </c:pt>
                <c:pt idx="7631">
                  <c:v>131</c:v>
                </c:pt>
                <c:pt idx="7632">
                  <c:v>136</c:v>
                </c:pt>
                <c:pt idx="7633">
                  <c:v>198</c:v>
                </c:pt>
                <c:pt idx="7634">
                  <c:v>158</c:v>
                </c:pt>
                <c:pt idx="7635">
                  <c:v>179</c:v>
                </c:pt>
                <c:pt idx="7636">
                  <c:v>92</c:v>
                </c:pt>
                <c:pt idx="7637">
                  <c:v>25</c:v>
                </c:pt>
                <c:pt idx="7638">
                  <c:v>190</c:v>
                </c:pt>
                <c:pt idx="7639">
                  <c:v>210</c:v>
                </c:pt>
                <c:pt idx="7640">
                  <c:v>158</c:v>
                </c:pt>
                <c:pt idx="7641">
                  <c:v>217</c:v>
                </c:pt>
                <c:pt idx="7642">
                  <c:v>117</c:v>
                </c:pt>
                <c:pt idx="7643">
                  <c:v>243</c:v>
                </c:pt>
                <c:pt idx="7644">
                  <c:v>118</c:v>
                </c:pt>
                <c:pt idx="7645">
                  <c:v>389</c:v>
                </c:pt>
                <c:pt idx="7646">
                  <c:v>395</c:v>
                </c:pt>
                <c:pt idx="7647">
                  <c:v>194</c:v>
                </c:pt>
                <c:pt idx="7648">
                  <c:v>126</c:v>
                </c:pt>
                <c:pt idx="7649">
                  <c:v>69</c:v>
                </c:pt>
                <c:pt idx="7650">
                  <c:v>52</c:v>
                </c:pt>
                <c:pt idx="7651">
                  <c:v>338</c:v>
                </c:pt>
                <c:pt idx="7652">
                  <c:v>211</c:v>
                </c:pt>
                <c:pt idx="7653">
                  <c:v>182</c:v>
                </c:pt>
                <c:pt idx="7654">
                  <c:v>25</c:v>
                </c:pt>
                <c:pt idx="7655">
                  <c:v>98</c:v>
                </c:pt>
                <c:pt idx="7656">
                  <c:v>164</c:v>
                </c:pt>
                <c:pt idx="7657">
                  <c:v>105</c:v>
                </c:pt>
                <c:pt idx="7658">
                  <c:v>146</c:v>
                </c:pt>
                <c:pt idx="7659">
                  <c:v>110</c:v>
                </c:pt>
                <c:pt idx="7660">
                  <c:v>98</c:v>
                </c:pt>
                <c:pt idx="7661">
                  <c:v>174</c:v>
                </c:pt>
                <c:pt idx="7662">
                  <c:v>259</c:v>
                </c:pt>
                <c:pt idx="7663">
                  <c:v>185</c:v>
                </c:pt>
                <c:pt idx="7664">
                  <c:v>292</c:v>
                </c:pt>
                <c:pt idx="7665">
                  <c:v>130</c:v>
                </c:pt>
                <c:pt idx="7666">
                  <c:v>353</c:v>
                </c:pt>
                <c:pt idx="7667">
                  <c:v>25</c:v>
                </c:pt>
                <c:pt idx="7668">
                  <c:v>70</c:v>
                </c:pt>
                <c:pt idx="7669">
                  <c:v>47</c:v>
                </c:pt>
                <c:pt idx="7670">
                  <c:v>194</c:v>
                </c:pt>
                <c:pt idx="7671">
                  <c:v>177</c:v>
                </c:pt>
                <c:pt idx="7672">
                  <c:v>246</c:v>
                </c:pt>
                <c:pt idx="7673">
                  <c:v>191</c:v>
                </c:pt>
                <c:pt idx="7674">
                  <c:v>172</c:v>
                </c:pt>
                <c:pt idx="7675">
                  <c:v>105</c:v>
                </c:pt>
                <c:pt idx="7676">
                  <c:v>169</c:v>
                </c:pt>
                <c:pt idx="7677">
                  <c:v>78</c:v>
                </c:pt>
                <c:pt idx="7678">
                  <c:v>114</c:v>
                </c:pt>
                <c:pt idx="7679">
                  <c:v>98</c:v>
                </c:pt>
                <c:pt idx="7680">
                  <c:v>186</c:v>
                </c:pt>
                <c:pt idx="7681">
                  <c:v>254</c:v>
                </c:pt>
                <c:pt idx="7682">
                  <c:v>206</c:v>
                </c:pt>
                <c:pt idx="7683">
                  <c:v>82</c:v>
                </c:pt>
                <c:pt idx="7684">
                  <c:v>394</c:v>
                </c:pt>
                <c:pt idx="7685">
                  <c:v>126</c:v>
                </c:pt>
                <c:pt idx="7686">
                  <c:v>25</c:v>
                </c:pt>
                <c:pt idx="7687">
                  <c:v>63</c:v>
                </c:pt>
                <c:pt idx="7688">
                  <c:v>78</c:v>
                </c:pt>
                <c:pt idx="7689">
                  <c:v>250</c:v>
                </c:pt>
                <c:pt idx="7690">
                  <c:v>248</c:v>
                </c:pt>
                <c:pt idx="7691">
                  <c:v>215</c:v>
                </c:pt>
                <c:pt idx="7692">
                  <c:v>136</c:v>
                </c:pt>
                <c:pt idx="7693">
                  <c:v>249</c:v>
                </c:pt>
                <c:pt idx="7694">
                  <c:v>296</c:v>
                </c:pt>
                <c:pt idx="7695">
                  <c:v>101</c:v>
                </c:pt>
                <c:pt idx="7696">
                  <c:v>343</c:v>
                </c:pt>
                <c:pt idx="7697">
                  <c:v>246</c:v>
                </c:pt>
                <c:pt idx="7698">
                  <c:v>96</c:v>
                </c:pt>
                <c:pt idx="7699">
                  <c:v>112</c:v>
                </c:pt>
                <c:pt idx="7700">
                  <c:v>289</c:v>
                </c:pt>
                <c:pt idx="7701">
                  <c:v>90</c:v>
                </c:pt>
                <c:pt idx="7702">
                  <c:v>117</c:v>
                </c:pt>
                <c:pt idx="7703">
                  <c:v>80</c:v>
                </c:pt>
                <c:pt idx="7704">
                  <c:v>52</c:v>
                </c:pt>
                <c:pt idx="7705">
                  <c:v>196</c:v>
                </c:pt>
                <c:pt idx="7706">
                  <c:v>150</c:v>
                </c:pt>
                <c:pt idx="7707">
                  <c:v>149</c:v>
                </c:pt>
                <c:pt idx="7708">
                  <c:v>204</c:v>
                </c:pt>
                <c:pt idx="7709">
                  <c:v>283</c:v>
                </c:pt>
                <c:pt idx="7710">
                  <c:v>33</c:v>
                </c:pt>
                <c:pt idx="7711">
                  <c:v>286</c:v>
                </c:pt>
                <c:pt idx="7712">
                  <c:v>105</c:v>
                </c:pt>
                <c:pt idx="7713">
                  <c:v>121</c:v>
                </c:pt>
                <c:pt idx="7714">
                  <c:v>273</c:v>
                </c:pt>
                <c:pt idx="7715">
                  <c:v>252</c:v>
                </c:pt>
                <c:pt idx="7716">
                  <c:v>132</c:v>
                </c:pt>
                <c:pt idx="7717">
                  <c:v>186</c:v>
                </c:pt>
                <c:pt idx="7718">
                  <c:v>331</c:v>
                </c:pt>
                <c:pt idx="7719">
                  <c:v>25</c:v>
                </c:pt>
                <c:pt idx="7720">
                  <c:v>131</c:v>
                </c:pt>
                <c:pt idx="7721">
                  <c:v>263</c:v>
                </c:pt>
                <c:pt idx="7722">
                  <c:v>193</c:v>
                </c:pt>
                <c:pt idx="7723">
                  <c:v>220</c:v>
                </c:pt>
                <c:pt idx="7724">
                  <c:v>90</c:v>
                </c:pt>
                <c:pt idx="7725">
                  <c:v>173</c:v>
                </c:pt>
                <c:pt idx="7726">
                  <c:v>145</c:v>
                </c:pt>
                <c:pt idx="7727">
                  <c:v>149</c:v>
                </c:pt>
                <c:pt idx="7728">
                  <c:v>79</c:v>
                </c:pt>
                <c:pt idx="7729">
                  <c:v>38</c:v>
                </c:pt>
                <c:pt idx="7730">
                  <c:v>49</c:v>
                </c:pt>
                <c:pt idx="7731">
                  <c:v>105</c:v>
                </c:pt>
                <c:pt idx="7732">
                  <c:v>201</c:v>
                </c:pt>
                <c:pt idx="7733">
                  <c:v>131</c:v>
                </c:pt>
                <c:pt idx="7734">
                  <c:v>267</c:v>
                </c:pt>
                <c:pt idx="7735">
                  <c:v>232</c:v>
                </c:pt>
                <c:pt idx="7736">
                  <c:v>649</c:v>
                </c:pt>
                <c:pt idx="7737">
                  <c:v>235</c:v>
                </c:pt>
                <c:pt idx="7738">
                  <c:v>165</c:v>
                </c:pt>
                <c:pt idx="7739">
                  <c:v>149</c:v>
                </c:pt>
                <c:pt idx="7740">
                  <c:v>169</c:v>
                </c:pt>
                <c:pt idx="7741">
                  <c:v>169</c:v>
                </c:pt>
                <c:pt idx="7742">
                  <c:v>149</c:v>
                </c:pt>
                <c:pt idx="7743">
                  <c:v>139</c:v>
                </c:pt>
                <c:pt idx="7744">
                  <c:v>54</c:v>
                </c:pt>
                <c:pt idx="7745">
                  <c:v>138</c:v>
                </c:pt>
                <c:pt idx="7746">
                  <c:v>112</c:v>
                </c:pt>
                <c:pt idx="7747">
                  <c:v>201</c:v>
                </c:pt>
                <c:pt idx="7748">
                  <c:v>234</c:v>
                </c:pt>
                <c:pt idx="7749">
                  <c:v>26</c:v>
                </c:pt>
                <c:pt idx="7750">
                  <c:v>260</c:v>
                </c:pt>
                <c:pt idx="7751">
                  <c:v>498</c:v>
                </c:pt>
                <c:pt idx="7752">
                  <c:v>411</c:v>
                </c:pt>
                <c:pt idx="7753">
                  <c:v>190</c:v>
                </c:pt>
                <c:pt idx="7754">
                  <c:v>126</c:v>
                </c:pt>
                <c:pt idx="7755">
                  <c:v>134</c:v>
                </c:pt>
                <c:pt idx="7756">
                  <c:v>135</c:v>
                </c:pt>
                <c:pt idx="7757">
                  <c:v>274</c:v>
                </c:pt>
                <c:pt idx="7758">
                  <c:v>25</c:v>
                </c:pt>
                <c:pt idx="7759">
                  <c:v>193</c:v>
                </c:pt>
                <c:pt idx="7760">
                  <c:v>161</c:v>
                </c:pt>
                <c:pt idx="7761">
                  <c:v>191</c:v>
                </c:pt>
                <c:pt idx="7762">
                  <c:v>98</c:v>
                </c:pt>
                <c:pt idx="7763">
                  <c:v>262</c:v>
                </c:pt>
                <c:pt idx="7764">
                  <c:v>117</c:v>
                </c:pt>
                <c:pt idx="7765">
                  <c:v>146</c:v>
                </c:pt>
                <c:pt idx="7766">
                  <c:v>75</c:v>
                </c:pt>
                <c:pt idx="7767">
                  <c:v>450</c:v>
                </c:pt>
                <c:pt idx="7768">
                  <c:v>243</c:v>
                </c:pt>
                <c:pt idx="7769">
                  <c:v>139</c:v>
                </c:pt>
                <c:pt idx="7770">
                  <c:v>68</c:v>
                </c:pt>
                <c:pt idx="7771">
                  <c:v>155</c:v>
                </c:pt>
                <c:pt idx="7772">
                  <c:v>137</c:v>
                </c:pt>
                <c:pt idx="7773">
                  <c:v>212</c:v>
                </c:pt>
                <c:pt idx="7774">
                  <c:v>200</c:v>
                </c:pt>
                <c:pt idx="7775">
                  <c:v>29</c:v>
                </c:pt>
                <c:pt idx="7776">
                  <c:v>339</c:v>
                </c:pt>
                <c:pt idx="7777">
                  <c:v>139</c:v>
                </c:pt>
                <c:pt idx="7778">
                  <c:v>159</c:v>
                </c:pt>
                <c:pt idx="7779">
                  <c:v>151</c:v>
                </c:pt>
                <c:pt idx="7780">
                  <c:v>357</c:v>
                </c:pt>
                <c:pt idx="7781">
                  <c:v>112</c:v>
                </c:pt>
                <c:pt idx="7782">
                  <c:v>64</c:v>
                </c:pt>
                <c:pt idx="7783">
                  <c:v>24</c:v>
                </c:pt>
                <c:pt idx="7784">
                  <c:v>262</c:v>
                </c:pt>
                <c:pt idx="7785">
                  <c:v>43</c:v>
                </c:pt>
                <c:pt idx="7786">
                  <c:v>253</c:v>
                </c:pt>
                <c:pt idx="7787">
                  <c:v>29</c:v>
                </c:pt>
                <c:pt idx="7788">
                  <c:v>60</c:v>
                </c:pt>
                <c:pt idx="7789">
                  <c:v>102</c:v>
                </c:pt>
                <c:pt idx="7790">
                  <c:v>145</c:v>
                </c:pt>
                <c:pt idx="7791">
                  <c:v>26</c:v>
                </c:pt>
                <c:pt idx="7792">
                  <c:v>472</c:v>
                </c:pt>
                <c:pt idx="7793">
                  <c:v>131</c:v>
                </c:pt>
                <c:pt idx="7794">
                  <c:v>91</c:v>
                </c:pt>
                <c:pt idx="7795">
                  <c:v>208</c:v>
                </c:pt>
                <c:pt idx="7796">
                  <c:v>122</c:v>
                </c:pt>
                <c:pt idx="7797">
                  <c:v>120</c:v>
                </c:pt>
                <c:pt idx="7798">
                  <c:v>64</c:v>
                </c:pt>
                <c:pt idx="7799">
                  <c:v>183</c:v>
                </c:pt>
                <c:pt idx="7800">
                  <c:v>28</c:v>
                </c:pt>
                <c:pt idx="7801">
                  <c:v>29</c:v>
                </c:pt>
                <c:pt idx="7802">
                  <c:v>62</c:v>
                </c:pt>
                <c:pt idx="7803">
                  <c:v>615</c:v>
                </c:pt>
                <c:pt idx="7804">
                  <c:v>37</c:v>
                </c:pt>
                <c:pt idx="7805">
                  <c:v>1</c:v>
                </c:pt>
                <c:pt idx="7806">
                  <c:v>169</c:v>
                </c:pt>
                <c:pt idx="7807">
                  <c:v>277</c:v>
                </c:pt>
                <c:pt idx="7808">
                  <c:v>112</c:v>
                </c:pt>
                <c:pt idx="7809">
                  <c:v>201</c:v>
                </c:pt>
                <c:pt idx="7810">
                  <c:v>268</c:v>
                </c:pt>
                <c:pt idx="7811">
                  <c:v>93</c:v>
                </c:pt>
                <c:pt idx="7812">
                  <c:v>121</c:v>
                </c:pt>
                <c:pt idx="7813">
                  <c:v>167</c:v>
                </c:pt>
                <c:pt idx="7814">
                  <c:v>90</c:v>
                </c:pt>
                <c:pt idx="7815">
                  <c:v>355</c:v>
                </c:pt>
                <c:pt idx="7816">
                  <c:v>364</c:v>
                </c:pt>
                <c:pt idx="7817">
                  <c:v>125</c:v>
                </c:pt>
                <c:pt idx="7818">
                  <c:v>162</c:v>
                </c:pt>
                <c:pt idx="7819">
                  <c:v>127</c:v>
                </c:pt>
                <c:pt idx="7820">
                  <c:v>129</c:v>
                </c:pt>
                <c:pt idx="7821">
                  <c:v>218</c:v>
                </c:pt>
                <c:pt idx="7822">
                  <c:v>95</c:v>
                </c:pt>
                <c:pt idx="7823">
                  <c:v>257</c:v>
                </c:pt>
                <c:pt idx="7824">
                  <c:v>166</c:v>
                </c:pt>
                <c:pt idx="7825">
                  <c:v>652</c:v>
                </c:pt>
                <c:pt idx="7826">
                  <c:v>64</c:v>
                </c:pt>
                <c:pt idx="7827">
                  <c:v>30</c:v>
                </c:pt>
                <c:pt idx="7828">
                  <c:v>147</c:v>
                </c:pt>
                <c:pt idx="7829">
                  <c:v>135</c:v>
                </c:pt>
                <c:pt idx="7830">
                  <c:v>99</c:v>
                </c:pt>
                <c:pt idx="7831">
                  <c:v>80</c:v>
                </c:pt>
                <c:pt idx="7832">
                  <c:v>371</c:v>
                </c:pt>
                <c:pt idx="7833">
                  <c:v>150</c:v>
                </c:pt>
                <c:pt idx="7834">
                  <c:v>203</c:v>
                </c:pt>
                <c:pt idx="7835">
                  <c:v>288</c:v>
                </c:pt>
                <c:pt idx="7836">
                  <c:v>109</c:v>
                </c:pt>
                <c:pt idx="7837">
                  <c:v>156</c:v>
                </c:pt>
                <c:pt idx="7838">
                  <c:v>176</c:v>
                </c:pt>
                <c:pt idx="7839">
                  <c:v>320</c:v>
                </c:pt>
                <c:pt idx="7840">
                  <c:v>129</c:v>
                </c:pt>
                <c:pt idx="7841">
                  <c:v>65</c:v>
                </c:pt>
                <c:pt idx="7842">
                  <c:v>183</c:v>
                </c:pt>
                <c:pt idx="7843">
                  <c:v>293</c:v>
                </c:pt>
                <c:pt idx="7844">
                  <c:v>355</c:v>
                </c:pt>
                <c:pt idx="7845">
                  <c:v>42</c:v>
                </c:pt>
                <c:pt idx="7846">
                  <c:v>242</c:v>
                </c:pt>
                <c:pt idx="7847">
                  <c:v>113</c:v>
                </c:pt>
                <c:pt idx="7848">
                  <c:v>93</c:v>
                </c:pt>
                <c:pt idx="7849">
                  <c:v>174</c:v>
                </c:pt>
                <c:pt idx="7850">
                  <c:v>104</c:v>
                </c:pt>
                <c:pt idx="7851">
                  <c:v>409</c:v>
                </c:pt>
                <c:pt idx="7852">
                  <c:v>181</c:v>
                </c:pt>
                <c:pt idx="7853">
                  <c:v>100</c:v>
                </c:pt>
                <c:pt idx="7854">
                  <c:v>127</c:v>
                </c:pt>
                <c:pt idx="7855">
                  <c:v>138</c:v>
                </c:pt>
                <c:pt idx="7856">
                  <c:v>232</c:v>
                </c:pt>
                <c:pt idx="7857">
                  <c:v>181</c:v>
                </c:pt>
                <c:pt idx="7858">
                  <c:v>235</c:v>
                </c:pt>
                <c:pt idx="7859">
                  <c:v>33</c:v>
                </c:pt>
                <c:pt idx="7860">
                  <c:v>158</c:v>
                </c:pt>
                <c:pt idx="7861">
                  <c:v>355</c:v>
                </c:pt>
              </c:numCache>
            </c:numRef>
          </c:yVal>
        </c:ser>
        <c:ser>
          <c:idx val="1"/>
          <c:order val="1"/>
          <c:tx>
            <c:v>&gt;750 token（415条）</c:v>
          </c:tx>
          <c:spPr>
            <a:solidFill xmlns:a="http://schemas.openxmlformats.org/drawingml/2006/main">
              <a:srgbClr val="B16A16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ns2:solidFill xmlns:ns2="http://schemas.openxmlformats.org/drawingml/2006/main">
                <ns2:srgbClr val="B16A16"/>
              </ns2:solidFill>
              <ns3:ln xmlns:ns3="http://schemas.openxmlformats.org/drawingml/2006/main" w="0">
                <ns3:noFill/>
              </ns3:ln>
            </c:spPr>
          </c:marker>
          <c:xVal>
            <c:numRef>
              <c:f>'Chart Data'!$C$2:$C$416</c:f>
              <c:numCache>
                <c:formatCode>General</c:formatCode>
                <c:ptCount val="415"/>
                <c:pt idx="0">
                  <c:v>0.62224996</c:v>
                </c:pt>
                <c:pt idx="1">
                  <c:v>0.65115196</c:v>
                </c:pt>
                <c:pt idx="2">
                  <c:v>0.88452224</c:v>
                </c:pt>
                <c:pt idx="3">
                  <c:v>1.00708625</c:v>
                </c:pt>
                <c:pt idx="4">
                  <c:v>1.06624934</c:v>
                </c:pt>
                <c:pt idx="5">
                  <c:v>1.37932374</c:v>
                </c:pt>
                <c:pt idx="6">
                  <c:v>1.3996644</c:v>
                </c:pt>
                <c:pt idx="7">
                  <c:v>1.45892093</c:v>
                </c:pt>
                <c:pt idx="8">
                  <c:v>1.46397938</c:v>
                </c:pt>
                <c:pt idx="9">
                  <c:v>1.56793161</c:v>
                </c:pt>
                <c:pt idx="10">
                  <c:v>1.57951027</c:v>
                </c:pt>
                <c:pt idx="11">
                  <c:v>1.59921294</c:v>
                </c:pt>
                <c:pt idx="12">
                  <c:v>1.60430643</c:v>
                </c:pt>
                <c:pt idx="13">
                  <c:v>1.61282633</c:v>
                </c:pt>
                <c:pt idx="14">
                  <c:v>1.64942318</c:v>
                </c:pt>
                <c:pt idx="15">
                  <c:v>1.65657275</c:v>
                </c:pt>
                <c:pt idx="16">
                  <c:v>1.715992</c:v>
                </c:pt>
                <c:pt idx="17">
                  <c:v>1.75443219</c:v>
                </c:pt>
                <c:pt idx="18">
                  <c:v>1.77089315</c:v>
                </c:pt>
                <c:pt idx="19">
                  <c:v>1.77524054</c:v>
                </c:pt>
                <c:pt idx="20">
                  <c:v>1.78655256</c:v>
                </c:pt>
                <c:pt idx="21">
                  <c:v>1.81111609</c:v>
                </c:pt>
                <c:pt idx="22">
                  <c:v>1.81579481</c:v>
                </c:pt>
                <c:pt idx="23">
                  <c:v>1.94610835</c:v>
                </c:pt>
                <c:pt idx="24">
                  <c:v>1.97122197</c:v>
                </c:pt>
                <c:pt idx="25">
                  <c:v>2.01630618</c:v>
                </c:pt>
                <c:pt idx="26">
                  <c:v>2.02932679</c:v>
                </c:pt>
                <c:pt idx="27">
                  <c:v>2.07844365</c:v>
                </c:pt>
                <c:pt idx="28">
                  <c:v>2.08720334</c:v>
                </c:pt>
                <c:pt idx="29">
                  <c:v>2.0912095</c:v>
                </c:pt>
                <c:pt idx="30">
                  <c:v>2.10016186</c:v>
                </c:pt>
                <c:pt idx="31">
                  <c:v>2.12626258</c:v>
                </c:pt>
                <c:pt idx="32">
                  <c:v>2.13906061</c:v>
                </c:pt>
                <c:pt idx="33">
                  <c:v>2.14010524</c:v>
                </c:pt>
                <c:pt idx="34">
                  <c:v>2.20185156</c:v>
                </c:pt>
                <c:pt idx="35">
                  <c:v>2.2734296</c:v>
                </c:pt>
                <c:pt idx="36">
                  <c:v>2.3631443</c:v>
                </c:pt>
                <c:pt idx="37">
                  <c:v>2.39623199</c:v>
                </c:pt>
                <c:pt idx="38">
                  <c:v>2.39883839</c:v>
                </c:pt>
                <c:pt idx="39">
                  <c:v>2.46202683</c:v>
                </c:pt>
                <c:pt idx="40">
                  <c:v>2.49086344</c:v>
                </c:pt>
                <c:pt idx="41">
                  <c:v>2.51230565</c:v>
                </c:pt>
                <c:pt idx="42">
                  <c:v>2.52639518</c:v>
                </c:pt>
                <c:pt idx="43">
                  <c:v>2.54855043</c:v>
                </c:pt>
                <c:pt idx="44">
                  <c:v>2.59634809</c:v>
                </c:pt>
                <c:pt idx="45">
                  <c:v>2.60851626</c:v>
                </c:pt>
                <c:pt idx="46">
                  <c:v>2.6282605</c:v>
                </c:pt>
                <c:pt idx="47">
                  <c:v>2.63397998</c:v>
                </c:pt>
                <c:pt idx="48">
                  <c:v>2.66035115</c:v>
                </c:pt>
                <c:pt idx="49">
                  <c:v>2.67051449</c:v>
                </c:pt>
                <c:pt idx="50">
                  <c:v>2.6779496</c:v>
                </c:pt>
                <c:pt idx="51">
                  <c:v>2.68672461</c:v>
                </c:pt>
                <c:pt idx="52">
                  <c:v>2.68932541</c:v>
                </c:pt>
                <c:pt idx="53">
                  <c:v>2.69375389</c:v>
                </c:pt>
                <c:pt idx="54">
                  <c:v>2.69946321</c:v>
                </c:pt>
                <c:pt idx="55">
                  <c:v>2.70855779</c:v>
                </c:pt>
                <c:pt idx="56">
                  <c:v>2.70960576</c:v>
                </c:pt>
                <c:pt idx="57">
                  <c:v>2.72665936</c:v>
                </c:pt>
                <c:pt idx="58">
                  <c:v>2.76109144</c:v>
                </c:pt>
                <c:pt idx="59">
                  <c:v>2.77721301</c:v>
                </c:pt>
                <c:pt idx="60">
                  <c:v>2.78610895</c:v>
                </c:pt>
                <c:pt idx="61">
                  <c:v>2.81214034</c:v>
                </c:pt>
                <c:pt idx="62">
                  <c:v>2.81504423</c:v>
                </c:pt>
                <c:pt idx="63">
                  <c:v>2.82373228</c:v>
                </c:pt>
                <c:pt idx="64">
                  <c:v>2.83540182</c:v>
                </c:pt>
                <c:pt idx="65">
                  <c:v>2.86082183</c:v>
                </c:pt>
                <c:pt idx="66">
                  <c:v>2.87085802</c:v>
                </c:pt>
                <c:pt idx="67">
                  <c:v>2.88101098</c:v>
                </c:pt>
                <c:pt idx="68">
                  <c:v>2.88378802</c:v>
                </c:pt>
                <c:pt idx="69">
                  <c:v>2.89360044</c:v>
                </c:pt>
                <c:pt idx="70">
                  <c:v>2.90021466</c:v>
                </c:pt>
                <c:pt idx="71">
                  <c:v>2.92053829</c:v>
                </c:pt>
                <c:pt idx="72">
                  <c:v>2.94718621</c:v>
                </c:pt>
                <c:pt idx="73">
                  <c:v>2.98469368</c:v>
                </c:pt>
                <c:pt idx="74">
                  <c:v>3.00110879</c:v>
                </c:pt>
                <c:pt idx="75">
                  <c:v>3.04059867</c:v>
                </c:pt>
                <c:pt idx="76">
                  <c:v>3.04643947</c:v>
                </c:pt>
                <c:pt idx="77">
                  <c:v>3.0810388</c:v>
                </c:pt>
                <c:pt idx="78">
                  <c:v>3.12547446</c:v>
                </c:pt>
                <c:pt idx="79">
                  <c:v>3.16880805</c:v>
                </c:pt>
                <c:pt idx="80">
                  <c:v>3.18126838</c:v>
                </c:pt>
                <c:pt idx="81">
                  <c:v>3.18282068</c:v>
                </c:pt>
                <c:pt idx="82">
                  <c:v>3.24259075</c:v>
                </c:pt>
                <c:pt idx="83">
                  <c:v>3.27300255</c:v>
                </c:pt>
                <c:pt idx="84">
                  <c:v>3.30239755</c:v>
                </c:pt>
                <c:pt idx="85">
                  <c:v>3.3294152</c:v>
                </c:pt>
                <c:pt idx="86">
                  <c:v>3.35086255</c:v>
                </c:pt>
                <c:pt idx="87">
                  <c:v>3.35992748</c:v>
                </c:pt>
                <c:pt idx="88">
                  <c:v>3.36483843</c:v>
                </c:pt>
                <c:pt idx="89">
                  <c:v>3.41432369</c:v>
                </c:pt>
                <c:pt idx="90">
                  <c:v>3.41719906</c:v>
                </c:pt>
                <c:pt idx="91">
                  <c:v>3.44790745</c:v>
                </c:pt>
                <c:pt idx="92">
                  <c:v>3.4521352</c:v>
                </c:pt>
                <c:pt idx="93">
                  <c:v>3.45385659</c:v>
                </c:pt>
                <c:pt idx="94">
                  <c:v>3.45819936</c:v>
                </c:pt>
                <c:pt idx="95">
                  <c:v>3.46553249</c:v>
                </c:pt>
                <c:pt idx="96">
                  <c:v>3.48117668</c:v>
                </c:pt>
                <c:pt idx="97">
                  <c:v>3.5126971</c:v>
                </c:pt>
                <c:pt idx="98">
                  <c:v>3.52309588</c:v>
                </c:pt>
                <c:pt idx="99">
                  <c:v>3.52569499</c:v>
                </c:pt>
                <c:pt idx="100">
                  <c:v>3.55131611</c:v>
                </c:pt>
                <c:pt idx="101">
                  <c:v>3.5676822</c:v>
                </c:pt>
                <c:pt idx="102">
                  <c:v>3.57648122</c:v>
                </c:pt>
                <c:pt idx="103">
                  <c:v>3.57787531</c:v>
                </c:pt>
                <c:pt idx="104">
                  <c:v>3.58321947</c:v>
                </c:pt>
                <c:pt idx="105">
                  <c:v>3.58674551</c:v>
                </c:pt>
                <c:pt idx="106">
                  <c:v>3.60872546</c:v>
                </c:pt>
                <c:pt idx="107">
                  <c:v>3.61666418</c:v>
                </c:pt>
                <c:pt idx="108">
                  <c:v>3.62534549</c:v>
                </c:pt>
                <c:pt idx="109">
                  <c:v>3.63408715</c:v>
                </c:pt>
                <c:pt idx="110">
                  <c:v>3.6428542</c:v>
                </c:pt>
                <c:pt idx="111">
                  <c:v>3.64440666</c:v>
                </c:pt>
                <c:pt idx="112">
                  <c:v>3.65778299</c:v>
                </c:pt>
                <c:pt idx="113">
                  <c:v>3.66186928</c:v>
                </c:pt>
                <c:pt idx="114">
                  <c:v>3.66346812</c:v>
                </c:pt>
                <c:pt idx="115">
                  <c:v>3.66581427</c:v>
                </c:pt>
                <c:pt idx="116">
                  <c:v>3.67066415</c:v>
                </c:pt>
                <c:pt idx="117">
                  <c:v>3.684161</c:v>
                </c:pt>
                <c:pt idx="118">
                  <c:v>3.68827309</c:v>
                </c:pt>
                <c:pt idx="119">
                  <c:v>3.69227192</c:v>
                </c:pt>
                <c:pt idx="120">
                  <c:v>3.69446226</c:v>
                </c:pt>
                <c:pt idx="121">
                  <c:v>3.70469846</c:v>
                </c:pt>
                <c:pt idx="122">
                  <c:v>3.71713494</c:v>
                </c:pt>
                <c:pt idx="123">
                  <c:v>3.72521828</c:v>
                </c:pt>
                <c:pt idx="124">
                  <c:v>3.7307709</c:v>
                </c:pt>
                <c:pt idx="125">
                  <c:v>3.74684684</c:v>
                </c:pt>
                <c:pt idx="126">
                  <c:v>3.75516671</c:v>
                </c:pt>
                <c:pt idx="127">
                  <c:v>3.7621896</c:v>
                </c:pt>
                <c:pt idx="128">
                  <c:v>3.76438733</c:v>
                </c:pt>
                <c:pt idx="129">
                  <c:v>3.78194897</c:v>
                </c:pt>
                <c:pt idx="130">
                  <c:v>3.79801586</c:v>
                </c:pt>
                <c:pt idx="131">
                  <c:v>3.79898632</c:v>
                </c:pt>
                <c:pt idx="132">
                  <c:v>3.82226464</c:v>
                </c:pt>
                <c:pt idx="133">
                  <c:v>3.82658535</c:v>
                </c:pt>
                <c:pt idx="134">
                  <c:v>3.82969886</c:v>
                </c:pt>
                <c:pt idx="135">
                  <c:v>3.83259499</c:v>
                </c:pt>
                <c:pt idx="136">
                  <c:v>3.83401347</c:v>
                </c:pt>
                <c:pt idx="137">
                  <c:v>3.84714777</c:v>
                </c:pt>
                <c:pt idx="138">
                  <c:v>3.86189714</c:v>
                </c:pt>
                <c:pt idx="139">
                  <c:v>3.88129744</c:v>
                </c:pt>
                <c:pt idx="140">
                  <c:v>3.88158269</c:v>
                </c:pt>
                <c:pt idx="141">
                  <c:v>3.91837104</c:v>
                </c:pt>
                <c:pt idx="142">
                  <c:v>3.92090333</c:v>
                </c:pt>
                <c:pt idx="143">
                  <c:v>3.92184187</c:v>
                </c:pt>
                <c:pt idx="144">
                  <c:v>3.93270496</c:v>
                </c:pt>
                <c:pt idx="145">
                  <c:v>3.96826476</c:v>
                </c:pt>
                <c:pt idx="146">
                  <c:v>3.98139044</c:v>
                </c:pt>
                <c:pt idx="147">
                  <c:v>3.98948113</c:v>
                </c:pt>
                <c:pt idx="148">
                  <c:v>3.99763378</c:v>
                </c:pt>
                <c:pt idx="149">
                  <c:v>4.0136392</c:v>
                </c:pt>
                <c:pt idx="150">
                  <c:v>4.02015257</c:v>
                </c:pt>
                <c:pt idx="151">
                  <c:v>4.03194489</c:v>
                </c:pt>
                <c:pt idx="152">
                  <c:v>4.03589512</c:v>
                </c:pt>
                <c:pt idx="153">
                  <c:v>4.04261676</c:v>
                </c:pt>
                <c:pt idx="154">
                  <c:v>4.05310955</c:v>
                </c:pt>
                <c:pt idx="155">
                  <c:v>4.05652284</c:v>
                </c:pt>
                <c:pt idx="156">
                  <c:v>4.07063897</c:v>
                </c:pt>
                <c:pt idx="157">
                  <c:v>4.09087985</c:v>
                </c:pt>
                <c:pt idx="158">
                  <c:v>4.09108323</c:v>
                </c:pt>
                <c:pt idx="159">
                  <c:v>4.0992893</c:v>
                </c:pt>
                <c:pt idx="160">
                  <c:v>4.10070069</c:v>
                </c:pt>
                <c:pt idx="161">
                  <c:v>4.10511353</c:v>
                </c:pt>
                <c:pt idx="162">
                  <c:v>4.12761024</c:v>
                </c:pt>
                <c:pt idx="163">
                  <c:v>4.1469075</c:v>
                </c:pt>
                <c:pt idx="164">
                  <c:v>4.16168774</c:v>
                </c:pt>
                <c:pt idx="165">
                  <c:v>4.16234479</c:v>
                </c:pt>
                <c:pt idx="166">
                  <c:v>4.17355022</c:v>
                </c:pt>
                <c:pt idx="167">
                  <c:v>4.19340415</c:v>
                </c:pt>
                <c:pt idx="168">
                  <c:v>4.22883065</c:v>
                </c:pt>
                <c:pt idx="169">
                  <c:v>4.26628822</c:v>
                </c:pt>
                <c:pt idx="170">
                  <c:v>4.28123903</c:v>
                </c:pt>
                <c:pt idx="171">
                  <c:v>4.28399738</c:v>
                </c:pt>
                <c:pt idx="172">
                  <c:v>4.29336436</c:v>
                </c:pt>
                <c:pt idx="173">
                  <c:v>4.33611445</c:v>
                </c:pt>
                <c:pt idx="174">
                  <c:v>4.3429689</c:v>
                </c:pt>
                <c:pt idx="175">
                  <c:v>4.37735443</c:v>
                </c:pt>
                <c:pt idx="176">
                  <c:v>4.38325891</c:v>
                </c:pt>
                <c:pt idx="177">
                  <c:v>4.3969168</c:v>
                </c:pt>
                <c:pt idx="178">
                  <c:v>4.39909987</c:v>
                </c:pt>
                <c:pt idx="179">
                  <c:v>4.40206565</c:v>
                </c:pt>
                <c:pt idx="180">
                  <c:v>4.4127484</c:v>
                </c:pt>
                <c:pt idx="181">
                  <c:v>4.46141676</c:v>
                </c:pt>
                <c:pt idx="182">
                  <c:v>4.48126741</c:v>
                </c:pt>
                <c:pt idx="183">
                  <c:v>4.53022098</c:v>
                </c:pt>
                <c:pt idx="184">
                  <c:v>4.55340408</c:v>
                </c:pt>
                <c:pt idx="185">
                  <c:v>4.56707499</c:v>
                </c:pt>
                <c:pt idx="186">
                  <c:v>4.59608613</c:v>
                </c:pt>
                <c:pt idx="187">
                  <c:v>4.62788176</c:v>
                </c:pt>
                <c:pt idx="188">
                  <c:v>4.65548507</c:v>
                </c:pt>
                <c:pt idx="189">
                  <c:v>4.6671864</c:v>
                </c:pt>
                <c:pt idx="190">
                  <c:v>4.67723374</c:v>
                </c:pt>
                <c:pt idx="191">
                  <c:v>4.69524443</c:v>
                </c:pt>
                <c:pt idx="192">
                  <c:v>4.7183031</c:v>
                </c:pt>
                <c:pt idx="193">
                  <c:v>4.75050194</c:v>
                </c:pt>
                <c:pt idx="194">
                  <c:v>4.78395321</c:v>
                </c:pt>
                <c:pt idx="195">
                  <c:v>4.79027588</c:v>
                </c:pt>
                <c:pt idx="196">
                  <c:v>4.83892873</c:v>
                </c:pt>
                <c:pt idx="197">
                  <c:v>4.84101866</c:v>
                </c:pt>
                <c:pt idx="198">
                  <c:v>4.85122739</c:v>
                </c:pt>
                <c:pt idx="199">
                  <c:v>4.86244697</c:v>
                </c:pt>
                <c:pt idx="200">
                  <c:v>4.88460171</c:v>
                </c:pt>
                <c:pt idx="201">
                  <c:v>4.88491848</c:v>
                </c:pt>
                <c:pt idx="202">
                  <c:v>4.93597904</c:v>
                </c:pt>
                <c:pt idx="203">
                  <c:v>4.99349323</c:v>
                </c:pt>
                <c:pt idx="204">
                  <c:v>5.00958595</c:v>
                </c:pt>
                <c:pt idx="205">
                  <c:v>5.03011934</c:v>
                </c:pt>
                <c:pt idx="206">
                  <c:v>5.03730528</c:v>
                </c:pt>
                <c:pt idx="207">
                  <c:v>5.06839301</c:v>
                </c:pt>
                <c:pt idx="208">
                  <c:v>5.07618506</c:v>
                </c:pt>
                <c:pt idx="209">
                  <c:v>5.08722786</c:v>
                </c:pt>
                <c:pt idx="210">
                  <c:v>5.08891766</c:v>
                </c:pt>
                <c:pt idx="211">
                  <c:v>5.09676238</c:v>
                </c:pt>
                <c:pt idx="212">
                  <c:v>5.1035734</c:v>
                </c:pt>
                <c:pt idx="213">
                  <c:v>5.14456154</c:v>
                </c:pt>
                <c:pt idx="214">
                  <c:v>5.14738311</c:v>
                </c:pt>
                <c:pt idx="215">
                  <c:v>5.15809199</c:v>
                </c:pt>
                <c:pt idx="216">
                  <c:v>5.20214772</c:v>
                </c:pt>
                <c:pt idx="217">
                  <c:v>5.21100785</c:v>
                </c:pt>
                <c:pt idx="218">
                  <c:v>5.21926454</c:v>
                </c:pt>
                <c:pt idx="219">
                  <c:v>5.22795023</c:v>
                </c:pt>
                <c:pt idx="220">
                  <c:v>5.29717261</c:v>
                </c:pt>
                <c:pt idx="221">
                  <c:v>5.32442358</c:v>
                </c:pt>
                <c:pt idx="222">
                  <c:v>5.32794932</c:v>
                </c:pt>
                <c:pt idx="223">
                  <c:v>5.32959224</c:v>
                </c:pt>
                <c:pt idx="224">
                  <c:v>5.33267935</c:v>
                </c:pt>
                <c:pt idx="225">
                  <c:v>5.35462277</c:v>
                </c:pt>
                <c:pt idx="226">
                  <c:v>5.3575305</c:v>
                </c:pt>
                <c:pt idx="227">
                  <c:v>5.36695256</c:v>
                </c:pt>
                <c:pt idx="228">
                  <c:v>5.39269686</c:v>
                </c:pt>
                <c:pt idx="229">
                  <c:v>5.41169079</c:v>
                </c:pt>
                <c:pt idx="230">
                  <c:v>5.41838705</c:v>
                </c:pt>
                <c:pt idx="231">
                  <c:v>5.43747457</c:v>
                </c:pt>
                <c:pt idx="232">
                  <c:v>5.46603539</c:v>
                </c:pt>
                <c:pt idx="233">
                  <c:v>5.54388057</c:v>
                </c:pt>
                <c:pt idx="234">
                  <c:v>5.59465357</c:v>
                </c:pt>
                <c:pt idx="235">
                  <c:v>5.65750259</c:v>
                </c:pt>
                <c:pt idx="236">
                  <c:v>5.77497699</c:v>
                </c:pt>
                <c:pt idx="237">
                  <c:v>5.82012591</c:v>
                </c:pt>
                <c:pt idx="238">
                  <c:v>5.84332594</c:v>
                </c:pt>
                <c:pt idx="239">
                  <c:v>5.89185848</c:v>
                </c:pt>
                <c:pt idx="240">
                  <c:v>5.92111726</c:v>
                </c:pt>
                <c:pt idx="241">
                  <c:v>5.92703766</c:v>
                </c:pt>
                <c:pt idx="242">
                  <c:v>5.95729131</c:v>
                </c:pt>
                <c:pt idx="243">
                  <c:v>5.96218984</c:v>
                </c:pt>
                <c:pt idx="244">
                  <c:v>5.97471287</c:v>
                </c:pt>
                <c:pt idx="245">
                  <c:v>5.99143679</c:v>
                </c:pt>
                <c:pt idx="246">
                  <c:v>5.99259165</c:v>
                </c:pt>
                <c:pt idx="247">
                  <c:v>5.99949614</c:v>
                </c:pt>
                <c:pt idx="248">
                  <c:v>6.01837515</c:v>
                </c:pt>
                <c:pt idx="249">
                  <c:v>6.0722139</c:v>
                </c:pt>
                <c:pt idx="250">
                  <c:v>6.0926756</c:v>
                </c:pt>
                <c:pt idx="251">
                  <c:v>6.16016911</c:v>
                </c:pt>
                <c:pt idx="252">
                  <c:v>6.18663429</c:v>
                </c:pt>
                <c:pt idx="253">
                  <c:v>6.27598685</c:v>
                </c:pt>
                <c:pt idx="254">
                  <c:v>6.29994141</c:v>
                </c:pt>
                <c:pt idx="255">
                  <c:v>6.35471921</c:v>
                </c:pt>
                <c:pt idx="256">
                  <c:v>6.42968022</c:v>
                </c:pt>
                <c:pt idx="257">
                  <c:v>6.49159754</c:v>
                </c:pt>
                <c:pt idx="258">
                  <c:v>6.6639566</c:v>
                </c:pt>
                <c:pt idx="259">
                  <c:v>6.69656184</c:v>
                </c:pt>
                <c:pt idx="260">
                  <c:v>6.74848247</c:v>
                </c:pt>
                <c:pt idx="261">
                  <c:v>6.75922819</c:v>
                </c:pt>
                <c:pt idx="262">
                  <c:v>6.76803804</c:v>
                </c:pt>
                <c:pt idx="263">
                  <c:v>6.78587111</c:v>
                </c:pt>
                <c:pt idx="264">
                  <c:v>6.7916897</c:v>
                </c:pt>
                <c:pt idx="265">
                  <c:v>6.80209966</c:v>
                </c:pt>
                <c:pt idx="266">
                  <c:v>6.83169383</c:v>
                </c:pt>
                <c:pt idx="267">
                  <c:v>6.92540152</c:v>
                </c:pt>
                <c:pt idx="268">
                  <c:v>6.94161802</c:v>
                </c:pt>
                <c:pt idx="269">
                  <c:v>7.17151603</c:v>
                </c:pt>
                <c:pt idx="270">
                  <c:v>7.19228849</c:v>
                </c:pt>
                <c:pt idx="271">
                  <c:v>7.21748256</c:v>
                </c:pt>
                <c:pt idx="272">
                  <c:v>7.22489404</c:v>
                </c:pt>
                <c:pt idx="273">
                  <c:v>7.27784369</c:v>
                </c:pt>
                <c:pt idx="274">
                  <c:v>7.31547371</c:v>
                </c:pt>
                <c:pt idx="275">
                  <c:v>7.32289304</c:v>
                </c:pt>
                <c:pt idx="276">
                  <c:v>7.33018942</c:v>
                </c:pt>
                <c:pt idx="277">
                  <c:v>7.34058956</c:v>
                </c:pt>
                <c:pt idx="278">
                  <c:v>7.37755465</c:v>
                </c:pt>
                <c:pt idx="279">
                  <c:v>7.3849823</c:v>
                </c:pt>
                <c:pt idx="280">
                  <c:v>7.40127346</c:v>
                </c:pt>
                <c:pt idx="281">
                  <c:v>7.42046468</c:v>
                </c:pt>
                <c:pt idx="282">
                  <c:v>7.45614998</c:v>
                </c:pt>
                <c:pt idx="283">
                  <c:v>7.47832672</c:v>
                </c:pt>
                <c:pt idx="284">
                  <c:v>7.48715813</c:v>
                </c:pt>
                <c:pt idx="285">
                  <c:v>7.50930928</c:v>
                </c:pt>
                <c:pt idx="286">
                  <c:v>7.52399353</c:v>
                </c:pt>
                <c:pt idx="287">
                  <c:v>7.54323866</c:v>
                </c:pt>
                <c:pt idx="288">
                  <c:v>7.54914242</c:v>
                </c:pt>
                <c:pt idx="289">
                  <c:v>7.56094031</c:v>
                </c:pt>
                <c:pt idx="290">
                  <c:v>7.56827511</c:v>
                </c:pt>
                <c:pt idx="291">
                  <c:v>7.58853567</c:v>
                </c:pt>
                <c:pt idx="292">
                  <c:v>7.67107273</c:v>
                </c:pt>
                <c:pt idx="293">
                  <c:v>7.67705808</c:v>
                </c:pt>
                <c:pt idx="294">
                  <c:v>7.6984289</c:v>
                </c:pt>
                <c:pt idx="295">
                  <c:v>7.8241289</c:v>
                </c:pt>
                <c:pt idx="296">
                  <c:v>7.82763339</c:v>
                </c:pt>
                <c:pt idx="297">
                  <c:v>7.84052495</c:v>
                </c:pt>
                <c:pt idx="298">
                  <c:v>7.8411439</c:v>
                </c:pt>
                <c:pt idx="299">
                  <c:v>7.86153638</c:v>
                </c:pt>
                <c:pt idx="300">
                  <c:v>7.86517033</c:v>
                </c:pt>
                <c:pt idx="301">
                  <c:v>7.8740841</c:v>
                </c:pt>
                <c:pt idx="302">
                  <c:v>7.89336838</c:v>
                </c:pt>
                <c:pt idx="303">
                  <c:v>7.93602467</c:v>
                </c:pt>
                <c:pt idx="304">
                  <c:v>7.95128895</c:v>
                </c:pt>
                <c:pt idx="305">
                  <c:v>7.96513708</c:v>
                </c:pt>
                <c:pt idx="306">
                  <c:v>8.45959886</c:v>
                </c:pt>
                <c:pt idx="307">
                  <c:v>8.4779388</c:v>
                </c:pt>
                <c:pt idx="308">
                  <c:v>8.51113759</c:v>
                </c:pt>
                <c:pt idx="309">
                  <c:v>8.57804513</c:v>
                </c:pt>
                <c:pt idx="310">
                  <c:v>8.59716858</c:v>
                </c:pt>
                <c:pt idx="311">
                  <c:v>8.5980207</c:v>
                </c:pt>
                <c:pt idx="312">
                  <c:v>8.60838987</c:v>
                </c:pt>
                <c:pt idx="313">
                  <c:v>8.65872931</c:v>
                </c:pt>
                <c:pt idx="314">
                  <c:v>8.67023112</c:v>
                </c:pt>
                <c:pt idx="315">
                  <c:v>8.67052309</c:v>
                </c:pt>
                <c:pt idx="316">
                  <c:v>8.67068604</c:v>
                </c:pt>
                <c:pt idx="317">
                  <c:v>8.69827946</c:v>
                </c:pt>
                <c:pt idx="318">
                  <c:v>8.71071781</c:v>
                </c:pt>
                <c:pt idx="319">
                  <c:v>8.80257283</c:v>
                </c:pt>
                <c:pt idx="320">
                  <c:v>8.81146209</c:v>
                </c:pt>
                <c:pt idx="321">
                  <c:v>8.86283081</c:v>
                </c:pt>
                <c:pt idx="322">
                  <c:v>8.87036873</c:v>
                </c:pt>
                <c:pt idx="323">
                  <c:v>8.87174036</c:v>
                </c:pt>
                <c:pt idx="324">
                  <c:v>8.90094974</c:v>
                </c:pt>
                <c:pt idx="325">
                  <c:v>8.94469434</c:v>
                </c:pt>
                <c:pt idx="326">
                  <c:v>8.95431396</c:v>
                </c:pt>
                <c:pt idx="327">
                  <c:v>8.96116016</c:v>
                </c:pt>
                <c:pt idx="328">
                  <c:v>8.98025904</c:v>
                </c:pt>
                <c:pt idx="329">
                  <c:v>9.00253853</c:v>
                </c:pt>
                <c:pt idx="330">
                  <c:v>9.04119952</c:v>
                </c:pt>
                <c:pt idx="331">
                  <c:v>9.12774668</c:v>
                </c:pt>
                <c:pt idx="332">
                  <c:v>9.19522244</c:v>
                </c:pt>
                <c:pt idx="333">
                  <c:v>9.20182163</c:v>
                </c:pt>
                <c:pt idx="334">
                  <c:v>9.21816401</c:v>
                </c:pt>
                <c:pt idx="335">
                  <c:v>9.22492488</c:v>
                </c:pt>
                <c:pt idx="336">
                  <c:v>9.24642193</c:v>
                </c:pt>
                <c:pt idx="337">
                  <c:v>9.27772571</c:v>
                </c:pt>
                <c:pt idx="338">
                  <c:v>9.28050245</c:v>
                </c:pt>
                <c:pt idx="339">
                  <c:v>9.32106208</c:v>
                </c:pt>
                <c:pt idx="340">
                  <c:v>9.3908416</c:v>
                </c:pt>
                <c:pt idx="341">
                  <c:v>9.42506247</c:v>
                </c:pt>
                <c:pt idx="342">
                  <c:v>9.42942182</c:v>
                </c:pt>
                <c:pt idx="343">
                  <c:v>9.44631965</c:v>
                </c:pt>
                <c:pt idx="344">
                  <c:v>9.48202305</c:v>
                </c:pt>
                <c:pt idx="345">
                  <c:v>9.48782285</c:v>
                </c:pt>
                <c:pt idx="346">
                  <c:v>9.49425556</c:v>
                </c:pt>
                <c:pt idx="347">
                  <c:v>9.50602266</c:v>
                </c:pt>
                <c:pt idx="348">
                  <c:v>9.51536753</c:v>
                </c:pt>
                <c:pt idx="349">
                  <c:v>9.54713349</c:v>
                </c:pt>
                <c:pt idx="350">
                  <c:v>9.57340793</c:v>
                </c:pt>
                <c:pt idx="351">
                  <c:v>9.57946954</c:v>
                </c:pt>
                <c:pt idx="352">
                  <c:v>9.59190708</c:v>
                </c:pt>
                <c:pt idx="353">
                  <c:v>9.59289399</c:v>
                </c:pt>
                <c:pt idx="354">
                  <c:v>9.60471709</c:v>
                </c:pt>
                <c:pt idx="355">
                  <c:v>9.61082224</c:v>
                </c:pt>
                <c:pt idx="356">
                  <c:v>9.62490272</c:v>
                </c:pt>
                <c:pt idx="357">
                  <c:v>9.64179027</c:v>
                </c:pt>
                <c:pt idx="358">
                  <c:v>9.65242585</c:v>
                </c:pt>
                <c:pt idx="359">
                  <c:v>9.68633358</c:v>
                </c:pt>
                <c:pt idx="360">
                  <c:v>9.6951339</c:v>
                </c:pt>
                <c:pt idx="361">
                  <c:v>9.70767281</c:v>
                </c:pt>
                <c:pt idx="362">
                  <c:v>9.76350921</c:v>
                </c:pt>
                <c:pt idx="363">
                  <c:v>9.76560453</c:v>
                </c:pt>
                <c:pt idx="364">
                  <c:v>9.77304993</c:v>
                </c:pt>
                <c:pt idx="365">
                  <c:v>9.8460062</c:v>
                </c:pt>
                <c:pt idx="366">
                  <c:v>9.85204709</c:v>
                </c:pt>
                <c:pt idx="367">
                  <c:v>9.8612594</c:v>
                </c:pt>
                <c:pt idx="368">
                  <c:v>9.87088109</c:v>
                </c:pt>
                <c:pt idx="369">
                  <c:v>9.89466505</c:v>
                </c:pt>
                <c:pt idx="370">
                  <c:v>9.94062914</c:v>
                </c:pt>
                <c:pt idx="371">
                  <c:v>9.94177928</c:v>
                </c:pt>
                <c:pt idx="372">
                  <c:v>9.95916157</c:v>
                </c:pt>
                <c:pt idx="373">
                  <c:v>10.00897822</c:v>
                </c:pt>
                <c:pt idx="374">
                  <c:v>10.02602805</c:v>
                </c:pt>
                <c:pt idx="375">
                  <c:v>10.0265477</c:v>
                </c:pt>
                <c:pt idx="376">
                  <c:v>10.07258607</c:v>
                </c:pt>
                <c:pt idx="377">
                  <c:v>10.08109306</c:v>
                </c:pt>
                <c:pt idx="378">
                  <c:v>10.1089171</c:v>
                </c:pt>
                <c:pt idx="379">
                  <c:v>10.13833332</c:v>
                </c:pt>
                <c:pt idx="380">
                  <c:v>10.18019181</c:v>
                </c:pt>
                <c:pt idx="381">
                  <c:v>10.61962983</c:v>
                </c:pt>
                <c:pt idx="382">
                  <c:v>10.63492235</c:v>
                </c:pt>
                <c:pt idx="383">
                  <c:v>10.65481932</c:v>
                </c:pt>
                <c:pt idx="384">
                  <c:v>10.66263599</c:v>
                </c:pt>
                <c:pt idx="385">
                  <c:v>10.6710014</c:v>
                </c:pt>
                <c:pt idx="386">
                  <c:v>10.67235602</c:v>
                </c:pt>
                <c:pt idx="387">
                  <c:v>10.68435112</c:v>
                </c:pt>
                <c:pt idx="388">
                  <c:v>10.71499126</c:v>
                </c:pt>
                <c:pt idx="389">
                  <c:v>10.72871584</c:v>
                </c:pt>
                <c:pt idx="390">
                  <c:v>10.73937068</c:v>
                </c:pt>
                <c:pt idx="391">
                  <c:v>10.82703622</c:v>
                </c:pt>
                <c:pt idx="392">
                  <c:v>10.85385385</c:v>
                </c:pt>
                <c:pt idx="393">
                  <c:v>11.05328425</c:v>
                </c:pt>
                <c:pt idx="394">
                  <c:v>11.22537239</c:v>
                </c:pt>
                <c:pt idx="395">
                  <c:v>11.28152749</c:v>
                </c:pt>
                <c:pt idx="396">
                  <c:v>11.32777689</c:v>
                </c:pt>
                <c:pt idx="397">
                  <c:v>11.35194999</c:v>
                </c:pt>
                <c:pt idx="398">
                  <c:v>11.38999865</c:v>
                </c:pt>
                <c:pt idx="399">
                  <c:v>11.4375485</c:v>
                </c:pt>
                <c:pt idx="400">
                  <c:v>11.47295588</c:v>
                </c:pt>
                <c:pt idx="401">
                  <c:v>11.47313702</c:v>
                </c:pt>
                <c:pt idx="402">
                  <c:v>11.49845063</c:v>
                </c:pt>
                <c:pt idx="403">
                  <c:v>11.52137614</c:v>
                </c:pt>
                <c:pt idx="404">
                  <c:v>11.53559867</c:v>
                </c:pt>
                <c:pt idx="405">
                  <c:v>11.54651937</c:v>
                </c:pt>
                <c:pt idx="406">
                  <c:v>11.56727568</c:v>
                </c:pt>
                <c:pt idx="407">
                  <c:v>11.65428954</c:v>
                </c:pt>
                <c:pt idx="408">
                  <c:v>11.6971611</c:v>
                </c:pt>
                <c:pt idx="409">
                  <c:v>11.70107501</c:v>
                </c:pt>
                <c:pt idx="410">
                  <c:v>11.74622415</c:v>
                </c:pt>
                <c:pt idx="411">
                  <c:v>11.79593324</c:v>
                </c:pt>
                <c:pt idx="412">
                  <c:v>11.91621671</c:v>
                </c:pt>
                <c:pt idx="413">
                  <c:v>11.93828294</c:v>
                </c:pt>
                <c:pt idx="414">
                  <c:v>12.0558379</c:v>
                </c:pt>
              </c:numCache>
            </c:numRef>
          </c:xVal>
          <c:yVal>
            <c:numRef>
              <c:f>'Chart Data'!$D$2:$D$416</c:f>
              <c:numCache>
                <c:formatCode>#,##0</c:formatCode>
                <c:ptCount val="415"/>
                <c:pt idx="0">
                  <c:v>774</c:v>
                </c:pt>
                <c:pt idx="1">
                  <c:v>938</c:v>
                </c:pt>
                <c:pt idx="2">
                  <c:v>1054</c:v>
                </c:pt>
                <c:pt idx="3">
                  <c:v>805</c:v>
                </c:pt>
                <c:pt idx="4">
                  <c:v>945</c:v>
                </c:pt>
                <c:pt idx="5">
                  <c:v>795</c:v>
                </c:pt>
                <c:pt idx="6">
                  <c:v>816</c:v>
                </c:pt>
                <c:pt idx="7">
                  <c:v>1212</c:v>
                </c:pt>
                <c:pt idx="8">
                  <c:v>778</c:v>
                </c:pt>
                <c:pt idx="9">
                  <c:v>993</c:v>
                </c:pt>
                <c:pt idx="10">
                  <c:v>806</c:v>
                </c:pt>
                <c:pt idx="11">
                  <c:v>789</c:v>
                </c:pt>
                <c:pt idx="12">
                  <c:v>1052</c:v>
                </c:pt>
                <c:pt idx="13">
                  <c:v>910</c:v>
                </c:pt>
                <c:pt idx="14">
                  <c:v>914</c:v>
                </c:pt>
                <c:pt idx="15">
                  <c:v>871</c:v>
                </c:pt>
                <c:pt idx="16">
                  <c:v>1043</c:v>
                </c:pt>
                <c:pt idx="17">
                  <c:v>952</c:v>
                </c:pt>
                <c:pt idx="18">
                  <c:v>935</c:v>
                </c:pt>
                <c:pt idx="19">
                  <c:v>771</c:v>
                </c:pt>
                <c:pt idx="20">
                  <c:v>876</c:v>
                </c:pt>
                <c:pt idx="21">
                  <c:v>772</c:v>
                </c:pt>
                <c:pt idx="22">
                  <c:v>1130</c:v>
                </c:pt>
                <c:pt idx="23">
                  <c:v>782</c:v>
                </c:pt>
                <c:pt idx="24">
                  <c:v>786</c:v>
                </c:pt>
                <c:pt idx="25">
                  <c:v>982</c:v>
                </c:pt>
                <c:pt idx="26">
                  <c:v>806</c:v>
                </c:pt>
                <c:pt idx="27">
                  <c:v>970</c:v>
                </c:pt>
                <c:pt idx="28">
                  <c:v>799</c:v>
                </c:pt>
                <c:pt idx="29">
                  <c:v>968</c:v>
                </c:pt>
                <c:pt idx="30">
                  <c:v>937</c:v>
                </c:pt>
                <c:pt idx="31">
                  <c:v>882</c:v>
                </c:pt>
                <c:pt idx="32">
                  <c:v>845</c:v>
                </c:pt>
                <c:pt idx="33">
                  <c:v>834</c:v>
                </c:pt>
                <c:pt idx="34">
                  <c:v>792</c:v>
                </c:pt>
                <c:pt idx="35">
                  <c:v>776</c:v>
                </c:pt>
                <c:pt idx="36">
                  <c:v>870</c:v>
                </c:pt>
                <c:pt idx="37">
                  <c:v>797</c:v>
                </c:pt>
                <c:pt idx="38">
                  <c:v>1101</c:v>
                </c:pt>
                <c:pt idx="39">
                  <c:v>834</c:v>
                </c:pt>
                <c:pt idx="40">
                  <c:v>983</c:v>
                </c:pt>
                <c:pt idx="41">
                  <c:v>912</c:v>
                </c:pt>
                <c:pt idx="42">
                  <c:v>941</c:v>
                </c:pt>
                <c:pt idx="43">
                  <c:v>1081</c:v>
                </c:pt>
                <c:pt idx="44">
                  <c:v>775</c:v>
                </c:pt>
                <c:pt idx="45">
                  <c:v>753</c:v>
                </c:pt>
                <c:pt idx="46">
                  <c:v>873</c:v>
                </c:pt>
                <c:pt idx="47">
                  <c:v>1107</c:v>
                </c:pt>
                <c:pt idx="48">
                  <c:v>878</c:v>
                </c:pt>
                <c:pt idx="49">
                  <c:v>939</c:v>
                </c:pt>
                <c:pt idx="50">
                  <c:v>968</c:v>
                </c:pt>
                <c:pt idx="51">
                  <c:v>1315</c:v>
                </c:pt>
                <c:pt idx="52">
                  <c:v>966</c:v>
                </c:pt>
                <c:pt idx="53">
                  <c:v>804</c:v>
                </c:pt>
                <c:pt idx="54">
                  <c:v>973</c:v>
                </c:pt>
                <c:pt idx="55">
                  <c:v>1218</c:v>
                </c:pt>
                <c:pt idx="56">
                  <c:v>965</c:v>
                </c:pt>
                <c:pt idx="57">
                  <c:v>933</c:v>
                </c:pt>
                <c:pt idx="58">
                  <c:v>826</c:v>
                </c:pt>
                <c:pt idx="59">
                  <c:v>847</c:v>
                </c:pt>
                <c:pt idx="60">
                  <c:v>1183</c:v>
                </c:pt>
                <c:pt idx="61">
                  <c:v>952</c:v>
                </c:pt>
                <c:pt idx="62">
                  <c:v>939</c:v>
                </c:pt>
                <c:pt idx="63">
                  <c:v>1041</c:v>
                </c:pt>
                <c:pt idx="64">
                  <c:v>936</c:v>
                </c:pt>
                <c:pt idx="65">
                  <c:v>830</c:v>
                </c:pt>
                <c:pt idx="66">
                  <c:v>757</c:v>
                </c:pt>
                <c:pt idx="67">
                  <c:v>771</c:v>
                </c:pt>
                <c:pt idx="68">
                  <c:v>1012</c:v>
                </c:pt>
                <c:pt idx="69">
                  <c:v>813</c:v>
                </c:pt>
                <c:pt idx="70">
                  <c:v>815</c:v>
                </c:pt>
                <c:pt idx="71">
                  <c:v>994</c:v>
                </c:pt>
                <c:pt idx="72">
                  <c:v>940</c:v>
                </c:pt>
                <c:pt idx="73">
                  <c:v>791</c:v>
                </c:pt>
                <c:pt idx="74">
                  <c:v>770</c:v>
                </c:pt>
                <c:pt idx="75">
                  <c:v>825</c:v>
                </c:pt>
                <c:pt idx="76">
                  <c:v>1042</c:v>
                </c:pt>
                <c:pt idx="77">
                  <c:v>1007</c:v>
                </c:pt>
                <c:pt idx="78">
                  <c:v>1113</c:v>
                </c:pt>
                <c:pt idx="79">
                  <c:v>1259</c:v>
                </c:pt>
                <c:pt idx="80">
                  <c:v>1076</c:v>
                </c:pt>
                <c:pt idx="81">
                  <c:v>798</c:v>
                </c:pt>
                <c:pt idx="82">
                  <c:v>768</c:v>
                </c:pt>
                <c:pt idx="83">
                  <c:v>1218</c:v>
                </c:pt>
                <c:pt idx="84">
                  <c:v>888</c:v>
                </c:pt>
                <c:pt idx="85">
                  <c:v>868</c:v>
                </c:pt>
                <c:pt idx="86">
                  <c:v>850</c:v>
                </c:pt>
                <c:pt idx="87">
                  <c:v>993</c:v>
                </c:pt>
                <c:pt idx="88">
                  <c:v>921</c:v>
                </c:pt>
                <c:pt idx="89">
                  <c:v>929</c:v>
                </c:pt>
                <c:pt idx="90">
                  <c:v>848</c:v>
                </c:pt>
                <c:pt idx="91">
                  <c:v>896</c:v>
                </c:pt>
                <c:pt idx="92">
                  <c:v>796</c:v>
                </c:pt>
                <c:pt idx="93">
                  <c:v>1034</c:v>
                </c:pt>
                <c:pt idx="94">
                  <c:v>770</c:v>
                </c:pt>
                <c:pt idx="95">
                  <c:v>770</c:v>
                </c:pt>
                <c:pt idx="96">
                  <c:v>864</c:v>
                </c:pt>
                <c:pt idx="97">
                  <c:v>763</c:v>
                </c:pt>
                <c:pt idx="98">
                  <c:v>771</c:v>
                </c:pt>
                <c:pt idx="99">
                  <c:v>792</c:v>
                </c:pt>
                <c:pt idx="100">
                  <c:v>938</c:v>
                </c:pt>
                <c:pt idx="101">
                  <c:v>894</c:v>
                </c:pt>
                <c:pt idx="102">
                  <c:v>992</c:v>
                </c:pt>
                <c:pt idx="103">
                  <c:v>814</c:v>
                </c:pt>
                <c:pt idx="104">
                  <c:v>1229</c:v>
                </c:pt>
                <c:pt idx="105">
                  <c:v>880</c:v>
                </c:pt>
                <c:pt idx="106">
                  <c:v>1216</c:v>
                </c:pt>
                <c:pt idx="107">
                  <c:v>822</c:v>
                </c:pt>
                <c:pt idx="108">
                  <c:v>888</c:v>
                </c:pt>
                <c:pt idx="109">
                  <c:v>1004</c:v>
                </c:pt>
                <c:pt idx="110">
                  <c:v>1125</c:v>
                </c:pt>
                <c:pt idx="111">
                  <c:v>849</c:v>
                </c:pt>
                <c:pt idx="112">
                  <c:v>760</c:v>
                </c:pt>
                <c:pt idx="113">
                  <c:v>893</c:v>
                </c:pt>
                <c:pt idx="114">
                  <c:v>1144</c:v>
                </c:pt>
                <c:pt idx="115">
                  <c:v>955</c:v>
                </c:pt>
                <c:pt idx="116">
                  <c:v>949</c:v>
                </c:pt>
                <c:pt idx="117">
                  <c:v>842</c:v>
                </c:pt>
                <c:pt idx="118">
                  <c:v>892</c:v>
                </c:pt>
                <c:pt idx="119">
                  <c:v>1096</c:v>
                </c:pt>
                <c:pt idx="120">
                  <c:v>789</c:v>
                </c:pt>
                <c:pt idx="121">
                  <c:v>965</c:v>
                </c:pt>
                <c:pt idx="122">
                  <c:v>1055</c:v>
                </c:pt>
                <c:pt idx="123">
                  <c:v>771</c:v>
                </c:pt>
                <c:pt idx="124">
                  <c:v>1499</c:v>
                </c:pt>
                <c:pt idx="125">
                  <c:v>1298</c:v>
                </c:pt>
                <c:pt idx="126">
                  <c:v>1057</c:v>
                </c:pt>
                <c:pt idx="127">
                  <c:v>785</c:v>
                </c:pt>
                <c:pt idx="128">
                  <c:v>896</c:v>
                </c:pt>
                <c:pt idx="129">
                  <c:v>1267</c:v>
                </c:pt>
                <c:pt idx="130">
                  <c:v>1234</c:v>
                </c:pt>
                <c:pt idx="131">
                  <c:v>1059</c:v>
                </c:pt>
                <c:pt idx="132">
                  <c:v>858</c:v>
                </c:pt>
                <c:pt idx="133">
                  <c:v>950</c:v>
                </c:pt>
                <c:pt idx="134">
                  <c:v>864</c:v>
                </c:pt>
                <c:pt idx="135">
                  <c:v>827</c:v>
                </c:pt>
                <c:pt idx="136">
                  <c:v>758</c:v>
                </c:pt>
                <c:pt idx="137">
                  <c:v>819</c:v>
                </c:pt>
                <c:pt idx="138">
                  <c:v>1116</c:v>
                </c:pt>
                <c:pt idx="139">
                  <c:v>1357</c:v>
                </c:pt>
                <c:pt idx="140">
                  <c:v>757</c:v>
                </c:pt>
                <c:pt idx="141">
                  <c:v>930</c:v>
                </c:pt>
                <c:pt idx="142">
                  <c:v>755</c:v>
                </c:pt>
                <c:pt idx="143">
                  <c:v>1028</c:v>
                </c:pt>
                <c:pt idx="144">
                  <c:v>878</c:v>
                </c:pt>
                <c:pt idx="145">
                  <c:v>856</c:v>
                </c:pt>
                <c:pt idx="146">
                  <c:v>940</c:v>
                </c:pt>
                <c:pt idx="147">
                  <c:v>793</c:v>
                </c:pt>
                <c:pt idx="148">
                  <c:v>951</c:v>
                </c:pt>
                <c:pt idx="149">
                  <c:v>761</c:v>
                </c:pt>
                <c:pt idx="150">
                  <c:v>791</c:v>
                </c:pt>
                <c:pt idx="151">
                  <c:v>768</c:v>
                </c:pt>
                <c:pt idx="152">
                  <c:v>1040</c:v>
                </c:pt>
                <c:pt idx="153">
                  <c:v>1055</c:v>
                </c:pt>
                <c:pt idx="154">
                  <c:v>801</c:v>
                </c:pt>
                <c:pt idx="155">
                  <c:v>1178</c:v>
                </c:pt>
                <c:pt idx="156">
                  <c:v>955</c:v>
                </c:pt>
                <c:pt idx="157">
                  <c:v>1200</c:v>
                </c:pt>
                <c:pt idx="158">
                  <c:v>867</c:v>
                </c:pt>
                <c:pt idx="159">
                  <c:v>871</c:v>
                </c:pt>
                <c:pt idx="160">
                  <c:v>755</c:v>
                </c:pt>
                <c:pt idx="161">
                  <c:v>827</c:v>
                </c:pt>
                <c:pt idx="162">
                  <c:v>1040</c:v>
                </c:pt>
                <c:pt idx="163">
                  <c:v>899</c:v>
                </c:pt>
                <c:pt idx="164">
                  <c:v>901</c:v>
                </c:pt>
                <c:pt idx="165">
                  <c:v>955</c:v>
                </c:pt>
                <c:pt idx="166">
                  <c:v>1283</c:v>
                </c:pt>
                <c:pt idx="167">
                  <c:v>955</c:v>
                </c:pt>
                <c:pt idx="168">
                  <c:v>961</c:v>
                </c:pt>
                <c:pt idx="169">
                  <c:v>923</c:v>
                </c:pt>
                <c:pt idx="170">
                  <c:v>837</c:v>
                </c:pt>
                <c:pt idx="171">
                  <c:v>1019</c:v>
                </c:pt>
                <c:pt idx="172">
                  <c:v>821</c:v>
                </c:pt>
                <c:pt idx="173">
                  <c:v>1105</c:v>
                </c:pt>
                <c:pt idx="174">
                  <c:v>770</c:v>
                </c:pt>
                <c:pt idx="175">
                  <c:v>755</c:v>
                </c:pt>
                <c:pt idx="176">
                  <c:v>756</c:v>
                </c:pt>
                <c:pt idx="177">
                  <c:v>1339</c:v>
                </c:pt>
                <c:pt idx="178">
                  <c:v>954</c:v>
                </c:pt>
                <c:pt idx="179">
                  <c:v>837</c:v>
                </c:pt>
                <c:pt idx="180">
                  <c:v>1033</c:v>
                </c:pt>
                <c:pt idx="181">
                  <c:v>795</c:v>
                </c:pt>
                <c:pt idx="182">
                  <c:v>970</c:v>
                </c:pt>
                <c:pt idx="183">
                  <c:v>796</c:v>
                </c:pt>
                <c:pt idx="184">
                  <c:v>1028</c:v>
                </c:pt>
                <c:pt idx="185">
                  <c:v>782</c:v>
                </c:pt>
                <c:pt idx="186">
                  <c:v>810</c:v>
                </c:pt>
                <c:pt idx="187">
                  <c:v>916</c:v>
                </c:pt>
                <c:pt idx="188">
                  <c:v>890</c:v>
                </c:pt>
                <c:pt idx="189">
                  <c:v>1131</c:v>
                </c:pt>
                <c:pt idx="190">
                  <c:v>926</c:v>
                </c:pt>
                <c:pt idx="191">
                  <c:v>1209</c:v>
                </c:pt>
                <c:pt idx="192">
                  <c:v>848</c:v>
                </c:pt>
                <c:pt idx="193">
                  <c:v>901</c:v>
                </c:pt>
                <c:pt idx="194">
                  <c:v>919</c:v>
                </c:pt>
                <c:pt idx="195">
                  <c:v>788</c:v>
                </c:pt>
                <c:pt idx="196">
                  <c:v>798</c:v>
                </c:pt>
                <c:pt idx="197">
                  <c:v>924</c:v>
                </c:pt>
                <c:pt idx="198">
                  <c:v>807</c:v>
                </c:pt>
                <c:pt idx="199">
                  <c:v>861</c:v>
                </c:pt>
                <c:pt idx="200">
                  <c:v>917</c:v>
                </c:pt>
                <c:pt idx="201">
                  <c:v>813</c:v>
                </c:pt>
                <c:pt idx="202">
                  <c:v>963</c:v>
                </c:pt>
                <c:pt idx="203">
                  <c:v>840</c:v>
                </c:pt>
                <c:pt idx="204">
                  <c:v>801</c:v>
                </c:pt>
                <c:pt idx="205">
                  <c:v>832</c:v>
                </c:pt>
                <c:pt idx="206">
                  <c:v>783</c:v>
                </c:pt>
                <c:pt idx="207">
                  <c:v>873</c:v>
                </c:pt>
                <c:pt idx="208">
                  <c:v>867</c:v>
                </c:pt>
                <c:pt idx="209">
                  <c:v>1019</c:v>
                </c:pt>
                <c:pt idx="210">
                  <c:v>873</c:v>
                </c:pt>
                <c:pt idx="211">
                  <c:v>902</c:v>
                </c:pt>
                <c:pt idx="212">
                  <c:v>803</c:v>
                </c:pt>
                <c:pt idx="213">
                  <c:v>884</c:v>
                </c:pt>
                <c:pt idx="214">
                  <c:v>914</c:v>
                </c:pt>
                <c:pt idx="215">
                  <c:v>951</c:v>
                </c:pt>
                <c:pt idx="216">
                  <c:v>844</c:v>
                </c:pt>
                <c:pt idx="217">
                  <c:v>1190</c:v>
                </c:pt>
                <c:pt idx="218">
                  <c:v>978</c:v>
                </c:pt>
                <c:pt idx="219">
                  <c:v>869</c:v>
                </c:pt>
                <c:pt idx="220">
                  <c:v>788</c:v>
                </c:pt>
                <c:pt idx="221">
                  <c:v>900</c:v>
                </c:pt>
                <c:pt idx="222">
                  <c:v>1038</c:v>
                </c:pt>
                <c:pt idx="223">
                  <c:v>1238</c:v>
                </c:pt>
                <c:pt idx="224">
                  <c:v>870</c:v>
                </c:pt>
                <c:pt idx="225">
                  <c:v>751</c:v>
                </c:pt>
                <c:pt idx="226">
                  <c:v>908</c:v>
                </c:pt>
                <c:pt idx="227">
                  <c:v>909</c:v>
                </c:pt>
                <c:pt idx="228">
                  <c:v>890</c:v>
                </c:pt>
                <c:pt idx="229">
                  <c:v>878</c:v>
                </c:pt>
                <c:pt idx="230">
                  <c:v>761</c:v>
                </c:pt>
                <c:pt idx="231">
                  <c:v>990</c:v>
                </c:pt>
                <c:pt idx="232">
                  <c:v>913</c:v>
                </c:pt>
                <c:pt idx="233">
                  <c:v>999</c:v>
                </c:pt>
                <c:pt idx="234">
                  <c:v>832</c:v>
                </c:pt>
                <c:pt idx="235">
                  <c:v>874</c:v>
                </c:pt>
                <c:pt idx="236">
                  <c:v>944</c:v>
                </c:pt>
                <c:pt idx="237">
                  <c:v>1204</c:v>
                </c:pt>
                <c:pt idx="238">
                  <c:v>770</c:v>
                </c:pt>
                <c:pt idx="239">
                  <c:v>896</c:v>
                </c:pt>
                <c:pt idx="240">
                  <c:v>1062</c:v>
                </c:pt>
                <c:pt idx="241">
                  <c:v>812</c:v>
                </c:pt>
                <c:pt idx="242">
                  <c:v>808</c:v>
                </c:pt>
                <c:pt idx="243">
                  <c:v>809</c:v>
                </c:pt>
                <c:pt idx="244">
                  <c:v>781</c:v>
                </c:pt>
                <c:pt idx="245">
                  <c:v>811</c:v>
                </c:pt>
                <c:pt idx="246">
                  <c:v>757</c:v>
                </c:pt>
                <c:pt idx="247">
                  <c:v>817</c:v>
                </c:pt>
                <c:pt idx="248">
                  <c:v>988</c:v>
                </c:pt>
                <c:pt idx="249">
                  <c:v>950</c:v>
                </c:pt>
                <c:pt idx="250">
                  <c:v>941</c:v>
                </c:pt>
                <c:pt idx="251">
                  <c:v>778</c:v>
                </c:pt>
                <c:pt idx="252">
                  <c:v>866</c:v>
                </c:pt>
                <c:pt idx="253">
                  <c:v>905</c:v>
                </c:pt>
                <c:pt idx="254">
                  <c:v>1027</c:v>
                </c:pt>
                <c:pt idx="255">
                  <c:v>1092</c:v>
                </c:pt>
                <c:pt idx="256">
                  <c:v>906</c:v>
                </c:pt>
                <c:pt idx="257">
                  <c:v>983</c:v>
                </c:pt>
                <c:pt idx="258">
                  <c:v>815</c:v>
                </c:pt>
                <c:pt idx="259">
                  <c:v>801</c:v>
                </c:pt>
                <c:pt idx="260">
                  <c:v>789</c:v>
                </c:pt>
                <c:pt idx="261">
                  <c:v>754</c:v>
                </c:pt>
                <c:pt idx="262">
                  <c:v>895</c:v>
                </c:pt>
                <c:pt idx="263">
                  <c:v>886</c:v>
                </c:pt>
                <c:pt idx="264">
                  <c:v>838</c:v>
                </c:pt>
                <c:pt idx="265">
                  <c:v>828</c:v>
                </c:pt>
                <c:pt idx="266">
                  <c:v>820</c:v>
                </c:pt>
                <c:pt idx="267">
                  <c:v>846</c:v>
                </c:pt>
                <c:pt idx="268">
                  <c:v>800</c:v>
                </c:pt>
                <c:pt idx="269">
                  <c:v>793</c:v>
                </c:pt>
                <c:pt idx="270">
                  <c:v>1090</c:v>
                </c:pt>
                <c:pt idx="271">
                  <c:v>1021</c:v>
                </c:pt>
                <c:pt idx="272">
                  <c:v>824</c:v>
                </c:pt>
                <c:pt idx="273">
                  <c:v>790</c:v>
                </c:pt>
                <c:pt idx="274">
                  <c:v>1109</c:v>
                </c:pt>
                <c:pt idx="275">
                  <c:v>930</c:v>
                </c:pt>
                <c:pt idx="276">
                  <c:v>790</c:v>
                </c:pt>
                <c:pt idx="277">
                  <c:v>848</c:v>
                </c:pt>
                <c:pt idx="278">
                  <c:v>1029</c:v>
                </c:pt>
                <c:pt idx="279">
                  <c:v>866</c:v>
                </c:pt>
                <c:pt idx="280">
                  <c:v>1118</c:v>
                </c:pt>
                <c:pt idx="281">
                  <c:v>1017</c:v>
                </c:pt>
                <c:pt idx="282">
                  <c:v>942</c:v>
                </c:pt>
                <c:pt idx="283">
                  <c:v>1383</c:v>
                </c:pt>
                <c:pt idx="284">
                  <c:v>1002</c:v>
                </c:pt>
                <c:pt idx="285">
                  <c:v>826</c:v>
                </c:pt>
                <c:pt idx="286">
                  <c:v>930</c:v>
                </c:pt>
                <c:pt idx="287">
                  <c:v>920</c:v>
                </c:pt>
                <c:pt idx="288">
                  <c:v>823</c:v>
                </c:pt>
                <c:pt idx="289">
                  <c:v>809</c:v>
                </c:pt>
                <c:pt idx="290">
                  <c:v>810</c:v>
                </c:pt>
                <c:pt idx="291">
                  <c:v>756</c:v>
                </c:pt>
                <c:pt idx="292">
                  <c:v>835</c:v>
                </c:pt>
                <c:pt idx="293">
                  <c:v>1112</c:v>
                </c:pt>
                <c:pt idx="294">
                  <c:v>780</c:v>
                </c:pt>
                <c:pt idx="295">
                  <c:v>1000</c:v>
                </c:pt>
                <c:pt idx="296">
                  <c:v>837</c:v>
                </c:pt>
                <c:pt idx="297">
                  <c:v>756</c:v>
                </c:pt>
                <c:pt idx="298">
                  <c:v>760</c:v>
                </c:pt>
                <c:pt idx="299">
                  <c:v>771</c:v>
                </c:pt>
                <c:pt idx="300">
                  <c:v>926</c:v>
                </c:pt>
                <c:pt idx="301">
                  <c:v>928</c:v>
                </c:pt>
                <c:pt idx="302">
                  <c:v>763</c:v>
                </c:pt>
                <c:pt idx="303">
                  <c:v>758</c:v>
                </c:pt>
                <c:pt idx="304">
                  <c:v>1048</c:v>
                </c:pt>
                <c:pt idx="305">
                  <c:v>777</c:v>
                </c:pt>
                <c:pt idx="306">
                  <c:v>833</c:v>
                </c:pt>
                <c:pt idx="307">
                  <c:v>778</c:v>
                </c:pt>
                <c:pt idx="308">
                  <c:v>861</c:v>
                </c:pt>
                <c:pt idx="309">
                  <c:v>990</c:v>
                </c:pt>
                <c:pt idx="310">
                  <c:v>914</c:v>
                </c:pt>
                <c:pt idx="311">
                  <c:v>785</c:v>
                </c:pt>
                <c:pt idx="312">
                  <c:v>1217</c:v>
                </c:pt>
                <c:pt idx="313">
                  <c:v>892</c:v>
                </c:pt>
                <c:pt idx="314">
                  <c:v>956</c:v>
                </c:pt>
                <c:pt idx="315">
                  <c:v>759</c:v>
                </c:pt>
                <c:pt idx="316">
                  <c:v>819</c:v>
                </c:pt>
                <c:pt idx="317">
                  <c:v>773</c:v>
                </c:pt>
                <c:pt idx="318">
                  <c:v>1841</c:v>
                </c:pt>
                <c:pt idx="319">
                  <c:v>855</c:v>
                </c:pt>
                <c:pt idx="320">
                  <c:v>773</c:v>
                </c:pt>
                <c:pt idx="321">
                  <c:v>765</c:v>
                </c:pt>
                <c:pt idx="322">
                  <c:v>874</c:v>
                </c:pt>
                <c:pt idx="323">
                  <c:v>824</c:v>
                </c:pt>
                <c:pt idx="324">
                  <c:v>862</c:v>
                </c:pt>
                <c:pt idx="325">
                  <c:v>989</c:v>
                </c:pt>
                <c:pt idx="326">
                  <c:v>851</c:v>
                </c:pt>
                <c:pt idx="327">
                  <c:v>765</c:v>
                </c:pt>
                <c:pt idx="328">
                  <c:v>769</c:v>
                </c:pt>
                <c:pt idx="329">
                  <c:v>857</c:v>
                </c:pt>
                <c:pt idx="330">
                  <c:v>785</c:v>
                </c:pt>
                <c:pt idx="331">
                  <c:v>954</c:v>
                </c:pt>
                <c:pt idx="332">
                  <c:v>760</c:v>
                </c:pt>
                <c:pt idx="333">
                  <c:v>909</c:v>
                </c:pt>
                <c:pt idx="334">
                  <c:v>764</c:v>
                </c:pt>
                <c:pt idx="335">
                  <c:v>912</c:v>
                </c:pt>
                <c:pt idx="336">
                  <c:v>917</c:v>
                </c:pt>
                <c:pt idx="337">
                  <c:v>801</c:v>
                </c:pt>
                <c:pt idx="338">
                  <c:v>864</c:v>
                </c:pt>
                <c:pt idx="339">
                  <c:v>812</c:v>
                </c:pt>
                <c:pt idx="340">
                  <c:v>853</c:v>
                </c:pt>
                <c:pt idx="341">
                  <c:v>1043</c:v>
                </c:pt>
                <c:pt idx="342">
                  <c:v>1089</c:v>
                </c:pt>
                <c:pt idx="343">
                  <c:v>848</c:v>
                </c:pt>
                <c:pt idx="344">
                  <c:v>792</c:v>
                </c:pt>
                <c:pt idx="345">
                  <c:v>772</c:v>
                </c:pt>
                <c:pt idx="346">
                  <c:v>785</c:v>
                </c:pt>
                <c:pt idx="347">
                  <c:v>902</c:v>
                </c:pt>
                <c:pt idx="348">
                  <c:v>799</c:v>
                </c:pt>
                <c:pt idx="349">
                  <c:v>1172</c:v>
                </c:pt>
                <c:pt idx="350">
                  <c:v>905</c:v>
                </c:pt>
                <c:pt idx="351">
                  <c:v>1709</c:v>
                </c:pt>
                <c:pt idx="352">
                  <c:v>755</c:v>
                </c:pt>
                <c:pt idx="353">
                  <c:v>773</c:v>
                </c:pt>
                <c:pt idx="354">
                  <c:v>929</c:v>
                </c:pt>
                <c:pt idx="355">
                  <c:v>1000</c:v>
                </c:pt>
                <c:pt idx="356">
                  <c:v>820</c:v>
                </c:pt>
                <c:pt idx="357">
                  <c:v>785</c:v>
                </c:pt>
                <c:pt idx="358">
                  <c:v>1052</c:v>
                </c:pt>
                <c:pt idx="359">
                  <c:v>876</c:v>
                </c:pt>
                <c:pt idx="360">
                  <c:v>769</c:v>
                </c:pt>
                <c:pt idx="361">
                  <c:v>992</c:v>
                </c:pt>
                <c:pt idx="362">
                  <c:v>832</c:v>
                </c:pt>
                <c:pt idx="363">
                  <c:v>971</c:v>
                </c:pt>
                <c:pt idx="364">
                  <c:v>859</c:v>
                </c:pt>
                <c:pt idx="365">
                  <c:v>933</c:v>
                </c:pt>
                <c:pt idx="366">
                  <c:v>817</c:v>
                </c:pt>
                <c:pt idx="367">
                  <c:v>953</c:v>
                </c:pt>
                <c:pt idx="368">
                  <c:v>771</c:v>
                </c:pt>
                <c:pt idx="369">
                  <c:v>821</c:v>
                </c:pt>
                <c:pt idx="370">
                  <c:v>784</c:v>
                </c:pt>
                <c:pt idx="371">
                  <c:v>906</c:v>
                </c:pt>
                <c:pt idx="372">
                  <c:v>830</c:v>
                </c:pt>
                <c:pt idx="373">
                  <c:v>1127</c:v>
                </c:pt>
                <c:pt idx="374">
                  <c:v>1007</c:v>
                </c:pt>
                <c:pt idx="375">
                  <c:v>901</c:v>
                </c:pt>
                <c:pt idx="376">
                  <c:v>814</c:v>
                </c:pt>
                <c:pt idx="377">
                  <c:v>780</c:v>
                </c:pt>
                <c:pt idx="378">
                  <c:v>787</c:v>
                </c:pt>
                <c:pt idx="379">
                  <c:v>955</c:v>
                </c:pt>
                <c:pt idx="380">
                  <c:v>1016</c:v>
                </c:pt>
                <c:pt idx="381">
                  <c:v>797</c:v>
                </c:pt>
                <c:pt idx="382">
                  <c:v>920</c:v>
                </c:pt>
                <c:pt idx="383">
                  <c:v>793</c:v>
                </c:pt>
                <c:pt idx="384">
                  <c:v>863</c:v>
                </c:pt>
                <c:pt idx="385">
                  <c:v>1438</c:v>
                </c:pt>
                <c:pt idx="386">
                  <c:v>793</c:v>
                </c:pt>
                <c:pt idx="387">
                  <c:v>923</c:v>
                </c:pt>
                <c:pt idx="388">
                  <c:v>763</c:v>
                </c:pt>
                <c:pt idx="389">
                  <c:v>859</c:v>
                </c:pt>
                <c:pt idx="390">
                  <c:v>812</c:v>
                </c:pt>
                <c:pt idx="391">
                  <c:v>798</c:v>
                </c:pt>
                <c:pt idx="392">
                  <c:v>871</c:v>
                </c:pt>
                <c:pt idx="393">
                  <c:v>817</c:v>
                </c:pt>
                <c:pt idx="394">
                  <c:v>877</c:v>
                </c:pt>
                <c:pt idx="395">
                  <c:v>1165</c:v>
                </c:pt>
                <c:pt idx="396">
                  <c:v>874</c:v>
                </c:pt>
                <c:pt idx="397">
                  <c:v>940</c:v>
                </c:pt>
                <c:pt idx="398">
                  <c:v>1280</c:v>
                </c:pt>
                <c:pt idx="399">
                  <c:v>756</c:v>
                </c:pt>
                <c:pt idx="400">
                  <c:v>1266</c:v>
                </c:pt>
                <c:pt idx="401">
                  <c:v>817</c:v>
                </c:pt>
                <c:pt idx="402">
                  <c:v>1053</c:v>
                </c:pt>
                <c:pt idx="403">
                  <c:v>956</c:v>
                </c:pt>
                <c:pt idx="404">
                  <c:v>1453</c:v>
                </c:pt>
                <c:pt idx="405">
                  <c:v>992</c:v>
                </c:pt>
                <c:pt idx="406">
                  <c:v>973</c:v>
                </c:pt>
                <c:pt idx="407">
                  <c:v>842</c:v>
                </c:pt>
                <c:pt idx="408">
                  <c:v>754</c:v>
                </c:pt>
                <c:pt idx="409">
                  <c:v>816</c:v>
                </c:pt>
                <c:pt idx="410">
                  <c:v>829</c:v>
                </c:pt>
                <c:pt idx="411">
                  <c:v>930</c:v>
                </c:pt>
                <c:pt idx="412">
                  <c:v>923</c:v>
                </c:pt>
                <c:pt idx="413">
                  <c:v>855</c:v>
                </c:pt>
                <c:pt idx="414">
                  <c:v>787</c:v>
                </c:pt>
              </c:numCache>
            </c:numRef>
          </c:yVal>
        </c:ser>
        <c:ser>
          <c:idx val="2"/>
          <c:order val="2"/>
          <c:tx>
            <c:v>750 token 介入参考线</c:v>
          </c:tx>
          <c:spPr>
            <a:ln xmlns:a="http://schemas.openxmlformats.org/drawingml/2006/main" w="19050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12.15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750</c:v>
                </c:pt>
                <c:pt idx="1">
                  <c:v>750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4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500"/>
      </c:valAx>
      <c:valAx>
        <c:axId val="48650112"/>
        <c:scaling>
          <c:orientation val="minMax"/>
          <c:max val="12.15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CDD8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核心网运维 Agent 的 Vanilla 思考长度分布">
            <a:extLst xmlns:a="http://schemas.openxmlformats.org/drawingml/2006/main">
              <a:ext uri="{FF2B5EF4-FFF2-40B4-BE49-F238E27FC236}">
                <a16:creationId xmlns:a16="http://schemas.microsoft.com/office/drawing/2014/main" id="{AADE275B-042D-4085-A647-A62F4C77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核心网运维 Agent 的 Vanilla 思考长度分布</a:t>
            </a:r>
          </a:p>
        </p:txBody>
      </p:sp>
      <p:sp>
        <p:nvSpPr>
          <p:cNvPr id="2" name="Noemate 主 Agent：8,277 条有效请求，2,322,694 个可">
            <a:extLst xmlns:a="http://schemas.openxmlformats.org/drawingml/2006/main">
              <a:ext uri="{FF2B5EF4-FFF2-40B4-BE49-F238E27FC236}">
                <a16:creationId xmlns:a16="http://schemas.microsoft.com/office/drawing/2014/main" id="{A74C64A6-E2E3-4DBE-9E66-952C6AD0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Noemate 主 Agent：8,277 条有效请求，2,322,694 个可见思考 token</a:t>
            </a:r>
          </a:p>
        </p:txBody>
      </p:sp>
      <p:sp>
        <p:nvSpPr>
          <p:cNvPr id="3" name="全部有效请求：按实际到达时间展示">
            <a:extLst xmlns:a="http://schemas.openxmlformats.org/drawingml/2006/main">
              <a:ext uri="{FF2B5EF4-FFF2-40B4-BE49-F238E27FC236}">
                <a16:creationId xmlns:a16="http://schemas.microsoft.com/office/drawing/2014/main" id="{CC839480-95E4-48A1-84B6-E4706DF5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全部有效请求：按实际到达时间展示</a:t>
            </a:r>
          </a:p>
        </p:txBody>
      </p:sp>
      <p:sp>
        <p:nvSpPr>
          <p:cNvPr id="4" name="浅灰点：≤750    金色点：&gt;750    金线：介入参考">
            <a:extLst xmlns:a="http://schemas.openxmlformats.org/drawingml/2006/main">
              <a:ext uri="{FF2B5EF4-FFF2-40B4-BE49-F238E27FC236}">
                <a16:creationId xmlns:a16="http://schemas.microsoft.com/office/drawing/2014/main" id="{3558F6E1-B65C-41A4-9391-945D9B6C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716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浅灰点：≤750    金色点：&gt;750    金线：介入参考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2600325"/>
          <a:ext xmlns:a="http://schemas.openxmlformats.org/drawingml/2006/main" cx="139065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94663661a04b7e"/>
          </a:graphicData>
        </a:graphic>
      </p:graphicFrame>
      <p:sp>
        <p:nvSpPr>
          <p:cNvPr id="6" name="可见思考长度 / token">
            <a:extLst xmlns:a="http://schemas.openxmlformats.org/drawingml/2006/main">
              <a:ext uri="{FF2B5EF4-FFF2-40B4-BE49-F238E27FC236}">
                <a16:creationId xmlns:a16="http://schemas.microsoft.com/office/drawing/2014/main" id="{A66D2804-A5C5-4262-BDAB-1AA1D1DD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sp>
        <p:nvSpPr>
          <p:cNvPr id="7" name="距首请求的小时数（北京时间 09/17 20:37:51 起，每点一条请求）">
            <a:extLst xmlns:a="http://schemas.openxmlformats.org/drawingml/2006/main">
              <a:ext uri="{FF2B5EF4-FFF2-40B4-BE49-F238E27FC236}">
                <a16:creationId xmlns:a16="http://schemas.microsoft.com/office/drawing/2014/main" id="{9331337D-81AC-4963-8E91-1F0B7BE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72375"/>
            <a:ext cx="1285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距首请求的小时数（北京时间 09/17 20:37:51 起，每点一条请求）</a:t>
            </a:r>
          </a:p>
        </p:txBody>
      </p:sp>
      <p:sp>
        <p:nvSpPr>
          <p:cNvPr id="8" name="7,862 条（94.99%）≤750">
            <a:extLst xmlns:a="http://schemas.openxmlformats.org/drawingml/2006/main">
              <a:ext uri="{FF2B5EF4-FFF2-40B4-BE49-F238E27FC236}">
                <a16:creationId xmlns:a16="http://schemas.microsoft.com/office/drawing/2014/main" id="{F4900570-810F-4AF2-AE9D-229CAA2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096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7,862 条（94.99%）≤750</a:t>
            </a:r>
          </a:p>
        </p:txBody>
      </p:sp>
      <p:sp>
        <p:nvSpPr>
          <p:cNvPr id="9" name="415 条（5.01%）&gt;750">
            <a:extLst xmlns:a="http://schemas.openxmlformats.org/drawingml/2006/main">
              <a:ext uri="{FF2B5EF4-FFF2-40B4-BE49-F238E27FC236}">
                <a16:creationId xmlns:a16="http://schemas.microsoft.com/office/drawing/2014/main" id="{A752119B-D19F-4F76-97B0-F801DBD6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096250"/>
            <a:ext cx="609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415 条（5.01%）&gt;750</a:t>
            </a:r>
          </a:p>
        </p:txBody>
      </p:sp>
      <p:sp>
        <p:nvSpPr>
          <p:cNvPr id="10" name="P50 / P95 / P99：207 / 753 / 1,002 token；">
            <a:extLst xmlns:a="http://schemas.openxmlformats.org/drawingml/2006/main">
              <a:ext uri="{FF2B5EF4-FFF2-40B4-BE49-F238E27FC236}">
                <a16:creationId xmlns:a16="http://schemas.microsoft.com/office/drawing/2014/main" id="{F342973A-2AA6-45AE-B8A9-C0EB963D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67750"/>
            <a:ext cx="1371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P50 / P95 / P99：207 / 753 / 1,002 token；最大 1,841</a:t>
            </a:r>
          </a:p>
        </p:txBody>
      </p:sp>
      <p:sp>
        <p:nvSpPr>
          <p:cNvPr id="11" name="baseline采集标记；主请求排除29条，辅助3,908条另列。多数请求总输出">
            <a:extLst xmlns:a="http://schemas.openxmlformats.org/drawingml/2006/main">
              <a:ext uri="{FF2B5EF4-FFF2-40B4-BE49-F238E27FC236}">
                <a16:creationId xmlns:a16="http://schemas.microsoft.com/office/drawing/2014/main" id="{70EC95A3-1320-4D83-9889-6B590C72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0"/>
            <a:ext cx="1381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baseline采集标记；主请求排除29条，辅助3,908条另列。多数请求总输出上限2048；分布不代表压缩收益或阈值安全性。</a:t>
            </a:r>
          </a:p>
        </p:txBody>
      </p:sp>
    </p:spTree>
    <p:extLst>
      <p:ext uri="{BB962C8B-B14F-4D97-AF65-F5344CB8AC3E}">
        <p14:creationId xmlns:p14="http://schemas.microsoft.com/office/powerpoint/2010/main" val="694608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2026-09-22T12:49:09.4040000Z</dcterms:created>
  <dcterms:modified xsi:type="dcterms:W3CDTF">2026-09-22T12:49:09.4040000Z</dcterms:modified>
</coreProperties>
</file>