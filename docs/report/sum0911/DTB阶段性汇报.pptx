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累计 LLM E2E / 秒</c:v>
          </c:tx>
          <c:spPr>
            <a:solidFill>
              <a:srgbClr val="CDD8DE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087F7C"/>
              </a:solidFill>
            </c:spPr>
            <c:extLst>
              <c:ext xmlns:c16="http://schemas.microsoft.com/office/drawing/2014/chart" uri="{C3380CC4-5D6E-409C-BE32-E72D297353CC}">
                <c16:uniqueId val="{00000001-DDDC-4147-94FE-F1C50409FD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725">
                    <a:solidFill>
                      <a:srgbClr val="142C3D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Vanilla-06</c:v>
                </c:pt>
                <c:pt idx="1">
                  <c:v>DTB run-08</c:v>
                </c:pt>
              </c:strCache>
            </c:strRef>
          </c:cat>
          <c:val>
            <c:numRef>
              <c:f>'Chart Data'!$B$2:$B$3</c:f>
              <c:numCache>
                <c:formatCode>#,##0.000</c:formatCode>
                <c:ptCount val="2"/>
                <c:pt idx="0">
                  <c:v>2902.4549999999999</c:v>
                </c:pt>
                <c:pt idx="1">
                  <c:v>2566.6970000000001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DDDC-4147-94FE-F1C50409FD9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w="9525">
              <a:solidFill>
                <a:srgbClr val="E6ECEF"/>
              </a:solidFill>
            </a:ln>
          </c:spPr>
        </c:majorGridlines>
        <c:numFmt formatCode="#,##0.0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  <c:majorUnit val="100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任务 26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57.5</c:v>
                </c:pt>
                <c:pt idx="1">
                  <c:v>57.5</c:v>
                </c:pt>
              </c:numCache>
            </c:numRef>
          </c:xVal>
          <c:yVal>
            <c:numRef>
              <c:f>'Chart Data'!$B$2:$B$3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86B1-46AA-92E6-03A0F8E06832}"/>
            </c:ext>
          </c:extLst>
        </c:ser>
        <c:ser>
          <c:idx val="1"/>
          <c:order val="1"/>
          <c:tx>
            <c:v>任务 36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86.5</c:v>
                </c:pt>
                <c:pt idx="1">
                  <c:v>86.5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86B1-46AA-92E6-03A0F8E06832}"/>
            </c:ext>
          </c:extLst>
        </c:ser>
        <c:ser>
          <c:idx val="2"/>
          <c:order val="2"/>
          <c:tx>
            <c:v>任务 35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128.5</c:v>
                </c:pt>
                <c:pt idx="1">
                  <c:v>128.5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86B1-46AA-92E6-03A0F8E06832}"/>
            </c:ext>
          </c:extLst>
        </c:ser>
        <c:ser>
          <c:idx val="3"/>
          <c:order val="3"/>
          <c:tx>
            <c:v>任务 34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191.5</c:v>
                </c:pt>
                <c:pt idx="1">
                  <c:v>191.5</c:v>
                </c:pt>
              </c:numCache>
            </c:numRef>
          </c:xVal>
          <c:yVal>
            <c:numRef>
              <c:f>'Chart Data'!$H$2:$H$3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86B1-46AA-92E6-03A0F8E06832}"/>
            </c:ext>
          </c:extLst>
        </c:ser>
        <c:ser>
          <c:idx val="4"/>
          <c:order val="4"/>
          <c:tx>
            <c:v>任务 2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220.5</c:v>
                </c:pt>
                <c:pt idx="1">
                  <c:v>220.5</c:v>
                </c:pt>
              </c:numCache>
            </c:numRef>
          </c:xVal>
          <c:yVal>
            <c:numRef>
              <c:f>'Chart Data'!$J$2:$J$3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86B1-46AA-92E6-03A0F8E06832}"/>
            </c:ext>
          </c:extLst>
        </c:ser>
        <c:ser>
          <c:idx val="5"/>
          <c:order val="5"/>
          <c:tx>
            <c:v>任务 3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258.5</c:v>
                </c:pt>
                <c:pt idx="1">
                  <c:v>258.5</c:v>
                </c:pt>
              </c:numCache>
            </c:numRef>
          </c:xVal>
          <c:yVal>
            <c:numRef>
              <c:f>'Chart Data'!$L$2:$L$3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86B1-46AA-92E6-03A0F8E06832}"/>
            </c:ext>
          </c:extLst>
        </c:ser>
        <c:ser>
          <c:idx val="6"/>
          <c:order val="6"/>
          <c:tx>
            <c:v>任务 28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293.5</c:v>
                </c:pt>
                <c:pt idx="1">
                  <c:v>293.5</c:v>
                </c:pt>
              </c:numCache>
            </c:numRef>
          </c:xVal>
          <c:yVal>
            <c:numRef>
              <c:f>'Chart Data'!$N$2:$N$3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6-86B1-46AA-92E6-03A0F8E06832}"/>
            </c:ext>
          </c:extLst>
        </c:ser>
        <c:ser>
          <c:idx val="7"/>
          <c:order val="7"/>
          <c:tx>
            <c:v>任务 37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344.5</c:v>
                </c:pt>
                <c:pt idx="1">
                  <c:v>344.5</c:v>
                </c:pt>
              </c:numCache>
            </c:numRef>
          </c:xVal>
          <c:yVal>
            <c:numRef>
              <c:f>'Chart Data'!$P$2:$P$3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7-86B1-46AA-92E6-03A0F8E06832}"/>
            </c:ext>
          </c:extLst>
        </c:ser>
        <c:ser>
          <c:idx val="8"/>
          <c:order val="8"/>
          <c:tx>
            <c:v>长思考（11条）</c:v>
          </c:tx>
          <c:spPr>
            <a:ln w="0">
              <a:noFill/>
            </a:ln>
          </c:spPr>
          <c:marker>
            <c:symbol val="circle"/>
            <c:size val="8"/>
            <c:spPr>
              <a:solidFill>
                <a:srgbClr val="B16A16"/>
              </a:solidFill>
              <a:ln w="0">
                <a:noFill/>
              </a:ln>
            </c:spPr>
          </c:marker>
          <c:dPt>
            <c:idx val="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9-86B1-46AA-92E6-03A0F8E06832}"/>
              </c:ext>
            </c:extLst>
          </c:dPt>
          <c:dPt>
            <c:idx val="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B-86B1-46AA-92E6-03A0F8E06832}"/>
              </c:ext>
            </c:extLst>
          </c:dPt>
          <c:dPt>
            <c:idx val="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D-86B1-46AA-92E6-03A0F8E06832}"/>
              </c:ext>
            </c:extLst>
          </c:dPt>
          <c:dPt>
            <c:idx val="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F-86B1-46AA-92E6-03A0F8E06832}"/>
              </c:ext>
            </c:extLst>
          </c:dPt>
          <c:dPt>
            <c:idx val="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1-86B1-46AA-92E6-03A0F8E06832}"/>
              </c:ext>
            </c:extLst>
          </c:dPt>
          <c:dPt>
            <c:idx val="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3-86B1-46AA-92E6-03A0F8E06832}"/>
              </c:ext>
            </c:extLst>
          </c:dPt>
          <c:dPt>
            <c:idx val="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5-86B1-46AA-92E6-03A0F8E06832}"/>
              </c:ext>
            </c:extLst>
          </c:dPt>
          <c:dPt>
            <c:idx val="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7-86B1-46AA-92E6-03A0F8E06832}"/>
              </c:ext>
            </c:extLst>
          </c:dPt>
          <c:dPt>
            <c:idx val="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9-86B1-46AA-92E6-03A0F8E06832}"/>
              </c:ext>
            </c:extLst>
          </c:dPt>
          <c:dPt>
            <c:idx val="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B-86B1-46AA-92E6-03A0F8E06832}"/>
              </c:ext>
            </c:extLst>
          </c:dPt>
          <c:dPt>
            <c:idx val="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D-86B1-46AA-92E6-03A0F8E06832}"/>
              </c:ext>
            </c:extLst>
          </c:dPt>
          <c:xVal>
            <c:numRef>
              <c:f>'Chart Data'!$Q$2:$Q$12</c:f>
              <c:numCache>
                <c:formatCode>General</c:formatCode>
                <c:ptCount val="11"/>
                <c:pt idx="0">
                  <c:v>1</c:v>
                </c:pt>
                <c:pt idx="1">
                  <c:v>11</c:v>
                </c:pt>
                <c:pt idx="2">
                  <c:v>58</c:v>
                </c:pt>
                <c:pt idx="3">
                  <c:v>87</c:v>
                </c:pt>
                <c:pt idx="4">
                  <c:v>129</c:v>
                </c:pt>
                <c:pt idx="5">
                  <c:v>192</c:v>
                </c:pt>
                <c:pt idx="6">
                  <c:v>221</c:v>
                </c:pt>
                <c:pt idx="7">
                  <c:v>259</c:v>
                </c:pt>
                <c:pt idx="8">
                  <c:v>294</c:v>
                </c:pt>
                <c:pt idx="9">
                  <c:v>345</c:v>
                </c:pt>
                <c:pt idx="10">
                  <c:v>387</c:v>
                </c:pt>
              </c:numCache>
            </c:numRef>
          </c:xVal>
          <c:yVal>
            <c:numRef>
              <c:f>'Chart Data'!$R$2:$R$12</c:f>
              <c:numCache>
                <c:formatCode>0</c:formatCode>
                <c:ptCount val="11"/>
                <c:pt idx="0">
                  <c:v>3482</c:v>
                </c:pt>
                <c:pt idx="1">
                  <c:v>1037</c:v>
                </c:pt>
                <c:pt idx="2">
                  <c:v>1097</c:v>
                </c:pt>
                <c:pt idx="3">
                  <c:v>1216</c:v>
                </c:pt>
                <c:pt idx="4">
                  <c:v>3003</c:v>
                </c:pt>
                <c:pt idx="5">
                  <c:v>1585</c:v>
                </c:pt>
                <c:pt idx="6">
                  <c:v>1364</c:v>
                </c:pt>
                <c:pt idx="7">
                  <c:v>1569</c:v>
                </c:pt>
                <c:pt idx="8">
                  <c:v>1788</c:v>
                </c:pt>
                <c:pt idx="9">
                  <c:v>2237</c:v>
                </c:pt>
                <c:pt idx="10">
                  <c:v>1885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1E-86B1-46AA-92E6-03A0F8E06832}"/>
            </c:ext>
          </c:extLst>
        </c:ser>
        <c:ser>
          <c:idx val="9"/>
          <c:order val="9"/>
          <c:tx>
            <c:v>850 token 阈值</c:v>
          </c:tx>
          <c:spPr>
            <a:ln w="19050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Data'!$T$2:$T$3</c:f>
              <c:numCache>
                <c:formatCode>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1F-86B1-46AA-92E6-03A0F8E068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3500"/>
          <c:min val="850"/>
        </c:scaling>
        <c:delete val="0"/>
        <c:axPos val="l"/>
        <c:majorGridlines>
          <c:spPr>
            <a:ln w="9525">
              <a:solidFill>
                <a:srgbClr val="EDF1F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10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任务 26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57.5</c:v>
                </c:pt>
                <c:pt idx="1">
                  <c:v>57.5</c:v>
                </c:pt>
              </c:numCache>
            </c:numRef>
          </c:xVal>
          <c:yVal>
            <c:numRef>
              <c:f>'Chart Data'!$B$2:$B$3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144-4F39-8F7F-71DAFB4508EE}"/>
            </c:ext>
          </c:extLst>
        </c:ser>
        <c:ser>
          <c:idx val="1"/>
          <c:order val="1"/>
          <c:tx>
            <c:v>任务 36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86.5</c:v>
                </c:pt>
                <c:pt idx="1">
                  <c:v>86.5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144-4F39-8F7F-71DAFB4508EE}"/>
            </c:ext>
          </c:extLst>
        </c:ser>
        <c:ser>
          <c:idx val="2"/>
          <c:order val="2"/>
          <c:tx>
            <c:v>任务 35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128.5</c:v>
                </c:pt>
                <c:pt idx="1">
                  <c:v>128.5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144-4F39-8F7F-71DAFB4508EE}"/>
            </c:ext>
          </c:extLst>
        </c:ser>
        <c:ser>
          <c:idx val="3"/>
          <c:order val="3"/>
          <c:tx>
            <c:v>任务 34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191.5</c:v>
                </c:pt>
                <c:pt idx="1">
                  <c:v>191.5</c:v>
                </c:pt>
              </c:numCache>
            </c:numRef>
          </c:xVal>
          <c:yVal>
            <c:numRef>
              <c:f>'Chart Data'!$H$2:$H$3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B144-4F39-8F7F-71DAFB4508EE}"/>
            </c:ext>
          </c:extLst>
        </c:ser>
        <c:ser>
          <c:idx val="4"/>
          <c:order val="4"/>
          <c:tx>
            <c:v>任务 2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220.5</c:v>
                </c:pt>
                <c:pt idx="1">
                  <c:v>220.5</c:v>
                </c:pt>
              </c:numCache>
            </c:numRef>
          </c:xVal>
          <c:yVal>
            <c:numRef>
              <c:f>'Chart Data'!$J$2:$J$3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B144-4F39-8F7F-71DAFB4508EE}"/>
            </c:ext>
          </c:extLst>
        </c:ser>
        <c:ser>
          <c:idx val="5"/>
          <c:order val="5"/>
          <c:tx>
            <c:v>任务 3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258.5</c:v>
                </c:pt>
                <c:pt idx="1">
                  <c:v>258.5</c:v>
                </c:pt>
              </c:numCache>
            </c:numRef>
          </c:xVal>
          <c:yVal>
            <c:numRef>
              <c:f>'Chart Data'!$L$2:$L$3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B144-4F39-8F7F-71DAFB4508EE}"/>
            </c:ext>
          </c:extLst>
        </c:ser>
        <c:ser>
          <c:idx val="6"/>
          <c:order val="6"/>
          <c:tx>
            <c:v>任务 28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293.5</c:v>
                </c:pt>
                <c:pt idx="1">
                  <c:v>293.5</c:v>
                </c:pt>
              </c:numCache>
            </c:numRef>
          </c:xVal>
          <c:yVal>
            <c:numRef>
              <c:f>'Chart Data'!$N$2:$N$3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6-B144-4F39-8F7F-71DAFB4508EE}"/>
            </c:ext>
          </c:extLst>
        </c:ser>
        <c:ser>
          <c:idx val="7"/>
          <c:order val="7"/>
          <c:tx>
            <c:v>任务 37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344.5</c:v>
                </c:pt>
                <c:pt idx="1">
                  <c:v>344.5</c:v>
                </c:pt>
              </c:numCache>
            </c:numRef>
          </c:xVal>
          <c:yVal>
            <c:numRef>
              <c:f>'Chart Data'!$P$2:$P$3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7-B144-4F39-8F7F-71DAFB4508EE}"/>
            </c:ext>
          </c:extLst>
        </c:ser>
        <c:ser>
          <c:idx val="8"/>
          <c:order val="8"/>
          <c:tx>
            <c:v>短思考（380条，空心）</c:v>
          </c:tx>
          <c:spPr>
            <a:ln w="0">
              <a:noFill/>
            </a:ln>
          </c:spPr>
          <c:marker>
            <c:symbol val="circle"/>
            <c:size val="5"/>
            <c:spPr>
              <a:solidFill>
                <a:srgbClr val="536B7C"/>
              </a:solidFill>
              <a:ln w="0">
                <a:noFill/>
              </a:ln>
            </c:spPr>
          </c:marker>
          <c:dPt>
            <c:idx val="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9-B144-4F39-8F7F-71DAFB4508EE}"/>
              </c:ext>
            </c:extLst>
          </c:dPt>
          <c:dPt>
            <c:idx val="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B-B144-4F39-8F7F-71DAFB4508EE}"/>
              </c:ext>
            </c:extLst>
          </c:dPt>
          <c:dPt>
            <c:idx val="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D-B144-4F39-8F7F-71DAFB4508EE}"/>
              </c:ext>
            </c:extLst>
          </c:dPt>
          <c:dPt>
            <c:idx val="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F-B144-4F39-8F7F-71DAFB4508EE}"/>
              </c:ext>
            </c:extLst>
          </c:dPt>
          <c:dPt>
            <c:idx val="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1-B144-4F39-8F7F-71DAFB4508EE}"/>
              </c:ext>
            </c:extLst>
          </c:dPt>
          <c:dPt>
            <c:idx val="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3-B144-4F39-8F7F-71DAFB4508EE}"/>
              </c:ext>
            </c:extLst>
          </c:dPt>
          <c:dPt>
            <c:idx val="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5-B144-4F39-8F7F-71DAFB4508EE}"/>
              </c:ext>
            </c:extLst>
          </c:dPt>
          <c:dPt>
            <c:idx val="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7-B144-4F39-8F7F-71DAFB4508EE}"/>
              </c:ext>
            </c:extLst>
          </c:dPt>
          <c:dPt>
            <c:idx val="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9-B144-4F39-8F7F-71DAFB4508EE}"/>
              </c:ext>
            </c:extLst>
          </c:dPt>
          <c:dPt>
            <c:idx val="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B-B144-4F39-8F7F-71DAFB4508EE}"/>
              </c:ext>
            </c:extLst>
          </c:dPt>
          <c:dPt>
            <c:idx val="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D-B144-4F39-8F7F-71DAFB4508EE}"/>
              </c:ext>
            </c:extLst>
          </c:dPt>
          <c:dPt>
            <c:idx val="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F-B144-4F39-8F7F-71DAFB4508EE}"/>
              </c:ext>
            </c:extLst>
          </c:dPt>
          <c:dPt>
            <c:idx val="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1-B144-4F39-8F7F-71DAFB4508EE}"/>
              </c:ext>
            </c:extLst>
          </c:dPt>
          <c:dPt>
            <c:idx val="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3-B144-4F39-8F7F-71DAFB4508EE}"/>
              </c:ext>
            </c:extLst>
          </c:dPt>
          <c:dPt>
            <c:idx val="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5-B144-4F39-8F7F-71DAFB4508EE}"/>
              </c:ext>
            </c:extLst>
          </c:dPt>
          <c:dPt>
            <c:idx val="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7-B144-4F39-8F7F-71DAFB4508EE}"/>
              </c:ext>
            </c:extLst>
          </c:dPt>
          <c:dPt>
            <c:idx val="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9-B144-4F39-8F7F-71DAFB4508EE}"/>
              </c:ext>
            </c:extLst>
          </c:dPt>
          <c:dPt>
            <c:idx val="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B-B144-4F39-8F7F-71DAFB4508EE}"/>
              </c:ext>
            </c:extLst>
          </c:dPt>
          <c:dPt>
            <c:idx val="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D-B144-4F39-8F7F-71DAFB4508EE}"/>
              </c:ext>
            </c:extLst>
          </c:dPt>
          <c:dPt>
            <c:idx val="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F-B144-4F39-8F7F-71DAFB4508EE}"/>
              </c:ext>
            </c:extLst>
          </c:dPt>
          <c:dPt>
            <c:idx val="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1-B144-4F39-8F7F-71DAFB4508EE}"/>
              </c:ext>
            </c:extLst>
          </c:dPt>
          <c:dPt>
            <c:idx val="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3-B144-4F39-8F7F-71DAFB4508EE}"/>
              </c:ext>
            </c:extLst>
          </c:dPt>
          <c:dPt>
            <c:idx val="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5-B144-4F39-8F7F-71DAFB4508EE}"/>
              </c:ext>
            </c:extLst>
          </c:dPt>
          <c:dPt>
            <c:idx val="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7-B144-4F39-8F7F-71DAFB4508EE}"/>
              </c:ext>
            </c:extLst>
          </c:dPt>
          <c:dPt>
            <c:idx val="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9-B144-4F39-8F7F-71DAFB4508EE}"/>
              </c:ext>
            </c:extLst>
          </c:dPt>
          <c:dPt>
            <c:idx val="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B-B144-4F39-8F7F-71DAFB4508EE}"/>
              </c:ext>
            </c:extLst>
          </c:dPt>
          <c:dPt>
            <c:idx val="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D-B144-4F39-8F7F-71DAFB4508EE}"/>
              </c:ext>
            </c:extLst>
          </c:dPt>
          <c:dPt>
            <c:idx val="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F-B144-4F39-8F7F-71DAFB4508EE}"/>
              </c:ext>
            </c:extLst>
          </c:dPt>
          <c:dPt>
            <c:idx val="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1-B144-4F39-8F7F-71DAFB4508EE}"/>
              </c:ext>
            </c:extLst>
          </c:dPt>
          <c:dPt>
            <c:idx val="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3-B144-4F39-8F7F-71DAFB4508EE}"/>
              </c:ext>
            </c:extLst>
          </c:dPt>
          <c:dPt>
            <c:idx val="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5-B144-4F39-8F7F-71DAFB4508EE}"/>
              </c:ext>
            </c:extLst>
          </c:dPt>
          <c:dPt>
            <c:idx val="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7-B144-4F39-8F7F-71DAFB4508EE}"/>
              </c:ext>
            </c:extLst>
          </c:dPt>
          <c:dPt>
            <c:idx val="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9-B144-4F39-8F7F-71DAFB4508EE}"/>
              </c:ext>
            </c:extLst>
          </c:dPt>
          <c:dPt>
            <c:idx val="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B-B144-4F39-8F7F-71DAFB4508EE}"/>
              </c:ext>
            </c:extLst>
          </c:dPt>
          <c:dPt>
            <c:idx val="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D-B144-4F39-8F7F-71DAFB4508EE}"/>
              </c:ext>
            </c:extLst>
          </c:dPt>
          <c:dPt>
            <c:idx val="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F-B144-4F39-8F7F-71DAFB4508EE}"/>
              </c:ext>
            </c:extLst>
          </c:dPt>
          <c:dPt>
            <c:idx val="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1-B144-4F39-8F7F-71DAFB4508EE}"/>
              </c:ext>
            </c:extLst>
          </c:dPt>
          <c:dPt>
            <c:idx val="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3-B144-4F39-8F7F-71DAFB4508EE}"/>
              </c:ext>
            </c:extLst>
          </c:dPt>
          <c:dPt>
            <c:idx val="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5-B144-4F39-8F7F-71DAFB4508EE}"/>
              </c:ext>
            </c:extLst>
          </c:dPt>
          <c:dPt>
            <c:idx val="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7-B144-4F39-8F7F-71DAFB4508EE}"/>
              </c:ext>
            </c:extLst>
          </c:dPt>
          <c:dPt>
            <c:idx val="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9-B144-4F39-8F7F-71DAFB4508EE}"/>
              </c:ext>
            </c:extLst>
          </c:dPt>
          <c:dPt>
            <c:idx val="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B-B144-4F39-8F7F-71DAFB4508EE}"/>
              </c:ext>
            </c:extLst>
          </c:dPt>
          <c:dPt>
            <c:idx val="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D-B144-4F39-8F7F-71DAFB4508EE}"/>
              </c:ext>
            </c:extLst>
          </c:dPt>
          <c:dPt>
            <c:idx val="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F-B144-4F39-8F7F-71DAFB4508EE}"/>
              </c:ext>
            </c:extLst>
          </c:dPt>
          <c:dPt>
            <c:idx val="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1-B144-4F39-8F7F-71DAFB4508EE}"/>
              </c:ext>
            </c:extLst>
          </c:dPt>
          <c:dPt>
            <c:idx val="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3-B144-4F39-8F7F-71DAFB4508EE}"/>
              </c:ext>
            </c:extLst>
          </c:dPt>
          <c:dPt>
            <c:idx val="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5-B144-4F39-8F7F-71DAFB4508EE}"/>
              </c:ext>
            </c:extLst>
          </c:dPt>
          <c:dPt>
            <c:idx val="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7-B144-4F39-8F7F-71DAFB4508EE}"/>
              </c:ext>
            </c:extLst>
          </c:dPt>
          <c:dPt>
            <c:idx val="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9-B144-4F39-8F7F-71DAFB4508EE}"/>
              </c:ext>
            </c:extLst>
          </c:dPt>
          <c:dPt>
            <c:idx val="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B-B144-4F39-8F7F-71DAFB4508EE}"/>
              </c:ext>
            </c:extLst>
          </c:dPt>
          <c:dPt>
            <c:idx val="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D-B144-4F39-8F7F-71DAFB4508EE}"/>
              </c:ext>
            </c:extLst>
          </c:dPt>
          <c:dPt>
            <c:idx val="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F-B144-4F39-8F7F-71DAFB4508EE}"/>
              </c:ext>
            </c:extLst>
          </c:dPt>
          <c:dPt>
            <c:idx val="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1-B144-4F39-8F7F-71DAFB4508EE}"/>
              </c:ext>
            </c:extLst>
          </c:dPt>
          <c:dPt>
            <c:idx val="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3-B144-4F39-8F7F-71DAFB4508EE}"/>
              </c:ext>
            </c:extLst>
          </c:dPt>
          <c:dPt>
            <c:idx val="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5-B144-4F39-8F7F-71DAFB4508EE}"/>
              </c:ext>
            </c:extLst>
          </c:dPt>
          <c:dPt>
            <c:idx val="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7-B144-4F39-8F7F-71DAFB4508EE}"/>
              </c:ext>
            </c:extLst>
          </c:dPt>
          <c:dPt>
            <c:idx val="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9-B144-4F39-8F7F-71DAFB4508EE}"/>
              </c:ext>
            </c:extLst>
          </c:dPt>
          <c:dPt>
            <c:idx val="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B-B144-4F39-8F7F-71DAFB4508EE}"/>
              </c:ext>
            </c:extLst>
          </c:dPt>
          <c:dPt>
            <c:idx val="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D-B144-4F39-8F7F-71DAFB4508EE}"/>
              </c:ext>
            </c:extLst>
          </c:dPt>
          <c:dPt>
            <c:idx val="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F-B144-4F39-8F7F-71DAFB4508EE}"/>
              </c:ext>
            </c:extLst>
          </c:dPt>
          <c:dPt>
            <c:idx val="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1-B144-4F39-8F7F-71DAFB4508EE}"/>
              </c:ext>
            </c:extLst>
          </c:dPt>
          <c:dPt>
            <c:idx val="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3-B144-4F39-8F7F-71DAFB4508EE}"/>
              </c:ext>
            </c:extLst>
          </c:dPt>
          <c:dPt>
            <c:idx val="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5-B144-4F39-8F7F-71DAFB4508EE}"/>
              </c:ext>
            </c:extLst>
          </c:dPt>
          <c:dPt>
            <c:idx val="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7-B144-4F39-8F7F-71DAFB4508EE}"/>
              </c:ext>
            </c:extLst>
          </c:dPt>
          <c:dPt>
            <c:idx val="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9-B144-4F39-8F7F-71DAFB4508EE}"/>
              </c:ext>
            </c:extLst>
          </c:dPt>
          <c:dPt>
            <c:idx val="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B-B144-4F39-8F7F-71DAFB4508EE}"/>
              </c:ext>
            </c:extLst>
          </c:dPt>
          <c:dPt>
            <c:idx val="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D-B144-4F39-8F7F-71DAFB4508EE}"/>
              </c:ext>
            </c:extLst>
          </c:dPt>
          <c:dPt>
            <c:idx val="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F-B144-4F39-8F7F-71DAFB4508EE}"/>
              </c:ext>
            </c:extLst>
          </c:dPt>
          <c:dPt>
            <c:idx val="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1-B144-4F39-8F7F-71DAFB4508EE}"/>
              </c:ext>
            </c:extLst>
          </c:dPt>
          <c:dPt>
            <c:idx val="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3-B144-4F39-8F7F-71DAFB4508EE}"/>
              </c:ext>
            </c:extLst>
          </c:dPt>
          <c:dPt>
            <c:idx val="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5-B144-4F39-8F7F-71DAFB4508EE}"/>
              </c:ext>
            </c:extLst>
          </c:dPt>
          <c:dPt>
            <c:idx val="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7-B144-4F39-8F7F-71DAFB4508EE}"/>
              </c:ext>
            </c:extLst>
          </c:dPt>
          <c:dPt>
            <c:idx val="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9-B144-4F39-8F7F-71DAFB4508EE}"/>
              </c:ext>
            </c:extLst>
          </c:dPt>
          <c:dPt>
            <c:idx val="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B-B144-4F39-8F7F-71DAFB4508EE}"/>
              </c:ext>
            </c:extLst>
          </c:dPt>
          <c:dPt>
            <c:idx val="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D-B144-4F39-8F7F-71DAFB4508EE}"/>
              </c:ext>
            </c:extLst>
          </c:dPt>
          <c:dPt>
            <c:idx val="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F-B144-4F39-8F7F-71DAFB4508EE}"/>
              </c:ext>
            </c:extLst>
          </c:dPt>
          <c:dPt>
            <c:idx val="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1-B144-4F39-8F7F-71DAFB4508EE}"/>
              </c:ext>
            </c:extLst>
          </c:dPt>
          <c:dPt>
            <c:idx val="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3-B144-4F39-8F7F-71DAFB4508EE}"/>
              </c:ext>
            </c:extLst>
          </c:dPt>
          <c:dPt>
            <c:idx val="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5-B144-4F39-8F7F-71DAFB4508EE}"/>
              </c:ext>
            </c:extLst>
          </c:dPt>
          <c:dPt>
            <c:idx val="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7-B144-4F39-8F7F-71DAFB4508EE}"/>
              </c:ext>
            </c:extLst>
          </c:dPt>
          <c:dPt>
            <c:idx val="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9-B144-4F39-8F7F-71DAFB4508EE}"/>
              </c:ext>
            </c:extLst>
          </c:dPt>
          <c:dPt>
            <c:idx val="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B-B144-4F39-8F7F-71DAFB4508EE}"/>
              </c:ext>
            </c:extLst>
          </c:dPt>
          <c:dPt>
            <c:idx val="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D-B144-4F39-8F7F-71DAFB4508EE}"/>
              </c:ext>
            </c:extLst>
          </c:dPt>
          <c:dPt>
            <c:idx val="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F-B144-4F39-8F7F-71DAFB4508EE}"/>
              </c:ext>
            </c:extLst>
          </c:dPt>
          <c:dPt>
            <c:idx val="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1-B144-4F39-8F7F-71DAFB4508EE}"/>
              </c:ext>
            </c:extLst>
          </c:dPt>
          <c:dPt>
            <c:idx val="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3-B144-4F39-8F7F-71DAFB4508EE}"/>
              </c:ext>
            </c:extLst>
          </c:dPt>
          <c:dPt>
            <c:idx val="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5-B144-4F39-8F7F-71DAFB4508EE}"/>
              </c:ext>
            </c:extLst>
          </c:dPt>
          <c:dPt>
            <c:idx val="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7-B144-4F39-8F7F-71DAFB4508EE}"/>
              </c:ext>
            </c:extLst>
          </c:dPt>
          <c:dPt>
            <c:idx val="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9-B144-4F39-8F7F-71DAFB4508EE}"/>
              </c:ext>
            </c:extLst>
          </c:dPt>
          <c:dPt>
            <c:idx val="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B-B144-4F39-8F7F-71DAFB4508EE}"/>
              </c:ext>
            </c:extLst>
          </c:dPt>
          <c:dPt>
            <c:idx val="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D-B144-4F39-8F7F-71DAFB4508EE}"/>
              </c:ext>
            </c:extLst>
          </c:dPt>
          <c:dPt>
            <c:idx val="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F-B144-4F39-8F7F-71DAFB4508EE}"/>
              </c:ext>
            </c:extLst>
          </c:dPt>
          <c:dPt>
            <c:idx val="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1-B144-4F39-8F7F-71DAFB4508EE}"/>
              </c:ext>
            </c:extLst>
          </c:dPt>
          <c:dPt>
            <c:idx val="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3-B144-4F39-8F7F-71DAFB4508EE}"/>
              </c:ext>
            </c:extLst>
          </c:dPt>
          <c:dPt>
            <c:idx val="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5-B144-4F39-8F7F-71DAFB4508EE}"/>
              </c:ext>
            </c:extLst>
          </c:dPt>
          <c:dPt>
            <c:idx val="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7-B144-4F39-8F7F-71DAFB4508EE}"/>
              </c:ext>
            </c:extLst>
          </c:dPt>
          <c:dPt>
            <c:idx val="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9-B144-4F39-8F7F-71DAFB4508EE}"/>
              </c:ext>
            </c:extLst>
          </c:dPt>
          <c:dPt>
            <c:idx val="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B-B144-4F39-8F7F-71DAFB4508EE}"/>
              </c:ext>
            </c:extLst>
          </c:dPt>
          <c:dPt>
            <c:idx val="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D-B144-4F39-8F7F-71DAFB4508EE}"/>
              </c:ext>
            </c:extLst>
          </c:dPt>
          <c:dPt>
            <c:idx val="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F-B144-4F39-8F7F-71DAFB4508EE}"/>
              </c:ext>
            </c:extLst>
          </c:dPt>
          <c:dPt>
            <c:idx val="1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1-B144-4F39-8F7F-71DAFB4508EE}"/>
              </c:ext>
            </c:extLst>
          </c:dPt>
          <c:dPt>
            <c:idx val="1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3-B144-4F39-8F7F-71DAFB4508EE}"/>
              </c:ext>
            </c:extLst>
          </c:dPt>
          <c:dPt>
            <c:idx val="1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5-B144-4F39-8F7F-71DAFB4508EE}"/>
              </c:ext>
            </c:extLst>
          </c:dPt>
          <c:dPt>
            <c:idx val="1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7-B144-4F39-8F7F-71DAFB4508EE}"/>
              </c:ext>
            </c:extLst>
          </c:dPt>
          <c:dPt>
            <c:idx val="1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9-B144-4F39-8F7F-71DAFB4508EE}"/>
              </c:ext>
            </c:extLst>
          </c:dPt>
          <c:dPt>
            <c:idx val="1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B-B144-4F39-8F7F-71DAFB4508EE}"/>
              </c:ext>
            </c:extLst>
          </c:dPt>
          <c:dPt>
            <c:idx val="1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D-B144-4F39-8F7F-71DAFB4508EE}"/>
              </c:ext>
            </c:extLst>
          </c:dPt>
          <c:dPt>
            <c:idx val="1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F-B144-4F39-8F7F-71DAFB4508EE}"/>
              </c:ext>
            </c:extLst>
          </c:dPt>
          <c:dPt>
            <c:idx val="1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1-B144-4F39-8F7F-71DAFB4508EE}"/>
              </c:ext>
            </c:extLst>
          </c:dPt>
          <c:dPt>
            <c:idx val="1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3-B144-4F39-8F7F-71DAFB4508EE}"/>
              </c:ext>
            </c:extLst>
          </c:dPt>
          <c:dPt>
            <c:idx val="1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5-B144-4F39-8F7F-71DAFB4508EE}"/>
              </c:ext>
            </c:extLst>
          </c:dPt>
          <c:dPt>
            <c:idx val="1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7-B144-4F39-8F7F-71DAFB4508EE}"/>
              </c:ext>
            </c:extLst>
          </c:dPt>
          <c:dPt>
            <c:idx val="1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9-B144-4F39-8F7F-71DAFB4508EE}"/>
              </c:ext>
            </c:extLst>
          </c:dPt>
          <c:dPt>
            <c:idx val="1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B-B144-4F39-8F7F-71DAFB4508EE}"/>
              </c:ext>
            </c:extLst>
          </c:dPt>
          <c:dPt>
            <c:idx val="1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D-B144-4F39-8F7F-71DAFB4508EE}"/>
              </c:ext>
            </c:extLst>
          </c:dPt>
          <c:dPt>
            <c:idx val="1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F-B144-4F39-8F7F-71DAFB4508EE}"/>
              </c:ext>
            </c:extLst>
          </c:dPt>
          <c:dPt>
            <c:idx val="1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1-B144-4F39-8F7F-71DAFB4508EE}"/>
              </c:ext>
            </c:extLst>
          </c:dPt>
          <c:dPt>
            <c:idx val="1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3-B144-4F39-8F7F-71DAFB4508EE}"/>
              </c:ext>
            </c:extLst>
          </c:dPt>
          <c:dPt>
            <c:idx val="1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5-B144-4F39-8F7F-71DAFB4508EE}"/>
              </c:ext>
            </c:extLst>
          </c:dPt>
          <c:dPt>
            <c:idx val="1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7-B144-4F39-8F7F-71DAFB4508EE}"/>
              </c:ext>
            </c:extLst>
          </c:dPt>
          <c:dPt>
            <c:idx val="1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9-B144-4F39-8F7F-71DAFB4508EE}"/>
              </c:ext>
            </c:extLst>
          </c:dPt>
          <c:dPt>
            <c:idx val="1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B-B144-4F39-8F7F-71DAFB4508EE}"/>
              </c:ext>
            </c:extLst>
          </c:dPt>
          <c:dPt>
            <c:idx val="1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D-B144-4F39-8F7F-71DAFB4508EE}"/>
              </c:ext>
            </c:extLst>
          </c:dPt>
          <c:dPt>
            <c:idx val="1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F-B144-4F39-8F7F-71DAFB4508EE}"/>
              </c:ext>
            </c:extLst>
          </c:dPt>
          <c:dPt>
            <c:idx val="1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1-B144-4F39-8F7F-71DAFB4508EE}"/>
              </c:ext>
            </c:extLst>
          </c:dPt>
          <c:dPt>
            <c:idx val="1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3-B144-4F39-8F7F-71DAFB4508EE}"/>
              </c:ext>
            </c:extLst>
          </c:dPt>
          <c:dPt>
            <c:idx val="1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5-B144-4F39-8F7F-71DAFB4508EE}"/>
              </c:ext>
            </c:extLst>
          </c:dPt>
          <c:dPt>
            <c:idx val="1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7-B144-4F39-8F7F-71DAFB4508EE}"/>
              </c:ext>
            </c:extLst>
          </c:dPt>
          <c:dPt>
            <c:idx val="1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9-B144-4F39-8F7F-71DAFB4508EE}"/>
              </c:ext>
            </c:extLst>
          </c:dPt>
          <c:dPt>
            <c:idx val="1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B-B144-4F39-8F7F-71DAFB4508EE}"/>
              </c:ext>
            </c:extLst>
          </c:dPt>
          <c:dPt>
            <c:idx val="1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D-B144-4F39-8F7F-71DAFB4508EE}"/>
              </c:ext>
            </c:extLst>
          </c:dPt>
          <c:dPt>
            <c:idx val="1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F-B144-4F39-8F7F-71DAFB4508EE}"/>
              </c:ext>
            </c:extLst>
          </c:dPt>
          <c:dPt>
            <c:idx val="1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1-B144-4F39-8F7F-71DAFB4508EE}"/>
              </c:ext>
            </c:extLst>
          </c:dPt>
          <c:dPt>
            <c:idx val="1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3-B144-4F39-8F7F-71DAFB4508EE}"/>
              </c:ext>
            </c:extLst>
          </c:dPt>
          <c:dPt>
            <c:idx val="1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5-B144-4F39-8F7F-71DAFB4508EE}"/>
              </c:ext>
            </c:extLst>
          </c:dPt>
          <c:dPt>
            <c:idx val="1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7-B144-4F39-8F7F-71DAFB4508EE}"/>
              </c:ext>
            </c:extLst>
          </c:dPt>
          <c:dPt>
            <c:idx val="1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9-B144-4F39-8F7F-71DAFB4508EE}"/>
              </c:ext>
            </c:extLst>
          </c:dPt>
          <c:dPt>
            <c:idx val="1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B-B144-4F39-8F7F-71DAFB4508EE}"/>
              </c:ext>
            </c:extLst>
          </c:dPt>
          <c:dPt>
            <c:idx val="1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D-B144-4F39-8F7F-71DAFB4508EE}"/>
              </c:ext>
            </c:extLst>
          </c:dPt>
          <c:dPt>
            <c:idx val="1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F-B144-4F39-8F7F-71DAFB4508EE}"/>
              </c:ext>
            </c:extLst>
          </c:dPt>
          <c:dPt>
            <c:idx val="1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1-B144-4F39-8F7F-71DAFB4508EE}"/>
              </c:ext>
            </c:extLst>
          </c:dPt>
          <c:dPt>
            <c:idx val="1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3-B144-4F39-8F7F-71DAFB4508EE}"/>
              </c:ext>
            </c:extLst>
          </c:dPt>
          <c:dPt>
            <c:idx val="1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5-B144-4F39-8F7F-71DAFB4508EE}"/>
              </c:ext>
            </c:extLst>
          </c:dPt>
          <c:dPt>
            <c:idx val="1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7-B144-4F39-8F7F-71DAFB4508EE}"/>
              </c:ext>
            </c:extLst>
          </c:dPt>
          <c:dPt>
            <c:idx val="1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9-B144-4F39-8F7F-71DAFB4508EE}"/>
              </c:ext>
            </c:extLst>
          </c:dPt>
          <c:dPt>
            <c:idx val="1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B-B144-4F39-8F7F-71DAFB4508EE}"/>
              </c:ext>
            </c:extLst>
          </c:dPt>
          <c:dPt>
            <c:idx val="1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D-B144-4F39-8F7F-71DAFB4508EE}"/>
              </c:ext>
            </c:extLst>
          </c:dPt>
          <c:dPt>
            <c:idx val="1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F-B144-4F39-8F7F-71DAFB4508EE}"/>
              </c:ext>
            </c:extLst>
          </c:dPt>
          <c:dPt>
            <c:idx val="1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1-B144-4F39-8F7F-71DAFB4508EE}"/>
              </c:ext>
            </c:extLst>
          </c:dPt>
          <c:dPt>
            <c:idx val="1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3-B144-4F39-8F7F-71DAFB4508EE}"/>
              </c:ext>
            </c:extLst>
          </c:dPt>
          <c:dPt>
            <c:idx val="1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5-B144-4F39-8F7F-71DAFB4508EE}"/>
              </c:ext>
            </c:extLst>
          </c:dPt>
          <c:dPt>
            <c:idx val="1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7-B144-4F39-8F7F-71DAFB4508EE}"/>
              </c:ext>
            </c:extLst>
          </c:dPt>
          <c:dPt>
            <c:idx val="1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9-B144-4F39-8F7F-71DAFB4508EE}"/>
              </c:ext>
            </c:extLst>
          </c:dPt>
          <c:dPt>
            <c:idx val="1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B-B144-4F39-8F7F-71DAFB4508EE}"/>
              </c:ext>
            </c:extLst>
          </c:dPt>
          <c:dPt>
            <c:idx val="1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D-B144-4F39-8F7F-71DAFB4508EE}"/>
              </c:ext>
            </c:extLst>
          </c:dPt>
          <c:dPt>
            <c:idx val="1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F-B144-4F39-8F7F-71DAFB4508EE}"/>
              </c:ext>
            </c:extLst>
          </c:dPt>
          <c:dPt>
            <c:idx val="1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1-B144-4F39-8F7F-71DAFB4508EE}"/>
              </c:ext>
            </c:extLst>
          </c:dPt>
          <c:dPt>
            <c:idx val="1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3-B144-4F39-8F7F-71DAFB4508EE}"/>
              </c:ext>
            </c:extLst>
          </c:dPt>
          <c:dPt>
            <c:idx val="1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5-B144-4F39-8F7F-71DAFB4508EE}"/>
              </c:ext>
            </c:extLst>
          </c:dPt>
          <c:dPt>
            <c:idx val="1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7-B144-4F39-8F7F-71DAFB4508EE}"/>
              </c:ext>
            </c:extLst>
          </c:dPt>
          <c:dPt>
            <c:idx val="1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9-B144-4F39-8F7F-71DAFB4508EE}"/>
              </c:ext>
            </c:extLst>
          </c:dPt>
          <c:dPt>
            <c:idx val="1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B-B144-4F39-8F7F-71DAFB4508EE}"/>
              </c:ext>
            </c:extLst>
          </c:dPt>
          <c:dPt>
            <c:idx val="1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D-B144-4F39-8F7F-71DAFB4508EE}"/>
              </c:ext>
            </c:extLst>
          </c:dPt>
          <c:dPt>
            <c:idx val="1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F-B144-4F39-8F7F-71DAFB4508EE}"/>
              </c:ext>
            </c:extLst>
          </c:dPt>
          <c:dPt>
            <c:idx val="1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1-B144-4F39-8F7F-71DAFB4508EE}"/>
              </c:ext>
            </c:extLst>
          </c:dPt>
          <c:dPt>
            <c:idx val="1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3-B144-4F39-8F7F-71DAFB4508EE}"/>
              </c:ext>
            </c:extLst>
          </c:dPt>
          <c:dPt>
            <c:idx val="1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5-B144-4F39-8F7F-71DAFB4508EE}"/>
              </c:ext>
            </c:extLst>
          </c:dPt>
          <c:dPt>
            <c:idx val="1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7-B144-4F39-8F7F-71DAFB4508EE}"/>
              </c:ext>
            </c:extLst>
          </c:dPt>
          <c:dPt>
            <c:idx val="1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9-B144-4F39-8F7F-71DAFB4508EE}"/>
              </c:ext>
            </c:extLst>
          </c:dPt>
          <c:dPt>
            <c:idx val="1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B-B144-4F39-8F7F-71DAFB4508EE}"/>
              </c:ext>
            </c:extLst>
          </c:dPt>
          <c:dPt>
            <c:idx val="1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D-B144-4F39-8F7F-71DAFB4508EE}"/>
              </c:ext>
            </c:extLst>
          </c:dPt>
          <c:dPt>
            <c:idx val="1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F-B144-4F39-8F7F-71DAFB4508EE}"/>
              </c:ext>
            </c:extLst>
          </c:dPt>
          <c:dPt>
            <c:idx val="1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1-B144-4F39-8F7F-71DAFB4508EE}"/>
              </c:ext>
            </c:extLst>
          </c:dPt>
          <c:dPt>
            <c:idx val="1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3-B144-4F39-8F7F-71DAFB4508EE}"/>
              </c:ext>
            </c:extLst>
          </c:dPt>
          <c:dPt>
            <c:idx val="1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5-B144-4F39-8F7F-71DAFB4508EE}"/>
              </c:ext>
            </c:extLst>
          </c:dPt>
          <c:dPt>
            <c:idx val="1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7-B144-4F39-8F7F-71DAFB4508EE}"/>
              </c:ext>
            </c:extLst>
          </c:dPt>
          <c:dPt>
            <c:idx val="1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9-B144-4F39-8F7F-71DAFB4508EE}"/>
              </c:ext>
            </c:extLst>
          </c:dPt>
          <c:dPt>
            <c:idx val="1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B-B144-4F39-8F7F-71DAFB4508EE}"/>
              </c:ext>
            </c:extLst>
          </c:dPt>
          <c:dPt>
            <c:idx val="1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D-B144-4F39-8F7F-71DAFB4508EE}"/>
              </c:ext>
            </c:extLst>
          </c:dPt>
          <c:dPt>
            <c:idx val="1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F-B144-4F39-8F7F-71DAFB4508EE}"/>
              </c:ext>
            </c:extLst>
          </c:dPt>
          <c:dPt>
            <c:idx val="1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1-B144-4F39-8F7F-71DAFB4508EE}"/>
              </c:ext>
            </c:extLst>
          </c:dPt>
          <c:dPt>
            <c:idx val="1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3-B144-4F39-8F7F-71DAFB4508EE}"/>
              </c:ext>
            </c:extLst>
          </c:dPt>
          <c:dPt>
            <c:idx val="1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5-B144-4F39-8F7F-71DAFB4508EE}"/>
              </c:ext>
            </c:extLst>
          </c:dPt>
          <c:dPt>
            <c:idx val="1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7-B144-4F39-8F7F-71DAFB4508EE}"/>
              </c:ext>
            </c:extLst>
          </c:dPt>
          <c:dPt>
            <c:idx val="1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9-B144-4F39-8F7F-71DAFB4508EE}"/>
              </c:ext>
            </c:extLst>
          </c:dPt>
          <c:dPt>
            <c:idx val="1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B-B144-4F39-8F7F-71DAFB4508EE}"/>
              </c:ext>
            </c:extLst>
          </c:dPt>
          <c:dPt>
            <c:idx val="1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D-B144-4F39-8F7F-71DAFB4508EE}"/>
              </c:ext>
            </c:extLst>
          </c:dPt>
          <c:dPt>
            <c:idx val="1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F-B144-4F39-8F7F-71DAFB4508EE}"/>
              </c:ext>
            </c:extLst>
          </c:dPt>
          <c:dPt>
            <c:idx val="1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1-B144-4F39-8F7F-71DAFB4508EE}"/>
              </c:ext>
            </c:extLst>
          </c:dPt>
          <c:dPt>
            <c:idx val="1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3-B144-4F39-8F7F-71DAFB4508EE}"/>
              </c:ext>
            </c:extLst>
          </c:dPt>
          <c:dPt>
            <c:idx val="1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5-B144-4F39-8F7F-71DAFB4508EE}"/>
              </c:ext>
            </c:extLst>
          </c:dPt>
          <c:dPt>
            <c:idx val="1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7-B144-4F39-8F7F-71DAFB4508EE}"/>
              </c:ext>
            </c:extLst>
          </c:dPt>
          <c:dPt>
            <c:idx val="1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9-B144-4F39-8F7F-71DAFB4508EE}"/>
              </c:ext>
            </c:extLst>
          </c:dPt>
          <c:dPt>
            <c:idx val="1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B-B144-4F39-8F7F-71DAFB4508EE}"/>
              </c:ext>
            </c:extLst>
          </c:dPt>
          <c:dPt>
            <c:idx val="1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D-B144-4F39-8F7F-71DAFB4508EE}"/>
              </c:ext>
            </c:extLst>
          </c:dPt>
          <c:dPt>
            <c:idx val="1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F-B144-4F39-8F7F-71DAFB4508EE}"/>
              </c:ext>
            </c:extLst>
          </c:dPt>
          <c:dPt>
            <c:idx val="1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1-B144-4F39-8F7F-71DAFB4508EE}"/>
              </c:ext>
            </c:extLst>
          </c:dPt>
          <c:dPt>
            <c:idx val="1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3-B144-4F39-8F7F-71DAFB4508EE}"/>
              </c:ext>
            </c:extLst>
          </c:dPt>
          <c:dPt>
            <c:idx val="1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5-B144-4F39-8F7F-71DAFB4508EE}"/>
              </c:ext>
            </c:extLst>
          </c:dPt>
          <c:dPt>
            <c:idx val="1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7-B144-4F39-8F7F-71DAFB4508EE}"/>
              </c:ext>
            </c:extLst>
          </c:dPt>
          <c:dPt>
            <c:idx val="2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9-B144-4F39-8F7F-71DAFB4508EE}"/>
              </c:ext>
            </c:extLst>
          </c:dPt>
          <c:dPt>
            <c:idx val="2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B-B144-4F39-8F7F-71DAFB4508EE}"/>
              </c:ext>
            </c:extLst>
          </c:dPt>
          <c:dPt>
            <c:idx val="2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D-B144-4F39-8F7F-71DAFB4508EE}"/>
              </c:ext>
            </c:extLst>
          </c:dPt>
          <c:dPt>
            <c:idx val="2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F-B144-4F39-8F7F-71DAFB4508EE}"/>
              </c:ext>
            </c:extLst>
          </c:dPt>
          <c:dPt>
            <c:idx val="2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1-B144-4F39-8F7F-71DAFB4508EE}"/>
              </c:ext>
            </c:extLst>
          </c:dPt>
          <c:dPt>
            <c:idx val="2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3-B144-4F39-8F7F-71DAFB4508EE}"/>
              </c:ext>
            </c:extLst>
          </c:dPt>
          <c:dPt>
            <c:idx val="2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5-B144-4F39-8F7F-71DAFB4508EE}"/>
              </c:ext>
            </c:extLst>
          </c:dPt>
          <c:dPt>
            <c:idx val="2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7-B144-4F39-8F7F-71DAFB4508EE}"/>
              </c:ext>
            </c:extLst>
          </c:dPt>
          <c:dPt>
            <c:idx val="2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9-B144-4F39-8F7F-71DAFB4508EE}"/>
              </c:ext>
            </c:extLst>
          </c:dPt>
          <c:dPt>
            <c:idx val="2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B-B144-4F39-8F7F-71DAFB4508EE}"/>
              </c:ext>
            </c:extLst>
          </c:dPt>
          <c:dPt>
            <c:idx val="2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D-B144-4F39-8F7F-71DAFB4508EE}"/>
              </c:ext>
            </c:extLst>
          </c:dPt>
          <c:dPt>
            <c:idx val="2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F-B144-4F39-8F7F-71DAFB4508EE}"/>
              </c:ext>
            </c:extLst>
          </c:dPt>
          <c:dPt>
            <c:idx val="2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1-B144-4F39-8F7F-71DAFB4508EE}"/>
              </c:ext>
            </c:extLst>
          </c:dPt>
          <c:dPt>
            <c:idx val="2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3-B144-4F39-8F7F-71DAFB4508EE}"/>
              </c:ext>
            </c:extLst>
          </c:dPt>
          <c:dPt>
            <c:idx val="2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5-B144-4F39-8F7F-71DAFB4508EE}"/>
              </c:ext>
            </c:extLst>
          </c:dPt>
          <c:dPt>
            <c:idx val="2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7-B144-4F39-8F7F-71DAFB4508EE}"/>
              </c:ext>
            </c:extLst>
          </c:dPt>
          <c:dPt>
            <c:idx val="2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9-B144-4F39-8F7F-71DAFB4508EE}"/>
              </c:ext>
            </c:extLst>
          </c:dPt>
          <c:dPt>
            <c:idx val="2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B-B144-4F39-8F7F-71DAFB4508EE}"/>
              </c:ext>
            </c:extLst>
          </c:dPt>
          <c:dPt>
            <c:idx val="2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D-B144-4F39-8F7F-71DAFB4508EE}"/>
              </c:ext>
            </c:extLst>
          </c:dPt>
          <c:dPt>
            <c:idx val="2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F-B144-4F39-8F7F-71DAFB4508EE}"/>
              </c:ext>
            </c:extLst>
          </c:dPt>
          <c:dPt>
            <c:idx val="2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1-B144-4F39-8F7F-71DAFB4508EE}"/>
              </c:ext>
            </c:extLst>
          </c:dPt>
          <c:dPt>
            <c:idx val="2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3-B144-4F39-8F7F-71DAFB4508EE}"/>
              </c:ext>
            </c:extLst>
          </c:dPt>
          <c:dPt>
            <c:idx val="2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5-B144-4F39-8F7F-71DAFB4508EE}"/>
              </c:ext>
            </c:extLst>
          </c:dPt>
          <c:dPt>
            <c:idx val="2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7-B144-4F39-8F7F-71DAFB4508EE}"/>
              </c:ext>
            </c:extLst>
          </c:dPt>
          <c:dPt>
            <c:idx val="2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9-B144-4F39-8F7F-71DAFB4508EE}"/>
              </c:ext>
            </c:extLst>
          </c:dPt>
          <c:dPt>
            <c:idx val="2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B-B144-4F39-8F7F-71DAFB4508EE}"/>
              </c:ext>
            </c:extLst>
          </c:dPt>
          <c:dPt>
            <c:idx val="2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D-B144-4F39-8F7F-71DAFB4508EE}"/>
              </c:ext>
            </c:extLst>
          </c:dPt>
          <c:dPt>
            <c:idx val="2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F-B144-4F39-8F7F-71DAFB4508EE}"/>
              </c:ext>
            </c:extLst>
          </c:dPt>
          <c:dPt>
            <c:idx val="2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1-B144-4F39-8F7F-71DAFB4508EE}"/>
              </c:ext>
            </c:extLst>
          </c:dPt>
          <c:dPt>
            <c:idx val="2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3-B144-4F39-8F7F-71DAFB4508EE}"/>
              </c:ext>
            </c:extLst>
          </c:dPt>
          <c:dPt>
            <c:idx val="2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5-B144-4F39-8F7F-71DAFB4508EE}"/>
              </c:ext>
            </c:extLst>
          </c:dPt>
          <c:dPt>
            <c:idx val="2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7-B144-4F39-8F7F-71DAFB4508EE}"/>
              </c:ext>
            </c:extLst>
          </c:dPt>
          <c:dPt>
            <c:idx val="2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9-B144-4F39-8F7F-71DAFB4508EE}"/>
              </c:ext>
            </c:extLst>
          </c:dPt>
          <c:dPt>
            <c:idx val="2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B-B144-4F39-8F7F-71DAFB4508EE}"/>
              </c:ext>
            </c:extLst>
          </c:dPt>
          <c:dPt>
            <c:idx val="2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D-B144-4F39-8F7F-71DAFB4508EE}"/>
              </c:ext>
            </c:extLst>
          </c:dPt>
          <c:dPt>
            <c:idx val="2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F-B144-4F39-8F7F-71DAFB4508EE}"/>
              </c:ext>
            </c:extLst>
          </c:dPt>
          <c:dPt>
            <c:idx val="2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1-B144-4F39-8F7F-71DAFB4508EE}"/>
              </c:ext>
            </c:extLst>
          </c:dPt>
          <c:dPt>
            <c:idx val="2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3-B144-4F39-8F7F-71DAFB4508EE}"/>
              </c:ext>
            </c:extLst>
          </c:dPt>
          <c:dPt>
            <c:idx val="2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5-B144-4F39-8F7F-71DAFB4508EE}"/>
              </c:ext>
            </c:extLst>
          </c:dPt>
          <c:dPt>
            <c:idx val="2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7-B144-4F39-8F7F-71DAFB4508EE}"/>
              </c:ext>
            </c:extLst>
          </c:dPt>
          <c:dPt>
            <c:idx val="2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9-B144-4F39-8F7F-71DAFB4508EE}"/>
              </c:ext>
            </c:extLst>
          </c:dPt>
          <c:dPt>
            <c:idx val="2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B-B144-4F39-8F7F-71DAFB4508EE}"/>
              </c:ext>
            </c:extLst>
          </c:dPt>
          <c:dPt>
            <c:idx val="2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D-B144-4F39-8F7F-71DAFB4508EE}"/>
              </c:ext>
            </c:extLst>
          </c:dPt>
          <c:dPt>
            <c:idx val="2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F-B144-4F39-8F7F-71DAFB4508EE}"/>
              </c:ext>
            </c:extLst>
          </c:dPt>
          <c:dPt>
            <c:idx val="2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1-B144-4F39-8F7F-71DAFB4508EE}"/>
              </c:ext>
            </c:extLst>
          </c:dPt>
          <c:dPt>
            <c:idx val="2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3-B144-4F39-8F7F-71DAFB4508EE}"/>
              </c:ext>
            </c:extLst>
          </c:dPt>
          <c:dPt>
            <c:idx val="2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5-B144-4F39-8F7F-71DAFB4508EE}"/>
              </c:ext>
            </c:extLst>
          </c:dPt>
          <c:dPt>
            <c:idx val="2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7-B144-4F39-8F7F-71DAFB4508EE}"/>
              </c:ext>
            </c:extLst>
          </c:dPt>
          <c:dPt>
            <c:idx val="2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9-B144-4F39-8F7F-71DAFB4508EE}"/>
              </c:ext>
            </c:extLst>
          </c:dPt>
          <c:dPt>
            <c:idx val="2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B-B144-4F39-8F7F-71DAFB4508EE}"/>
              </c:ext>
            </c:extLst>
          </c:dPt>
          <c:dPt>
            <c:idx val="2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D-B144-4F39-8F7F-71DAFB4508EE}"/>
              </c:ext>
            </c:extLst>
          </c:dPt>
          <c:dPt>
            <c:idx val="2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F-B144-4F39-8F7F-71DAFB4508EE}"/>
              </c:ext>
            </c:extLst>
          </c:dPt>
          <c:dPt>
            <c:idx val="2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1-B144-4F39-8F7F-71DAFB4508EE}"/>
              </c:ext>
            </c:extLst>
          </c:dPt>
          <c:dPt>
            <c:idx val="2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3-B144-4F39-8F7F-71DAFB4508EE}"/>
              </c:ext>
            </c:extLst>
          </c:dPt>
          <c:dPt>
            <c:idx val="2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5-B144-4F39-8F7F-71DAFB4508EE}"/>
              </c:ext>
            </c:extLst>
          </c:dPt>
          <c:dPt>
            <c:idx val="2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7-B144-4F39-8F7F-71DAFB4508EE}"/>
              </c:ext>
            </c:extLst>
          </c:dPt>
          <c:dPt>
            <c:idx val="2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9-B144-4F39-8F7F-71DAFB4508EE}"/>
              </c:ext>
            </c:extLst>
          </c:dPt>
          <c:dPt>
            <c:idx val="2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B-B144-4F39-8F7F-71DAFB4508EE}"/>
              </c:ext>
            </c:extLst>
          </c:dPt>
          <c:dPt>
            <c:idx val="2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D-B144-4F39-8F7F-71DAFB4508EE}"/>
              </c:ext>
            </c:extLst>
          </c:dPt>
          <c:dPt>
            <c:idx val="2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F-B144-4F39-8F7F-71DAFB4508EE}"/>
              </c:ext>
            </c:extLst>
          </c:dPt>
          <c:dPt>
            <c:idx val="2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1-B144-4F39-8F7F-71DAFB4508EE}"/>
              </c:ext>
            </c:extLst>
          </c:dPt>
          <c:dPt>
            <c:idx val="2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3-B144-4F39-8F7F-71DAFB4508EE}"/>
              </c:ext>
            </c:extLst>
          </c:dPt>
          <c:dPt>
            <c:idx val="2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5-B144-4F39-8F7F-71DAFB4508EE}"/>
              </c:ext>
            </c:extLst>
          </c:dPt>
          <c:dPt>
            <c:idx val="2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7-B144-4F39-8F7F-71DAFB4508EE}"/>
              </c:ext>
            </c:extLst>
          </c:dPt>
          <c:dPt>
            <c:idx val="2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9-B144-4F39-8F7F-71DAFB4508EE}"/>
              </c:ext>
            </c:extLst>
          </c:dPt>
          <c:dPt>
            <c:idx val="2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B-B144-4F39-8F7F-71DAFB4508EE}"/>
              </c:ext>
            </c:extLst>
          </c:dPt>
          <c:dPt>
            <c:idx val="2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D-B144-4F39-8F7F-71DAFB4508EE}"/>
              </c:ext>
            </c:extLst>
          </c:dPt>
          <c:dPt>
            <c:idx val="2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F-B144-4F39-8F7F-71DAFB4508EE}"/>
              </c:ext>
            </c:extLst>
          </c:dPt>
          <c:dPt>
            <c:idx val="2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1-B144-4F39-8F7F-71DAFB4508EE}"/>
              </c:ext>
            </c:extLst>
          </c:dPt>
          <c:dPt>
            <c:idx val="2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3-B144-4F39-8F7F-71DAFB4508EE}"/>
              </c:ext>
            </c:extLst>
          </c:dPt>
          <c:dPt>
            <c:idx val="2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5-B144-4F39-8F7F-71DAFB4508EE}"/>
              </c:ext>
            </c:extLst>
          </c:dPt>
          <c:dPt>
            <c:idx val="2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7-B144-4F39-8F7F-71DAFB4508EE}"/>
              </c:ext>
            </c:extLst>
          </c:dPt>
          <c:dPt>
            <c:idx val="2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9-B144-4F39-8F7F-71DAFB4508EE}"/>
              </c:ext>
            </c:extLst>
          </c:dPt>
          <c:dPt>
            <c:idx val="2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B-B144-4F39-8F7F-71DAFB4508EE}"/>
              </c:ext>
            </c:extLst>
          </c:dPt>
          <c:dPt>
            <c:idx val="2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D-B144-4F39-8F7F-71DAFB4508EE}"/>
              </c:ext>
            </c:extLst>
          </c:dPt>
          <c:dPt>
            <c:idx val="2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F-B144-4F39-8F7F-71DAFB4508EE}"/>
              </c:ext>
            </c:extLst>
          </c:dPt>
          <c:dPt>
            <c:idx val="2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1-B144-4F39-8F7F-71DAFB4508EE}"/>
              </c:ext>
            </c:extLst>
          </c:dPt>
          <c:dPt>
            <c:idx val="2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3-B144-4F39-8F7F-71DAFB4508EE}"/>
              </c:ext>
            </c:extLst>
          </c:dPt>
          <c:dPt>
            <c:idx val="2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5-B144-4F39-8F7F-71DAFB4508EE}"/>
              </c:ext>
            </c:extLst>
          </c:dPt>
          <c:dPt>
            <c:idx val="2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7-B144-4F39-8F7F-71DAFB4508EE}"/>
              </c:ext>
            </c:extLst>
          </c:dPt>
          <c:dPt>
            <c:idx val="2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9-B144-4F39-8F7F-71DAFB4508EE}"/>
              </c:ext>
            </c:extLst>
          </c:dPt>
          <c:dPt>
            <c:idx val="2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B-B144-4F39-8F7F-71DAFB4508EE}"/>
              </c:ext>
            </c:extLst>
          </c:dPt>
          <c:dPt>
            <c:idx val="2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D-B144-4F39-8F7F-71DAFB4508EE}"/>
              </c:ext>
            </c:extLst>
          </c:dPt>
          <c:dPt>
            <c:idx val="2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F-B144-4F39-8F7F-71DAFB4508EE}"/>
              </c:ext>
            </c:extLst>
          </c:dPt>
          <c:dPt>
            <c:idx val="2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1-B144-4F39-8F7F-71DAFB4508EE}"/>
              </c:ext>
            </c:extLst>
          </c:dPt>
          <c:dPt>
            <c:idx val="2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3-B144-4F39-8F7F-71DAFB4508EE}"/>
              </c:ext>
            </c:extLst>
          </c:dPt>
          <c:dPt>
            <c:idx val="2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5-B144-4F39-8F7F-71DAFB4508EE}"/>
              </c:ext>
            </c:extLst>
          </c:dPt>
          <c:dPt>
            <c:idx val="2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7-B144-4F39-8F7F-71DAFB4508EE}"/>
              </c:ext>
            </c:extLst>
          </c:dPt>
          <c:dPt>
            <c:idx val="2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9-B144-4F39-8F7F-71DAFB4508EE}"/>
              </c:ext>
            </c:extLst>
          </c:dPt>
          <c:dPt>
            <c:idx val="2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B-B144-4F39-8F7F-71DAFB4508EE}"/>
              </c:ext>
            </c:extLst>
          </c:dPt>
          <c:dPt>
            <c:idx val="2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D-B144-4F39-8F7F-71DAFB4508EE}"/>
              </c:ext>
            </c:extLst>
          </c:dPt>
          <c:dPt>
            <c:idx val="2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F-B144-4F39-8F7F-71DAFB4508EE}"/>
              </c:ext>
            </c:extLst>
          </c:dPt>
          <c:dPt>
            <c:idx val="2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1-B144-4F39-8F7F-71DAFB4508EE}"/>
              </c:ext>
            </c:extLst>
          </c:dPt>
          <c:dPt>
            <c:idx val="2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3-B144-4F39-8F7F-71DAFB4508EE}"/>
              </c:ext>
            </c:extLst>
          </c:dPt>
          <c:dPt>
            <c:idx val="2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5-B144-4F39-8F7F-71DAFB4508EE}"/>
              </c:ext>
            </c:extLst>
          </c:dPt>
          <c:dPt>
            <c:idx val="2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7-B144-4F39-8F7F-71DAFB4508EE}"/>
              </c:ext>
            </c:extLst>
          </c:dPt>
          <c:dPt>
            <c:idx val="2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9-B144-4F39-8F7F-71DAFB4508EE}"/>
              </c:ext>
            </c:extLst>
          </c:dPt>
          <c:dPt>
            <c:idx val="2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B-B144-4F39-8F7F-71DAFB4508EE}"/>
              </c:ext>
            </c:extLst>
          </c:dPt>
          <c:dPt>
            <c:idx val="2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D-B144-4F39-8F7F-71DAFB4508EE}"/>
              </c:ext>
            </c:extLst>
          </c:dPt>
          <c:dPt>
            <c:idx val="2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F-B144-4F39-8F7F-71DAFB4508EE}"/>
              </c:ext>
            </c:extLst>
          </c:dPt>
          <c:dPt>
            <c:idx val="3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1-B144-4F39-8F7F-71DAFB4508EE}"/>
              </c:ext>
            </c:extLst>
          </c:dPt>
          <c:dPt>
            <c:idx val="3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3-B144-4F39-8F7F-71DAFB4508EE}"/>
              </c:ext>
            </c:extLst>
          </c:dPt>
          <c:dPt>
            <c:idx val="3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5-B144-4F39-8F7F-71DAFB4508EE}"/>
              </c:ext>
            </c:extLst>
          </c:dPt>
          <c:dPt>
            <c:idx val="3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7-B144-4F39-8F7F-71DAFB4508EE}"/>
              </c:ext>
            </c:extLst>
          </c:dPt>
          <c:dPt>
            <c:idx val="3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9-B144-4F39-8F7F-71DAFB4508EE}"/>
              </c:ext>
            </c:extLst>
          </c:dPt>
          <c:dPt>
            <c:idx val="3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B-B144-4F39-8F7F-71DAFB4508EE}"/>
              </c:ext>
            </c:extLst>
          </c:dPt>
          <c:dPt>
            <c:idx val="3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D-B144-4F39-8F7F-71DAFB4508EE}"/>
              </c:ext>
            </c:extLst>
          </c:dPt>
          <c:dPt>
            <c:idx val="3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F-B144-4F39-8F7F-71DAFB4508EE}"/>
              </c:ext>
            </c:extLst>
          </c:dPt>
          <c:dPt>
            <c:idx val="3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1-B144-4F39-8F7F-71DAFB4508EE}"/>
              </c:ext>
            </c:extLst>
          </c:dPt>
          <c:dPt>
            <c:idx val="3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3-B144-4F39-8F7F-71DAFB4508EE}"/>
              </c:ext>
            </c:extLst>
          </c:dPt>
          <c:dPt>
            <c:idx val="3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5-B144-4F39-8F7F-71DAFB4508EE}"/>
              </c:ext>
            </c:extLst>
          </c:dPt>
          <c:dPt>
            <c:idx val="3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7-B144-4F39-8F7F-71DAFB4508EE}"/>
              </c:ext>
            </c:extLst>
          </c:dPt>
          <c:dPt>
            <c:idx val="3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9-B144-4F39-8F7F-71DAFB4508EE}"/>
              </c:ext>
            </c:extLst>
          </c:dPt>
          <c:dPt>
            <c:idx val="3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B-B144-4F39-8F7F-71DAFB4508EE}"/>
              </c:ext>
            </c:extLst>
          </c:dPt>
          <c:dPt>
            <c:idx val="3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D-B144-4F39-8F7F-71DAFB4508EE}"/>
              </c:ext>
            </c:extLst>
          </c:dPt>
          <c:dPt>
            <c:idx val="3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F-B144-4F39-8F7F-71DAFB4508EE}"/>
              </c:ext>
            </c:extLst>
          </c:dPt>
          <c:dPt>
            <c:idx val="3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1-B144-4F39-8F7F-71DAFB4508EE}"/>
              </c:ext>
            </c:extLst>
          </c:dPt>
          <c:dPt>
            <c:idx val="3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3-B144-4F39-8F7F-71DAFB4508EE}"/>
              </c:ext>
            </c:extLst>
          </c:dPt>
          <c:dPt>
            <c:idx val="3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5-B144-4F39-8F7F-71DAFB4508EE}"/>
              </c:ext>
            </c:extLst>
          </c:dPt>
          <c:dPt>
            <c:idx val="3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7-B144-4F39-8F7F-71DAFB4508EE}"/>
              </c:ext>
            </c:extLst>
          </c:dPt>
          <c:dPt>
            <c:idx val="3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9-B144-4F39-8F7F-71DAFB4508EE}"/>
              </c:ext>
            </c:extLst>
          </c:dPt>
          <c:dPt>
            <c:idx val="3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B-B144-4F39-8F7F-71DAFB4508EE}"/>
              </c:ext>
            </c:extLst>
          </c:dPt>
          <c:dPt>
            <c:idx val="3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D-B144-4F39-8F7F-71DAFB4508EE}"/>
              </c:ext>
            </c:extLst>
          </c:dPt>
          <c:dPt>
            <c:idx val="3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F-B144-4F39-8F7F-71DAFB4508EE}"/>
              </c:ext>
            </c:extLst>
          </c:dPt>
          <c:dPt>
            <c:idx val="3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1-B144-4F39-8F7F-71DAFB4508EE}"/>
              </c:ext>
            </c:extLst>
          </c:dPt>
          <c:dPt>
            <c:idx val="3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3-B144-4F39-8F7F-71DAFB4508EE}"/>
              </c:ext>
            </c:extLst>
          </c:dPt>
          <c:dPt>
            <c:idx val="3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5-B144-4F39-8F7F-71DAFB4508EE}"/>
              </c:ext>
            </c:extLst>
          </c:dPt>
          <c:dPt>
            <c:idx val="3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7-B144-4F39-8F7F-71DAFB4508EE}"/>
              </c:ext>
            </c:extLst>
          </c:dPt>
          <c:dPt>
            <c:idx val="3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9-B144-4F39-8F7F-71DAFB4508EE}"/>
              </c:ext>
            </c:extLst>
          </c:dPt>
          <c:dPt>
            <c:idx val="3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B-B144-4F39-8F7F-71DAFB4508EE}"/>
              </c:ext>
            </c:extLst>
          </c:dPt>
          <c:dPt>
            <c:idx val="3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D-B144-4F39-8F7F-71DAFB4508EE}"/>
              </c:ext>
            </c:extLst>
          </c:dPt>
          <c:dPt>
            <c:idx val="3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F-B144-4F39-8F7F-71DAFB4508EE}"/>
              </c:ext>
            </c:extLst>
          </c:dPt>
          <c:dPt>
            <c:idx val="3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1-B144-4F39-8F7F-71DAFB4508EE}"/>
              </c:ext>
            </c:extLst>
          </c:dPt>
          <c:dPt>
            <c:idx val="3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3-B144-4F39-8F7F-71DAFB4508EE}"/>
              </c:ext>
            </c:extLst>
          </c:dPt>
          <c:dPt>
            <c:idx val="3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5-B144-4F39-8F7F-71DAFB4508EE}"/>
              </c:ext>
            </c:extLst>
          </c:dPt>
          <c:dPt>
            <c:idx val="3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7-B144-4F39-8F7F-71DAFB4508EE}"/>
              </c:ext>
            </c:extLst>
          </c:dPt>
          <c:dPt>
            <c:idx val="3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9-B144-4F39-8F7F-71DAFB4508EE}"/>
              </c:ext>
            </c:extLst>
          </c:dPt>
          <c:dPt>
            <c:idx val="3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B-B144-4F39-8F7F-71DAFB4508EE}"/>
              </c:ext>
            </c:extLst>
          </c:dPt>
          <c:dPt>
            <c:idx val="3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D-B144-4F39-8F7F-71DAFB4508EE}"/>
              </c:ext>
            </c:extLst>
          </c:dPt>
          <c:dPt>
            <c:idx val="3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F-B144-4F39-8F7F-71DAFB4508EE}"/>
              </c:ext>
            </c:extLst>
          </c:dPt>
          <c:dPt>
            <c:idx val="3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1-B144-4F39-8F7F-71DAFB4508EE}"/>
              </c:ext>
            </c:extLst>
          </c:dPt>
          <c:dPt>
            <c:idx val="3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3-B144-4F39-8F7F-71DAFB4508EE}"/>
              </c:ext>
            </c:extLst>
          </c:dPt>
          <c:dPt>
            <c:idx val="3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5-B144-4F39-8F7F-71DAFB4508EE}"/>
              </c:ext>
            </c:extLst>
          </c:dPt>
          <c:dPt>
            <c:idx val="3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7-B144-4F39-8F7F-71DAFB4508EE}"/>
              </c:ext>
            </c:extLst>
          </c:dPt>
          <c:dPt>
            <c:idx val="3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9-B144-4F39-8F7F-71DAFB4508EE}"/>
              </c:ext>
            </c:extLst>
          </c:dPt>
          <c:dPt>
            <c:idx val="3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B-B144-4F39-8F7F-71DAFB4508EE}"/>
              </c:ext>
            </c:extLst>
          </c:dPt>
          <c:dPt>
            <c:idx val="3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D-B144-4F39-8F7F-71DAFB4508EE}"/>
              </c:ext>
            </c:extLst>
          </c:dPt>
          <c:dPt>
            <c:idx val="3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F-B144-4F39-8F7F-71DAFB4508EE}"/>
              </c:ext>
            </c:extLst>
          </c:dPt>
          <c:dPt>
            <c:idx val="3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1-B144-4F39-8F7F-71DAFB4508EE}"/>
              </c:ext>
            </c:extLst>
          </c:dPt>
          <c:dPt>
            <c:idx val="3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3-B144-4F39-8F7F-71DAFB4508EE}"/>
              </c:ext>
            </c:extLst>
          </c:dPt>
          <c:dPt>
            <c:idx val="3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5-B144-4F39-8F7F-71DAFB4508EE}"/>
              </c:ext>
            </c:extLst>
          </c:dPt>
          <c:dPt>
            <c:idx val="3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7-B144-4F39-8F7F-71DAFB4508EE}"/>
              </c:ext>
            </c:extLst>
          </c:dPt>
          <c:dPt>
            <c:idx val="3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9-B144-4F39-8F7F-71DAFB4508EE}"/>
              </c:ext>
            </c:extLst>
          </c:dPt>
          <c:dPt>
            <c:idx val="3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B-B144-4F39-8F7F-71DAFB4508EE}"/>
              </c:ext>
            </c:extLst>
          </c:dPt>
          <c:dPt>
            <c:idx val="3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D-B144-4F39-8F7F-71DAFB4508EE}"/>
              </c:ext>
            </c:extLst>
          </c:dPt>
          <c:dPt>
            <c:idx val="3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F-B144-4F39-8F7F-71DAFB4508EE}"/>
              </c:ext>
            </c:extLst>
          </c:dPt>
          <c:dPt>
            <c:idx val="3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1-B144-4F39-8F7F-71DAFB4508EE}"/>
              </c:ext>
            </c:extLst>
          </c:dPt>
          <c:dPt>
            <c:idx val="3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3-B144-4F39-8F7F-71DAFB4508EE}"/>
              </c:ext>
            </c:extLst>
          </c:dPt>
          <c:dPt>
            <c:idx val="3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5-B144-4F39-8F7F-71DAFB4508EE}"/>
              </c:ext>
            </c:extLst>
          </c:dPt>
          <c:dPt>
            <c:idx val="3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7-B144-4F39-8F7F-71DAFB4508EE}"/>
              </c:ext>
            </c:extLst>
          </c:dPt>
          <c:dPt>
            <c:idx val="3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9-B144-4F39-8F7F-71DAFB4508EE}"/>
              </c:ext>
            </c:extLst>
          </c:dPt>
          <c:dPt>
            <c:idx val="3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B-B144-4F39-8F7F-71DAFB4508EE}"/>
              </c:ext>
            </c:extLst>
          </c:dPt>
          <c:dPt>
            <c:idx val="3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D-B144-4F39-8F7F-71DAFB4508EE}"/>
              </c:ext>
            </c:extLst>
          </c:dPt>
          <c:dPt>
            <c:idx val="3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F-B144-4F39-8F7F-71DAFB4508EE}"/>
              </c:ext>
            </c:extLst>
          </c:dPt>
          <c:dPt>
            <c:idx val="3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1-B144-4F39-8F7F-71DAFB4508EE}"/>
              </c:ext>
            </c:extLst>
          </c:dPt>
          <c:dPt>
            <c:idx val="3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3-B144-4F39-8F7F-71DAFB4508EE}"/>
              </c:ext>
            </c:extLst>
          </c:dPt>
          <c:dPt>
            <c:idx val="3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5-B144-4F39-8F7F-71DAFB4508EE}"/>
              </c:ext>
            </c:extLst>
          </c:dPt>
          <c:dPt>
            <c:idx val="3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7-B144-4F39-8F7F-71DAFB4508EE}"/>
              </c:ext>
            </c:extLst>
          </c:dPt>
          <c:dPt>
            <c:idx val="3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9-B144-4F39-8F7F-71DAFB4508EE}"/>
              </c:ext>
            </c:extLst>
          </c:dPt>
          <c:dPt>
            <c:idx val="3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B-B144-4F39-8F7F-71DAFB4508EE}"/>
              </c:ext>
            </c:extLst>
          </c:dPt>
          <c:dPt>
            <c:idx val="3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D-B144-4F39-8F7F-71DAFB4508EE}"/>
              </c:ext>
            </c:extLst>
          </c:dPt>
          <c:dPt>
            <c:idx val="3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F-B144-4F39-8F7F-71DAFB4508EE}"/>
              </c:ext>
            </c:extLst>
          </c:dPt>
          <c:dPt>
            <c:idx val="3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1-B144-4F39-8F7F-71DAFB4508EE}"/>
              </c:ext>
            </c:extLst>
          </c:dPt>
          <c:dPt>
            <c:idx val="3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3-B144-4F39-8F7F-71DAFB4508EE}"/>
              </c:ext>
            </c:extLst>
          </c:dPt>
          <c:dPt>
            <c:idx val="3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5-B144-4F39-8F7F-71DAFB4508EE}"/>
              </c:ext>
            </c:extLst>
          </c:dPt>
          <c:dPt>
            <c:idx val="3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7-B144-4F39-8F7F-71DAFB4508EE}"/>
              </c:ext>
            </c:extLst>
          </c:dPt>
          <c:dPt>
            <c:idx val="3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9-B144-4F39-8F7F-71DAFB4508EE}"/>
              </c:ext>
            </c:extLst>
          </c:dPt>
          <c:dPt>
            <c:idx val="3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B-B144-4F39-8F7F-71DAFB4508EE}"/>
              </c:ext>
            </c:extLst>
          </c:dPt>
          <c:dPt>
            <c:idx val="3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D-B144-4F39-8F7F-71DAFB4508EE}"/>
              </c:ext>
            </c:extLst>
          </c:dPt>
          <c:dPt>
            <c:idx val="3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F-B144-4F39-8F7F-71DAFB4508EE}"/>
              </c:ext>
            </c:extLst>
          </c:dPt>
          <c:xVal>
            <c:numRef>
              <c:f>'Chart Data'!$Q$2:$Q$381</c:f>
              <c:numCache>
                <c:formatCode>General</c:formatCode>
                <c:ptCount val="380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16</c:v>
                </c:pt>
                <c:pt idx="14">
                  <c:v>17</c:v>
                </c:pt>
                <c:pt idx="15">
                  <c:v>18</c:v>
                </c:pt>
                <c:pt idx="16">
                  <c:v>19</c:v>
                </c:pt>
                <c:pt idx="17">
                  <c:v>20</c:v>
                </c:pt>
                <c:pt idx="18">
                  <c:v>21</c:v>
                </c:pt>
                <c:pt idx="19">
                  <c:v>22</c:v>
                </c:pt>
                <c:pt idx="20">
                  <c:v>23</c:v>
                </c:pt>
                <c:pt idx="21">
                  <c:v>24</c:v>
                </c:pt>
                <c:pt idx="22">
                  <c:v>25</c:v>
                </c:pt>
                <c:pt idx="23">
                  <c:v>26</c:v>
                </c:pt>
                <c:pt idx="24">
                  <c:v>27</c:v>
                </c:pt>
                <c:pt idx="25">
                  <c:v>28</c:v>
                </c:pt>
                <c:pt idx="26">
                  <c:v>29</c:v>
                </c:pt>
                <c:pt idx="27">
                  <c:v>30</c:v>
                </c:pt>
                <c:pt idx="28">
                  <c:v>31</c:v>
                </c:pt>
                <c:pt idx="29">
                  <c:v>32</c:v>
                </c:pt>
                <c:pt idx="30">
                  <c:v>33</c:v>
                </c:pt>
                <c:pt idx="31">
                  <c:v>34</c:v>
                </c:pt>
                <c:pt idx="32">
                  <c:v>35</c:v>
                </c:pt>
                <c:pt idx="33">
                  <c:v>36</c:v>
                </c:pt>
                <c:pt idx="34">
                  <c:v>37</c:v>
                </c:pt>
                <c:pt idx="35">
                  <c:v>38</c:v>
                </c:pt>
                <c:pt idx="36">
                  <c:v>39</c:v>
                </c:pt>
                <c:pt idx="37">
                  <c:v>40</c:v>
                </c:pt>
                <c:pt idx="38">
                  <c:v>41</c:v>
                </c:pt>
                <c:pt idx="39">
                  <c:v>42</c:v>
                </c:pt>
                <c:pt idx="40">
                  <c:v>43</c:v>
                </c:pt>
                <c:pt idx="41">
                  <c:v>44</c:v>
                </c:pt>
                <c:pt idx="42">
                  <c:v>45</c:v>
                </c:pt>
                <c:pt idx="43">
                  <c:v>46</c:v>
                </c:pt>
                <c:pt idx="44">
                  <c:v>47</c:v>
                </c:pt>
                <c:pt idx="45">
                  <c:v>48</c:v>
                </c:pt>
                <c:pt idx="46">
                  <c:v>49</c:v>
                </c:pt>
                <c:pt idx="47">
                  <c:v>50</c:v>
                </c:pt>
                <c:pt idx="48">
                  <c:v>51</c:v>
                </c:pt>
                <c:pt idx="49">
                  <c:v>52</c:v>
                </c:pt>
                <c:pt idx="50">
                  <c:v>53</c:v>
                </c:pt>
                <c:pt idx="51">
                  <c:v>54</c:v>
                </c:pt>
                <c:pt idx="52">
                  <c:v>55</c:v>
                </c:pt>
                <c:pt idx="53">
                  <c:v>56</c:v>
                </c:pt>
                <c:pt idx="54">
                  <c:v>57</c:v>
                </c:pt>
                <c:pt idx="55">
                  <c:v>59</c:v>
                </c:pt>
                <c:pt idx="56">
                  <c:v>60</c:v>
                </c:pt>
                <c:pt idx="57">
                  <c:v>61</c:v>
                </c:pt>
                <c:pt idx="58">
                  <c:v>62</c:v>
                </c:pt>
                <c:pt idx="59">
                  <c:v>63</c:v>
                </c:pt>
                <c:pt idx="60">
                  <c:v>64</c:v>
                </c:pt>
                <c:pt idx="61">
                  <c:v>65</c:v>
                </c:pt>
                <c:pt idx="62">
                  <c:v>66</c:v>
                </c:pt>
                <c:pt idx="63">
                  <c:v>67</c:v>
                </c:pt>
                <c:pt idx="64">
                  <c:v>68</c:v>
                </c:pt>
                <c:pt idx="65">
                  <c:v>69</c:v>
                </c:pt>
                <c:pt idx="66">
                  <c:v>70</c:v>
                </c:pt>
                <c:pt idx="67">
                  <c:v>71</c:v>
                </c:pt>
                <c:pt idx="68">
                  <c:v>72</c:v>
                </c:pt>
                <c:pt idx="69">
                  <c:v>73</c:v>
                </c:pt>
                <c:pt idx="70">
                  <c:v>74</c:v>
                </c:pt>
                <c:pt idx="71">
                  <c:v>75</c:v>
                </c:pt>
                <c:pt idx="72">
                  <c:v>76</c:v>
                </c:pt>
                <c:pt idx="73">
                  <c:v>77</c:v>
                </c:pt>
                <c:pt idx="74">
                  <c:v>78</c:v>
                </c:pt>
                <c:pt idx="75">
                  <c:v>79</c:v>
                </c:pt>
                <c:pt idx="76">
                  <c:v>80</c:v>
                </c:pt>
                <c:pt idx="77">
                  <c:v>81</c:v>
                </c:pt>
                <c:pt idx="78">
                  <c:v>82</c:v>
                </c:pt>
                <c:pt idx="79">
                  <c:v>83</c:v>
                </c:pt>
                <c:pt idx="80">
                  <c:v>84</c:v>
                </c:pt>
                <c:pt idx="81">
                  <c:v>85</c:v>
                </c:pt>
                <c:pt idx="82">
                  <c:v>86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130</c:v>
                </c:pt>
                <c:pt idx="125">
                  <c:v>131</c:v>
                </c:pt>
                <c:pt idx="126">
                  <c:v>132</c:v>
                </c:pt>
                <c:pt idx="127">
                  <c:v>133</c:v>
                </c:pt>
                <c:pt idx="128">
                  <c:v>134</c:v>
                </c:pt>
                <c:pt idx="129">
                  <c:v>135</c:v>
                </c:pt>
                <c:pt idx="130">
                  <c:v>136</c:v>
                </c:pt>
                <c:pt idx="131">
                  <c:v>137</c:v>
                </c:pt>
                <c:pt idx="132">
                  <c:v>138</c:v>
                </c:pt>
                <c:pt idx="133">
                  <c:v>139</c:v>
                </c:pt>
                <c:pt idx="134">
                  <c:v>140</c:v>
                </c:pt>
                <c:pt idx="135">
                  <c:v>141</c:v>
                </c:pt>
                <c:pt idx="136">
                  <c:v>142</c:v>
                </c:pt>
                <c:pt idx="137">
                  <c:v>143</c:v>
                </c:pt>
                <c:pt idx="138">
                  <c:v>144</c:v>
                </c:pt>
                <c:pt idx="139">
                  <c:v>145</c:v>
                </c:pt>
                <c:pt idx="140">
                  <c:v>146</c:v>
                </c:pt>
                <c:pt idx="141">
                  <c:v>147</c:v>
                </c:pt>
                <c:pt idx="142">
                  <c:v>148</c:v>
                </c:pt>
                <c:pt idx="143">
                  <c:v>149</c:v>
                </c:pt>
                <c:pt idx="144">
                  <c:v>150</c:v>
                </c:pt>
                <c:pt idx="145">
                  <c:v>151</c:v>
                </c:pt>
                <c:pt idx="146">
                  <c:v>152</c:v>
                </c:pt>
                <c:pt idx="147">
                  <c:v>153</c:v>
                </c:pt>
                <c:pt idx="148">
                  <c:v>154</c:v>
                </c:pt>
                <c:pt idx="149">
                  <c:v>155</c:v>
                </c:pt>
                <c:pt idx="150">
                  <c:v>156</c:v>
                </c:pt>
                <c:pt idx="151">
                  <c:v>157</c:v>
                </c:pt>
                <c:pt idx="152">
                  <c:v>158</c:v>
                </c:pt>
                <c:pt idx="153">
                  <c:v>159</c:v>
                </c:pt>
                <c:pt idx="154">
                  <c:v>160</c:v>
                </c:pt>
                <c:pt idx="155">
                  <c:v>161</c:v>
                </c:pt>
                <c:pt idx="156">
                  <c:v>162</c:v>
                </c:pt>
                <c:pt idx="157">
                  <c:v>163</c:v>
                </c:pt>
                <c:pt idx="158">
                  <c:v>164</c:v>
                </c:pt>
                <c:pt idx="159">
                  <c:v>165</c:v>
                </c:pt>
                <c:pt idx="160">
                  <c:v>166</c:v>
                </c:pt>
                <c:pt idx="161">
                  <c:v>167</c:v>
                </c:pt>
                <c:pt idx="162">
                  <c:v>168</c:v>
                </c:pt>
                <c:pt idx="163">
                  <c:v>169</c:v>
                </c:pt>
                <c:pt idx="164">
                  <c:v>170</c:v>
                </c:pt>
                <c:pt idx="165">
                  <c:v>171</c:v>
                </c:pt>
                <c:pt idx="166">
                  <c:v>172</c:v>
                </c:pt>
                <c:pt idx="167">
                  <c:v>173</c:v>
                </c:pt>
                <c:pt idx="168">
                  <c:v>174</c:v>
                </c:pt>
                <c:pt idx="169">
                  <c:v>175</c:v>
                </c:pt>
                <c:pt idx="170">
                  <c:v>176</c:v>
                </c:pt>
                <c:pt idx="171">
                  <c:v>177</c:v>
                </c:pt>
                <c:pt idx="172">
                  <c:v>178</c:v>
                </c:pt>
                <c:pt idx="173">
                  <c:v>179</c:v>
                </c:pt>
                <c:pt idx="174">
                  <c:v>180</c:v>
                </c:pt>
                <c:pt idx="175">
                  <c:v>181</c:v>
                </c:pt>
                <c:pt idx="176">
                  <c:v>182</c:v>
                </c:pt>
                <c:pt idx="177">
                  <c:v>183</c:v>
                </c:pt>
                <c:pt idx="178">
                  <c:v>184</c:v>
                </c:pt>
                <c:pt idx="179">
                  <c:v>185</c:v>
                </c:pt>
                <c:pt idx="180">
                  <c:v>186</c:v>
                </c:pt>
                <c:pt idx="181">
                  <c:v>187</c:v>
                </c:pt>
                <c:pt idx="182">
                  <c:v>188</c:v>
                </c:pt>
                <c:pt idx="183">
                  <c:v>189</c:v>
                </c:pt>
                <c:pt idx="184">
                  <c:v>190</c:v>
                </c:pt>
                <c:pt idx="185">
                  <c:v>191</c:v>
                </c:pt>
                <c:pt idx="186">
                  <c:v>193</c:v>
                </c:pt>
                <c:pt idx="187">
                  <c:v>194</c:v>
                </c:pt>
                <c:pt idx="188">
                  <c:v>195</c:v>
                </c:pt>
                <c:pt idx="189">
                  <c:v>196</c:v>
                </c:pt>
                <c:pt idx="190">
                  <c:v>197</c:v>
                </c:pt>
                <c:pt idx="191">
                  <c:v>198</c:v>
                </c:pt>
                <c:pt idx="192">
                  <c:v>199</c:v>
                </c:pt>
                <c:pt idx="193">
                  <c:v>200</c:v>
                </c:pt>
                <c:pt idx="194">
                  <c:v>201</c:v>
                </c:pt>
                <c:pt idx="195">
                  <c:v>202</c:v>
                </c:pt>
                <c:pt idx="196">
                  <c:v>203</c:v>
                </c:pt>
                <c:pt idx="197">
                  <c:v>204</c:v>
                </c:pt>
                <c:pt idx="198">
                  <c:v>205</c:v>
                </c:pt>
                <c:pt idx="199">
                  <c:v>206</c:v>
                </c:pt>
                <c:pt idx="200">
                  <c:v>207</c:v>
                </c:pt>
                <c:pt idx="201">
                  <c:v>208</c:v>
                </c:pt>
                <c:pt idx="202">
                  <c:v>209</c:v>
                </c:pt>
                <c:pt idx="203">
                  <c:v>210</c:v>
                </c:pt>
                <c:pt idx="204">
                  <c:v>211</c:v>
                </c:pt>
                <c:pt idx="205">
                  <c:v>212</c:v>
                </c:pt>
                <c:pt idx="206">
                  <c:v>213</c:v>
                </c:pt>
                <c:pt idx="207">
                  <c:v>214</c:v>
                </c:pt>
                <c:pt idx="208">
                  <c:v>215</c:v>
                </c:pt>
                <c:pt idx="209">
                  <c:v>216</c:v>
                </c:pt>
                <c:pt idx="210">
                  <c:v>217</c:v>
                </c:pt>
                <c:pt idx="211">
                  <c:v>218</c:v>
                </c:pt>
                <c:pt idx="212">
                  <c:v>219</c:v>
                </c:pt>
                <c:pt idx="213">
                  <c:v>220</c:v>
                </c:pt>
                <c:pt idx="214">
                  <c:v>222</c:v>
                </c:pt>
                <c:pt idx="215">
                  <c:v>223</c:v>
                </c:pt>
                <c:pt idx="216">
                  <c:v>224</c:v>
                </c:pt>
                <c:pt idx="217">
                  <c:v>225</c:v>
                </c:pt>
                <c:pt idx="218">
                  <c:v>226</c:v>
                </c:pt>
                <c:pt idx="219">
                  <c:v>227</c:v>
                </c:pt>
                <c:pt idx="220">
                  <c:v>228</c:v>
                </c:pt>
                <c:pt idx="221">
                  <c:v>229</c:v>
                </c:pt>
                <c:pt idx="222">
                  <c:v>230</c:v>
                </c:pt>
                <c:pt idx="223">
                  <c:v>231</c:v>
                </c:pt>
                <c:pt idx="224">
                  <c:v>232</c:v>
                </c:pt>
                <c:pt idx="225">
                  <c:v>233</c:v>
                </c:pt>
                <c:pt idx="226">
                  <c:v>234</c:v>
                </c:pt>
                <c:pt idx="227">
                  <c:v>235</c:v>
                </c:pt>
                <c:pt idx="228">
                  <c:v>236</c:v>
                </c:pt>
                <c:pt idx="229">
                  <c:v>237</c:v>
                </c:pt>
                <c:pt idx="230">
                  <c:v>238</c:v>
                </c:pt>
                <c:pt idx="231">
                  <c:v>239</c:v>
                </c:pt>
                <c:pt idx="232">
                  <c:v>240</c:v>
                </c:pt>
                <c:pt idx="233">
                  <c:v>241</c:v>
                </c:pt>
                <c:pt idx="234">
                  <c:v>242</c:v>
                </c:pt>
                <c:pt idx="235">
                  <c:v>243</c:v>
                </c:pt>
                <c:pt idx="236">
                  <c:v>244</c:v>
                </c:pt>
                <c:pt idx="237">
                  <c:v>245</c:v>
                </c:pt>
                <c:pt idx="238">
                  <c:v>246</c:v>
                </c:pt>
                <c:pt idx="239">
                  <c:v>247</c:v>
                </c:pt>
                <c:pt idx="240">
                  <c:v>248</c:v>
                </c:pt>
                <c:pt idx="241">
                  <c:v>249</c:v>
                </c:pt>
                <c:pt idx="242">
                  <c:v>250</c:v>
                </c:pt>
                <c:pt idx="243">
                  <c:v>251</c:v>
                </c:pt>
                <c:pt idx="244">
                  <c:v>252</c:v>
                </c:pt>
                <c:pt idx="245">
                  <c:v>253</c:v>
                </c:pt>
                <c:pt idx="246">
                  <c:v>254</c:v>
                </c:pt>
                <c:pt idx="247">
                  <c:v>255</c:v>
                </c:pt>
                <c:pt idx="248">
                  <c:v>256</c:v>
                </c:pt>
                <c:pt idx="249">
                  <c:v>257</c:v>
                </c:pt>
                <c:pt idx="250">
                  <c:v>258</c:v>
                </c:pt>
                <c:pt idx="251">
                  <c:v>260</c:v>
                </c:pt>
                <c:pt idx="252">
                  <c:v>261</c:v>
                </c:pt>
                <c:pt idx="253">
                  <c:v>262</c:v>
                </c:pt>
                <c:pt idx="254">
                  <c:v>263</c:v>
                </c:pt>
                <c:pt idx="255">
                  <c:v>264</c:v>
                </c:pt>
                <c:pt idx="256">
                  <c:v>265</c:v>
                </c:pt>
                <c:pt idx="257">
                  <c:v>266</c:v>
                </c:pt>
                <c:pt idx="258">
                  <c:v>267</c:v>
                </c:pt>
                <c:pt idx="259">
                  <c:v>268</c:v>
                </c:pt>
                <c:pt idx="260">
                  <c:v>269</c:v>
                </c:pt>
                <c:pt idx="261">
                  <c:v>270</c:v>
                </c:pt>
                <c:pt idx="262">
                  <c:v>271</c:v>
                </c:pt>
                <c:pt idx="263">
                  <c:v>272</c:v>
                </c:pt>
                <c:pt idx="264">
                  <c:v>273</c:v>
                </c:pt>
                <c:pt idx="265">
                  <c:v>274</c:v>
                </c:pt>
                <c:pt idx="266">
                  <c:v>275</c:v>
                </c:pt>
                <c:pt idx="267">
                  <c:v>276</c:v>
                </c:pt>
                <c:pt idx="268">
                  <c:v>277</c:v>
                </c:pt>
                <c:pt idx="269">
                  <c:v>278</c:v>
                </c:pt>
                <c:pt idx="270">
                  <c:v>279</c:v>
                </c:pt>
                <c:pt idx="271">
                  <c:v>280</c:v>
                </c:pt>
                <c:pt idx="272">
                  <c:v>281</c:v>
                </c:pt>
                <c:pt idx="273">
                  <c:v>282</c:v>
                </c:pt>
                <c:pt idx="274">
                  <c:v>283</c:v>
                </c:pt>
                <c:pt idx="275">
                  <c:v>284</c:v>
                </c:pt>
                <c:pt idx="276">
                  <c:v>285</c:v>
                </c:pt>
                <c:pt idx="277">
                  <c:v>286</c:v>
                </c:pt>
                <c:pt idx="278">
                  <c:v>287</c:v>
                </c:pt>
                <c:pt idx="279">
                  <c:v>288</c:v>
                </c:pt>
                <c:pt idx="280">
                  <c:v>289</c:v>
                </c:pt>
                <c:pt idx="281">
                  <c:v>290</c:v>
                </c:pt>
                <c:pt idx="282">
                  <c:v>291</c:v>
                </c:pt>
                <c:pt idx="283">
                  <c:v>292</c:v>
                </c:pt>
                <c:pt idx="284">
                  <c:v>293</c:v>
                </c:pt>
                <c:pt idx="285">
                  <c:v>295</c:v>
                </c:pt>
                <c:pt idx="286">
                  <c:v>296</c:v>
                </c:pt>
                <c:pt idx="287">
                  <c:v>297</c:v>
                </c:pt>
                <c:pt idx="288">
                  <c:v>298</c:v>
                </c:pt>
                <c:pt idx="289">
                  <c:v>299</c:v>
                </c:pt>
                <c:pt idx="290">
                  <c:v>300</c:v>
                </c:pt>
                <c:pt idx="291">
                  <c:v>301</c:v>
                </c:pt>
                <c:pt idx="292">
                  <c:v>302</c:v>
                </c:pt>
                <c:pt idx="293">
                  <c:v>303</c:v>
                </c:pt>
                <c:pt idx="294">
                  <c:v>304</c:v>
                </c:pt>
                <c:pt idx="295">
                  <c:v>305</c:v>
                </c:pt>
                <c:pt idx="296">
                  <c:v>306</c:v>
                </c:pt>
                <c:pt idx="297">
                  <c:v>307</c:v>
                </c:pt>
                <c:pt idx="298">
                  <c:v>308</c:v>
                </c:pt>
                <c:pt idx="299">
                  <c:v>309</c:v>
                </c:pt>
                <c:pt idx="300">
                  <c:v>310</c:v>
                </c:pt>
                <c:pt idx="301">
                  <c:v>311</c:v>
                </c:pt>
                <c:pt idx="302">
                  <c:v>312</c:v>
                </c:pt>
                <c:pt idx="303">
                  <c:v>313</c:v>
                </c:pt>
                <c:pt idx="304">
                  <c:v>314</c:v>
                </c:pt>
                <c:pt idx="305">
                  <c:v>315</c:v>
                </c:pt>
                <c:pt idx="306">
                  <c:v>316</c:v>
                </c:pt>
                <c:pt idx="307">
                  <c:v>317</c:v>
                </c:pt>
                <c:pt idx="308">
                  <c:v>318</c:v>
                </c:pt>
                <c:pt idx="309">
                  <c:v>319</c:v>
                </c:pt>
                <c:pt idx="310">
                  <c:v>320</c:v>
                </c:pt>
                <c:pt idx="311">
                  <c:v>321</c:v>
                </c:pt>
                <c:pt idx="312">
                  <c:v>322</c:v>
                </c:pt>
                <c:pt idx="313">
                  <c:v>323</c:v>
                </c:pt>
                <c:pt idx="314">
                  <c:v>324</c:v>
                </c:pt>
                <c:pt idx="315">
                  <c:v>325</c:v>
                </c:pt>
                <c:pt idx="316">
                  <c:v>326</c:v>
                </c:pt>
                <c:pt idx="317">
                  <c:v>327</c:v>
                </c:pt>
                <c:pt idx="318">
                  <c:v>328</c:v>
                </c:pt>
                <c:pt idx="319">
                  <c:v>329</c:v>
                </c:pt>
                <c:pt idx="320">
                  <c:v>330</c:v>
                </c:pt>
                <c:pt idx="321">
                  <c:v>331</c:v>
                </c:pt>
                <c:pt idx="322">
                  <c:v>332</c:v>
                </c:pt>
                <c:pt idx="323">
                  <c:v>333</c:v>
                </c:pt>
                <c:pt idx="324">
                  <c:v>334</c:v>
                </c:pt>
                <c:pt idx="325">
                  <c:v>335</c:v>
                </c:pt>
                <c:pt idx="326">
                  <c:v>336</c:v>
                </c:pt>
                <c:pt idx="327">
                  <c:v>337</c:v>
                </c:pt>
                <c:pt idx="328">
                  <c:v>338</c:v>
                </c:pt>
                <c:pt idx="329">
                  <c:v>339</c:v>
                </c:pt>
                <c:pt idx="330">
                  <c:v>340</c:v>
                </c:pt>
                <c:pt idx="331">
                  <c:v>341</c:v>
                </c:pt>
                <c:pt idx="332">
                  <c:v>342</c:v>
                </c:pt>
                <c:pt idx="333">
                  <c:v>343</c:v>
                </c:pt>
                <c:pt idx="334">
                  <c:v>344</c:v>
                </c:pt>
                <c:pt idx="335">
                  <c:v>346</c:v>
                </c:pt>
                <c:pt idx="336">
                  <c:v>347</c:v>
                </c:pt>
                <c:pt idx="337">
                  <c:v>348</c:v>
                </c:pt>
                <c:pt idx="338">
                  <c:v>349</c:v>
                </c:pt>
                <c:pt idx="339">
                  <c:v>350</c:v>
                </c:pt>
                <c:pt idx="340">
                  <c:v>351</c:v>
                </c:pt>
                <c:pt idx="341">
                  <c:v>352</c:v>
                </c:pt>
                <c:pt idx="342">
                  <c:v>353</c:v>
                </c:pt>
                <c:pt idx="343">
                  <c:v>354</c:v>
                </c:pt>
                <c:pt idx="344">
                  <c:v>355</c:v>
                </c:pt>
                <c:pt idx="345">
                  <c:v>356</c:v>
                </c:pt>
                <c:pt idx="346">
                  <c:v>357</c:v>
                </c:pt>
                <c:pt idx="347">
                  <c:v>358</c:v>
                </c:pt>
                <c:pt idx="348">
                  <c:v>359</c:v>
                </c:pt>
                <c:pt idx="349">
                  <c:v>360</c:v>
                </c:pt>
                <c:pt idx="350">
                  <c:v>361</c:v>
                </c:pt>
                <c:pt idx="351">
                  <c:v>362</c:v>
                </c:pt>
                <c:pt idx="352">
                  <c:v>363</c:v>
                </c:pt>
                <c:pt idx="353">
                  <c:v>364</c:v>
                </c:pt>
                <c:pt idx="354">
                  <c:v>365</c:v>
                </c:pt>
                <c:pt idx="355">
                  <c:v>366</c:v>
                </c:pt>
                <c:pt idx="356">
                  <c:v>367</c:v>
                </c:pt>
                <c:pt idx="357">
                  <c:v>368</c:v>
                </c:pt>
                <c:pt idx="358">
                  <c:v>369</c:v>
                </c:pt>
                <c:pt idx="359">
                  <c:v>370</c:v>
                </c:pt>
                <c:pt idx="360">
                  <c:v>371</c:v>
                </c:pt>
                <c:pt idx="361">
                  <c:v>372</c:v>
                </c:pt>
                <c:pt idx="362">
                  <c:v>373</c:v>
                </c:pt>
                <c:pt idx="363">
                  <c:v>374</c:v>
                </c:pt>
                <c:pt idx="364">
                  <c:v>375</c:v>
                </c:pt>
                <c:pt idx="365">
                  <c:v>376</c:v>
                </c:pt>
                <c:pt idx="366">
                  <c:v>377</c:v>
                </c:pt>
                <c:pt idx="367">
                  <c:v>378</c:v>
                </c:pt>
                <c:pt idx="368">
                  <c:v>379</c:v>
                </c:pt>
                <c:pt idx="369">
                  <c:v>380</c:v>
                </c:pt>
                <c:pt idx="370">
                  <c:v>381</c:v>
                </c:pt>
                <c:pt idx="371">
                  <c:v>382</c:v>
                </c:pt>
                <c:pt idx="372">
                  <c:v>383</c:v>
                </c:pt>
                <c:pt idx="373">
                  <c:v>384</c:v>
                </c:pt>
                <c:pt idx="374">
                  <c:v>385</c:v>
                </c:pt>
                <c:pt idx="375">
                  <c:v>386</c:v>
                </c:pt>
                <c:pt idx="376">
                  <c:v>388</c:v>
                </c:pt>
                <c:pt idx="377">
                  <c:v>389</c:v>
                </c:pt>
                <c:pt idx="378">
                  <c:v>390</c:v>
                </c:pt>
                <c:pt idx="379">
                  <c:v>391</c:v>
                </c:pt>
              </c:numCache>
            </c:numRef>
          </c:xVal>
          <c:yVal>
            <c:numRef>
              <c:f>'Chart Data'!$R$2:$R$381</c:f>
              <c:numCache>
                <c:formatCode>0</c:formatCode>
                <c:ptCount val="380"/>
                <c:pt idx="0">
                  <c:v>33</c:v>
                </c:pt>
                <c:pt idx="1">
                  <c:v>106</c:v>
                </c:pt>
                <c:pt idx="2">
                  <c:v>9</c:v>
                </c:pt>
                <c:pt idx="3">
                  <c:v>23</c:v>
                </c:pt>
                <c:pt idx="4">
                  <c:v>14</c:v>
                </c:pt>
                <c:pt idx="5">
                  <c:v>28</c:v>
                </c:pt>
                <c:pt idx="6">
                  <c:v>19</c:v>
                </c:pt>
                <c:pt idx="7">
                  <c:v>21</c:v>
                </c:pt>
                <c:pt idx="8">
                  <c:v>16</c:v>
                </c:pt>
                <c:pt idx="9">
                  <c:v>805</c:v>
                </c:pt>
                <c:pt idx="10">
                  <c:v>38</c:v>
                </c:pt>
                <c:pt idx="11">
                  <c:v>14</c:v>
                </c:pt>
                <c:pt idx="12">
                  <c:v>26</c:v>
                </c:pt>
                <c:pt idx="13">
                  <c:v>28</c:v>
                </c:pt>
                <c:pt idx="14">
                  <c:v>433</c:v>
                </c:pt>
                <c:pt idx="15">
                  <c:v>11</c:v>
                </c:pt>
                <c:pt idx="16">
                  <c:v>58</c:v>
                </c:pt>
                <c:pt idx="17">
                  <c:v>22</c:v>
                </c:pt>
                <c:pt idx="18">
                  <c:v>14</c:v>
                </c:pt>
                <c:pt idx="19">
                  <c:v>14</c:v>
                </c:pt>
                <c:pt idx="20">
                  <c:v>170</c:v>
                </c:pt>
                <c:pt idx="21">
                  <c:v>29</c:v>
                </c:pt>
                <c:pt idx="22">
                  <c:v>20</c:v>
                </c:pt>
                <c:pt idx="23">
                  <c:v>28</c:v>
                </c:pt>
                <c:pt idx="24">
                  <c:v>22</c:v>
                </c:pt>
                <c:pt idx="25">
                  <c:v>11</c:v>
                </c:pt>
                <c:pt idx="26">
                  <c:v>22</c:v>
                </c:pt>
                <c:pt idx="27">
                  <c:v>578</c:v>
                </c:pt>
                <c:pt idx="28">
                  <c:v>22</c:v>
                </c:pt>
                <c:pt idx="29">
                  <c:v>18</c:v>
                </c:pt>
                <c:pt idx="30">
                  <c:v>49</c:v>
                </c:pt>
                <c:pt idx="31">
                  <c:v>31</c:v>
                </c:pt>
                <c:pt idx="32">
                  <c:v>20</c:v>
                </c:pt>
                <c:pt idx="33">
                  <c:v>19</c:v>
                </c:pt>
                <c:pt idx="34">
                  <c:v>23</c:v>
                </c:pt>
                <c:pt idx="35">
                  <c:v>14</c:v>
                </c:pt>
                <c:pt idx="36">
                  <c:v>136</c:v>
                </c:pt>
                <c:pt idx="37">
                  <c:v>18</c:v>
                </c:pt>
                <c:pt idx="38">
                  <c:v>96</c:v>
                </c:pt>
                <c:pt idx="39">
                  <c:v>24</c:v>
                </c:pt>
                <c:pt idx="40">
                  <c:v>36</c:v>
                </c:pt>
                <c:pt idx="41">
                  <c:v>19</c:v>
                </c:pt>
                <c:pt idx="42">
                  <c:v>68</c:v>
                </c:pt>
                <c:pt idx="43">
                  <c:v>17</c:v>
                </c:pt>
                <c:pt idx="44">
                  <c:v>20</c:v>
                </c:pt>
                <c:pt idx="45">
                  <c:v>21</c:v>
                </c:pt>
                <c:pt idx="46">
                  <c:v>7</c:v>
                </c:pt>
                <c:pt idx="47">
                  <c:v>23</c:v>
                </c:pt>
                <c:pt idx="48">
                  <c:v>247</c:v>
                </c:pt>
                <c:pt idx="49">
                  <c:v>275</c:v>
                </c:pt>
                <c:pt idx="50">
                  <c:v>10</c:v>
                </c:pt>
                <c:pt idx="51">
                  <c:v>11</c:v>
                </c:pt>
                <c:pt idx="52">
                  <c:v>9</c:v>
                </c:pt>
                <c:pt idx="53">
                  <c:v>17</c:v>
                </c:pt>
                <c:pt idx="54">
                  <c:v>12</c:v>
                </c:pt>
                <c:pt idx="55">
                  <c:v>34</c:v>
                </c:pt>
                <c:pt idx="56">
                  <c:v>83</c:v>
                </c:pt>
                <c:pt idx="57">
                  <c:v>19</c:v>
                </c:pt>
                <c:pt idx="58">
                  <c:v>15</c:v>
                </c:pt>
                <c:pt idx="59">
                  <c:v>19</c:v>
                </c:pt>
                <c:pt idx="60">
                  <c:v>28</c:v>
                </c:pt>
                <c:pt idx="61">
                  <c:v>540</c:v>
                </c:pt>
                <c:pt idx="62">
                  <c:v>31</c:v>
                </c:pt>
                <c:pt idx="63">
                  <c:v>34</c:v>
                </c:pt>
                <c:pt idx="64">
                  <c:v>26</c:v>
                </c:pt>
                <c:pt idx="65">
                  <c:v>25</c:v>
                </c:pt>
                <c:pt idx="66">
                  <c:v>29</c:v>
                </c:pt>
                <c:pt idx="67">
                  <c:v>353</c:v>
                </c:pt>
                <c:pt idx="68">
                  <c:v>27</c:v>
                </c:pt>
                <c:pt idx="69">
                  <c:v>32</c:v>
                </c:pt>
                <c:pt idx="70">
                  <c:v>22</c:v>
                </c:pt>
                <c:pt idx="71">
                  <c:v>214</c:v>
                </c:pt>
                <c:pt idx="72">
                  <c:v>16</c:v>
                </c:pt>
                <c:pt idx="73">
                  <c:v>14</c:v>
                </c:pt>
                <c:pt idx="74">
                  <c:v>19</c:v>
                </c:pt>
                <c:pt idx="75">
                  <c:v>98</c:v>
                </c:pt>
                <c:pt idx="76">
                  <c:v>55</c:v>
                </c:pt>
                <c:pt idx="77">
                  <c:v>408</c:v>
                </c:pt>
                <c:pt idx="78">
                  <c:v>294</c:v>
                </c:pt>
                <c:pt idx="79">
                  <c:v>95</c:v>
                </c:pt>
                <c:pt idx="80">
                  <c:v>10</c:v>
                </c:pt>
                <c:pt idx="81">
                  <c:v>9</c:v>
                </c:pt>
                <c:pt idx="82">
                  <c:v>15</c:v>
                </c:pt>
                <c:pt idx="83">
                  <c:v>33</c:v>
                </c:pt>
                <c:pt idx="84">
                  <c:v>168</c:v>
                </c:pt>
                <c:pt idx="85">
                  <c:v>27</c:v>
                </c:pt>
                <c:pt idx="86">
                  <c:v>20</c:v>
                </c:pt>
                <c:pt idx="87">
                  <c:v>16</c:v>
                </c:pt>
                <c:pt idx="88">
                  <c:v>19</c:v>
                </c:pt>
                <c:pt idx="89">
                  <c:v>25</c:v>
                </c:pt>
                <c:pt idx="90">
                  <c:v>318</c:v>
                </c:pt>
                <c:pt idx="91">
                  <c:v>20</c:v>
                </c:pt>
                <c:pt idx="92">
                  <c:v>16</c:v>
                </c:pt>
                <c:pt idx="93">
                  <c:v>603</c:v>
                </c:pt>
                <c:pt idx="94">
                  <c:v>59</c:v>
                </c:pt>
                <c:pt idx="95">
                  <c:v>135</c:v>
                </c:pt>
                <c:pt idx="96">
                  <c:v>48</c:v>
                </c:pt>
                <c:pt idx="97">
                  <c:v>110</c:v>
                </c:pt>
                <c:pt idx="98">
                  <c:v>23</c:v>
                </c:pt>
                <c:pt idx="99">
                  <c:v>73</c:v>
                </c:pt>
                <c:pt idx="100">
                  <c:v>15</c:v>
                </c:pt>
                <c:pt idx="101">
                  <c:v>207</c:v>
                </c:pt>
                <c:pt idx="102">
                  <c:v>52</c:v>
                </c:pt>
                <c:pt idx="103">
                  <c:v>116</c:v>
                </c:pt>
                <c:pt idx="104">
                  <c:v>23</c:v>
                </c:pt>
                <c:pt idx="105">
                  <c:v>9</c:v>
                </c:pt>
                <c:pt idx="106">
                  <c:v>24</c:v>
                </c:pt>
                <c:pt idx="107">
                  <c:v>46</c:v>
                </c:pt>
                <c:pt idx="108">
                  <c:v>18</c:v>
                </c:pt>
                <c:pt idx="109">
                  <c:v>12</c:v>
                </c:pt>
                <c:pt idx="110">
                  <c:v>17</c:v>
                </c:pt>
                <c:pt idx="111">
                  <c:v>109</c:v>
                </c:pt>
                <c:pt idx="112">
                  <c:v>240</c:v>
                </c:pt>
                <c:pt idx="113">
                  <c:v>132</c:v>
                </c:pt>
                <c:pt idx="114">
                  <c:v>11</c:v>
                </c:pt>
                <c:pt idx="115">
                  <c:v>18</c:v>
                </c:pt>
                <c:pt idx="116">
                  <c:v>14</c:v>
                </c:pt>
                <c:pt idx="117">
                  <c:v>136</c:v>
                </c:pt>
                <c:pt idx="118">
                  <c:v>37</c:v>
                </c:pt>
                <c:pt idx="119">
                  <c:v>137</c:v>
                </c:pt>
                <c:pt idx="120">
                  <c:v>15</c:v>
                </c:pt>
                <c:pt idx="121">
                  <c:v>13</c:v>
                </c:pt>
                <c:pt idx="122">
                  <c:v>24</c:v>
                </c:pt>
                <c:pt idx="123">
                  <c:v>16</c:v>
                </c:pt>
                <c:pt idx="124">
                  <c:v>33</c:v>
                </c:pt>
                <c:pt idx="125">
                  <c:v>88</c:v>
                </c:pt>
                <c:pt idx="126">
                  <c:v>15</c:v>
                </c:pt>
                <c:pt idx="127">
                  <c:v>25</c:v>
                </c:pt>
                <c:pt idx="128">
                  <c:v>28</c:v>
                </c:pt>
                <c:pt idx="129">
                  <c:v>38</c:v>
                </c:pt>
                <c:pt idx="130">
                  <c:v>206</c:v>
                </c:pt>
                <c:pt idx="131">
                  <c:v>660</c:v>
                </c:pt>
                <c:pt idx="132">
                  <c:v>595</c:v>
                </c:pt>
                <c:pt idx="133">
                  <c:v>241</c:v>
                </c:pt>
                <c:pt idx="134">
                  <c:v>339</c:v>
                </c:pt>
                <c:pt idx="135">
                  <c:v>20</c:v>
                </c:pt>
                <c:pt idx="136">
                  <c:v>601</c:v>
                </c:pt>
                <c:pt idx="137">
                  <c:v>14</c:v>
                </c:pt>
                <c:pt idx="138">
                  <c:v>138</c:v>
                </c:pt>
                <c:pt idx="139">
                  <c:v>34</c:v>
                </c:pt>
                <c:pt idx="140">
                  <c:v>17</c:v>
                </c:pt>
                <c:pt idx="141">
                  <c:v>13</c:v>
                </c:pt>
                <c:pt idx="142">
                  <c:v>31</c:v>
                </c:pt>
                <c:pt idx="143">
                  <c:v>11</c:v>
                </c:pt>
                <c:pt idx="144">
                  <c:v>18</c:v>
                </c:pt>
                <c:pt idx="145">
                  <c:v>28</c:v>
                </c:pt>
                <c:pt idx="146">
                  <c:v>14</c:v>
                </c:pt>
                <c:pt idx="147">
                  <c:v>14</c:v>
                </c:pt>
                <c:pt idx="148">
                  <c:v>29</c:v>
                </c:pt>
                <c:pt idx="149">
                  <c:v>192</c:v>
                </c:pt>
                <c:pt idx="150">
                  <c:v>24</c:v>
                </c:pt>
                <c:pt idx="151">
                  <c:v>31</c:v>
                </c:pt>
                <c:pt idx="152">
                  <c:v>104</c:v>
                </c:pt>
                <c:pt idx="153">
                  <c:v>209</c:v>
                </c:pt>
                <c:pt idx="154">
                  <c:v>22</c:v>
                </c:pt>
                <c:pt idx="155">
                  <c:v>32</c:v>
                </c:pt>
                <c:pt idx="156">
                  <c:v>11</c:v>
                </c:pt>
                <c:pt idx="157">
                  <c:v>50</c:v>
                </c:pt>
                <c:pt idx="158">
                  <c:v>29</c:v>
                </c:pt>
                <c:pt idx="159">
                  <c:v>20</c:v>
                </c:pt>
                <c:pt idx="160">
                  <c:v>125</c:v>
                </c:pt>
                <c:pt idx="161">
                  <c:v>11</c:v>
                </c:pt>
                <c:pt idx="162">
                  <c:v>163</c:v>
                </c:pt>
                <c:pt idx="163">
                  <c:v>22</c:v>
                </c:pt>
                <c:pt idx="164">
                  <c:v>18</c:v>
                </c:pt>
                <c:pt idx="165">
                  <c:v>30</c:v>
                </c:pt>
                <c:pt idx="166">
                  <c:v>19</c:v>
                </c:pt>
                <c:pt idx="167">
                  <c:v>34</c:v>
                </c:pt>
                <c:pt idx="168">
                  <c:v>40</c:v>
                </c:pt>
                <c:pt idx="169">
                  <c:v>22</c:v>
                </c:pt>
                <c:pt idx="170">
                  <c:v>39</c:v>
                </c:pt>
                <c:pt idx="171">
                  <c:v>342</c:v>
                </c:pt>
                <c:pt idx="172">
                  <c:v>62</c:v>
                </c:pt>
                <c:pt idx="173">
                  <c:v>31</c:v>
                </c:pt>
                <c:pt idx="174">
                  <c:v>52</c:v>
                </c:pt>
                <c:pt idx="175">
                  <c:v>32</c:v>
                </c:pt>
                <c:pt idx="176">
                  <c:v>49</c:v>
                </c:pt>
                <c:pt idx="177">
                  <c:v>86</c:v>
                </c:pt>
                <c:pt idx="178">
                  <c:v>18</c:v>
                </c:pt>
                <c:pt idx="179">
                  <c:v>40</c:v>
                </c:pt>
                <c:pt idx="180">
                  <c:v>51</c:v>
                </c:pt>
                <c:pt idx="181">
                  <c:v>16</c:v>
                </c:pt>
                <c:pt idx="182">
                  <c:v>30</c:v>
                </c:pt>
                <c:pt idx="183">
                  <c:v>24</c:v>
                </c:pt>
                <c:pt idx="184">
                  <c:v>38</c:v>
                </c:pt>
                <c:pt idx="185">
                  <c:v>42</c:v>
                </c:pt>
                <c:pt idx="186">
                  <c:v>31</c:v>
                </c:pt>
                <c:pt idx="187">
                  <c:v>78</c:v>
                </c:pt>
                <c:pt idx="188">
                  <c:v>17</c:v>
                </c:pt>
                <c:pt idx="189">
                  <c:v>58</c:v>
                </c:pt>
                <c:pt idx="190">
                  <c:v>14</c:v>
                </c:pt>
                <c:pt idx="191">
                  <c:v>24</c:v>
                </c:pt>
                <c:pt idx="192">
                  <c:v>25</c:v>
                </c:pt>
                <c:pt idx="193">
                  <c:v>323</c:v>
                </c:pt>
                <c:pt idx="194">
                  <c:v>24</c:v>
                </c:pt>
                <c:pt idx="195">
                  <c:v>28</c:v>
                </c:pt>
                <c:pt idx="196">
                  <c:v>182</c:v>
                </c:pt>
                <c:pt idx="197">
                  <c:v>19</c:v>
                </c:pt>
                <c:pt idx="198">
                  <c:v>110</c:v>
                </c:pt>
                <c:pt idx="199">
                  <c:v>20</c:v>
                </c:pt>
                <c:pt idx="200">
                  <c:v>122</c:v>
                </c:pt>
                <c:pt idx="201">
                  <c:v>17</c:v>
                </c:pt>
                <c:pt idx="202">
                  <c:v>24</c:v>
                </c:pt>
                <c:pt idx="203">
                  <c:v>15</c:v>
                </c:pt>
                <c:pt idx="204">
                  <c:v>13</c:v>
                </c:pt>
                <c:pt idx="205">
                  <c:v>15</c:v>
                </c:pt>
                <c:pt idx="206">
                  <c:v>13</c:v>
                </c:pt>
                <c:pt idx="207">
                  <c:v>45</c:v>
                </c:pt>
                <c:pt idx="208">
                  <c:v>16</c:v>
                </c:pt>
                <c:pt idx="209">
                  <c:v>26</c:v>
                </c:pt>
                <c:pt idx="210">
                  <c:v>9</c:v>
                </c:pt>
                <c:pt idx="211">
                  <c:v>15</c:v>
                </c:pt>
                <c:pt idx="212">
                  <c:v>9</c:v>
                </c:pt>
                <c:pt idx="213">
                  <c:v>11</c:v>
                </c:pt>
                <c:pt idx="214">
                  <c:v>33</c:v>
                </c:pt>
                <c:pt idx="215">
                  <c:v>74</c:v>
                </c:pt>
                <c:pt idx="216">
                  <c:v>14</c:v>
                </c:pt>
                <c:pt idx="217">
                  <c:v>20</c:v>
                </c:pt>
                <c:pt idx="218">
                  <c:v>16</c:v>
                </c:pt>
                <c:pt idx="219">
                  <c:v>17</c:v>
                </c:pt>
                <c:pt idx="220">
                  <c:v>28</c:v>
                </c:pt>
                <c:pt idx="221">
                  <c:v>65</c:v>
                </c:pt>
                <c:pt idx="222">
                  <c:v>579</c:v>
                </c:pt>
                <c:pt idx="223">
                  <c:v>61</c:v>
                </c:pt>
                <c:pt idx="224">
                  <c:v>294</c:v>
                </c:pt>
                <c:pt idx="225">
                  <c:v>38</c:v>
                </c:pt>
                <c:pt idx="226">
                  <c:v>22</c:v>
                </c:pt>
                <c:pt idx="227">
                  <c:v>142</c:v>
                </c:pt>
                <c:pt idx="228">
                  <c:v>198</c:v>
                </c:pt>
                <c:pt idx="229">
                  <c:v>26</c:v>
                </c:pt>
                <c:pt idx="230">
                  <c:v>16</c:v>
                </c:pt>
                <c:pt idx="231">
                  <c:v>26</c:v>
                </c:pt>
                <c:pt idx="232">
                  <c:v>53</c:v>
                </c:pt>
                <c:pt idx="233">
                  <c:v>52</c:v>
                </c:pt>
                <c:pt idx="234">
                  <c:v>176</c:v>
                </c:pt>
                <c:pt idx="235">
                  <c:v>255</c:v>
                </c:pt>
                <c:pt idx="236">
                  <c:v>29</c:v>
                </c:pt>
                <c:pt idx="237">
                  <c:v>42</c:v>
                </c:pt>
                <c:pt idx="238">
                  <c:v>25</c:v>
                </c:pt>
                <c:pt idx="239">
                  <c:v>33</c:v>
                </c:pt>
                <c:pt idx="240">
                  <c:v>57</c:v>
                </c:pt>
                <c:pt idx="241">
                  <c:v>20</c:v>
                </c:pt>
                <c:pt idx="242">
                  <c:v>96</c:v>
                </c:pt>
                <c:pt idx="243">
                  <c:v>20</c:v>
                </c:pt>
                <c:pt idx="244">
                  <c:v>15</c:v>
                </c:pt>
                <c:pt idx="245">
                  <c:v>63</c:v>
                </c:pt>
                <c:pt idx="246">
                  <c:v>279</c:v>
                </c:pt>
                <c:pt idx="247">
                  <c:v>19</c:v>
                </c:pt>
                <c:pt idx="248">
                  <c:v>12</c:v>
                </c:pt>
                <c:pt idx="249">
                  <c:v>19</c:v>
                </c:pt>
                <c:pt idx="250">
                  <c:v>13</c:v>
                </c:pt>
                <c:pt idx="251">
                  <c:v>29</c:v>
                </c:pt>
                <c:pt idx="252">
                  <c:v>132</c:v>
                </c:pt>
                <c:pt idx="253">
                  <c:v>79</c:v>
                </c:pt>
                <c:pt idx="254">
                  <c:v>18</c:v>
                </c:pt>
                <c:pt idx="255">
                  <c:v>16</c:v>
                </c:pt>
                <c:pt idx="256">
                  <c:v>18</c:v>
                </c:pt>
                <c:pt idx="257">
                  <c:v>22</c:v>
                </c:pt>
                <c:pt idx="258">
                  <c:v>304</c:v>
                </c:pt>
                <c:pt idx="259">
                  <c:v>42</c:v>
                </c:pt>
                <c:pt idx="260">
                  <c:v>31</c:v>
                </c:pt>
                <c:pt idx="261">
                  <c:v>25</c:v>
                </c:pt>
                <c:pt idx="262">
                  <c:v>48</c:v>
                </c:pt>
                <c:pt idx="263">
                  <c:v>20</c:v>
                </c:pt>
                <c:pt idx="264">
                  <c:v>32</c:v>
                </c:pt>
                <c:pt idx="265">
                  <c:v>30</c:v>
                </c:pt>
                <c:pt idx="266">
                  <c:v>52</c:v>
                </c:pt>
                <c:pt idx="267">
                  <c:v>21</c:v>
                </c:pt>
                <c:pt idx="268">
                  <c:v>17</c:v>
                </c:pt>
                <c:pt idx="269">
                  <c:v>18</c:v>
                </c:pt>
                <c:pt idx="270">
                  <c:v>20</c:v>
                </c:pt>
                <c:pt idx="271">
                  <c:v>15</c:v>
                </c:pt>
                <c:pt idx="272">
                  <c:v>54</c:v>
                </c:pt>
                <c:pt idx="273">
                  <c:v>240</c:v>
                </c:pt>
                <c:pt idx="274">
                  <c:v>13</c:v>
                </c:pt>
                <c:pt idx="275">
                  <c:v>27</c:v>
                </c:pt>
                <c:pt idx="276">
                  <c:v>84</c:v>
                </c:pt>
                <c:pt idx="277">
                  <c:v>43</c:v>
                </c:pt>
                <c:pt idx="278">
                  <c:v>19</c:v>
                </c:pt>
                <c:pt idx="279">
                  <c:v>18</c:v>
                </c:pt>
                <c:pt idx="280">
                  <c:v>568</c:v>
                </c:pt>
                <c:pt idx="281">
                  <c:v>428</c:v>
                </c:pt>
                <c:pt idx="282">
                  <c:v>8</c:v>
                </c:pt>
                <c:pt idx="283">
                  <c:v>9</c:v>
                </c:pt>
                <c:pt idx="284">
                  <c:v>14</c:v>
                </c:pt>
                <c:pt idx="285">
                  <c:v>31</c:v>
                </c:pt>
                <c:pt idx="286">
                  <c:v>76</c:v>
                </c:pt>
                <c:pt idx="287">
                  <c:v>18</c:v>
                </c:pt>
                <c:pt idx="288">
                  <c:v>34</c:v>
                </c:pt>
                <c:pt idx="289">
                  <c:v>27</c:v>
                </c:pt>
                <c:pt idx="290">
                  <c:v>344</c:v>
                </c:pt>
                <c:pt idx="291">
                  <c:v>43</c:v>
                </c:pt>
                <c:pt idx="292">
                  <c:v>22</c:v>
                </c:pt>
                <c:pt idx="293">
                  <c:v>159</c:v>
                </c:pt>
                <c:pt idx="294">
                  <c:v>20</c:v>
                </c:pt>
                <c:pt idx="295">
                  <c:v>140</c:v>
                </c:pt>
                <c:pt idx="296">
                  <c:v>18</c:v>
                </c:pt>
                <c:pt idx="297">
                  <c:v>39</c:v>
                </c:pt>
                <c:pt idx="298">
                  <c:v>31</c:v>
                </c:pt>
                <c:pt idx="299">
                  <c:v>61</c:v>
                </c:pt>
                <c:pt idx="300">
                  <c:v>75</c:v>
                </c:pt>
                <c:pt idx="301">
                  <c:v>50</c:v>
                </c:pt>
                <c:pt idx="302">
                  <c:v>29</c:v>
                </c:pt>
                <c:pt idx="303">
                  <c:v>205</c:v>
                </c:pt>
                <c:pt idx="304">
                  <c:v>642</c:v>
                </c:pt>
                <c:pt idx="305">
                  <c:v>32</c:v>
                </c:pt>
                <c:pt idx="306">
                  <c:v>14</c:v>
                </c:pt>
                <c:pt idx="307">
                  <c:v>136</c:v>
                </c:pt>
                <c:pt idx="308">
                  <c:v>91</c:v>
                </c:pt>
                <c:pt idx="309">
                  <c:v>44</c:v>
                </c:pt>
                <c:pt idx="310">
                  <c:v>41</c:v>
                </c:pt>
                <c:pt idx="311">
                  <c:v>271</c:v>
                </c:pt>
                <c:pt idx="312">
                  <c:v>822</c:v>
                </c:pt>
                <c:pt idx="313">
                  <c:v>186</c:v>
                </c:pt>
                <c:pt idx="314">
                  <c:v>20</c:v>
                </c:pt>
                <c:pt idx="315">
                  <c:v>14</c:v>
                </c:pt>
                <c:pt idx="316">
                  <c:v>75</c:v>
                </c:pt>
                <c:pt idx="317">
                  <c:v>21</c:v>
                </c:pt>
                <c:pt idx="318">
                  <c:v>24</c:v>
                </c:pt>
                <c:pt idx="319">
                  <c:v>230</c:v>
                </c:pt>
                <c:pt idx="320">
                  <c:v>10</c:v>
                </c:pt>
                <c:pt idx="321">
                  <c:v>18</c:v>
                </c:pt>
                <c:pt idx="322">
                  <c:v>25</c:v>
                </c:pt>
                <c:pt idx="323">
                  <c:v>184</c:v>
                </c:pt>
                <c:pt idx="324">
                  <c:v>59</c:v>
                </c:pt>
                <c:pt idx="325">
                  <c:v>20</c:v>
                </c:pt>
                <c:pt idx="326">
                  <c:v>8</c:v>
                </c:pt>
                <c:pt idx="327">
                  <c:v>18</c:v>
                </c:pt>
                <c:pt idx="328">
                  <c:v>20</c:v>
                </c:pt>
                <c:pt idx="329">
                  <c:v>25</c:v>
                </c:pt>
                <c:pt idx="330">
                  <c:v>46</c:v>
                </c:pt>
                <c:pt idx="331">
                  <c:v>131</c:v>
                </c:pt>
                <c:pt idx="332">
                  <c:v>13</c:v>
                </c:pt>
                <c:pt idx="333">
                  <c:v>17</c:v>
                </c:pt>
                <c:pt idx="334">
                  <c:v>14</c:v>
                </c:pt>
                <c:pt idx="335">
                  <c:v>30</c:v>
                </c:pt>
                <c:pt idx="336">
                  <c:v>321</c:v>
                </c:pt>
                <c:pt idx="337">
                  <c:v>10</c:v>
                </c:pt>
                <c:pt idx="338">
                  <c:v>23</c:v>
                </c:pt>
                <c:pt idx="339">
                  <c:v>13</c:v>
                </c:pt>
                <c:pt idx="340">
                  <c:v>414</c:v>
                </c:pt>
                <c:pt idx="341">
                  <c:v>145</c:v>
                </c:pt>
                <c:pt idx="342">
                  <c:v>399</c:v>
                </c:pt>
                <c:pt idx="343">
                  <c:v>211</c:v>
                </c:pt>
                <c:pt idx="344">
                  <c:v>150</c:v>
                </c:pt>
                <c:pt idx="345">
                  <c:v>20</c:v>
                </c:pt>
                <c:pt idx="346">
                  <c:v>370</c:v>
                </c:pt>
                <c:pt idx="347">
                  <c:v>23</c:v>
                </c:pt>
                <c:pt idx="348">
                  <c:v>29</c:v>
                </c:pt>
                <c:pt idx="349">
                  <c:v>24</c:v>
                </c:pt>
                <c:pt idx="350">
                  <c:v>16</c:v>
                </c:pt>
                <c:pt idx="351">
                  <c:v>25</c:v>
                </c:pt>
                <c:pt idx="352">
                  <c:v>65</c:v>
                </c:pt>
                <c:pt idx="353">
                  <c:v>68</c:v>
                </c:pt>
                <c:pt idx="354">
                  <c:v>66</c:v>
                </c:pt>
                <c:pt idx="355">
                  <c:v>194</c:v>
                </c:pt>
                <c:pt idx="356">
                  <c:v>18</c:v>
                </c:pt>
                <c:pt idx="357">
                  <c:v>30</c:v>
                </c:pt>
                <c:pt idx="358">
                  <c:v>30</c:v>
                </c:pt>
                <c:pt idx="359">
                  <c:v>164</c:v>
                </c:pt>
                <c:pt idx="360">
                  <c:v>128</c:v>
                </c:pt>
                <c:pt idx="361">
                  <c:v>36</c:v>
                </c:pt>
                <c:pt idx="362">
                  <c:v>48</c:v>
                </c:pt>
                <c:pt idx="363">
                  <c:v>90</c:v>
                </c:pt>
                <c:pt idx="364">
                  <c:v>29</c:v>
                </c:pt>
                <c:pt idx="365">
                  <c:v>28</c:v>
                </c:pt>
                <c:pt idx="366">
                  <c:v>99</c:v>
                </c:pt>
                <c:pt idx="367">
                  <c:v>110</c:v>
                </c:pt>
                <c:pt idx="368">
                  <c:v>68</c:v>
                </c:pt>
                <c:pt idx="369">
                  <c:v>15</c:v>
                </c:pt>
                <c:pt idx="370">
                  <c:v>14</c:v>
                </c:pt>
                <c:pt idx="371">
                  <c:v>66</c:v>
                </c:pt>
                <c:pt idx="372">
                  <c:v>30</c:v>
                </c:pt>
                <c:pt idx="373">
                  <c:v>381</c:v>
                </c:pt>
                <c:pt idx="374">
                  <c:v>68</c:v>
                </c:pt>
                <c:pt idx="375">
                  <c:v>59</c:v>
                </c:pt>
                <c:pt idx="376">
                  <c:v>491</c:v>
                </c:pt>
                <c:pt idx="377">
                  <c:v>56</c:v>
                </c:pt>
                <c:pt idx="378">
                  <c:v>702</c:v>
                </c:pt>
                <c:pt idx="379">
                  <c:v>14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300-B144-4F39-8F7F-71DAFB4508EE}"/>
            </c:ext>
          </c:extLst>
        </c:ser>
        <c:ser>
          <c:idx val="9"/>
          <c:order val="9"/>
          <c:tx>
            <c:v>短思考（380条，空心）（空心中心，共用数据）</c:v>
          </c:tx>
          <c:spPr>
            <a:ln w="0">
              <a:noFill/>
            </a:ln>
          </c:spPr>
          <c:marker>
            <c:symbol val="circle"/>
            <c:size val="3"/>
            <c:spPr>
              <a:solidFill>
                <a:srgbClr val="FFFFFF"/>
              </a:solidFill>
              <a:ln w="0">
                <a:noFill/>
              </a:ln>
            </c:spPr>
          </c:marker>
          <c:dPt>
            <c:idx val="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2-B144-4F39-8F7F-71DAFB4508EE}"/>
              </c:ext>
            </c:extLst>
          </c:dPt>
          <c:dPt>
            <c:idx val="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4-B144-4F39-8F7F-71DAFB4508EE}"/>
              </c:ext>
            </c:extLst>
          </c:dPt>
          <c:dPt>
            <c:idx val="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6-B144-4F39-8F7F-71DAFB4508EE}"/>
              </c:ext>
            </c:extLst>
          </c:dPt>
          <c:dPt>
            <c:idx val="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8-B144-4F39-8F7F-71DAFB4508EE}"/>
              </c:ext>
            </c:extLst>
          </c:dPt>
          <c:dPt>
            <c:idx val="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A-B144-4F39-8F7F-71DAFB4508EE}"/>
              </c:ext>
            </c:extLst>
          </c:dPt>
          <c:dPt>
            <c:idx val="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C-B144-4F39-8F7F-71DAFB4508EE}"/>
              </c:ext>
            </c:extLst>
          </c:dPt>
          <c:dPt>
            <c:idx val="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E-B144-4F39-8F7F-71DAFB4508EE}"/>
              </c:ext>
            </c:extLst>
          </c:dPt>
          <c:dPt>
            <c:idx val="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0-B144-4F39-8F7F-71DAFB4508EE}"/>
              </c:ext>
            </c:extLst>
          </c:dPt>
          <c:dPt>
            <c:idx val="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2-B144-4F39-8F7F-71DAFB4508EE}"/>
              </c:ext>
            </c:extLst>
          </c:dPt>
          <c:dPt>
            <c:idx val="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4-B144-4F39-8F7F-71DAFB4508EE}"/>
              </c:ext>
            </c:extLst>
          </c:dPt>
          <c:dPt>
            <c:idx val="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6-B144-4F39-8F7F-71DAFB4508EE}"/>
              </c:ext>
            </c:extLst>
          </c:dPt>
          <c:dPt>
            <c:idx val="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8-B144-4F39-8F7F-71DAFB4508EE}"/>
              </c:ext>
            </c:extLst>
          </c:dPt>
          <c:dPt>
            <c:idx val="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A-B144-4F39-8F7F-71DAFB4508EE}"/>
              </c:ext>
            </c:extLst>
          </c:dPt>
          <c:dPt>
            <c:idx val="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C-B144-4F39-8F7F-71DAFB4508EE}"/>
              </c:ext>
            </c:extLst>
          </c:dPt>
          <c:dPt>
            <c:idx val="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E-B144-4F39-8F7F-71DAFB4508EE}"/>
              </c:ext>
            </c:extLst>
          </c:dPt>
          <c:dPt>
            <c:idx val="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0-B144-4F39-8F7F-71DAFB4508EE}"/>
              </c:ext>
            </c:extLst>
          </c:dPt>
          <c:dPt>
            <c:idx val="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2-B144-4F39-8F7F-71DAFB4508EE}"/>
              </c:ext>
            </c:extLst>
          </c:dPt>
          <c:dPt>
            <c:idx val="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4-B144-4F39-8F7F-71DAFB4508EE}"/>
              </c:ext>
            </c:extLst>
          </c:dPt>
          <c:dPt>
            <c:idx val="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6-B144-4F39-8F7F-71DAFB4508EE}"/>
              </c:ext>
            </c:extLst>
          </c:dPt>
          <c:dPt>
            <c:idx val="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8-B144-4F39-8F7F-71DAFB4508EE}"/>
              </c:ext>
            </c:extLst>
          </c:dPt>
          <c:dPt>
            <c:idx val="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A-B144-4F39-8F7F-71DAFB4508EE}"/>
              </c:ext>
            </c:extLst>
          </c:dPt>
          <c:dPt>
            <c:idx val="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C-B144-4F39-8F7F-71DAFB4508EE}"/>
              </c:ext>
            </c:extLst>
          </c:dPt>
          <c:dPt>
            <c:idx val="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E-B144-4F39-8F7F-71DAFB4508EE}"/>
              </c:ext>
            </c:extLst>
          </c:dPt>
          <c:dPt>
            <c:idx val="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0-B144-4F39-8F7F-71DAFB4508EE}"/>
              </c:ext>
            </c:extLst>
          </c:dPt>
          <c:dPt>
            <c:idx val="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2-B144-4F39-8F7F-71DAFB4508EE}"/>
              </c:ext>
            </c:extLst>
          </c:dPt>
          <c:dPt>
            <c:idx val="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4-B144-4F39-8F7F-71DAFB4508EE}"/>
              </c:ext>
            </c:extLst>
          </c:dPt>
          <c:dPt>
            <c:idx val="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6-B144-4F39-8F7F-71DAFB4508EE}"/>
              </c:ext>
            </c:extLst>
          </c:dPt>
          <c:dPt>
            <c:idx val="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8-B144-4F39-8F7F-71DAFB4508EE}"/>
              </c:ext>
            </c:extLst>
          </c:dPt>
          <c:dPt>
            <c:idx val="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A-B144-4F39-8F7F-71DAFB4508EE}"/>
              </c:ext>
            </c:extLst>
          </c:dPt>
          <c:dPt>
            <c:idx val="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C-B144-4F39-8F7F-71DAFB4508EE}"/>
              </c:ext>
            </c:extLst>
          </c:dPt>
          <c:dPt>
            <c:idx val="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E-B144-4F39-8F7F-71DAFB4508EE}"/>
              </c:ext>
            </c:extLst>
          </c:dPt>
          <c:dPt>
            <c:idx val="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0-B144-4F39-8F7F-71DAFB4508EE}"/>
              </c:ext>
            </c:extLst>
          </c:dPt>
          <c:dPt>
            <c:idx val="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2-B144-4F39-8F7F-71DAFB4508EE}"/>
              </c:ext>
            </c:extLst>
          </c:dPt>
          <c:dPt>
            <c:idx val="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4-B144-4F39-8F7F-71DAFB4508EE}"/>
              </c:ext>
            </c:extLst>
          </c:dPt>
          <c:dPt>
            <c:idx val="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6-B144-4F39-8F7F-71DAFB4508EE}"/>
              </c:ext>
            </c:extLst>
          </c:dPt>
          <c:dPt>
            <c:idx val="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8-B144-4F39-8F7F-71DAFB4508EE}"/>
              </c:ext>
            </c:extLst>
          </c:dPt>
          <c:dPt>
            <c:idx val="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A-B144-4F39-8F7F-71DAFB4508EE}"/>
              </c:ext>
            </c:extLst>
          </c:dPt>
          <c:dPt>
            <c:idx val="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C-B144-4F39-8F7F-71DAFB4508EE}"/>
              </c:ext>
            </c:extLst>
          </c:dPt>
          <c:dPt>
            <c:idx val="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E-B144-4F39-8F7F-71DAFB4508EE}"/>
              </c:ext>
            </c:extLst>
          </c:dPt>
          <c:dPt>
            <c:idx val="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0-B144-4F39-8F7F-71DAFB4508EE}"/>
              </c:ext>
            </c:extLst>
          </c:dPt>
          <c:dPt>
            <c:idx val="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2-B144-4F39-8F7F-71DAFB4508EE}"/>
              </c:ext>
            </c:extLst>
          </c:dPt>
          <c:dPt>
            <c:idx val="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4-B144-4F39-8F7F-71DAFB4508EE}"/>
              </c:ext>
            </c:extLst>
          </c:dPt>
          <c:dPt>
            <c:idx val="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6-B144-4F39-8F7F-71DAFB4508EE}"/>
              </c:ext>
            </c:extLst>
          </c:dPt>
          <c:dPt>
            <c:idx val="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8-B144-4F39-8F7F-71DAFB4508EE}"/>
              </c:ext>
            </c:extLst>
          </c:dPt>
          <c:dPt>
            <c:idx val="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A-B144-4F39-8F7F-71DAFB4508EE}"/>
              </c:ext>
            </c:extLst>
          </c:dPt>
          <c:dPt>
            <c:idx val="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C-B144-4F39-8F7F-71DAFB4508EE}"/>
              </c:ext>
            </c:extLst>
          </c:dPt>
          <c:dPt>
            <c:idx val="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E-B144-4F39-8F7F-71DAFB4508EE}"/>
              </c:ext>
            </c:extLst>
          </c:dPt>
          <c:dPt>
            <c:idx val="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0-B144-4F39-8F7F-71DAFB4508EE}"/>
              </c:ext>
            </c:extLst>
          </c:dPt>
          <c:dPt>
            <c:idx val="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2-B144-4F39-8F7F-71DAFB4508EE}"/>
              </c:ext>
            </c:extLst>
          </c:dPt>
          <c:dPt>
            <c:idx val="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4-B144-4F39-8F7F-71DAFB4508EE}"/>
              </c:ext>
            </c:extLst>
          </c:dPt>
          <c:dPt>
            <c:idx val="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6-B144-4F39-8F7F-71DAFB4508EE}"/>
              </c:ext>
            </c:extLst>
          </c:dPt>
          <c:dPt>
            <c:idx val="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8-B144-4F39-8F7F-71DAFB4508EE}"/>
              </c:ext>
            </c:extLst>
          </c:dPt>
          <c:dPt>
            <c:idx val="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A-B144-4F39-8F7F-71DAFB4508EE}"/>
              </c:ext>
            </c:extLst>
          </c:dPt>
          <c:dPt>
            <c:idx val="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C-B144-4F39-8F7F-71DAFB4508EE}"/>
              </c:ext>
            </c:extLst>
          </c:dPt>
          <c:dPt>
            <c:idx val="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E-B144-4F39-8F7F-71DAFB4508EE}"/>
              </c:ext>
            </c:extLst>
          </c:dPt>
          <c:dPt>
            <c:idx val="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0-B144-4F39-8F7F-71DAFB4508EE}"/>
              </c:ext>
            </c:extLst>
          </c:dPt>
          <c:dPt>
            <c:idx val="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2-B144-4F39-8F7F-71DAFB4508EE}"/>
              </c:ext>
            </c:extLst>
          </c:dPt>
          <c:dPt>
            <c:idx val="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4-B144-4F39-8F7F-71DAFB4508EE}"/>
              </c:ext>
            </c:extLst>
          </c:dPt>
          <c:dPt>
            <c:idx val="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6-B144-4F39-8F7F-71DAFB4508EE}"/>
              </c:ext>
            </c:extLst>
          </c:dPt>
          <c:dPt>
            <c:idx val="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8-B144-4F39-8F7F-71DAFB4508EE}"/>
              </c:ext>
            </c:extLst>
          </c:dPt>
          <c:dPt>
            <c:idx val="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A-B144-4F39-8F7F-71DAFB4508EE}"/>
              </c:ext>
            </c:extLst>
          </c:dPt>
          <c:dPt>
            <c:idx val="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C-B144-4F39-8F7F-71DAFB4508EE}"/>
              </c:ext>
            </c:extLst>
          </c:dPt>
          <c:dPt>
            <c:idx val="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E-B144-4F39-8F7F-71DAFB4508EE}"/>
              </c:ext>
            </c:extLst>
          </c:dPt>
          <c:dPt>
            <c:idx val="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0-B144-4F39-8F7F-71DAFB4508EE}"/>
              </c:ext>
            </c:extLst>
          </c:dPt>
          <c:dPt>
            <c:idx val="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2-B144-4F39-8F7F-71DAFB4508EE}"/>
              </c:ext>
            </c:extLst>
          </c:dPt>
          <c:dPt>
            <c:idx val="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4-B144-4F39-8F7F-71DAFB4508EE}"/>
              </c:ext>
            </c:extLst>
          </c:dPt>
          <c:dPt>
            <c:idx val="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6-B144-4F39-8F7F-71DAFB4508EE}"/>
              </c:ext>
            </c:extLst>
          </c:dPt>
          <c:dPt>
            <c:idx val="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8-B144-4F39-8F7F-71DAFB4508EE}"/>
              </c:ext>
            </c:extLst>
          </c:dPt>
          <c:dPt>
            <c:idx val="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A-B144-4F39-8F7F-71DAFB4508EE}"/>
              </c:ext>
            </c:extLst>
          </c:dPt>
          <c:dPt>
            <c:idx val="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C-B144-4F39-8F7F-71DAFB4508EE}"/>
              </c:ext>
            </c:extLst>
          </c:dPt>
          <c:dPt>
            <c:idx val="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E-B144-4F39-8F7F-71DAFB4508EE}"/>
              </c:ext>
            </c:extLst>
          </c:dPt>
          <c:dPt>
            <c:idx val="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0-B144-4F39-8F7F-71DAFB4508EE}"/>
              </c:ext>
            </c:extLst>
          </c:dPt>
          <c:dPt>
            <c:idx val="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2-B144-4F39-8F7F-71DAFB4508EE}"/>
              </c:ext>
            </c:extLst>
          </c:dPt>
          <c:dPt>
            <c:idx val="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4-B144-4F39-8F7F-71DAFB4508EE}"/>
              </c:ext>
            </c:extLst>
          </c:dPt>
          <c:dPt>
            <c:idx val="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6-B144-4F39-8F7F-71DAFB4508EE}"/>
              </c:ext>
            </c:extLst>
          </c:dPt>
          <c:dPt>
            <c:idx val="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8-B144-4F39-8F7F-71DAFB4508EE}"/>
              </c:ext>
            </c:extLst>
          </c:dPt>
          <c:dPt>
            <c:idx val="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A-B144-4F39-8F7F-71DAFB4508EE}"/>
              </c:ext>
            </c:extLst>
          </c:dPt>
          <c:dPt>
            <c:idx val="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C-B144-4F39-8F7F-71DAFB4508EE}"/>
              </c:ext>
            </c:extLst>
          </c:dPt>
          <c:dPt>
            <c:idx val="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E-B144-4F39-8F7F-71DAFB4508EE}"/>
              </c:ext>
            </c:extLst>
          </c:dPt>
          <c:dPt>
            <c:idx val="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0-B144-4F39-8F7F-71DAFB4508EE}"/>
              </c:ext>
            </c:extLst>
          </c:dPt>
          <c:dPt>
            <c:idx val="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2-B144-4F39-8F7F-71DAFB4508EE}"/>
              </c:ext>
            </c:extLst>
          </c:dPt>
          <c:dPt>
            <c:idx val="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4-B144-4F39-8F7F-71DAFB4508EE}"/>
              </c:ext>
            </c:extLst>
          </c:dPt>
          <c:dPt>
            <c:idx val="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6-B144-4F39-8F7F-71DAFB4508EE}"/>
              </c:ext>
            </c:extLst>
          </c:dPt>
          <c:dPt>
            <c:idx val="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8-B144-4F39-8F7F-71DAFB4508EE}"/>
              </c:ext>
            </c:extLst>
          </c:dPt>
          <c:dPt>
            <c:idx val="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A-B144-4F39-8F7F-71DAFB4508EE}"/>
              </c:ext>
            </c:extLst>
          </c:dPt>
          <c:dPt>
            <c:idx val="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C-B144-4F39-8F7F-71DAFB4508EE}"/>
              </c:ext>
            </c:extLst>
          </c:dPt>
          <c:dPt>
            <c:idx val="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E-B144-4F39-8F7F-71DAFB4508EE}"/>
              </c:ext>
            </c:extLst>
          </c:dPt>
          <c:dPt>
            <c:idx val="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0-B144-4F39-8F7F-71DAFB4508EE}"/>
              </c:ext>
            </c:extLst>
          </c:dPt>
          <c:dPt>
            <c:idx val="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2-B144-4F39-8F7F-71DAFB4508EE}"/>
              </c:ext>
            </c:extLst>
          </c:dPt>
          <c:dPt>
            <c:idx val="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4-B144-4F39-8F7F-71DAFB4508EE}"/>
              </c:ext>
            </c:extLst>
          </c:dPt>
          <c:dPt>
            <c:idx val="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6-B144-4F39-8F7F-71DAFB4508EE}"/>
              </c:ext>
            </c:extLst>
          </c:dPt>
          <c:dPt>
            <c:idx val="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8-B144-4F39-8F7F-71DAFB4508EE}"/>
              </c:ext>
            </c:extLst>
          </c:dPt>
          <c:dPt>
            <c:idx val="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A-B144-4F39-8F7F-71DAFB4508EE}"/>
              </c:ext>
            </c:extLst>
          </c:dPt>
          <c:dPt>
            <c:idx val="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C-B144-4F39-8F7F-71DAFB4508EE}"/>
              </c:ext>
            </c:extLst>
          </c:dPt>
          <c:dPt>
            <c:idx val="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E-B144-4F39-8F7F-71DAFB4508EE}"/>
              </c:ext>
            </c:extLst>
          </c:dPt>
          <c:dPt>
            <c:idx val="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0-B144-4F39-8F7F-71DAFB4508EE}"/>
              </c:ext>
            </c:extLst>
          </c:dPt>
          <c:dPt>
            <c:idx val="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2-B144-4F39-8F7F-71DAFB4508EE}"/>
              </c:ext>
            </c:extLst>
          </c:dPt>
          <c:dPt>
            <c:idx val="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4-B144-4F39-8F7F-71DAFB4508EE}"/>
              </c:ext>
            </c:extLst>
          </c:dPt>
          <c:dPt>
            <c:idx val="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6-B144-4F39-8F7F-71DAFB4508EE}"/>
              </c:ext>
            </c:extLst>
          </c:dPt>
          <c:dPt>
            <c:idx val="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8-B144-4F39-8F7F-71DAFB4508EE}"/>
              </c:ext>
            </c:extLst>
          </c:dPt>
          <c:dPt>
            <c:idx val="1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A-B144-4F39-8F7F-71DAFB4508EE}"/>
              </c:ext>
            </c:extLst>
          </c:dPt>
          <c:dPt>
            <c:idx val="1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C-B144-4F39-8F7F-71DAFB4508EE}"/>
              </c:ext>
            </c:extLst>
          </c:dPt>
          <c:dPt>
            <c:idx val="1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E-B144-4F39-8F7F-71DAFB4508EE}"/>
              </c:ext>
            </c:extLst>
          </c:dPt>
          <c:dPt>
            <c:idx val="1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0-B144-4F39-8F7F-71DAFB4508EE}"/>
              </c:ext>
            </c:extLst>
          </c:dPt>
          <c:dPt>
            <c:idx val="1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2-B144-4F39-8F7F-71DAFB4508EE}"/>
              </c:ext>
            </c:extLst>
          </c:dPt>
          <c:dPt>
            <c:idx val="1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4-B144-4F39-8F7F-71DAFB4508EE}"/>
              </c:ext>
            </c:extLst>
          </c:dPt>
          <c:dPt>
            <c:idx val="1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6-B144-4F39-8F7F-71DAFB4508EE}"/>
              </c:ext>
            </c:extLst>
          </c:dPt>
          <c:dPt>
            <c:idx val="1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8-B144-4F39-8F7F-71DAFB4508EE}"/>
              </c:ext>
            </c:extLst>
          </c:dPt>
          <c:dPt>
            <c:idx val="1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A-B144-4F39-8F7F-71DAFB4508EE}"/>
              </c:ext>
            </c:extLst>
          </c:dPt>
          <c:dPt>
            <c:idx val="1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C-B144-4F39-8F7F-71DAFB4508EE}"/>
              </c:ext>
            </c:extLst>
          </c:dPt>
          <c:dPt>
            <c:idx val="1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E-B144-4F39-8F7F-71DAFB4508EE}"/>
              </c:ext>
            </c:extLst>
          </c:dPt>
          <c:dPt>
            <c:idx val="1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0-B144-4F39-8F7F-71DAFB4508EE}"/>
              </c:ext>
            </c:extLst>
          </c:dPt>
          <c:dPt>
            <c:idx val="1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2-B144-4F39-8F7F-71DAFB4508EE}"/>
              </c:ext>
            </c:extLst>
          </c:dPt>
          <c:dPt>
            <c:idx val="1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4-B144-4F39-8F7F-71DAFB4508EE}"/>
              </c:ext>
            </c:extLst>
          </c:dPt>
          <c:dPt>
            <c:idx val="1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6-B144-4F39-8F7F-71DAFB4508EE}"/>
              </c:ext>
            </c:extLst>
          </c:dPt>
          <c:dPt>
            <c:idx val="1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8-B144-4F39-8F7F-71DAFB4508EE}"/>
              </c:ext>
            </c:extLst>
          </c:dPt>
          <c:dPt>
            <c:idx val="1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A-B144-4F39-8F7F-71DAFB4508EE}"/>
              </c:ext>
            </c:extLst>
          </c:dPt>
          <c:dPt>
            <c:idx val="1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C-B144-4F39-8F7F-71DAFB4508EE}"/>
              </c:ext>
            </c:extLst>
          </c:dPt>
          <c:dPt>
            <c:idx val="1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E-B144-4F39-8F7F-71DAFB4508EE}"/>
              </c:ext>
            </c:extLst>
          </c:dPt>
          <c:dPt>
            <c:idx val="1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0-B144-4F39-8F7F-71DAFB4508EE}"/>
              </c:ext>
            </c:extLst>
          </c:dPt>
          <c:dPt>
            <c:idx val="1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2-B144-4F39-8F7F-71DAFB4508EE}"/>
              </c:ext>
            </c:extLst>
          </c:dPt>
          <c:dPt>
            <c:idx val="1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4-B144-4F39-8F7F-71DAFB4508EE}"/>
              </c:ext>
            </c:extLst>
          </c:dPt>
          <c:dPt>
            <c:idx val="1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6-B144-4F39-8F7F-71DAFB4508EE}"/>
              </c:ext>
            </c:extLst>
          </c:dPt>
          <c:dPt>
            <c:idx val="1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8-B144-4F39-8F7F-71DAFB4508EE}"/>
              </c:ext>
            </c:extLst>
          </c:dPt>
          <c:dPt>
            <c:idx val="1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A-B144-4F39-8F7F-71DAFB4508EE}"/>
              </c:ext>
            </c:extLst>
          </c:dPt>
          <c:dPt>
            <c:idx val="1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C-B144-4F39-8F7F-71DAFB4508EE}"/>
              </c:ext>
            </c:extLst>
          </c:dPt>
          <c:dPt>
            <c:idx val="1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E-B144-4F39-8F7F-71DAFB4508EE}"/>
              </c:ext>
            </c:extLst>
          </c:dPt>
          <c:dPt>
            <c:idx val="1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0-B144-4F39-8F7F-71DAFB4508EE}"/>
              </c:ext>
            </c:extLst>
          </c:dPt>
          <c:dPt>
            <c:idx val="1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2-B144-4F39-8F7F-71DAFB4508EE}"/>
              </c:ext>
            </c:extLst>
          </c:dPt>
          <c:dPt>
            <c:idx val="1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4-B144-4F39-8F7F-71DAFB4508EE}"/>
              </c:ext>
            </c:extLst>
          </c:dPt>
          <c:dPt>
            <c:idx val="1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6-B144-4F39-8F7F-71DAFB4508EE}"/>
              </c:ext>
            </c:extLst>
          </c:dPt>
          <c:dPt>
            <c:idx val="1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8-B144-4F39-8F7F-71DAFB4508EE}"/>
              </c:ext>
            </c:extLst>
          </c:dPt>
          <c:dPt>
            <c:idx val="1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A-B144-4F39-8F7F-71DAFB4508EE}"/>
              </c:ext>
            </c:extLst>
          </c:dPt>
          <c:dPt>
            <c:idx val="1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C-B144-4F39-8F7F-71DAFB4508EE}"/>
              </c:ext>
            </c:extLst>
          </c:dPt>
          <c:dPt>
            <c:idx val="1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E-B144-4F39-8F7F-71DAFB4508EE}"/>
              </c:ext>
            </c:extLst>
          </c:dPt>
          <c:dPt>
            <c:idx val="1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0-B144-4F39-8F7F-71DAFB4508EE}"/>
              </c:ext>
            </c:extLst>
          </c:dPt>
          <c:dPt>
            <c:idx val="1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2-B144-4F39-8F7F-71DAFB4508EE}"/>
              </c:ext>
            </c:extLst>
          </c:dPt>
          <c:dPt>
            <c:idx val="1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4-B144-4F39-8F7F-71DAFB4508EE}"/>
              </c:ext>
            </c:extLst>
          </c:dPt>
          <c:dPt>
            <c:idx val="1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6-B144-4F39-8F7F-71DAFB4508EE}"/>
              </c:ext>
            </c:extLst>
          </c:dPt>
          <c:dPt>
            <c:idx val="1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8-B144-4F39-8F7F-71DAFB4508EE}"/>
              </c:ext>
            </c:extLst>
          </c:dPt>
          <c:dPt>
            <c:idx val="1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A-B144-4F39-8F7F-71DAFB4508EE}"/>
              </c:ext>
            </c:extLst>
          </c:dPt>
          <c:dPt>
            <c:idx val="1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C-B144-4F39-8F7F-71DAFB4508EE}"/>
              </c:ext>
            </c:extLst>
          </c:dPt>
          <c:dPt>
            <c:idx val="1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E-B144-4F39-8F7F-71DAFB4508EE}"/>
              </c:ext>
            </c:extLst>
          </c:dPt>
          <c:dPt>
            <c:idx val="1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0-B144-4F39-8F7F-71DAFB4508EE}"/>
              </c:ext>
            </c:extLst>
          </c:dPt>
          <c:dPt>
            <c:idx val="1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2-B144-4F39-8F7F-71DAFB4508EE}"/>
              </c:ext>
            </c:extLst>
          </c:dPt>
          <c:dPt>
            <c:idx val="1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4-B144-4F39-8F7F-71DAFB4508EE}"/>
              </c:ext>
            </c:extLst>
          </c:dPt>
          <c:dPt>
            <c:idx val="1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6-B144-4F39-8F7F-71DAFB4508EE}"/>
              </c:ext>
            </c:extLst>
          </c:dPt>
          <c:dPt>
            <c:idx val="1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8-B144-4F39-8F7F-71DAFB4508EE}"/>
              </c:ext>
            </c:extLst>
          </c:dPt>
          <c:dPt>
            <c:idx val="1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A-B144-4F39-8F7F-71DAFB4508EE}"/>
              </c:ext>
            </c:extLst>
          </c:dPt>
          <c:dPt>
            <c:idx val="1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C-B144-4F39-8F7F-71DAFB4508EE}"/>
              </c:ext>
            </c:extLst>
          </c:dPt>
          <c:dPt>
            <c:idx val="1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E-B144-4F39-8F7F-71DAFB4508EE}"/>
              </c:ext>
            </c:extLst>
          </c:dPt>
          <c:dPt>
            <c:idx val="1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0-B144-4F39-8F7F-71DAFB4508EE}"/>
              </c:ext>
            </c:extLst>
          </c:dPt>
          <c:dPt>
            <c:idx val="1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2-B144-4F39-8F7F-71DAFB4508EE}"/>
              </c:ext>
            </c:extLst>
          </c:dPt>
          <c:dPt>
            <c:idx val="1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4-B144-4F39-8F7F-71DAFB4508EE}"/>
              </c:ext>
            </c:extLst>
          </c:dPt>
          <c:dPt>
            <c:idx val="1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6-B144-4F39-8F7F-71DAFB4508EE}"/>
              </c:ext>
            </c:extLst>
          </c:dPt>
          <c:dPt>
            <c:idx val="1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8-B144-4F39-8F7F-71DAFB4508EE}"/>
              </c:ext>
            </c:extLst>
          </c:dPt>
          <c:dPt>
            <c:idx val="1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A-B144-4F39-8F7F-71DAFB4508EE}"/>
              </c:ext>
            </c:extLst>
          </c:dPt>
          <c:dPt>
            <c:idx val="1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C-B144-4F39-8F7F-71DAFB4508EE}"/>
              </c:ext>
            </c:extLst>
          </c:dPt>
          <c:dPt>
            <c:idx val="1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E-B144-4F39-8F7F-71DAFB4508EE}"/>
              </c:ext>
            </c:extLst>
          </c:dPt>
          <c:dPt>
            <c:idx val="1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0-B144-4F39-8F7F-71DAFB4508EE}"/>
              </c:ext>
            </c:extLst>
          </c:dPt>
          <c:dPt>
            <c:idx val="1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2-B144-4F39-8F7F-71DAFB4508EE}"/>
              </c:ext>
            </c:extLst>
          </c:dPt>
          <c:dPt>
            <c:idx val="1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4-B144-4F39-8F7F-71DAFB4508EE}"/>
              </c:ext>
            </c:extLst>
          </c:dPt>
          <c:dPt>
            <c:idx val="1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6-B144-4F39-8F7F-71DAFB4508EE}"/>
              </c:ext>
            </c:extLst>
          </c:dPt>
          <c:dPt>
            <c:idx val="1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8-B144-4F39-8F7F-71DAFB4508EE}"/>
              </c:ext>
            </c:extLst>
          </c:dPt>
          <c:dPt>
            <c:idx val="1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A-B144-4F39-8F7F-71DAFB4508EE}"/>
              </c:ext>
            </c:extLst>
          </c:dPt>
          <c:dPt>
            <c:idx val="1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C-B144-4F39-8F7F-71DAFB4508EE}"/>
              </c:ext>
            </c:extLst>
          </c:dPt>
          <c:dPt>
            <c:idx val="1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E-B144-4F39-8F7F-71DAFB4508EE}"/>
              </c:ext>
            </c:extLst>
          </c:dPt>
          <c:dPt>
            <c:idx val="1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0-B144-4F39-8F7F-71DAFB4508EE}"/>
              </c:ext>
            </c:extLst>
          </c:dPt>
          <c:dPt>
            <c:idx val="1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2-B144-4F39-8F7F-71DAFB4508EE}"/>
              </c:ext>
            </c:extLst>
          </c:dPt>
          <c:dPt>
            <c:idx val="1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4-B144-4F39-8F7F-71DAFB4508EE}"/>
              </c:ext>
            </c:extLst>
          </c:dPt>
          <c:dPt>
            <c:idx val="1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6-B144-4F39-8F7F-71DAFB4508EE}"/>
              </c:ext>
            </c:extLst>
          </c:dPt>
          <c:dPt>
            <c:idx val="1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8-B144-4F39-8F7F-71DAFB4508EE}"/>
              </c:ext>
            </c:extLst>
          </c:dPt>
          <c:dPt>
            <c:idx val="1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A-B144-4F39-8F7F-71DAFB4508EE}"/>
              </c:ext>
            </c:extLst>
          </c:dPt>
          <c:dPt>
            <c:idx val="1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C-B144-4F39-8F7F-71DAFB4508EE}"/>
              </c:ext>
            </c:extLst>
          </c:dPt>
          <c:dPt>
            <c:idx val="1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E-B144-4F39-8F7F-71DAFB4508EE}"/>
              </c:ext>
            </c:extLst>
          </c:dPt>
          <c:dPt>
            <c:idx val="1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0-B144-4F39-8F7F-71DAFB4508EE}"/>
              </c:ext>
            </c:extLst>
          </c:dPt>
          <c:dPt>
            <c:idx val="1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2-B144-4F39-8F7F-71DAFB4508EE}"/>
              </c:ext>
            </c:extLst>
          </c:dPt>
          <c:dPt>
            <c:idx val="1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4-B144-4F39-8F7F-71DAFB4508EE}"/>
              </c:ext>
            </c:extLst>
          </c:dPt>
          <c:dPt>
            <c:idx val="1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6-B144-4F39-8F7F-71DAFB4508EE}"/>
              </c:ext>
            </c:extLst>
          </c:dPt>
          <c:dPt>
            <c:idx val="1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8-B144-4F39-8F7F-71DAFB4508EE}"/>
              </c:ext>
            </c:extLst>
          </c:dPt>
          <c:dPt>
            <c:idx val="1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A-B144-4F39-8F7F-71DAFB4508EE}"/>
              </c:ext>
            </c:extLst>
          </c:dPt>
          <c:dPt>
            <c:idx val="1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C-B144-4F39-8F7F-71DAFB4508EE}"/>
              </c:ext>
            </c:extLst>
          </c:dPt>
          <c:dPt>
            <c:idx val="1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E-B144-4F39-8F7F-71DAFB4508EE}"/>
              </c:ext>
            </c:extLst>
          </c:dPt>
          <c:dPt>
            <c:idx val="1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0-B144-4F39-8F7F-71DAFB4508EE}"/>
              </c:ext>
            </c:extLst>
          </c:dPt>
          <c:dPt>
            <c:idx val="1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2-B144-4F39-8F7F-71DAFB4508EE}"/>
              </c:ext>
            </c:extLst>
          </c:dPt>
          <c:dPt>
            <c:idx val="1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4-B144-4F39-8F7F-71DAFB4508EE}"/>
              </c:ext>
            </c:extLst>
          </c:dPt>
          <c:dPt>
            <c:idx val="1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6-B144-4F39-8F7F-71DAFB4508EE}"/>
              </c:ext>
            </c:extLst>
          </c:dPt>
          <c:dPt>
            <c:idx val="1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8-B144-4F39-8F7F-71DAFB4508EE}"/>
              </c:ext>
            </c:extLst>
          </c:dPt>
          <c:dPt>
            <c:idx val="1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A-B144-4F39-8F7F-71DAFB4508EE}"/>
              </c:ext>
            </c:extLst>
          </c:dPt>
          <c:dPt>
            <c:idx val="1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C-B144-4F39-8F7F-71DAFB4508EE}"/>
              </c:ext>
            </c:extLst>
          </c:dPt>
          <c:dPt>
            <c:idx val="1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E-B144-4F39-8F7F-71DAFB4508EE}"/>
              </c:ext>
            </c:extLst>
          </c:dPt>
          <c:dPt>
            <c:idx val="1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0-B144-4F39-8F7F-71DAFB4508EE}"/>
              </c:ext>
            </c:extLst>
          </c:dPt>
          <c:dPt>
            <c:idx val="1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2-B144-4F39-8F7F-71DAFB4508EE}"/>
              </c:ext>
            </c:extLst>
          </c:dPt>
          <c:dPt>
            <c:idx val="1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4-B144-4F39-8F7F-71DAFB4508EE}"/>
              </c:ext>
            </c:extLst>
          </c:dPt>
          <c:dPt>
            <c:idx val="1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6-B144-4F39-8F7F-71DAFB4508EE}"/>
              </c:ext>
            </c:extLst>
          </c:dPt>
          <c:dPt>
            <c:idx val="1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8-B144-4F39-8F7F-71DAFB4508EE}"/>
              </c:ext>
            </c:extLst>
          </c:dPt>
          <c:dPt>
            <c:idx val="1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A-B144-4F39-8F7F-71DAFB4508EE}"/>
              </c:ext>
            </c:extLst>
          </c:dPt>
          <c:dPt>
            <c:idx val="1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C-B144-4F39-8F7F-71DAFB4508EE}"/>
              </c:ext>
            </c:extLst>
          </c:dPt>
          <c:dPt>
            <c:idx val="1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E-B144-4F39-8F7F-71DAFB4508EE}"/>
              </c:ext>
            </c:extLst>
          </c:dPt>
          <c:dPt>
            <c:idx val="1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0-B144-4F39-8F7F-71DAFB4508EE}"/>
              </c:ext>
            </c:extLst>
          </c:dPt>
          <c:dPt>
            <c:idx val="2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2-B144-4F39-8F7F-71DAFB4508EE}"/>
              </c:ext>
            </c:extLst>
          </c:dPt>
          <c:dPt>
            <c:idx val="2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4-B144-4F39-8F7F-71DAFB4508EE}"/>
              </c:ext>
            </c:extLst>
          </c:dPt>
          <c:dPt>
            <c:idx val="2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6-B144-4F39-8F7F-71DAFB4508EE}"/>
              </c:ext>
            </c:extLst>
          </c:dPt>
          <c:dPt>
            <c:idx val="2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8-B144-4F39-8F7F-71DAFB4508EE}"/>
              </c:ext>
            </c:extLst>
          </c:dPt>
          <c:dPt>
            <c:idx val="2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A-B144-4F39-8F7F-71DAFB4508EE}"/>
              </c:ext>
            </c:extLst>
          </c:dPt>
          <c:dPt>
            <c:idx val="2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C-B144-4F39-8F7F-71DAFB4508EE}"/>
              </c:ext>
            </c:extLst>
          </c:dPt>
          <c:dPt>
            <c:idx val="2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E-B144-4F39-8F7F-71DAFB4508EE}"/>
              </c:ext>
            </c:extLst>
          </c:dPt>
          <c:dPt>
            <c:idx val="2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0-B144-4F39-8F7F-71DAFB4508EE}"/>
              </c:ext>
            </c:extLst>
          </c:dPt>
          <c:dPt>
            <c:idx val="2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2-B144-4F39-8F7F-71DAFB4508EE}"/>
              </c:ext>
            </c:extLst>
          </c:dPt>
          <c:dPt>
            <c:idx val="2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4-B144-4F39-8F7F-71DAFB4508EE}"/>
              </c:ext>
            </c:extLst>
          </c:dPt>
          <c:dPt>
            <c:idx val="2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6-B144-4F39-8F7F-71DAFB4508EE}"/>
              </c:ext>
            </c:extLst>
          </c:dPt>
          <c:dPt>
            <c:idx val="2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8-B144-4F39-8F7F-71DAFB4508EE}"/>
              </c:ext>
            </c:extLst>
          </c:dPt>
          <c:dPt>
            <c:idx val="2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A-B144-4F39-8F7F-71DAFB4508EE}"/>
              </c:ext>
            </c:extLst>
          </c:dPt>
          <c:dPt>
            <c:idx val="2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C-B144-4F39-8F7F-71DAFB4508EE}"/>
              </c:ext>
            </c:extLst>
          </c:dPt>
          <c:dPt>
            <c:idx val="2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E-B144-4F39-8F7F-71DAFB4508EE}"/>
              </c:ext>
            </c:extLst>
          </c:dPt>
          <c:dPt>
            <c:idx val="2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0-B144-4F39-8F7F-71DAFB4508EE}"/>
              </c:ext>
            </c:extLst>
          </c:dPt>
          <c:dPt>
            <c:idx val="2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2-B144-4F39-8F7F-71DAFB4508EE}"/>
              </c:ext>
            </c:extLst>
          </c:dPt>
          <c:dPt>
            <c:idx val="2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4-B144-4F39-8F7F-71DAFB4508EE}"/>
              </c:ext>
            </c:extLst>
          </c:dPt>
          <c:dPt>
            <c:idx val="2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6-B144-4F39-8F7F-71DAFB4508EE}"/>
              </c:ext>
            </c:extLst>
          </c:dPt>
          <c:dPt>
            <c:idx val="2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8-B144-4F39-8F7F-71DAFB4508EE}"/>
              </c:ext>
            </c:extLst>
          </c:dPt>
          <c:dPt>
            <c:idx val="2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A-B144-4F39-8F7F-71DAFB4508EE}"/>
              </c:ext>
            </c:extLst>
          </c:dPt>
          <c:dPt>
            <c:idx val="2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C-B144-4F39-8F7F-71DAFB4508EE}"/>
              </c:ext>
            </c:extLst>
          </c:dPt>
          <c:dPt>
            <c:idx val="2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E-B144-4F39-8F7F-71DAFB4508EE}"/>
              </c:ext>
            </c:extLst>
          </c:dPt>
          <c:dPt>
            <c:idx val="2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0-B144-4F39-8F7F-71DAFB4508EE}"/>
              </c:ext>
            </c:extLst>
          </c:dPt>
          <c:dPt>
            <c:idx val="2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2-B144-4F39-8F7F-71DAFB4508EE}"/>
              </c:ext>
            </c:extLst>
          </c:dPt>
          <c:dPt>
            <c:idx val="2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4-B144-4F39-8F7F-71DAFB4508EE}"/>
              </c:ext>
            </c:extLst>
          </c:dPt>
          <c:dPt>
            <c:idx val="2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6-B144-4F39-8F7F-71DAFB4508EE}"/>
              </c:ext>
            </c:extLst>
          </c:dPt>
          <c:dPt>
            <c:idx val="2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8-B144-4F39-8F7F-71DAFB4508EE}"/>
              </c:ext>
            </c:extLst>
          </c:dPt>
          <c:dPt>
            <c:idx val="2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A-B144-4F39-8F7F-71DAFB4508EE}"/>
              </c:ext>
            </c:extLst>
          </c:dPt>
          <c:dPt>
            <c:idx val="2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C-B144-4F39-8F7F-71DAFB4508EE}"/>
              </c:ext>
            </c:extLst>
          </c:dPt>
          <c:dPt>
            <c:idx val="2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E-B144-4F39-8F7F-71DAFB4508EE}"/>
              </c:ext>
            </c:extLst>
          </c:dPt>
          <c:dPt>
            <c:idx val="2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0-B144-4F39-8F7F-71DAFB4508EE}"/>
              </c:ext>
            </c:extLst>
          </c:dPt>
          <c:dPt>
            <c:idx val="2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2-B144-4F39-8F7F-71DAFB4508EE}"/>
              </c:ext>
            </c:extLst>
          </c:dPt>
          <c:dPt>
            <c:idx val="2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4-B144-4F39-8F7F-71DAFB4508EE}"/>
              </c:ext>
            </c:extLst>
          </c:dPt>
          <c:dPt>
            <c:idx val="2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6-B144-4F39-8F7F-71DAFB4508EE}"/>
              </c:ext>
            </c:extLst>
          </c:dPt>
          <c:dPt>
            <c:idx val="2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8-B144-4F39-8F7F-71DAFB4508EE}"/>
              </c:ext>
            </c:extLst>
          </c:dPt>
          <c:dPt>
            <c:idx val="2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A-B144-4F39-8F7F-71DAFB4508EE}"/>
              </c:ext>
            </c:extLst>
          </c:dPt>
          <c:dPt>
            <c:idx val="2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C-B144-4F39-8F7F-71DAFB4508EE}"/>
              </c:ext>
            </c:extLst>
          </c:dPt>
          <c:dPt>
            <c:idx val="2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E-B144-4F39-8F7F-71DAFB4508EE}"/>
              </c:ext>
            </c:extLst>
          </c:dPt>
          <c:dPt>
            <c:idx val="2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0-B144-4F39-8F7F-71DAFB4508EE}"/>
              </c:ext>
            </c:extLst>
          </c:dPt>
          <c:dPt>
            <c:idx val="2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2-B144-4F39-8F7F-71DAFB4508EE}"/>
              </c:ext>
            </c:extLst>
          </c:dPt>
          <c:dPt>
            <c:idx val="2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4-B144-4F39-8F7F-71DAFB4508EE}"/>
              </c:ext>
            </c:extLst>
          </c:dPt>
          <c:dPt>
            <c:idx val="2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6-B144-4F39-8F7F-71DAFB4508EE}"/>
              </c:ext>
            </c:extLst>
          </c:dPt>
          <c:dPt>
            <c:idx val="2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8-B144-4F39-8F7F-71DAFB4508EE}"/>
              </c:ext>
            </c:extLst>
          </c:dPt>
          <c:dPt>
            <c:idx val="2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A-B144-4F39-8F7F-71DAFB4508EE}"/>
              </c:ext>
            </c:extLst>
          </c:dPt>
          <c:dPt>
            <c:idx val="2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C-B144-4F39-8F7F-71DAFB4508EE}"/>
              </c:ext>
            </c:extLst>
          </c:dPt>
          <c:dPt>
            <c:idx val="2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E-B144-4F39-8F7F-71DAFB4508EE}"/>
              </c:ext>
            </c:extLst>
          </c:dPt>
          <c:dPt>
            <c:idx val="2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0-B144-4F39-8F7F-71DAFB4508EE}"/>
              </c:ext>
            </c:extLst>
          </c:dPt>
          <c:dPt>
            <c:idx val="2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2-B144-4F39-8F7F-71DAFB4508EE}"/>
              </c:ext>
            </c:extLst>
          </c:dPt>
          <c:dPt>
            <c:idx val="2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4-B144-4F39-8F7F-71DAFB4508EE}"/>
              </c:ext>
            </c:extLst>
          </c:dPt>
          <c:dPt>
            <c:idx val="2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6-B144-4F39-8F7F-71DAFB4508EE}"/>
              </c:ext>
            </c:extLst>
          </c:dPt>
          <c:dPt>
            <c:idx val="2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8-B144-4F39-8F7F-71DAFB4508EE}"/>
              </c:ext>
            </c:extLst>
          </c:dPt>
          <c:dPt>
            <c:idx val="2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A-B144-4F39-8F7F-71DAFB4508EE}"/>
              </c:ext>
            </c:extLst>
          </c:dPt>
          <c:dPt>
            <c:idx val="2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C-B144-4F39-8F7F-71DAFB4508EE}"/>
              </c:ext>
            </c:extLst>
          </c:dPt>
          <c:dPt>
            <c:idx val="2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E-B144-4F39-8F7F-71DAFB4508EE}"/>
              </c:ext>
            </c:extLst>
          </c:dPt>
          <c:dPt>
            <c:idx val="2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0-B144-4F39-8F7F-71DAFB4508EE}"/>
              </c:ext>
            </c:extLst>
          </c:dPt>
          <c:dPt>
            <c:idx val="2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2-B144-4F39-8F7F-71DAFB4508EE}"/>
              </c:ext>
            </c:extLst>
          </c:dPt>
          <c:dPt>
            <c:idx val="2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4-B144-4F39-8F7F-71DAFB4508EE}"/>
              </c:ext>
            </c:extLst>
          </c:dPt>
          <c:dPt>
            <c:idx val="2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6-B144-4F39-8F7F-71DAFB4508EE}"/>
              </c:ext>
            </c:extLst>
          </c:dPt>
          <c:dPt>
            <c:idx val="2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8-B144-4F39-8F7F-71DAFB4508EE}"/>
              </c:ext>
            </c:extLst>
          </c:dPt>
          <c:dPt>
            <c:idx val="2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A-B144-4F39-8F7F-71DAFB4508EE}"/>
              </c:ext>
            </c:extLst>
          </c:dPt>
          <c:dPt>
            <c:idx val="2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C-B144-4F39-8F7F-71DAFB4508EE}"/>
              </c:ext>
            </c:extLst>
          </c:dPt>
          <c:dPt>
            <c:idx val="2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E-B144-4F39-8F7F-71DAFB4508EE}"/>
              </c:ext>
            </c:extLst>
          </c:dPt>
          <c:dPt>
            <c:idx val="2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0-B144-4F39-8F7F-71DAFB4508EE}"/>
              </c:ext>
            </c:extLst>
          </c:dPt>
          <c:dPt>
            <c:idx val="2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2-B144-4F39-8F7F-71DAFB4508EE}"/>
              </c:ext>
            </c:extLst>
          </c:dPt>
          <c:dPt>
            <c:idx val="2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4-B144-4F39-8F7F-71DAFB4508EE}"/>
              </c:ext>
            </c:extLst>
          </c:dPt>
          <c:dPt>
            <c:idx val="2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6-B144-4F39-8F7F-71DAFB4508EE}"/>
              </c:ext>
            </c:extLst>
          </c:dPt>
          <c:dPt>
            <c:idx val="2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8-B144-4F39-8F7F-71DAFB4508EE}"/>
              </c:ext>
            </c:extLst>
          </c:dPt>
          <c:dPt>
            <c:idx val="2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A-B144-4F39-8F7F-71DAFB4508EE}"/>
              </c:ext>
            </c:extLst>
          </c:dPt>
          <c:dPt>
            <c:idx val="2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C-B144-4F39-8F7F-71DAFB4508EE}"/>
              </c:ext>
            </c:extLst>
          </c:dPt>
          <c:dPt>
            <c:idx val="2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E-B144-4F39-8F7F-71DAFB4508EE}"/>
              </c:ext>
            </c:extLst>
          </c:dPt>
          <c:dPt>
            <c:idx val="2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0-B144-4F39-8F7F-71DAFB4508EE}"/>
              </c:ext>
            </c:extLst>
          </c:dPt>
          <c:dPt>
            <c:idx val="2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2-B144-4F39-8F7F-71DAFB4508EE}"/>
              </c:ext>
            </c:extLst>
          </c:dPt>
          <c:dPt>
            <c:idx val="2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4-B144-4F39-8F7F-71DAFB4508EE}"/>
              </c:ext>
            </c:extLst>
          </c:dPt>
          <c:dPt>
            <c:idx val="2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6-B144-4F39-8F7F-71DAFB4508EE}"/>
              </c:ext>
            </c:extLst>
          </c:dPt>
          <c:dPt>
            <c:idx val="2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8-B144-4F39-8F7F-71DAFB4508EE}"/>
              </c:ext>
            </c:extLst>
          </c:dPt>
          <c:dPt>
            <c:idx val="2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A-B144-4F39-8F7F-71DAFB4508EE}"/>
              </c:ext>
            </c:extLst>
          </c:dPt>
          <c:dPt>
            <c:idx val="2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C-B144-4F39-8F7F-71DAFB4508EE}"/>
              </c:ext>
            </c:extLst>
          </c:dPt>
          <c:dPt>
            <c:idx val="2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E-B144-4F39-8F7F-71DAFB4508EE}"/>
              </c:ext>
            </c:extLst>
          </c:dPt>
          <c:dPt>
            <c:idx val="2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0-B144-4F39-8F7F-71DAFB4508EE}"/>
              </c:ext>
            </c:extLst>
          </c:dPt>
          <c:dPt>
            <c:idx val="2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2-B144-4F39-8F7F-71DAFB4508EE}"/>
              </c:ext>
            </c:extLst>
          </c:dPt>
          <c:dPt>
            <c:idx val="2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4-B144-4F39-8F7F-71DAFB4508EE}"/>
              </c:ext>
            </c:extLst>
          </c:dPt>
          <c:dPt>
            <c:idx val="2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6-B144-4F39-8F7F-71DAFB4508EE}"/>
              </c:ext>
            </c:extLst>
          </c:dPt>
          <c:dPt>
            <c:idx val="2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8-B144-4F39-8F7F-71DAFB4508EE}"/>
              </c:ext>
            </c:extLst>
          </c:dPt>
          <c:dPt>
            <c:idx val="2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A-B144-4F39-8F7F-71DAFB4508EE}"/>
              </c:ext>
            </c:extLst>
          </c:dPt>
          <c:dPt>
            <c:idx val="2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C-B144-4F39-8F7F-71DAFB4508EE}"/>
              </c:ext>
            </c:extLst>
          </c:dPt>
          <c:dPt>
            <c:idx val="2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E-B144-4F39-8F7F-71DAFB4508EE}"/>
              </c:ext>
            </c:extLst>
          </c:dPt>
          <c:dPt>
            <c:idx val="2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0-B144-4F39-8F7F-71DAFB4508EE}"/>
              </c:ext>
            </c:extLst>
          </c:dPt>
          <c:dPt>
            <c:idx val="2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2-B144-4F39-8F7F-71DAFB4508EE}"/>
              </c:ext>
            </c:extLst>
          </c:dPt>
          <c:dPt>
            <c:idx val="2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4-B144-4F39-8F7F-71DAFB4508EE}"/>
              </c:ext>
            </c:extLst>
          </c:dPt>
          <c:dPt>
            <c:idx val="2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6-B144-4F39-8F7F-71DAFB4508EE}"/>
              </c:ext>
            </c:extLst>
          </c:dPt>
          <c:dPt>
            <c:idx val="2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8-B144-4F39-8F7F-71DAFB4508EE}"/>
              </c:ext>
            </c:extLst>
          </c:dPt>
          <c:dPt>
            <c:idx val="2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A-B144-4F39-8F7F-71DAFB4508EE}"/>
              </c:ext>
            </c:extLst>
          </c:dPt>
          <c:dPt>
            <c:idx val="2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C-B144-4F39-8F7F-71DAFB4508EE}"/>
              </c:ext>
            </c:extLst>
          </c:dPt>
          <c:dPt>
            <c:idx val="2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E-B144-4F39-8F7F-71DAFB4508EE}"/>
              </c:ext>
            </c:extLst>
          </c:dPt>
          <c:dPt>
            <c:idx val="2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0-B144-4F39-8F7F-71DAFB4508EE}"/>
              </c:ext>
            </c:extLst>
          </c:dPt>
          <c:dPt>
            <c:idx val="2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2-B144-4F39-8F7F-71DAFB4508EE}"/>
              </c:ext>
            </c:extLst>
          </c:dPt>
          <c:dPt>
            <c:idx val="2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4-B144-4F39-8F7F-71DAFB4508EE}"/>
              </c:ext>
            </c:extLst>
          </c:dPt>
          <c:dPt>
            <c:idx val="2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6-B144-4F39-8F7F-71DAFB4508EE}"/>
              </c:ext>
            </c:extLst>
          </c:dPt>
          <c:dPt>
            <c:idx val="2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8-B144-4F39-8F7F-71DAFB4508EE}"/>
              </c:ext>
            </c:extLst>
          </c:dPt>
          <c:dPt>
            <c:idx val="3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A-B144-4F39-8F7F-71DAFB4508EE}"/>
              </c:ext>
            </c:extLst>
          </c:dPt>
          <c:dPt>
            <c:idx val="3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C-B144-4F39-8F7F-71DAFB4508EE}"/>
              </c:ext>
            </c:extLst>
          </c:dPt>
          <c:dPt>
            <c:idx val="3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E-B144-4F39-8F7F-71DAFB4508EE}"/>
              </c:ext>
            </c:extLst>
          </c:dPt>
          <c:dPt>
            <c:idx val="3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0-B144-4F39-8F7F-71DAFB4508EE}"/>
              </c:ext>
            </c:extLst>
          </c:dPt>
          <c:dPt>
            <c:idx val="3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2-B144-4F39-8F7F-71DAFB4508EE}"/>
              </c:ext>
            </c:extLst>
          </c:dPt>
          <c:dPt>
            <c:idx val="3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4-B144-4F39-8F7F-71DAFB4508EE}"/>
              </c:ext>
            </c:extLst>
          </c:dPt>
          <c:dPt>
            <c:idx val="3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6-B144-4F39-8F7F-71DAFB4508EE}"/>
              </c:ext>
            </c:extLst>
          </c:dPt>
          <c:dPt>
            <c:idx val="3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8-B144-4F39-8F7F-71DAFB4508EE}"/>
              </c:ext>
            </c:extLst>
          </c:dPt>
          <c:dPt>
            <c:idx val="3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A-B144-4F39-8F7F-71DAFB4508EE}"/>
              </c:ext>
            </c:extLst>
          </c:dPt>
          <c:dPt>
            <c:idx val="3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C-B144-4F39-8F7F-71DAFB4508EE}"/>
              </c:ext>
            </c:extLst>
          </c:dPt>
          <c:dPt>
            <c:idx val="3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E-B144-4F39-8F7F-71DAFB4508EE}"/>
              </c:ext>
            </c:extLst>
          </c:dPt>
          <c:dPt>
            <c:idx val="3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0-B144-4F39-8F7F-71DAFB4508EE}"/>
              </c:ext>
            </c:extLst>
          </c:dPt>
          <c:dPt>
            <c:idx val="3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2-B144-4F39-8F7F-71DAFB4508EE}"/>
              </c:ext>
            </c:extLst>
          </c:dPt>
          <c:dPt>
            <c:idx val="3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4-B144-4F39-8F7F-71DAFB4508EE}"/>
              </c:ext>
            </c:extLst>
          </c:dPt>
          <c:dPt>
            <c:idx val="3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6-B144-4F39-8F7F-71DAFB4508EE}"/>
              </c:ext>
            </c:extLst>
          </c:dPt>
          <c:dPt>
            <c:idx val="3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8-B144-4F39-8F7F-71DAFB4508EE}"/>
              </c:ext>
            </c:extLst>
          </c:dPt>
          <c:dPt>
            <c:idx val="3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A-B144-4F39-8F7F-71DAFB4508EE}"/>
              </c:ext>
            </c:extLst>
          </c:dPt>
          <c:dPt>
            <c:idx val="3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C-B144-4F39-8F7F-71DAFB4508EE}"/>
              </c:ext>
            </c:extLst>
          </c:dPt>
          <c:dPt>
            <c:idx val="3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E-B144-4F39-8F7F-71DAFB4508EE}"/>
              </c:ext>
            </c:extLst>
          </c:dPt>
          <c:dPt>
            <c:idx val="3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0-B144-4F39-8F7F-71DAFB4508EE}"/>
              </c:ext>
            </c:extLst>
          </c:dPt>
          <c:dPt>
            <c:idx val="3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2-B144-4F39-8F7F-71DAFB4508EE}"/>
              </c:ext>
            </c:extLst>
          </c:dPt>
          <c:dPt>
            <c:idx val="3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4-B144-4F39-8F7F-71DAFB4508EE}"/>
              </c:ext>
            </c:extLst>
          </c:dPt>
          <c:dPt>
            <c:idx val="3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6-B144-4F39-8F7F-71DAFB4508EE}"/>
              </c:ext>
            </c:extLst>
          </c:dPt>
          <c:dPt>
            <c:idx val="3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8-B144-4F39-8F7F-71DAFB4508EE}"/>
              </c:ext>
            </c:extLst>
          </c:dPt>
          <c:dPt>
            <c:idx val="3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A-B144-4F39-8F7F-71DAFB4508EE}"/>
              </c:ext>
            </c:extLst>
          </c:dPt>
          <c:dPt>
            <c:idx val="3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C-B144-4F39-8F7F-71DAFB4508EE}"/>
              </c:ext>
            </c:extLst>
          </c:dPt>
          <c:dPt>
            <c:idx val="3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E-B144-4F39-8F7F-71DAFB4508EE}"/>
              </c:ext>
            </c:extLst>
          </c:dPt>
          <c:dPt>
            <c:idx val="3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0-B144-4F39-8F7F-71DAFB4508EE}"/>
              </c:ext>
            </c:extLst>
          </c:dPt>
          <c:dPt>
            <c:idx val="3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2-B144-4F39-8F7F-71DAFB4508EE}"/>
              </c:ext>
            </c:extLst>
          </c:dPt>
          <c:dPt>
            <c:idx val="3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4-B144-4F39-8F7F-71DAFB4508EE}"/>
              </c:ext>
            </c:extLst>
          </c:dPt>
          <c:dPt>
            <c:idx val="3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6-B144-4F39-8F7F-71DAFB4508EE}"/>
              </c:ext>
            </c:extLst>
          </c:dPt>
          <c:dPt>
            <c:idx val="3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8-B144-4F39-8F7F-71DAFB4508EE}"/>
              </c:ext>
            </c:extLst>
          </c:dPt>
          <c:dPt>
            <c:idx val="3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A-B144-4F39-8F7F-71DAFB4508EE}"/>
              </c:ext>
            </c:extLst>
          </c:dPt>
          <c:dPt>
            <c:idx val="3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C-B144-4F39-8F7F-71DAFB4508EE}"/>
              </c:ext>
            </c:extLst>
          </c:dPt>
          <c:dPt>
            <c:idx val="3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E-B144-4F39-8F7F-71DAFB4508EE}"/>
              </c:ext>
            </c:extLst>
          </c:dPt>
          <c:dPt>
            <c:idx val="3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0-B144-4F39-8F7F-71DAFB4508EE}"/>
              </c:ext>
            </c:extLst>
          </c:dPt>
          <c:dPt>
            <c:idx val="3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2-B144-4F39-8F7F-71DAFB4508EE}"/>
              </c:ext>
            </c:extLst>
          </c:dPt>
          <c:dPt>
            <c:idx val="3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4-B144-4F39-8F7F-71DAFB4508EE}"/>
              </c:ext>
            </c:extLst>
          </c:dPt>
          <c:dPt>
            <c:idx val="3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6-B144-4F39-8F7F-71DAFB4508EE}"/>
              </c:ext>
            </c:extLst>
          </c:dPt>
          <c:dPt>
            <c:idx val="3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8-B144-4F39-8F7F-71DAFB4508EE}"/>
              </c:ext>
            </c:extLst>
          </c:dPt>
          <c:dPt>
            <c:idx val="3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A-B144-4F39-8F7F-71DAFB4508EE}"/>
              </c:ext>
            </c:extLst>
          </c:dPt>
          <c:dPt>
            <c:idx val="3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C-B144-4F39-8F7F-71DAFB4508EE}"/>
              </c:ext>
            </c:extLst>
          </c:dPt>
          <c:dPt>
            <c:idx val="3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E-B144-4F39-8F7F-71DAFB4508EE}"/>
              </c:ext>
            </c:extLst>
          </c:dPt>
          <c:dPt>
            <c:idx val="3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0-B144-4F39-8F7F-71DAFB4508EE}"/>
              </c:ext>
            </c:extLst>
          </c:dPt>
          <c:dPt>
            <c:idx val="3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2-B144-4F39-8F7F-71DAFB4508EE}"/>
              </c:ext>
            </c:extLst>
          </c:dPt>
          <c:dPt>
            <c:idx val="3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4-B144-4F39-8F7F-71DAFB4508EE}"/>
              </c:ext>
            </c:extLst>
          </c:dPt>
          <c:dPt>
            <c:idx val="3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6-B144-4F39-8F7F-71DAFB4508EE}"/>
              </c:ext>
            </c:extLst>
          </c:dPt>
          <c:dPt>
            <c:idx val="3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8-B144-4F39-8F7F-71DAFB4508EE}"/>
              </c:ext>
            </c:extLst>
          </c:dPt>
          <c:dPt>
            <c:idx val="3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A-B144-4F39-8F7F-71DAFB4508EE}"/>
              </c:ext>
            </c:extLst>
          </c:dPt>
          <c:dPt>
            <c:idx val="3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C-B144-4F39-8F7F-71DAFB4508EE}"/>
              </c:ext>
            </c:extLst>
          </c:dPt>
          <c:dPt>
            <c:idx val="3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E-B144-4F39-8F7F-71DAFB4508EE}"/>
              </c:ext>
            </c:extLst>
          </c:dPt>
          <c:dPt>
            <c:idx val="3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0-B144-4F39-8F7F-71DAFB4508EE}"/>
              </c:ext>
            </c:extLst>
          </c:dPt>
          <c:dPt>
            <c:idx val="3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2-B144-4F39-8F7F-71DAFB4508EE}"/>
              </c:ext>
            </c:extLst>
          </c:dPt>
          <c:dPt>
            <c:idx val="3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4-B144-4F39-8F7F-71DAFB4508EE}"/>
              </c:ext>
            </c:extLst>
          </c:dPt>
          <c:dPt>
            <c:idx val="3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6-B144-4F39-8F7F-71DAFB4508EE}"/>
              </c:ext>
            </c:extLst>
          </c:dPt>
          <c:dPt>
            <c:idx val="3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8-B144-4F39-8F7F-71DAFB4508EE}"/>
              </c:ext>
            </c:extLst>
          </c:dPt>
          <c:dPt>
            <c:idx val="3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A-B144-4F39-8F7F-71DAFB4508EE}"/>
              </c:ext>
            </c:extLst>
          </c:dPt>
          <c:dPt>
            <c:idx val="3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C-B144-4F39-8F7F-71DAFB4508EE}"/>
              </c:ext>
            </c:extLst>
          </c:dPt>
          <c:dPt>
            <c:idx val="3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E-B144-4F39-8F7F-71DAFB4508EE}"/>
              </c:ext>
            </c:extLst>
          </c:dPt>
          <c:dPt>
            <c:idx val="3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0-B144-4F39-8F7F-71DAFB4508EE}"/>
              </c:ext>
            </c:extLst>
          </c:dPt>
          <c:dPt>
            <c:idx val="3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2-B144-4F39-8F7F-71DAFB4508EE}"/>
              </c:ext>
            </c:extLst>
          </c:dPt>
          <c:dPt>
            <c:idx val="3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4-B144-4F39-8F7F-71DAFB4508EE}"/>
              </c:ext>
            </c:extLst>
          </c:dPt>
          <c:dPt>
            <c:idx val="3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6-B144-4F39-8F7F-71DAFB4508EE}"/>
              </c:ext>
            </c:extLst>
          </c:dPt>
          <c:dPt>
            <c:idx val="3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8-B144-4F39-8F7F-71DAFB4508EE}"/>
              </c:ext>
            </c:extLst>
          </c:dPt>
          <c:dPt>
            <c:idx val="3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A-B144-4F39-8F7F-71DAFB4508EE}"/>
              </c:ext>
            </c:extLst>
          </c:dPt>
          <c:dPt>
            <c:idx val="3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C-B144-4F39-8F7F-71DAFB4508EE}"/>
              </c:ext>
            </c:extLst>
          </c:dPt>
          <c:dPt>
            <c:idx val="3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E-B144-4F39-8F7F-71DAFB4508EE}"/>
              </c:ext>
            </c:extLst>
          </c:dPt>
          <c:dPt>
            <c:idx val="3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0-B144-4F39-8F7F-71DAFB4508EE}"/>
              </c:ext>
            </c:extLst>
          </c:dPt>
          <c:dPt>
            <c:idx val="3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2-B144-4F39-8F7F-71DAFB4508EE}"/>
              </c:ext>
            </c:extLst>
          </c:dPt>
          <c:dPt>
            <c:idx val="3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4-B144-4F39-8F7F-71DAFB4508EE}"/>
              </c:ext>
            </c:extLst>
          </c:dPt>
          <c:dPt>
            <c:idx val="3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6-B144-4F39-8F7F-71DAFB4508EE}"/>
              </c:ext>
            </c:extLst>
          </c:dPt>
          <c:dPt>
            <c:idx val="3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8-B144-4F39-8F7F-71DAFB4508EE}"/>
              </c:ext>
            </c:extLst>
          </c:dPt>
          <c:dPt>
            <c:idx val="3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A-B144-4F39-8F7F-71DAFB4508EE}"/>
              </c:ext>
            </c:extLst>
          </c:dPt>
          <c:dPt>
            <c:idx val="3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C-B144-4F39-8F7F-71DAFB4508EE}"/>
              </c:ext>
            </c:extLst>
          </c:dPt>
          <c:dPt>
            <c:idx val="3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E-B144-4F39-8F7F-71DAFB4508EE}"/>
              </c:ext>
            </c:extLst>
          </c:dPt>
          <c:dPt>
            <c:idx val="3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0-B144-4F39-8F7F-71DAFB4508EE}"/>
              </c:ext>
            </c:extLst>
          </c:dPt>
          <c:dPt>
            <c:idx val="3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2-B144-4F39-8F7F-71DAFB4508EE}"/>
              </c:ext>
            </c:extLst>
          </c:dPt>
          <c:dPt>
            <c:idx val="3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4-B144-4F39-8F7F-71DAFB4508EE}"/>
              </c:ext>
            </c:extLst>
          </c:dPt>
          <c:dPt>
            <c:idx val="3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6-B144-4F39-8F7F-71DAFB4508EE}"/>
              </c:ext>
            </c:extLst>
          </c:dPt>
          <c:dPt>
            <c:idx val="3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8-B144-4F39-8F7F-71DAFB4508EE}"/>
              </c:ext>
            </c:extLst>
          </c:dPt>
          <c:xVal>
            <c:numRef>
              <c:f>'Chart Data'!$Q$2:$Q$381</c:f>
              <c:numCache>
                <c:formatCode>General</c:formatCode>
                <c:ptCount val="380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16</c:v>
                </c:pt>
                <c:pt idx="14">
                  <c:v>17</c:v>
                </c:pt>
                <c:pt idx="15">
                  <c:v>18</c:v>
                </c:pt>
                <c:pt idx="16">
                  <c:v>19</c:v>
                </c:pt>
                <c:pt idx="17">
                  <c:v>20</c:v>
                </c:pt>
                <c:pt idx="18">
                  <c:v>21</c:v>
                </c:pt>
                <c:pt idx="19">
                  <c:v>22</c:v>
                </c:pt>
                <c:pt idx="20">
                  <c:v>23</c:v>
                </c:pt>
                <c:pt idx="21">
                  <c:v>24</c:v>
                </c:pt>
                <c:pt idx="22">
                  <c:v>25</c:v>
                </c:pt>
                <c:pt idx="23">
                  <c:v>26</c:v>
                </c:pt>
                <c:pt idx="24">
                  <c:v>27</c:v>
                </c:pt>
                <c:pt idx="25">
                  <c:v>28</c:v>
                </c:pt>
                <c:pt idx="26">
                  <c:v>29</c:v>
                </c:pt>
                <c:pt idx="27">
                  <c:v>30</c:v>
                </c:pt>
                <c:pt idx="28">
                  <c:v>31</c:v>
                </c:pt>
                <c:pt idx="29">
                  <c:v>32</c:v>
                </c:pt>
                <c:pt idx="30">
                  <c:v>33</c:v>
                </c:pt>
                <c:pt idx="31">
                  <c:v>34</c:v>
                </c:pt>
                <c:pt idx="32">
                  <c:v>35</c:v>
                </c:pt>
                <c:pt idx="33">
                  <c:v>36</c:v>
                </c:pt>
                <c:pt idx="34">
                  <c:v>37</c:v>
                </c:pt>
                <c:pt idx="35">
                  <c:v>38</c:v>
                </c:pt>
                <c:pt idx="36">
                  <c:v>39</c:v>
                </c:pt>
                <c:pt idx="37">
                  <c:v>40</c:v>
                </c:pt>
                <c:pt idx="38">
                  <c:v>41</c:v>
                </c:pt>
                <c:pt idx="39">
                  <c:v>42</c:v>
                </c:pt>
                <c:pt idx="40">
                  <c:v>43</c:v>
                </c:pt>
                <c:pt idx="41">
                  <c:v>44</c:v>
                </c:pt>
                <c:pt idx="42">
                  <c:v>45</c:v>
                </c:pt>
                <c:pt idx="43">
                  <c:v>46</c:v>
                </c:pt>
                <c:pt idx="44">
                  <c:v>47</c:v>
                </c:pt>
                <c:pt idx="45">
                  <c:v>48</c:v>
                </c:pt>
                <c:pt idx="46">
                  <c:v>49</c:v>
                </c:pt>
                <c:pt idx="47">
                  <c:v>50</c:v>
                </c:pt>
                <c:pt idx="48">
                  <c:v>51</c:v>
                </c:pt>
                <c:pt idx="49">
                  <c:v>52</c:v>
                </c:pt>
                <c:pt idx="50">
                  <c:v>53</c:v>
                </c:pt>
                <c:pt idx="51">
                  <c:v>54</c:v>
                </c:pt>
                <c:pt idx="52">
                  <c:v>55</c:v>
                </c:pt>
                <c:pt idx="53">
                  <c:v>56</c:v>
                </c:pt>
                <c:pt idx="54">
                  <c:v>57</c:v>
                </c:pt>
                <c:pt idx="55">
                  <c:v>59</c:v>
                </c:pt>
                <c:pt idx="56">
                  <c:v>60</c:v>
                </c:pt>
                <c:pt idx="57">
                  <c:v>61</c:v>
                </c:pt>
                <c:pt idx="58">
                  <c:v>62</c:v>
                </c:pt>
                <c:pt idx="59">
                  <c:v>63</c:v>
                </c:pt>
                <c:pt idx="60">
                  <c:v>64</c:v>
                </c:pt>
                <c:pt idx="61">
                  <c:v>65</c:v>
                </c:pt>
                <c:pt idx="62">
                  <c:v>66</c:v>
                </c:pt>
                <c:pt idx="63">
                  <c:v>67</c:v>
                </c:pt>
                <c:pt idx="64">
                  <c:v>68</c:v>
                </c:pt>
                <c:pt idx="65">
                  <c:v>69</c:v>
                </c:pt>
                <c:pt idx="66">
                  <c:v>70</c:v>
                </c:pt>
                <c:pt idx="67">
                  <c:v>71</c:v>
                </c:pt>
                <c:pt idx="68">
                  <c:v>72</c:v>
                </c:pt>
                <c:pt idx="69">
                  <c:v>73</c:v>
                </c:pt>
                <c:pt idx="70">
                  <c:v>74</c:v>
                </c:pt>
                <c:pt idx="71">
                  <c:v>75</c:v>
                </c:pt>
                <c:pt idx="72">
                  <c:v>76</c:v>
                </c:pt>
                <c:pt idx="73">
                  <c:v>77</c:v>
                </c:pt>
                <c:pt idx="74">
                  <c:v>78</c:v>
                </c:pt>
                <c:pt idx="75">
                  <c:v>79</c:v>
                </c:pt>
                <c:pt idx="76">
                  <c:v>80</c:v>
                </c:pt>
                <c:pt idx="77">
                  <c:v>81</c:v>
                </c:pt>
                <c:pt idx="78">
                  <c:v>82</c:v>
                </c:pt>
                <c:pt idx="79">
                  <c:v>83</c:v>
                </c:pt>
                <c:pt idx="80">
                  <c:v>84</c:v>
                </c:pt>
                <c:pt idx="81">
                  <c:v>85</c:v>
                </c:pt>
                <c:pt idx="82">
                  <c:v>86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130</c:v>
                </c:pt>
                <c:pt idx="125">
                  <c:v>131</c:v>
                </c:pt>
                <c:pt idx="126">
                  <c:v>132</c:v>
                </c:pt>
                <c:pt idx="127">
                  <c:v>133</c:v>
                </c:pt>
                <c:pt idx="128">
                  <c:v>134</c:v>
                </c:pt>
                <c:pt idx="129">
                  <c:v>135</c:v>
                </c:pt>
                <c:pt idx="130">
                  <c:v>136</c:v>
                </c:pt>
                <c:pt idx="131">
                  <c:v>137</c:v>
                </c:pt>
                <c:pt idx="132">
                  <c:v>138</c:v>
                </c:pt>
                <c:pt idx="133">
                  <c:v>139</c:v>
                </c:pt>
                <c:pt idx="134">
                  <c:v>140</c:v>
                </c:pt>
                <c:pt idx="135">
                  <c:v>141</c:v>
                </c:pt>
                <c:pt idx="136">
                  <c:v>142</c:v>
                </c:pt>
                <c:pt idx="137">
                  <c:v>143</c:v>
                </c:pt>
                <c:pt idx="138">
                  <c:v>144</c:v>
                </c:pt>
                <c:pt idx="139">
                  <c:v>145</c:v>
                </c:pt>
                <c:pt idx="140">
                  <c:v>146</c:v>
                </c:pt>
                <c:pt idx="141">
                  <c:v>147</c:v>
                </c:pt>
                <c:pt idx="142">
                  <c:v>148</c:v>
                </c:pt>
                <c:pt idx="143">
                  <c:v>149</c:v>
                </c:pt>
                <c:pt idx="144">
                  <c:v>150</c:v>
                </c:pt>
                <c:pt idx="145">
                  <c:v>151</c:v>
                </c:pt>
                <c:pt idx="146">
                  <c:v>152</c:v>
                </c:pt>
                <c:pt idx="147">
                  <c:v>153</c:v>
                </c:pt>
                <c:pt idx="148">
                  <c:v>154</c:v>
                </c:pt>
                <c:pt idx="149">
                  <c:v>155</c:v>
                </c:pt>
                <c:pt idx="150">
                  <c:v>156</c:v>
                </c:pt>
                <c:pt idx="151">
                  <c:v>157</c:v>
                </c:pt>
                <c:pt idx="152">
                  <c:v>158</c:v>
                </c:pt>
                <c:pt idx="153">
                  <c:v>159</c:v>
                </c:pt>
                <c:pt idx="154">
                  <c:v>160</c:v>
                </c:pt>
                <c:pt idx="155">
                  <c:v>161</c:v>
                </c:pt>
                <c:pt idx="156">
                  <c:v>162</c:v>
                </c:pt>
                <c:pt idx="157">
                  <c:v>163</c:v>
                </c:pt>
                <c:pt idx="158">
                  <c:v>164</c:v>
                </c:pt>
                <c:pt idx="159">
                  <c:v>165</c:v>
                </c:pt>
                <c:pt idx="160">
                  <c:v>166</c:v>
                </c:pt>
                <c:pt idx="161">
                  <c:v>167</c:v>
                </c:pt>
                <c:pt idx="162">
                  <c:v>168</c:v>
                </c:pt>
                <c:pt idx="163">
                  <c:v>169</c:v>
                </c:pt>
                <c:pt idx="164">
                  <c:v>170</c:v>
                </c:pt>
                <c:pt idx="165">
                  <c:v>171</c:v>
                </c:pt>
                <c:pt idx="166">
                  <c:v>172</c:v>
                </c:pt>
                <c:pt idx="167">
                  <c:v>173</c:v>
                </c:pt>
                <c:pt idx="168">
                  <c:v>174</c:v>
                </c:pt>
                <c:pt idx="169">
                  <c:v>175</c:v>
                </c:pt>
                <c:pt idx="170">
                  <c:v>176</c:v>
                </c:pt>
                <c:pt idx="171">
                  <c:v>177</c:v>
                </c:pt>
                <c:pt idx="172">
                  <c:v>178</c:v>
                </c:pt>
                <c:pt idx="173">
                  <c:v>179</c:v>
                </c:pt>
                <c:pt idx="174">
                  <c:v>180</c:v>
                </c:pt>
                <c:pt idx="175">
                  <c:v>181</c:v>
                </c:pt>
                <c:pt idx="176">
                  <c:v>182</c:v>
                </c:pt>
                <c:pt idx="177">
                  <c:v>183</c:v>
                </c:pt>
                <c:pt idx="178">
                  <c:v>184</c:v>
                </c:pt>
                <c:pt idx="179">
                  <c:v>185</c:v>
                </c:pt>
                <c:pt idx="180">
                  <c:v>186</c:v>
                </c:pt>
                <c:pt idx="181">
                  <c:v>187</c:v>
                </c:pt>
                <c:pt idx="182">
                  <c:v>188</c:v>
                </c:pt>
                <c:pt idx="183">
                  <c:v>189</c:v>
                </c:pt>
                <c:pt idx="184">
                  <c:v>190</c:v>
                </c:pt>
                <c:pt idx="185">
                  <c:v>191</c:v>
                </c:pt>
                <c:pt idx="186">
                  <c:v>193</c:v>
                </c:pt>
                <c:pt idx="187">
                  <c:v>194</c:v>
                </c:pt>
                <c:pt idx="188">
                  <c:v>195</c:v>
                </c:pt>
                <c:pt idx="189">
                  <c:v>196</c:v>
                </c:pt>
                <c:pt idx="190">
                  <c:v>197</c:v>
                </c:pt>
                <c:pt idx="191">
                  <c:v>198</c:v>
                </c:pt>
                <c:pt idx="192">
                  <c:v>199</c:v>
                </c:pt>
                <c:pt idx="193">
                  <c:v>200</c:v>
                </c:pt>
                <c:pt idx="194">
                  <c:v>201</c:v>
                </c:pt>
                <c:pt idx="195">
                  <c:v>202</c:v>
                </c:pt>
                <c:pt idx="196">
                  <c:v>203</c:v>
                </c:pt>
                <c:pt idx="197">
                  <c:v>204</c:v>
                </c:pt>
                <c:pt idx="198">
                  <c:v>205</c:v>
                </c:pt>
                <c:pt idx="199">
                  <c:v>206</c:v>
                </c:pt>
                <c:pt idx="200">
                  <c:v>207</c:v>
                </c:pt>
                <c:pt idx="201">
                  <c:v>208</c:v>
                </c:pt>
                <c:pt idx="202">
                  <c:v>209</c:v>
                </c:pt>
                <c:pt idx="203">
                  <c:v>210</c:v>
                </c:pt>
                <c:pt idx="204">
                  <c:v>211</c:v>
                </c:pt>
                <c:pt idx="205">
                  <c:v>212</c:v>
                </c:pt>
                <c:pt idx="206">
                  <c:v>213</c:v>
                </c:pt>
                <c:pt idx="207">
                  <c:v>214</c:v>
                </c:pt>
                <c:pt idx="208">
                  <c:v>215</c:v>
                </c:pt>
                <c:pt idx="209">
                  <c:v>216</c:v>
                </c:pt>
                <c:pt idx="210">
                  <c:v>217</c:v>
                </c:pt>
                <c:pt idx="211">
                  <c:v>218</c:v>
                </c:pt>
                <c:pt idx="212">
                  <c:v>219</c:v>
                </c:pt>
                <c:pt idx="213">
                  <c:v>220</c:v>
                </c:pt>
                <c:pt idx="214">
                  <c:v>222</c:v>
                </c:pt>
                <c:pt idx="215">
                  <c:v>223</c:v>
                </c:pt>
                <c:pt idx="216">
                  <c:v>224</c:v>
                </c:pt>
                <c:pt idx="217">
                  <c:v>225</c:v>
                </c:pt>
                <c:pt idx="218">
                  <c:v>226</c:v>
                </c:pt>
                <c:pt idx="219">
                  <c:v>227</c:v>
                </c:pt>
                <c:pt idx="220">
                  <c:v>228</c:v>
                </c:pt>
                <c:pt idx="221">
                  <c:v>229</c:v>
                </c:pt>
                <c:pt idx="222">
                  <c:v>230</c:v>
                </c:pt>
                <c:pt idx="223">
                  <c:v>231</c:v>
                </c:pt>
                <c:pt idx="224">
                  <c:v>232</c:v>
                </c:pt>
                <c:pt idx="225">
                  <c:v>233</c:v>
                </c:pt>
                <c:pt idx="226">
                  <c:v>234</c:v>
                </c:pt>
                <c:pt idx="227">
                  <c:v>235</c:v>
                </c:pt>
                <c:pt idx="228">
                  <c:v>236</c:v>
                </c:pt>
                <c:pt idx="229">
                  <c:v>237</c:v>
                </c:pt>
                <c:pt idx="230">
                  <c:v>238</c:v>
                </c:pt>
                <c:pt idx="231">
                  <c:v>239</c:v>
                </c:pt>
                <c:pt idx="232">
                  <c:v>240</c:v>
                </c:pt>
                <c:pt idx="233">
                  <c:v>241</c:v>
                </c:pt>
                <c:pt idx="234">
                  <c:v>242</c:v>
                </c:pt>
                <c:pt idx="235">
                  <c:v>243</c:v>
                </c:pt>
                <c:pt idx="236">
                  <c:v>244</c:v>
                </c:pt>
                <c:pt idx="237">
                  <c:v>245</c:v>
                </c:pt>
                <c:pt idx="238">
                  <c:v>246</c:v>
                </c:pt>
                <c:pt idx="239">
                  <c:v>247</c:v>
                </c:pt>
                <c:pt idx="240">
                  <c:v>248</c:v>
                </c:pt>
                <c:pt idx="241">
                  <c:v>249</c:v>
                </c:pt>
                <c:pt idx="242">
                  <c:v>250</c:v>
                </c:pt>
                <c:pt idx="243">
                  <c:v>251</c:v>
                </c:pt>
                <c:pt idx="244">
                  <c:v>252</c:v>
                </c:pt>
                <c:pt idx="245">
                  <c:v>253</c:v>
                </c:pt>
                <c:pt idx="246">
                  <c:v>254</c:v>
                </c:pt>
                <c:pt idx="247">
                  <c:v>255</c:v>
                </c:pt>
                <c:pt idx="248">
                  <c:v>256</c:v>
                </c:pt>
                <c:pt idx="249">
                  <c:v>257</c:v>
                </c:pt>
                <c:pt idx="250">
                  <c:v>258</c:v>
                </c:pt>
                <c:pt idx="251">
                  <c:v>260</c:v>
                </c:pt>
                <c:pt idx="252">
                  <c:v>261</c:v>
                </c:pt>
                <c:pt idx="253">
                  <c:v>262</c:v>
                </c:pt>
                <c:pt idx="254">
                  <c:v>263</c:v>
                </c:pt>
                <c:pt idx="255">
                  <c:v>264</c:v>
                </c:pt>
                <c:pt idx="256">
                  <c:v>265</c:v>
                </c:pt>
                <c:pt idx="257">
                  <c:v>266</c:v>
                </c:pt>
                <c:pt idx="258">
                  <c:v>267</c:v>
                </c:pt>
                <c:pt idx="259">
                  <c:v>268</c:v>
                </c:pt>
                <c:pt idx="260">
                  <c:v>269</c:v>
                </c:pt>
                <c:pt idx="261">
                  <c:v>270</c:v>
                </c:pt>
                <c:pt idx="262">
                  <c:v>271</c:v>
                </c:pt>
                <c:pt idx="263">
                  <c:v>272</c:v>
                </c:pt>
                <c:pt idx="264">
                  <c:v>273</c:v>
                </c:pt>
                <c:pt idx="265">
                  <c:v>274</c:v>
                </c:pt>
                <c:pt idx="266">
                  <c:v>275</c:v>
                </c:pt>
                <c:pt idx="267">
                  <c:v>276</c:v>
                </c:pt>
                <c:pt idx="268">
                  <c:v>277</c:v>
                </c:pt>
                <c:pt idx="269">
                  <c:v>278</c:v>
                </c:pt>
                <c:pt idx="270">
                  <c:v>279</c:v>
                </c:pt>
                <c:pt idx="271">
                  <c:v>280</c:v>
                </c:pt>
                <c:pt idx="272">
                  <c:v>281</c:v>
                </c:pt>
                <c:pt idx="273">
                  <c:v>282</c:v>
                </c:pt>
                <c:pt idx="274">
                  <c:v>283</c:v>
                </c:pt>
                <c:pt idx="275">
                  <c:v>284</c:v>
                </c:pt>
                <c:pt idx="276">
                  <c:v>285</c:v>
                </c:pt>
                <c:pt idx="277">
                  <c:v>286</c:v>
                </c:pt>
                <c:pt idx="278">
                  <c:v>287</c:v>
                </c:pt>
                <c:pt idx="279">
                  <c:v>288</c:v>
                </c:pt>
                <c:pt idx="280">
                  <c:v>289</c:v>
                </c:pt>
                <c:pt idx="281">
                  <c:v>290</c:v>
                </c:pt>
                <c:pt idx="282">
                  <c:v>291</c:v>
                </c:pt>
                <c:pt idx="283">
                  <c:v>292</c:v>
                </c:pt>
                <c:pt idx="284">
                  <c:v>293</c:v>
                </c:pt>
                <c:pt idx="285">
                  <c:v>295</c:v>
                </c:pt>
                <c:pt idx="286">
                  <c:v>296</c:v>
                </c:pt>
                <c:pt idx="287">
                  <c:v>297</c:v>
                </c:pt>
                <c:pt idx="288">
                  <c:v>298</c:v>
                </c:pt>
                <c:pt idx="289">
                  <c:v>299</c:v>
                </c:pt>
                <c:pt idx="290">
                  <c:v>300</c:v>
                </c:pt>
                <c:pt idx="291">
                  <c:v>301</c:v>
                </c:pt>
                <c:pt idx="292">
                  <c:v>302</c:v>
                </c:pt>
                <c:pt idx="293">
                  <c:v>303</c:v>
                </c:pt>
                <c:pt idx="294">
                  <c:v>304</c:v>
                </c:pt>
                <c:pt idx="295">
                  <c:v>305</c:v>
                </c:pt>
                <c:pt idx="296">
                  <c:v>306</c:v>
                </c:pt>
                <c:pt idx="297">
                  <c:v>307</c:v>
                </c:pt>
                <c:pt idx="298">
                  <c:v>308</c:v>
                </c:pt>
                <c:pt idx="299">
                  <c:v>309</c:v>
                </c:pt>
                <c:pt idx="300">
                  <c:v>310</c:v>
                </c:pt>
                <c:pt idx="301">
                  <c:v>311</c:v>
                </c:pt>
                <c:pt idx="302">
                  <c:v>312</c:v>
                </c:pt>
                <c:pt idx="303">
                  <c:v>313</c:v>
                </c:pt>
                <c:pt idx="304">
                  <c:v>314</c:v>
                </c:pt>
                <c:pt idx="305">
                  <c:v>315</c:v>
                </c:pt>
                <c:pt idx="306">
                  <c:v>316</c:v>
                </c:pt>
                <c:pt idx="307">
                  <c:v>317</c:v>
                </c:pt>
                <c:pt idx="308">
                  <c:v>318</c:v>
                </c:pt>
                <c:pt idx="309">
                  <c:v>319</c:v>
                </c:pt>
                <c:pt idx="310">
                  <c:v>320</c:v>
                </c:pt>
                <c:pt idx="311">
                  <c:v>321</c:v>
                </c:pt>
                <c:pt idx="312">
                  <c:v>322</c:v>
                </c:pt>
                <c:pt idx="313">
                  <c:v>323</c:v>
                </c:pt>
                <c:pt idx="314">
                  <c:v>324</c:v>
                </c:pt>
                <c:pt idx="315">
                  <c:v>325</c:v>
                </c:pt>
                <c:pt idx="316">
                  <c:v>326</c:v>
                </c:pt>
                <c:pt idx="317">
                  <c:v>327</c:v>
                </c:pt>
                <c:pt idx="318">
                  <c:v>328</c:v>
                </c:pt>
                <c:pt idx="319">
                  <c:v>329</c:v>
                </c:pt>
                <c:pt idx="320">
                  <c:v>330</c:v>
                </c:pt>
                <c:pt idx="321">
                  <c:v>331</c:v>
                </c:pt>
                <c:pt idx="322">
                  <c:v>332</c:v>
                </c:pt>
                <c:pt idx="323">
                  <c:v>333</c:v>
                </c:pt>
                <c:pt idx="324">
                  <c:v>334</c:v>
                </c:pt>
                <c:pt idx="325">
                  <c:v>335</c:v>
                </c:pt>
                <c:pt idx="326">
                  <c:v>336</c:v>
                </c:pt>
                <c:pt idx="327">
                  <c:v>337</c:v>
                </c:pt>
                <c:pt idx="328">
                  <c:v>338</c:v>
                </c:pt>
                <c:pt idx="329">
                  <c:v>339</c:v>
                </c:pt>
                <c:pt idx="330">
                  <c:v>340</c:v>
                </c:pt>
                <c:pt idx="331">
                  <c:v>341</c:v>
                </c:pt>
                <c:pt idx="332">
                  <c:v>342</c:v>
                </c:pt>
                <c:pt idx="333">
                  <c:v>343</c:v>
                </c:pt>
                <c:pt idx="334">
                  <c:v>344</c:v>
                </c:pt>
                <c:pt idx="335">
                  <c:v>346</c:v>
                </c:pt>
                <c:pt idx="336">
                  <c:v>347</c:v>
                </c:pt>
                <c:pt idx="337">
                  <c:v>348</c:v>
                </c:pt>
                <c:pt idx="338">
                  <c:v>349</c:v>
                </c:pt>
                <c:pt idx="339">
                  <c:v>350</c:v>
                </c:pt>
                <c:pt idx="340">
                  <c:v>351</c:v>
                </c:pt>
                <c:pt idx="341">
                  <c:v>352</c:v>
                </c:pt>
                <c:pt idx="342">
                  <c:v>353</c:v>
                </c:pt>
                <c:pt idx="343">
                  <c:v>354</c:v>
                </c:pt>
                <c:pt idx="344">
                  <c:v>355</c:v>
                </c:pt>
                <c:pt idx="345">
                  <c:v>356</c:v>
                </c:pt>
                <c:pt idx="346">
                  <c:v>357</c:v>
                </c:pt>
                <c:pt idx="347">
                  <c:v>358</c:v>
                </c:pt>
                <c:pt idx="348">
                  <c:v>359</c:v>
                </c:pt>
                <c:pt idx="349">
                  <c:v>360</c:v>
                </c:pt>
                <c:pt idx="350">
                  <c:v>361</c:v>
                </c:pt>
                <c:pt idx="351">
                  <c:v>362</c:v>
                </c:pt>
                <c:pt idx="352">
                  <c:v>363</c:v>
                </c:pt>
                <c:pt idx="353">
                  <c:v>364</c:v>
                </c:pt>
                <c:pt idx="354">
                  <c:v>365</c:v>
                </c:pt>
                <c:pt idx="355">
                  <c:v>366</c:v>
                </c:pt>
                <c:pt idx="356">
                  <c:v>367</c:v>
                </c:pt>
                <c:pt idx="357">
                  <c:v>368</c:v>
                </c:pt>
                <c:pt idx="358">
                  <c:v>369</c:v>
                </c:pt>
                <c:pt idx="359">
                  <c:v>370</c:v>
                </c:pt>
                <c:pt idx="360">
                  <c:v>371</c:v>
                </c:pt>
                <c:pt idx="361">
                  <c:v>372</c:v>
                </c:pt>
                <c:pt idx="362">
                  <c:v>373</c:v>
                </c:pt>
                <c:pt idx="363">
                  <c:v>374</c:v>
                </c:pt>
                <c:pt idx="364">
                  <c:v>375</c:v>
                </c:pt>
                <c:pt idx="365">
                  <c:v>376</c:v>
                </c:pt>
                <c:pt idx="366">
                  <c:v>377</c:v>
                </c:pt>
                <c:pt idx="367">
                  <c:v>378</c:v>
                </c:pt>
                <c:pt idx="368">
                  <c:v>379</c:v>
                </c:pt>
                <c:pt idx="369">
                  <c:v>380</c:v>
                </c:pt>
                <c:pt idx="370">
                  <c:v>381</c:v>
                </c:pt>
                <c:pt idx="371">
                  <c:v>382</c:v>
                </c:pt>
                <c:pt idx="372">
                  <c:v>383</c:v>
                </c:pt>
                <c:pt idx="373">
                  <c:v>384</c:v>
                </c:pt>
                <c:pt idx="374">
                  <c:v>385</c:v>
                </c:pt>
                <c:pt idx="375">
                  <c:v>386</c:v>
                </c:pt>
                <c:pt idx="376">
                  <c:v>388</c:v>
                </c:pt>
                <c:pt idx="377">
                  <c:v>389</c:v>
                </c:pt>
                <c:pt idx="378">
                  <c:v>390</c:v>
                </c:pt>
                <c:pt idx="379">
                  <c:v>391</c:v>
                </c:pt>
              </c:numCache>
            </c:numRef>
          </c:xVal>
          <c:yVal>
            <c:numRef>
              <c:f>'Chart Data'!$R$2:$R$381</c:f>
              <c:numCache>
                <c:formatCode>0</c:formatCode>
                <c:ptCount val="380"/>
                <c:pt idx="0">
                  <c:v>33</c:v>
                </c:pt>
                <c:pt idx="1">
                  <c:v>106</c:v>
                </c:pt>
                <c:pt idx="2">
                  <c:v>9</c:v>
                </c:pt>
                <c:pt idx="3">
                  <c:v>23</c:v>
                </c:pt>
                <c:pt idx="4">
                  <c:v>14</c:v>
                </c:pt>
                <c:pt idx="5">
                  <c:v>28</c:v>
                </c:pt>
                <c:pt idx="6">
                  <c:v>19</c:v>
                </c:pt>
                <c:pt idx="7">
                  <c:v>21</c:v>
                </c:pt>
                <c:pt idx="8">
                  <c:v>16</c:v>
                </c:pt>
                <c:pt idx="9">
                  <c:v>805</c:v>
                </c:pt>
                <c:pt idx="10">
                  <c:v>38</c:v>
                </c:pt>
                <c:pt idx="11">
                  <c:v>14</c:v>
                </c:pt>
                <c:pt idx="12">
                  <c:v>26</c:v>
                </c:pt>
                <c:pt idx="13">
                  <c:v>28</c:v>
                </c:pt>
                <c:pt idx="14">
                  <c:v>433</c:v>
                </c:pt>
                <c:pt idx="15">
                  <c:v>11</c:v>
                </c:pt>
                <c:pt idx="16">
                  <c:v>58</c:v>
                </c:pt>
                <c:pt idx="17">
                  <c:v>22</c:v>
                </c:pt>
                <c:pt idx="18">
                  <c:v>14</c:v>
                </c:pt>
                <c:pt idx="19">
                  <c:v>14</c:v>
                </c:pt>
                <c:pt idx="20">
                  <c:v>170</c:v>
                </c:pt>
                <c:pt idx="21">
                  <c:v>29</c:v>
                </c:pt>
                <c:pt idx="22">
                  <c:v>20</c:v>
                </c:pt>
                <c:pt idx="23">
                  <c:v>28</c:v>
                </c:pt>
                <c:pt idx="24">
                  <c:v>22</c:v>
                </c:pt>
                <c:pt idx="25">
                  <c:v>11</c:v>
                </c:pt>
                <c:pt idx="26">
                  <c:v>22</c:v>
                </c:pt>
                <c:pt idx="27">
                  <c:v>578</c:v>
                </c:pt>
                <c:pt idx="28">
                  <c:v>22</c:v>
                </c:pt>
                <c:pt idx="29">
                  <c:v>18</c:v>
                </c:pt>
                <c:pt idx="30">
                  <c:v>49</c:v>
                </c:pt>
                <c:pt idx="31">
                  <c:v>31</c:v>
                </c:pt>
                <c:pt idx="32">
                  <c:v>20</c:v>
                </c:pt>
                <c:pt idx="33">
                  <c:v>19</c:v>
                </c:pt>
                <c:pt idx="34">
                  <c:v>23</c:v>
                </c:pt>
                <c:pt idx="35">
                  <c:v>14</c:v>
                </c:pt>
                <c:pt idx="36">
                  <c:v>136</c:v>
                </c:pt>
                <c:pt idx="37">
                  <c:v>18</c:v>
                </c:pt>
                <c:pt idx="38">
                  <c:v>96</c:v>
                </c:pt>
                <c:pt idx="39">
                  <c:v>24</c:v>
                </c:pt>
                <c:pt idx="40">
                  <c:v>36</c:v>
                </c:pt>
                <c:pt idx="41">
                  <c:v>19</c:v>
                </c:pt>
                <c:pt idx="42">
                  <c:v>68</c:v>
                </c:pt>
                <c:pt idx="43">
                  <c:v>17</c:v>
                </c:pt>
                <c:pt idx="44">
                  <c:v>20</c:v>
                </c:pt>
                <c:pt idx="45">
                  <c:v>21</c:v>
                </c:pt>
                <c:pt idx="46">
                  <c:v>7</c:v>
                </c:pt>
                <c:pt idx="47">
                  <c:v>23</c:v>
                </c:pt>
                <c:pt idx="48">
                  <c:v>247</c:v>
                </c:pt>
                <c:pt idx="49">
                  <c:v>275</c:v>
                </c:pt>
                <c:pt idx="50">
                  <c:v>10</c:v>
                </c:pt>
                <c:pt idx="51">
                  <c:v>11</c:v>
                </c:pt>
                <c:pt idx="52">
                  <c:v>9</c:v>
                </c:pt>
                <c:pt idx="53">
                  <c:v>17</c:v>
                </c:pt>
                <c:pt idx="54">
                  <c:v>12</c:v>
                </c:pt>
                <c:pt idx="55">
                  <c:v>34</c:v>
                </c:pt>
                <c:pt idx="56">
                  <c:v>83</c:v>
                </c:pt>
                <c:pt idx="57">
                  <c:v>19</c:v>
                </c:pt>
                <c:pt idx="58">
                  <c:v>15</c:v>
                </c:pt>
                <c:pt idx="59">
                  <c:v>19</c:v>
                </c:pt>
                <c:pt idx="60">
                  <c:v>28</c:v>
                </c:pt>
                <c:pt idx="61">
                  <c:v>540</c:v>
                </c:pt>
                <c:pt idx="62">
                  <c:v>31</c:v>
                </c:pt>
                <c:pt idx="63">
                  <c:v>34</c:v>
                </c:pt>
                <c:pt idx="64">
                  <c:v>26</c:v>
                </c:pt>
                <c:pt idx="65">
                  <c:v>25</c:v>
                </c:pt>
                <c:pt idx="66">
                  <c:v>29</c:v>
                </c:pt>
                <c:pt idx="67">
                  <c:v>353</c:v>
                </c:pt>
                <c:pt idx="68">
                  <c:v>27</c:v>
                </c:pt>
                <c:pt idx="69">
                  <c:v>32</c:v>
                </c:pt>
                <c:pt idx="70">
                  <c:v>22</c:v>
                </c:pt>
                <c:pt idx="71">
                  <c:v>214</c:v>
                </c:pt>
                <c:pt idx="72">
                  <c:v>16</c:v>
                </c:pt>
                <c:pt idx="73">
                  <c:v>14</c:v>
                </c:pt>
                <c:pt idx="74">
                  <c:v>19</c:v>
                </c:pt>
                <c:pt idx="75">
                  <c:v>98</c:v>
                </c:pt>
                <c:pt idx="76">
                  <c:v>55</c:v>
                </c:pt>
                <c:pt idx="77">
                  <c:v>408</c:v>
                </c:pt>
                <c:pt idx="78">
                  <c:v>294</c:v>
                </c:pt>
                <c:pt idx="79">
                  <c:v>95</c:v>
                </c:pt>
                <c:pt idx="80">
                  <c:v>10</c:v>
                </c:pt>
                <c:pt idx="81">
                  <c:v>9</c:v>
                </c:pt>
                <c:pt idx="82">
                  <c:v>15</c:v>
                </c:pt>
                <c:pt idx="83">
                  <c:v>33</c:v>
                </c:pt>
                <c:pt idx="84">
                  <c:v>168</c:v>
                </c:pt>
                <c:pt idx="85">
                  <c:v>27</c:v>
                </c:pt>
                <c:pt idx="86">
                  <c:v>20</c:v>
                </c:pt>
                <c:pt idx="87">
                  <c:v>16</c:v>
                </c:pt>
                <c:pt idx="88">
                  <c:v>19</c:v>
                </c:pt>
                <c:pt idx="89">
                  <c:v>25</c:v>
                </c:pt>
                <c:pt idx="90">
                  <c:v>318</c:v>
                </c:pt>
                <c:pt idx="91">
                  <c:v>20</c:v>
                </c:pt>
                <c:pt idx="92">
                  <c:v>16</c:v>
                </c:pt>
                <c:pt idx="93">
                  <c:v>603</c:v>
                </c:pt>
                <c:pt idx="94">
                  <c:v>59</c:v>
                </c:pt>
                <c:pt idx="95">
                  <c:v>135</c:v>
                </c:pt>
                <c:pt idx="96">
                  <c:v>48</c:v>
                </c:pt>
                <c:pt idx="97">
                  <c:v>110</c:v>
                </c:pt>
                <c:pt idx="98">
                  <c:v>23</c:v>
                </c:pt>
                <c:pt idx="99">
                  <c:v>73</c:v>
                </c:pt>
                <c:pt idx="100">
                  <c:v>15</c:v>
                </c:pt>
                <c:pt idx="101">
                  <c:v>207</c:v>
                </c:pt>
                <c:pt idx="102">
                  <c:v>52</c:v>
                </c:pt>
                <c:pt idx="103">
                  <c:v>116</c:v>
                </c:pt>
                <c:pt idx="104">
                  <c:v>23</c:v>
                </c:pt>
                <c:pt idx="105">
                  <c:v>9</c:v>
                </c:pt>
                <c:pt idx="106">
                  <c:v>24</c:v>
                </c:pt>
                <c:pt idx="107">
                  <c:v>46</c:v>
                </c:pt>
                <c:pt idx="108">
                  <c:v>18</c:v>
                </c:pt>
                <c:pt idx="109">
                  <c:v>12</c:v>
                </c:pt>
                <c:pt idx="110">
                  <c:v>17</c:v>
                </c:pt>
                <c:pt idx="111">
                  <c:v>109</c:v>
                </c:pt>
                <c:pt idx="112">
                  <c:v>240</c:v>
                </c:pt>
                <c:pt idx="113">
                  <c:v>132</c:v>
                </c:pt>
                <c:pt idx="114">
                  <c:v>11</c:v>
                </c:pt>
                <c:pt idx="115">
                  <c:v>18</c:v>
                </c:pt>
                <c:pt idx="116">
                  <c:v>14</c:v>
                </c:pt>
                <c:pt idx="117">
                  <c:v>136</c:v>
                </c:pt>
                <c:pt idx="118">
                  <c:v>37</c:v>
                </c:pt>
                <c:pt idx="119">
                  <c:v>137</c:v>
                </c:pt>
                <c:pt idx="120">
                  <c:v>15</c:v>
                </c:pt>
                <c:pt idx="121">
                  <c:v>13</c:v>
                </c:pt>
                <c:pt idx="122">
                  <c:v>24</c:v>
                </c:pt>
                <c:pt idx="123">
                  <c:v>16</c:v>
                </c:pt>
                <c:pt idx="124">
                  <c:v>33</c:v>
                </c:pt>
                <c:pt idx="125">
                  <c:v>88</c:v>
                </c:pt>
                <c:pt idx="126">
                  <c:v>15</c:v>
                </c:pt>
                <c:pt idx="127">
                  <c:v>25</c:v>
                </c:pt>
                <c:pt idx="128">
                  <c:v>28</c:v>
                </c:pt>
                <c:pt idx="129">
                  <c:v>38</c:v>
                </c:pt>
                <c:pt idx="130">
                  <c:v>206</c:v>
                </c:pt>
                <c:pt idx="131">
                  <c:v>660</c:v>
                </c:pt>
                <c:pt idx="132">
                  <c:v>595</c:v>
                </c:pt>
                <c:pt idx="133">
                  <c:v>241</c:v>
                </c:pt>
                <c:pt idx="134">
                  <c:v>339</c:v>
                </c:pt>
                <c:pt idx="135">
                  <c:v>20</c:v>
                </c:pt>
                <c:pt idx="136">
                  <c:v>601</c:v>
                </c:pt>
                <c:pt idx="137">
                  <c:v>14</c:v>
                </c:pt>
                <c:pt idx="138">
                  <c:v>138</c:v>
                </c:pt>
                <c:pt idx="139">
                  <c:v>34</c:v>
                </c:pt>
                <c:pt idx="140">
                  <c:v>17</c:v>
                </c:pt>
                <c:pt idx="141">
                  <c:v>13</c:v>
                </c:pt>
                <c:pt idx="142">
                  <c:v>31</c:v>
                </c:pt>
                <c:pt idx="143">
                  <c:v>11</c:v>
                </c:pt>
                <c:pt idx="144">
                  <c:v>18</c:v>
                </c:pt>
                <c:pt idx="145">
                  <c:v>28</c:v>
                </c:pt>
                <c:pt idx="146">
                  <c:v>14</c:v>
                </c:pt>
                <c:pt idx="147">
                  <c:v>14</c:v>
                </c:pt>
                <c:pt idx="148">
                  <c:v>29</c:v>
                </c:pt>
                <c:pt idx="149">
                  <c:v>192</c:v>
                </c:pt>
                <c:pt idx="150">
                  <c:v>24</c:v>
                </c:pt>
                <c:pt idx="151">
                  <c:v>31</c:v>
                </c:pt>
                <c:pt idx="152">
                  <c:v>104</c:v>
                </c:pt>
                <c:pt idx="153">
                  <c:v>209</c:v>
                </c:pt>
                <c:pt idx="154">
                  <c:v>22</c:v>
                </c:pt>
                <c:pt idx="155">
                  <c:v>32</c:v>
                </c:pt>
                <c:pt idx="156">
                  <c:v>11</c:v>
                </c:pt>
                <c:pt idx="157">
                  <c:v>50</c:v>
                </c:pt>
                <c:pt idx="158">
                  <c:v>29</c:v>
                </c:pt>
                <c:pt idx="159">
                  <c:v>20</c:v>
                </c:pt>
                <c:pt idx="160">
                  <c:v>125</c:v>
                </c:pt>
                <c:pt idx="161">
                  <c:v>11</c:v>
                </c:pt>
                <c:pt idx="162">
                  <c:v>163</c:v>
                </c:pt>
                <c:pt idx="163">
                  <c:v>22</c:v>
                </c:pt>
                <c:pt idx="164">
                  <c:v>18</c:v>
                </c:pt>
                <c:pt idx="165">
                  <c:v>30</c:v>
                </c:pt>
                <c:pt idx="166">
                  <c:v>19</c:v>
                </c:pt>
                <c:pt idx="167">
                  <c:v>34</c:v>
                </c:pt>
                <c:pt idx="168">
                  <c:v>40</c:v>
                </c:pt>
                <c:pt idx="169">
                  <c:v>22</c:v>
                </c:pt>
                <c:pt idx="170">
                  <c:v>39</c:v>
                </c:pt>
                <c:pt idx="171">
                  <c:v>342</c:v>
                </c:pt>
                <c:pt idx="172">
                  <c:v>62</c:v>
                </c:pt>
                <c:pt idx="173">
                  <c:v>31</c:v>
                </c:pt>
                <c:pt idx="174">
                  <c:v>52</c:v>
                </c:pt>
                <c:pt idx="175">
                  <c:v>32</c:v>
                </c:pt>
                <c:pt idx="176">
                  <c:v>49</c:v>
                </c:pt>
                <c:pt idx="177">
                  <c:v>86</c:v>
                </c:pt>
                <c:pt idx="178">
                  <c:v>18</c:v>
                </c:pt>
                <c:pt idx="179">
                  <c:v>40</c:v>
                </c:pt>
                <c:pt idx="180">
                  <c:v>51</c:v>
                </c:pt>
                <c:pt idx="181">
                  <c:v>16</c:v>
                </c:pt>
                <c:pt idx="182">
                  <c:v>30</c:v>
                </c:pt>
                <c:pt idx="183">
                  <c:v>24</c:v>
                </c:pt>
                <c:pt idx="184">
                  <c:v>38</c:v>
                </c:pt>
                <c:pt idx="185">
                  <c:v>42</c:v>
                </c:pt>
                <c:pt idx="186">
                  <c:v>31</c:v>
                </c:pt>
                <c:pt idx="187">
                  <c:v>78</c:v>
                </c:pt>
                <c:pt idx="188">
                  <c:v>17</c:v>
                </c:pt>
                <c:pt idx="189">
                  <c:v>58</c:v>
                </c:pt>
                <c:pt idx="190">
                  <c:v>14</c:v>
                </c:pt>
                <c:pt idx="191">
                  <c:v>24</c:v>
                </c:pt>
                <c:pt idx="192">
                  <c:v>25</c:v>
                </c:pt>
                <c:pt idx="193">
                  <c:v>323</c:v>
                </c:pt>
                <c:pt idx="194">
                  <c:v>24</c:v>
                </c:pt>
                <c:pt idx="195">
                  <c:v>28</c:v>
                </c:pt>
                <c:pt idx="196">
                  <c:v>182</c:v>
                </c:pt>
                <c:pt idx="197">
                  <c:v>19</c:v>
                </c:pt>
                <c:pt idx="198">
                  <c:v>110</c:v>
                </c:pt>
                <c:pt idx="199">
                  <c:v>20</c:v>
                </c:pt>
                <c:pt idx="200">
                  <c:v>122</c:v>
                </c:pt>
                <c:pt idx="201">
                  <c:v>17</c:v>
                </c:pt>
                <c:pt idx="202">
                  <c:v>24</c:v>
                </c:pt>
                <c:pt idx="203">
                  <c:v>15</c:v>
                </c:pt>
                <c:pt idx="204">
                  <c:v>13</c:v>
                </c:pt>
                <c:pt idx="205">
                  <c:v>15</c:v>
                </c:pt>
                <c:pt idx="206">
                  <c:v>13</c:v>
                </c:pt>
                <c:pt idx="207">
                  <c:v>45</c:v>
                </c:pt>
                <c:pt idx="208">
                  <c:v>16</c:v>
                </c:pt>
                <c:pt idx="209">
                  <c:v>26</c:v>
                </c:pt>
                <c:pt idx="210">
                  <c:v>9</c:v>
                </c:pt>
                <c:pt idx="211">
                  <c:v>15</c:v>
                </c:pt>
                <c:pt idx="212">
                  <c:v>9</c:v>
                </c:pt>
                <c:pt idx="213">
                  <c:v>11</c:v>
                </c:pt>
                <c:pt idx="214">
                  <c:v>33</c:v>
                </c:pt>
                <c:pt idx="215">
                  <c:v>74</c:v>
                </c:pt>
                <c:pt idx="216">
                  <c:v>14</c:v>
                </c:pt>
                <c:pt idx="217">
                  <c:v>20</c:v>
                </c:pt>
                <c:pt idx="218">
                  <c:v>16</c:v>
                </c:pt>
                <c:pt idx="219">
                  <c:v>17</c:v>
                </c:pt>
                <c:pt idx="220">
                  <c:v>28</c:v>
                </c:pt>
                <c:pt idx="221">
                  <c:v>65</c:v>
                </c:pt>
                <c:pt idx="222">
                  <c:v>579</c:v>
                </c:pt>
                <c:pt idx="223">
                  <c:v>61</c:v>
                </c:pt>
                <c:pt idx="224">
                  <c:v>294</c:v>
                </c:pt>
                <c:pt idx="225">
                  <c:v>38</c:v>
                </c:pt>
                <c:pt idx="226">
                  <c:v>22</c:v>
                </c:pt>
                <c:pt idx="227">
                  <c:v>142</c:v>
                </c:pt>
                <c:pt idx="228">
                  <c:v>198</c:v>
                </c:pt>
                <c:pt idx="229">
                  <c:v>26</c:v>
                </c:pt>
                <c:pt idx="230">
                  <c:v>16</c:v>
                </c:pt>
                <c:pt idx="231">
                  <c:v>26</c:v>
                </c:pt>
                <c:pt idx="232">
                  <c:v>53</c:v>
                </c:pt>
                <c:pt idx="233">
                  <c:v>52</c:v>
                </c:pt>
                <c:pt idx="234">
                  <c:v>176</c:v>
                </c:pt>
                <c:pt idx="235">
                  <c:v>255</c:v>
                </c:pt>
                <c:pt idx="236">
                  <c:v>29</c:v>
                </c:pt>
                <c:pt idx="237">
                  <c:v>42</c:v>
                </c:pt>
                <c:pt idx="238">
                  <c:v>25</c:v>
                </c:pt>
                <c:pt idx="239">
                  <c:v>33</c:v>
                </c:pt>
                <c:pt idx="240">
                  <c:v>57</c:v>
                </c:pt>
                <c:pt idx="241">
                  <c:v>20</c:v>
                </c:pt>
                <c:pt idx="242">
                  <c:v>96</c:v>
                </c:pt>
                <c:pt idx="243">
                  <c:v>20</c:v>
                </c:pt>
                <c:pt idx="244">
                  <c:v>15</c:v>
                </c:pt>
                <c:pt idx="245">
                  <c:v>63</c:v>
                </c:pt>
                <c:pt idx="246">
                  <c:v>279</c:v>
                </c:pt>
                <c:pt idx="247">
                  <c:v>19</c:v>
                </c:pt>
                <c:pt idx="248">
                  <c:v>12</c:v>
                </c:pt>
                <c:pt idx="249">
                  <c:v>19</c:v>
                </c:pt>
                <c:pt idx="250">
                  <c:v>13</c:v>
                </c:pt>
                <c:pt idx="251">
                  <c:v>29</c:v>
                </c:pt>
                <c:pt idx="252">
                  <c:v>132</c:v>
                </c:pt>
                <c:pt idx="253">
                  <c:v>79</c:v>
                </c:pt>
                <c:pt idx="254">
                  <c:v>18</c:v>
                </c:pt>
                <c:pt idx="255">
                  <c:v>16</c:v>
                </c:pt>
                <c:pt idx="256">
                  <c:v>18</c:v>
                </c:pt>
                <c:pt idx="257">
                  <c:v>22</c:v>
                </c:pt>
                <c:pt idx="258">
                  <c:v>304</c:v>
                </c:pt>
                <c:pt idx="259">
                  <c:v>42</c:v>
                </c:pt>
                <c:pt idx="260">
                  <c:v>31</c:v>
                </c:pt>
                <c:pt idx="261">
                  <c:v>25</c:v>
                </c:pt>
                <c:pt idx="262">
                  <c:v>48</c:v>
                </c:pt>
                <c:pt idx="263">
                  <c:v>20</c:v>
                </c:pt>
                <c:pt idx="264">
                  <c:v>32</c:v>
                </c:pt>
                <c:pt idx="265">
                  <c:v>30</c:v>
                </c:pt>
                <c:pt idx="266">
                  <c:v>52</c:v>
                </c:pt>
                <c:pt idx="267">
                  <c:v>21</c:v>
                </c:pt>
                <c:pt idx="268">
                  <c:v>17</c:v>
                </c:pt>
                <c:pt idx="269">
                  <c:v>18</c:v>
                </c:pt>
                <c:pt idx="270">
                  <c:v>20</c:v>
                </c:pt>
                <c:pt idx="271">
                  <c:v>15</c:v>
                </c:pt>
                <c:pt idx="272">
                  <c:v>54</c:v>
                </c:pt>
                <c:pt idx="273">
                  <c:v>240</c:v>
                </c:pt>
                <c:pt idx="274">
                  <c:v>13</c:v>
                </c:pt>
                <c:pt idx="275">
                  <c:v>27</c:v>
                </c:pt>
                <c:pt idx="276">
                  <c:v>84</c:v>
                </c:pt>
                <c:pt idx="277">
                  <c:v>43</c:v>
                </c:pt>
                <c:pt idx="278">
                  <c:v>19</c:v>
                </c:pt>
                <c:pt idx="279">
                  <c:v>18</c:v>
                </c:pt>
                <c:pt idx="280">
                  <c:v>568</c:v>
                </c:pt>
                <c:pt idx="281">
                  <c:v>428</c:v>
                </c:pt>
                <c:pt idx="282">
                  <c:v>8</c:v>
                </c:pt>
                <c:pt idx="283">
                  <c:v>9</c:v>
                </c:pt>
                <c:pt idx="284">
                  <c:v>14</c:v>
                </c:pt>
                <c:pt idx="285">
                  <c:v>31</c:v>
                </c:pt>
                <c:pt idx="286">
                  <c:v>76</c:v>
                </c:pt>
                <c:pt idx="287">
                  <c:v>18</c:v>
                </c:pt>
                <c:pt idx="288">
                  <c:v>34</c:v>
                </c:pt>
                <c:pt idx="289">
                  <c:v>27</c:v>
                </c:pt>
                <c:pt idx="290">
                  <c:v>344</c:v>
                </c:pt>
                <c:pt idx="291">
                  <c:v>43</c:v>
                </c:pt>
                <c:pt idx="292">
                  <c:v>22</c:v>
                </c:pt>
                <c:pt idx="293">
                  <c:v>159</c:v>
                </c:pt>
                <c:pt idx="294">
                  <c:v>20</c:v>
                </c:pt>
                <c:pt idx="295">
                  <c:v>140</c:v>
                </c:pt>
                <c:pt idx="296">
                  <c:v>18</c:v>
                </c:pt>
                <c:pt idx="297">
                  <c:v>39</c:v>
                </c:pt>
                <c:pt idx="298">
                  <c:v>31</c:v>
                </c:pt>
                <c:pt idx="299">
                  <c:v>61</c:v>
                </c:pt>
                <c:pt idx="300">
                  <c:v>75</c:v>
                </c:pt>
                <c:pt idx="301">
                  <c:v>50</c:v>
                </c:pt>
                <c:pt idx="302">
                  <c:v>29</c:v>
                </c:pt>
                <c:pt idx="303">
                  <c:v>205</c:v>
                </c:pt>
                <c:pt idx="304">
                  <c:v>642</c:v>
                </c:pt>
                <c:pt idx="305">
                  <c:v>32</c:v>
                </c:pt>
                <c:pt idx="306">
                  <c:v>14</c:v>
                </c:pt>
                <c:pt idx="307">
                  <c:v>136</c:v>
                </c:pt>
                <c:pt idx="308">
                  <c:v>91</c:v>
                </c:pt>
                <c:pt idx="309">
                  <c:v>44</c:v>
                </c:pt>
                <c:pt idx="310">
                  <c:v>41</c:v>
                </c:pt>
                <c:pt idx="311">
                  <c:v>271</c:v>
                </c:pt>
                <c:pt idx="312">
                  <c:v>822</c:v>
                </c:pt>
                <c:pt idx="313">
                  <c:v>186</c:v>
                </c:pt>
                <c:pt idx="314">
                  <c:v>20</c:v>
                </c:pt>
                <c:pt idx="315">
                  <c:v>14</c:v>
                </c:pt>
                <c:pt idx="316">
                  <c:v>75</c:v>
                </c:pt>
                <c:pt idx="317">
                  <c:v>21</c:v>
                </c:pt>
                <c:pt idx="318">
                  <c:v>24</c:v>
                </c:pt>
                <c:pt idx="319">
                  <c:v>230</c:v>
                </c:pt>
                <c:pt idx="320">
                  <c:v>10</c:v>
                </c:pt>
                <c:pt idx="321">
                  <c:v>18</c:v>
                </c:pt>
                <c:pt idx="322">
                  <c:v>25</c:v>
                </c:pt>
                <c:pt idx="323">
                  <c:v>184</c:v>
                </c:pt>
                <c:pt idx="324">
                  <c:v>59</c:v>
                </c:pt>
                <c:pt idx="325">
                  <c:v>20</c:v>
                </c:pt>
                <c:pt idx="326">
                  <c:v>8</c:v>
                </c:pt>
                <c:pt idx="327">
                  <c:v>18</c:v>
                </c:pt>
                <c:pt idx="328">
                  <c:v>20</c:v>
                </c:pt>
                <c:pt idx="329">
                  <c:v>25</c:v>
                </c:pt>
                <c:pt idx="330">
                  <c:v>46</c:v>
                </c:pt>
                <c:pt idx="331">
                  <c:v>131</c:v>
                </c:pt>
                <c:pt idx="332">
                  <c:v>13</c:v>
                </c:pt>
                <c:pt idx="333">
                  <c:v>17</c:v>
                </c:pt>
                <c:pt idx="334">
                  <c:v>14</c:v>
                </c:pt>
                <c:pt idx="335">
                  <c:v>30</c:v>
                </c:pt>
                <c:pt idx="336">
                  <c:v>321</c:v>
                </c:pt>
                <c:pt idx="337">
                  <c:v>10</c:v>
                </c:pt>
                <c:pt idx="338">
                  <c:v>23</c:v>
                </c:pt>
                <c:pt idx="339">
                  <c:v>13</c:v>
                </c:pt>
                <c:pt idx="340">
                  <c:v>414</c:v>
                </c:pt>
                <c:pt idx="341">
                  <c:v>145</c:v>
                </c:pt>
                <c:pt idx="342">
                  <c:v>399</c:v>
                </c:pt>
                <c:pt idx="343">
                  <c:v>211</c:v>
                </c:pt>
                <c:pt idx="344">
                  <c:v>150</c:v>
                </c:pt>
                <c:pt idx="345">
                  <c:v>20</c:v>
                </c:pt>
                <c:pt idx="346">
                  <c:v>370</c:v>
                </c:pt>
                <c:pt idx="347">
                  <c:v>23</c:v>
                </c:pt>
                <c:pt idx="348">
                  <c:v>29</c:v>
                </c:pt>
                <c:pt idx="349">
                  <c:v>24</c:v>
                </c:pt>
                <c:pt idx="350">
                  <c:v>16</c:v>
                </c:pt>
                <c:pt idx="351">
                  <c:v>25</c:v>
                </c:pt>
                <c:pt idx="352">
                  <c:v>65</c:v>
                </c:pt>
                <c:pt idx="353">
                  <c:v>68</c:v>
                </c:pt>
                <c:pt idx="354">
                  <c:v>66</c:v>
                </c:pt>
                <c:pt idx="355">
                  <c:v>194</c:v>
                </c:pt>
                <c:pt idx="356">
                  <c:v>18</c:v>
                </c:pt>
                <c:pt idx="357">
                  <c:v>30</c:v>
                </c:pt>
                <c:pt idx="358">
                  <c:v>30</c:v>
                </c:pt>
                <c:pt idx="359">
                  <c:v>164</c:v>
                </c:pt>
                <c:pt idx="360">
                  <c:v>128</c:v>
                </c:pt>
                <c:pt idx="361">
                  <c:v>36</c:v>
                </c:pt>
                <c:pt idx="362">
                  <c:v>48</c:v>
                </c:pt>
                <c:pt idx="363">
                  <c:v>90</c:v>
                </c:pt>
                <c:pt idx="364">
                  <c:v>29</c:v>
                </c:pt>
                <c:pt idx="365">
                  <c:v>28</c:v>
                </c:pt>
                <c:pt idx="366">
                  <c:v>99</c:v>
                </c:pt>
                <c:pt idx="367">
                  <c:v>110</c:v>
                </c:pt>
                <c:pt idx="368">
                  <c:v>68</c:v>
                </c:pt>
                <c:pt idx="369">
                  <c:v>15</c:v>
                </c:pt>
                <c:pt idx="370">
                  <c:v>14</c:v>
                </c:pt>
                <c:pt idx="371">
                  <c:v>66</c:v>
                </c:pt>
                <c:pt idx="372">
                  <c:v>30</c:v>
                </c:pt>
                <c:pt idx="373">
                  <c:v>381</c:v>
                </c:pt>
                <c:pt idx="374">
                  <c:v>68</c:v>
                </c:pt>
                <c:pt idx="375">
                  <c:v>59</c:v>
                </c:pt>
                <c:pt idx="376">
                  <c:v>491</c:v>
                </c:pt>
                <c:pt idx="377">
                  <c:v>56</c:v>
                </c:pt>
                <c:pt idx="378">
                  <c:v>702</c:v>
                </c:pt>
                <c:pt idx="379">
                  <c:v>14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5F9-B144-4F39-8F7F-71DAFB4508EE}"/>
            </c:ext>
          </c:extLst>
        </c:ser>
        <c:ser>
          <c:idx val="10"/>
          <c:order val="10"/>
          <c:tx>
            <c:v>850 token 阈值</c:v>
          </c:tx>
          <c:spPr>
            <a:ln w="19050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Data'!$T$2:$T$3</c:f>
              <c:numCache>
                <c:formatCode>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5FA-B144-4F39-8F7F-71DAFB4508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850"/>
          <c:min val="0"/>
        </c:scaling>
        <c:delete val="0"/>
        <c:axPos val="l"/>
        <c:majorGridlines>
          <c:spPr>
            <a:ln w="9525">
              <a:solidFill>
                <a:srgbClr val="EDF1F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2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博客 §1、§3、§6。工程定向验证为 120 条响应工具协议零已检异常、60 条 DTB reasoning 保真。全任务 4/9 是显式原始测试口径：Vanilla case35 缺报告但 raw 36/36；case36 由4/4退3/4，case2新增6/6。尚无其他模型净收益证据。</a:t>
            </a:r>
          </a:p>
          <a:p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博客 §2。源为原工程博客、replay2 RESULT。replay2 Vanilla/DTB 各60条，DTB均短思考未触发probe；48个混合terminal chunk的344字符保留。历史真实MTP回放验证同批参数收尾，最新回放未重录完整MTP启动身份，不作新的MTP性能结论。三补丁固定 vLLM v0.23.0。</a:t>
            </a:r>
          </a:p>
          <a:p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博客 §3。Vanilla 2902.454646秒，run08 2566.696963秒；差335.757683秒。任务初始输入hash相同，后续Agent轨迹不同，不按第N轮配对。各请求E2E之和不是任务wall time。平台start-end 4299.173→4129.363秒，create-end 5201.631→5088.942秒。请求392→350，response completion263947→237105。run08 350请求474工具调用未检出已知协议错误，有一次合法JSON但task_id运行时拒绝后恢复。</a:t>
            </a:r>
          </a:p>
          <a:p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博客 §4.1、§5.1。案例case28子Agent request0aa42c61e0a5411e，parent chatcmpl-aaeacbc036f1e222。从patch提取文件、实体、测试方法，真实执行中的信息提取任务。已列init()和测试方法，随后Now let me look more carefully开始再展开签名。851-token处首probe50token .985006≥.93接受，fresh-final输出含file_info/data_structures/test_methods的JSON。旧版未close、gate .93，非run08。任务最终12/12不等于JSON每字段正确。对应Vanilla344reasoning，DTB851，E2E25.644906→25.487352秒；仅解释实际停止机制，不作净压缩率证明。没有trial全文，不将final当trial原样复用，也不画未生成后续思考为已省下文本。右图为391条Vanilla有效请求按原始timestamp升序枚举的散点图；横轴为发起序号，不是等距时间或严格串行回合，主子请求可交错。顶部编号和竖线标记9个任务区段。纵轴850处分段：下段0–850多给空间，上段850–3500完整保留最大3482；各段线性、上下单位高度不同，不按跨段高度比较倍数。短请求使用空心描边圆点，坐标不抖动。380条&lt;850、11条&gt;850，没有恰好850的请求。97.19%描述该策略在基线分布上的预计覆盖，不是run08实测介入率。长尾11条为9标题2业务，总思考20263，占38.88%；扣去11×850后为10913，占全部52112的20.94%。长尾不全为冗余，850是有分布依据的候选介入值，并非本图证明的最优值。实际达到850且仍在思考才考虑介入。独立完整统计图另放大11条长尾，数据、时间顺序与任务边界见sources/evidence.json。</a:t>
            </a:r>
          </a:p>
          <a:p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TB：Agent 工程兼容与思考压缩的阶段进展">
            <a:extLst>
              <a:ext uri="{FF2B5EF4-FFF2-40B4-BE49-F238E27FC236}">
                <a16:creationId xmlns:a16="http://schemas.microsoft.com/office/drawing/2014/main" id="{1D9955B4-86F4-428A-94D1-B10AC75E3DC8}"/>
              </a:ext>
            </a:extLst>
          </p:cNvPr>
          <p:cNvSpPr>
            <a:spLocks noGrp="1"/>
          </p:cNvSpPr>
          <p:nvPr/>
        </p:nvSpPr>
        <p:spPr>
          <a:xfrm>
            <a:off x="723900" y="457200"/>
            <a:ext cx="13668375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DTB：Agent 工程兼容与思考压缩的阶段进展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53280131-D104-4A97-B300-A18C8EC918E2}"/>
              </a:ext>
            </a:extLst>
          </p:cNvPr>
          <p:cNvSpPr>
            <a:spLocks noGrp="1"/>
          </p:cNvSpPr>
          <p:nvPr/>
        </p:nvSpPr>
        <p:spPr>
          <a:xfrm>
            <a:off x="13906500" y="7953375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Qwen3.6-27B，9 个完整 Agent 任务">
            <a:extLst>
              <a:ext uri="{FF2B5EF4-FFF2-40B4-BE49-F238E27FC236}">
                <a16:creationId xmlns:a16="http://schemas.microsoft.com/office/drawing/2014/main" id="{D9284428-5C6F-4189-AE47-87C271CD3DF6}"/>
              </a:ext>
            </a:extLst>
          </p:cNvPr>
          <p:cNvSpPr>
            <a:spLocks noGrp="1"/>
          </p:cNvSpPr>
          <p:nvPr/>
        </p:nvSpPr>
        <p:spPr>
          <a:xfrm>
            <a:off x="742950" y="1333500"/>
            <a:ext cx="128587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Qwen3.6-27B，9 个完整 Agent 任务</a:t>
            </a:r>
          </a:p>
        </p:txBody>
      </p:sp>
      <p:sp>
        <p:nvSpPr>
          <p:cNvPr id="4" name="01  工程兼容">
            <a:extLst>
              <a:ext uri="{FF2B5EF4-FFF2-40B4-BE49-F238E27FC236}">
                <a16:creationId xmlns:a16="http://schemas.microsoft.com/office/drawing/2014/main" id="{6EE754A9-C840-450C-A038-2E3BF6C37A05}"/>
              </a:ext>
            </a:extLst>
          </p:cNvPr>
          <p:cNvSpPr>
            <a:spLocks noGrp="1"/>
          </p:cNvSpPr>
          <p:nvPr/>
        </p:nvSpPr>
        <p:spPr>
          <a:xfrm>
            <a:off x="742950" y="22288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01  工程兼容</a:t>
            </a:r>
          </a:p>
        </p:txBody>
      </p:sp>
      <p:sp>
        <p:nvSpPr>
          <p:cNvPr id="5" name="内部多阶段生成保持一个完整回合&#10;修复工具流、停止边界与思考尾段">
            <a:extLst>
              <a:ext uri="{FF2B5EF4-FFF2-40B4-BE49-F238E27FC236}">
                <a16:creationId xmlns:a16="http://schemas.microsoft.com/office/drawing/2014/main" id="{365F0311-3A21-4DBC-8474-150DDA13CFA3}"/>
              </a:ext>
            </a:extLst>
          </p:cNvPr>
          <p:cNvSpPr>
            <a:spLocks noGrp="1"/>
          </p:cNvSpPr>
          <p:nvPr/>
        </p:nvSpPr>
        <p:spPr>
          <a:xfrm>
            <a:off x="4381500" y="2190750"/>
            <a:ext cx="971550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内部多阶段生成保持一个完整回合</a:t>
            </a:r>
          </a:p>
          <a:p>
            <a:pPr>
              <a:def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修复工具流、停止边界与思考尾段</a:t>
            </a:r>
          </a:p>
        </p:txBody>
      </p:sp>
      <p:sp>
        <p:nvSpPr>
          <p:cNvPr id="6" name="02  优化效果">
            <a:extLst>
              <a:ext uri="{FF2B5EF4-FFF2-40B4-BE49-F238E27FC236}">
                <a16:creationId xmlns:a16="http://schemas.microsoft.com/office/drawing/2014/main" id="{CB4CE6B2-F819-4E97-88FD-A44C793ACB0A}"/>
              </a:ext>
            </a:extLst>
          </p:cNvPr>
          <p:cNvSpPr>
            <a:spLocks noGrp="1"/>
          </p:cNvSpPr>
          <p:nvPr/>
        </p:nvSpPr>
        <p:spPr>
          <a:xfrm>
            <a:off x="742950" y="36766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02  优化效果</a:t>
            </a:r>
          </a:p>
        </p:txBody>
      </p:sp>
      <p:sp>
        <p:nvSpPr>
          <p:cNvPr id="7" name="4/9 持平">
            <a:extLst>
              <a:ext uri="{FF2B5EF4-FFF2-40B4-BE49-F238E27FC236}">
                <a16:creationId xmlns:a16="http://schemas.microsoft.com/office/drawing/2014/main" id="{205000F1-FD84-4335-BA99-0C59FAC866BB}"/>
              </a:ext>
            </a:extLst>
          </p:cNvPr>
          <p:cNvSpPr>
            <a:spLocks noGrp="1"/>
          </p:cNvSpPr>
          <p:nvPr/>
        </p:nvSpPr>
        <p:spPr>
          <a:xfrm>
            <a:off x="4381500" y="3514725"/>
            <a:ext cx="3810000" cy="723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4/9 持平</a:t>
            </a:r>
          </a:p>
        </p:txBody>
      </p:sp>
      <p:sp>
        <p:nvSpPr>
          <p:cNvPr id="8" name="最终 DT 全通过任务数">
            <a:extLst>
              <a:ext uri="{FF2B5EF4-FFF2-40B4-BE49-F238E27FC236}">
                <a16:creationId xmlns:a16="http://schemas.microsoft.com/office/drawing/2014/main" id="{36E7DF6D-1DEF-417E-AA50-D2D6E7BF199E}"/>
              </a:ext>
            </a:extLst>
          </p:cNvPr>
          <p:cNvSpPr>
            <a:spLocks noGrp="1"/>
          </p:cNvSpPr>
          <p:nvPr/>
        </p:nvSpPr>
        <p:spPr>
          <a:xfrm>
            <a:off x="4381500" y="4295775"/>
            <a:ext cx="4000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最终 DT 全通过任务数</a:t>
            </a:r>
          </a:p>
        </p:txBody>
      </p:sp>
      <p:sp>
        <p:nvSpPr>
          <p:cNvPr id="9" name="−11.57%">
            <a:extLst>
              <a:ext uri="{FF2B5EF4-FFF2-40B4-BE49-F238E27FC236}">
                <a16:creationId xmlns:a16="http://schemas.microsoft.com/office/drawing/2014/main" id="{C003C30A-8AA2-4DB9-9E3A-554D48C7624E}"/>
              </a:ext>
            </a:extLst>
          </p:cNvPr>
          <p:cNvSpPr>
            <a:spLocks noGrp="1"/>
          </p:cNvSpPr>
          <p:nvPr/>
        </p:nvSpPr>
        <p:spPr>
          <a:xfrm>
            <a:off x="8858250" y="3514725"/>
            <a:ext cx="4572000" cy="723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−11.57%</a:t>
            </a:r>
          </a:p>
        </p:txBody>
      </p:sp>
      <p:sp>
        <p:nvSpPr>
          <p:cNvPr id="10" name="累计 LLM 端到端耗时">
            <a:extLst>
              <a:ext uri="{FF2B5EF4-FFF2-40B4-BE49-F238E27FC236}">
                <a16:creationId xmlns:a16="http://schemas.microsoft.com/office/drawing/2014/main" id="{ED1AD137-2D9F-487E-A62B-F7DAAC393AB4}"/>
              </a:ext>
            </a:extLst>
          </p:cNvPr>
          <p:cNvSpPr>
            <a:spLocks noGrp="1"/>
          </p:cNvSpPr>
          <p:nvPr/>
        </p:nvSpPr>
        <p:spPr>
          <a:xfrm>
            <a:off x="8858250" y="4295775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累计 LLM 端到端耗时</a:t>
            </a:r>
          </a:p>
        </p:txBody>
      </p:sp>
      <p:sp>
        <p:nvSpPr>
          <p:cNvPr id="11" name="可见 reasoning token 减少 23.70%">
            <a:extLst>
              <a:ext uri="{FF2B5EF4-FFF2-40B4-BE49-F238E27FC236}">
                <a16:creationId xmlns:a16="http://schemas.microsoft.com/office/drawing/2014/main" id="{02379E7D-12AB-4C61-AB0D-4192A70B1A7B}"/>
              </a:ext>
            </a:extLst>
          </p:cNvPr>
          <p:cNvSpPr>
            <a:spLocks noGrp="1"/>
          </p:cNvSpPr>
          <p:nvPr/>
        </p:nvSpPr>
        <p:spPr>
          <a:xfrm>
            <a:off x="4381500" y="4924425"/>
            <a:ext cx="9525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可见 reasoning token 减少 23.70%</a:t>
            </a:r>
          </a:p>
        </p:txBody>
      </p:sp>
      <p:sp>
        <p:nvSpPr>
          <p:cNvPr id="12" name="03  泛化方向">
            <a:extLst>
              <a:ext uri="{FF2B5EF4-FFF2-40B4-BE49-F238E27FC236}">
                <a16:creationId xmlns:a16="http://schemas.microsoft.com/office/drawing/2014/main" id="{EFD8E549-07A2-412E-87B2-E2B412CC4C4D}"/>
              </a:ext>
            </a:extLst>
          </p:cNvPr>
          <p:cNvSpPr>
            <a:spLocks noGrp="1"/>
          </p:cNvSpPr>
          <p:nvPr/>
        </p:nvSpPr>
        <p:spPr>
          <a:xfrm>
            <a:off x="742950" y="6010275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03  泛化方向</a:t>
            </a:r>
          </a:p>
        </p:txBody>
      </p:sp>
      <p:sp>
        <p:nvSpPr>
          <p:cNvPr id="13" name="面向更多存在冗余思考的模型&#10;协议适配与参数重标定后，验证质量和净时延">
            <a:extLst>
              <a:ext uri="{FF2B5EF4-FFF2-40B4-BE49-F238E27FC236}">
                <a16:creationId xmlns:a16="http://schemas.microsoft.com/office/drawing/2014/main" id="{30BF199F-4E04-4C94-BACA-9FFB9471E7A1}"/>
              </a:ext>
            </a:extLst>
          </p:cNvPr>
          <p:cNvSpPr>
            <a:spLocks noGrp="1"/>
          </p:cNvSpPr>
          <p:nvPr/>
        </p:nvSpPr>
        <p:spPr>
          <a:xfrm>
            <a:off x="4381500" y="5905500"/>
            <a:ext cx="99060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面向更多存在冗余思考的模型</a:t>
            </a:r>
          </a:p>
          <a:p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协议适配与参数重标定后，验证质量和净时延</a:t>
            </a:r>
          </a:p>
        </p:txBody>
      </p:sp>
      <p:sp>
        <p:nvSpPr>
          <p:cNvPr id="14" name="实测主比较：Vanilla-06 / DTB run-08。4/9 含 Vani">
            <a:extLst>
              <a:ext uri="{FF2B5EF4-FFF2-40B4-BE49-F238E27FC236}">
                <a16:creationId xmlns:a16="http://schemas.microsoft.com/office/drawing/2014/main" id="{5E01EE0B-EA16-44A9-8485-F52E291F3DEC}"/>
              </a:ext>
            </a:extLst>
          </p:cNvPr>
          <p:cNvSpPr>
            <a:spLocks noGrp="1"/>
          </p:cNvSpPr>
          <p:nvPr/>
        </p:nvSpPr>
        <p:spPr>
          <a:xfrm>
            <a:off x="742950" y="7353300"/>
            <a:ext cx="1285875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实测主比较：Vanilla-06 / DTB run-08。4/9 含 Vanilla 缺报告任务的原始测试证据，</a:t>
            </a:r>
          </a:p>
          <a:p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总通过率持平不代表逐任务非劣。跨模型收益尚待验证。</a:t>
            </a:r>
          </a:p>
        </p:txBody>
      </p:sp>
    </p:spTree>
    <p:extLst>
      <p:ext uri="{BB962C8B-B14F-4D97-AF65-F5344CB8AC3E}">
        <p14:creationId xmlns:p14="http://schemas.microsoft.com/office/powerpoint/2010/main" val="1365721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工程优化：内部切换保持原生输出契约">
            <a:extLst>
              <a:ext uri="{FF2B5EF4-FFF2-40B4-BE49-F238E27FC236}">
                <a16:creationId xmlns:a16="http://schemas.microsoft.com/office/drawing/2014/main" id="{8D3C7F63-7092-4D7E-B4FF-574D3CBC04CC}"/>
              </a:ext>
            </a:extLst>
          </p:cNvPr>
          <p:cNvSpPr>
            <a:spLocks noGrp="1"/>
          </p:cNvSpPr>
          <p:nvPr/>
        </p:nvSpPr>
        <p:spPr>
          <a:xfrm>
            <a:off x="723900" y="457200"/>
            <a:ext cx="13668375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工程优化：内部切换保持原生输出契约</a:t>
            </a:r>
          </a:p>
        </p:txBody>
      </p:sp>
      <p:sp>
        <p:nvSpPr>
          <p:cNvPr id="2" name="02">
            <a:extLst>
              <a:ext uri="{FF2B5EF4-FFF2-40B4-BE49-F238E27FC236}">
                <a16:creationId xmlns:a16="http://schemas.microsoft.com/office/drawing/2014/main" id="{008987E0-6D5C-438F-9647-14A0E3572139}"/>
              </a:ext>
            </a:extLst>
          </p:cNvPr>
          <p:cNvSpPr>
            <a:spLocks noGrp="1"/>
          </p:cNvSpPr>
          <p:nvPr/>
        </p:nvSpPr>
        <p:spPr>
          <a:xfrm>
            <a:off x="13906500" y="7953375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核心约束：可以缩短思考，工具调用与 assistant 回合必须完整">
            <a:extLst>
              <a:ext uri="{FF2B5EF4-FFF2-40B4-BE49-F238E27FC236}">
                <a16:creationId xmlns:a16="http://schemas.microsoft.com/office/drawing/2014/main" id="{8FB02CE9-7D97-44F7-94C4-9A26FAD35A6F}"/>
              </a:ext>
            </a:extLst>
          </p:cNvPr>
          <p:cNvSpPr>
            <a:spLocks noGrp="1"/>
          </p:cNvSpPr>
          <p:nvPr/>
        </p:nvSpPr>
        <p:spPr>
          <a:xfrm>
            <a:off x="742950" y="1333500"/>
            <a:ext cx="13335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核心约束：可以缩短思考，工具调用与 assistant 回合必须完整</a:t>
            </a:r>
          </a:p>
        </p:txBody>
      </p:sp>
      <p:sp>
        <p:nvSpPr>
          <p:cNvPr id="4" name="回合边界错位">
            <a:extLst>
              <a:ext uri="{FF2B5EF4-FFF2-40B4-BE49-F238E27FC236}">
                <a16:creationId xmlns:a16="http://schemas.microsoft.com/office/drawing/2014/main" id="{70615959-621B-4162-B040-C2DE08E1147E}"/>
              </a:ext>
            </a:extLst>
          </p:cNvPr>
          <p:cNvSpPr>
            <a:spLocks noGrp="1"/>
          </p:cNvSpPr>
          <p:nvPr/>
        </p:nvSpPr>
        <p:spPr>
          <a:xfrm>
            <a:off x="742950" y="2305050"/>
            <a:ext cx="40957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回合边界错位</a:t>
            </a:r>
          </a:p>
        </p:txBody>
      </p:sp>
      <p:sp>
        <p:nvSpPr>
          <p:cNvPr id="5" name="统一 think-end 与 tool-start 状态迁移&#10;保留源 termi">
            <a:extLst>
              <a:ext uri="{FF2B5EF4-FFF2-40B4-BE49-F238E27FC236}">
                <a16:creationId xmlns:a16="http://schemas.microsoft.com/office/drawing/2014/main" id="{4D91477B-869C-476B-97C8-F83E878FFC53}"/>
              </a:ext>
            </a:extLst>
          </p:cNvPr>
          <p:cNvSpPr>
            <a:spLocks noGrp="1"/>
          </p:cNvSpPr>
          <p:nvPr/>
        </p:nvSpPr>
        <p:spPr>
          <a:xfrm>
            <a:off x="5191125" y="2305050"/>
            <a:ext cx="8905875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统一 think-end 与 tool-start 状态迁移</a:t>
            </a:r>
          </a:p>
          <a:p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保留源 terminal，避免重新生成和 role 尾流</a:t>
            </a:r>
          </a:p>
        </p:txBody>
      </p:sp>
      <p:sp>
        <p:nvSpPr>
          <p:cNvPr id="6" name="工具前缀与 JSON 丢失">
            <a:extLst>
              <a:ext uri="{FF2B5EF4-FFF2-40B4-BE49-F238E27FC236}">
                <a16:creationId xmlns:a16="http://schemas.microsoft.com/office/drawing/2014/main" id="{E5AFB521-64A5-4903-8FD9-A9459CD88EF6}"/>
              </a:ext>
            </a:extLst>
          </p:cNvPr>
          <p:cNvSpPr>
            <a:spLocks noGrp="1"/>
          </p:cNvSpPr>
          <p:nvPr/>
        </p:nvSpPr>
        <p:spPr>
          <a:xfrm>
            <a:off x="742950" y="3590925"/>
            <a:ext cx="40957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工具前缀与 JSON 丢失</a:t>
            </a:r>
          </a:p>
        </p:txBody>
      </p:sp>
      <p:sp>
        <p:nvSpPr>
          <p:cNvPr id="7" name="对齐 text / token IDs，补齐合批收尾&#10;函数闭合后生成 canon">
            <a:extLst>
              <a:ext uri="{FF2B5EF4-FFF2-40B4-BE49-F238E27FC236}">
                <a16:creationId xmlns:a16="http://schemas.microsoft.com/office/drawing/2014/main" id="{D761DB4C-0F33-441B-95E9-427E79B47E50}"/>
              </a:ext>
            </a:extLst>
          </p:cNvPr>
          <p:cNvSpPr>
            <a:spLocks noGrp="1"/>
          </p:cNvSpPr>
          <p:nvPr/>
        </p:nvSpPr>
        <p:spPr>
          <a:xfrm>
            <a:off x="5191125" y="3590925"/>
            <a:ext cx="8905875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对齐 text / token IDs，补齐合批收尾</a:t>
            </a:r>
          </a:p>
          <a:p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函数闭合后生成 canonical JSON，连续解析多工具</a:t>
            </a:r>
          </a:p>
        </p:txBody>
      </p:sp>
      <p:sp>
        <p:nvSpPr>
          <p:cNvPr id="8" name="停止误伤与思考丢字">
            <a:extLst>
              <a:ext uri="{FF2B5EF4-FFF2-40B4-BE49-F238E27FC236}">
                <a16:creationId xmlns:a16="http://schemas.microsoft.com/office/drawing/2014/main" id="{58E43F56-C1A4-4955-8EB8-C0353DFC7D9E}"/>
              </a:ext>
            </a:extLst>
          </p:cNvPr>
          <p:cNvSpPr>
            <a:spLocks noGrp="1"/>
          </p:cNvSpPr>
          <p:nvPr/>
        </p:nvSpPr>
        <p:spPr>
          <a:xfrm>
            <a:off x="742950" y="4876800"/>
            <a:ext cx="40957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停止误伤与思考丢字</a:t>
            </a:r>
          </a:p>
        </p:txBody>
      </p:sp>
      <p:sp>
        <p:nvSpPr>
          <p:cNvPr id="9" name="结构 Token ID 区分边界与字面量&#10;final 恢复原 stop，reas">
            <a:extLst>
              <a:ext uri="{FF2B5EF4-FFF2-40B4-BE49-F238E27FC236}">
                <a16:creationId xmlns:a16="http://schemas.microsoft.com/office/drawing/2014/main" id="{47FB3B83-5B33-488C-A64F-7691327254DE}"/>
              </a:ext>
            </a:extLst>
          </p:cNvPr>
          <p:cNvSpPr>
            <a:spLocks noGrp="1"/>
          </p:cNvSpPr>
          <p:nvPr/>
        </p:nvSpPr>
        <p:spPr>
          <a:xfrm>
            <a:off x="5191125" y="4876800"/>
            <a:ext cx="8905875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结构 Token ID 区分边界与字面量</a:t>
            </a:r>
          </a:p>
          <a:p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final 恢复原 stop，reasoning parser 保留边界前正文</a:t>
            </a:r>
          </a:p>
        </p:txBody>
      </p:sp>
      <p:sp>
        <p:nvSpPr>
          <p:cNvPr id="10" name="120 条响应">
            <a:extLst>
              <a:ext uri="{FF2B5EF4-FFF2-40B4-BE49-F238E27FC236}">
                <a16:creationId xmlns:a16="http://schemas.microsoft.com/office/drawing/2014/main" id="{803C637B-AA12-45E7-953B-2EEF2A1A56B8}"/>
              </a:ext>
            </a:extLst>
          </p:cNvPr>
          <p:cNvSpPr>
            <a:spLocks noGrp="1"/>
          </p:cNvSpPr>
          <p:nvPr/>
        </p:nvSpPr>
        <p:spPr>
          <a:xfrm>
            <a:off x="742950" y="6410325"/>
            <a:ext cx="36195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120 条响应</a:t>
            </a:r>
          </a:p>
        </p:txBody>
      </p:sp>
      <p:sp>
        <p:nvSpPr>
          <p:cNvPr id="11" name="未检出工具流协议异常">
            <a:extLst>
              <a:ext uri="{FF2B5EF4-FFF2-40B4-BE49-F238E27FC236}">
                <a16:creationId xmlns:a16="http://schemas.microsoft.com/office/drawing/2014/main" id="{C745E18D-2779-4507-8E00-4BF446FC52F9}"/>
              </a:ext>
            </a:extLst>
          </p:cNvPr>
          <p:cNvSpPr>
            <a:spLocks noGrp="1"/>
          </p:cNvSpPr>
          <p:nvPr/>
        </p:nvSpPr>
        <p:spPr>
          <a:xfrm>
            <a:off x="742950" y="7038975"/>
            <a:ext cx="4572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未检出工具流协议异常</a:t>
            </a:r>
          </a:p>
        </p:txBody>
      </p:sp>
      <p:sp>
        <p:nvSpPr>
          <p:cNvPr id="12" name="60 / 60 条 DTB">
            <a:extLst>
              <a:ext uri="{FF2B5EF4-FFF2-40B4-BE49-F238E27FC236}">
                <a16:creationId xmlns:a16="http://schemas.microsoft.com/office/drawing/2014/main" id="{D51EFF68-D1BF-4DB1-9A01-02C3026602B8}"/>
              </a:ext>
            </a:extLst>
          </p:cNvPr>
          <p:cNvSpPr>
            <a:spLocks noGrp="1"/>
          </p:cNvSpPr>
          <p:nvPr/>
        </p:nvSpPr>
        <p:spPr>
          <a:xfrm>
            <a:off x="5810250" y="6410325"/>
            <a:ext cx="47625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60 / 60 条 DTB</a:t>
            </a:r>
          </a:p>
        </p:txBody>
      </p:sp>
      <p:sp>
        <p:nvSpPr>
          <p:cNvPr id="13" name="公开思考正文保真">
            <a:extLst>
              <a:ext uri="{FF2B5EF4-FFF2-40B4-BE49-F238E27FC236}">
                <a16:creationId xmlns:a16="http://schemas.microsoft.com/office/drawing/2014/main" id="{A8E9EDDC-A5BD-4569-AC4F-F7D806775193}"/>
              </a:ext>
            </a:extLst>
          </p:cNvPr>
          <p:cNvSpPr>
            <a:spLocks noGrp="1"/>
          </p:cNvSpPr>
          <p:nvPr/>
        </p:nvSpPr>
        <p:spPr>
          <a:xfrm>
            <a:off x="5810250" y="7038975"/>
            <a:ext cx="44767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公开思考正文保真</a:t>
            </a:r>
          </a:p>
        </p:txBody>
      </p:sp>
      <p:sp>
        <p:nvSpPr>
          <p:cNvPr id="14" name="支持 MTP">
            <a:extLst>
              <a:ext uri="{FF2B5EF4-FFF2-40B4-BE49-F238E27FC236}">
                <a16:creationId xmlns:a16="http://schemas.microsoft.com/office/drawing/2014/main" id="{47332D02-2D7F-4736-A3F4-0486DADA85B2}"/>
              </a:ext>
            </a:extLst>
          </p:cNvPr>
          <p:cNvSpPr>
            <a:spLocks noGrp="1"/>
          </p:cNvSpPr>
          <p:nvPr/>
        </p:nvSpPr>
        <p:spPr>
          <a:xfrm>
            <a:off x="11239500" y="6410325"/>
            <a:ext cx="3190875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支持 MTP</a:t>
            </a:r>
          </a:p>
        </p:txBody>
      </p:sp>
      <p:sp>
        <p:nvSpPr>
          <p:cNvPr id="15" name="兼容方案无需关闭投机解码">
            <a:extLst>
              <a:ext uri="{FF2B5EF4-FFF2-40B4-BE49-F238E27FC236}">
                <a16:creationId xmlns:a16="http://schemas.microsoft.com/office/drawing/2014/main" id="{1F946132-2970-4BDD-9E30-D13021359BAB}"/>
              </a:ext>
            </a:extLst>
          </p:cNvPr>
          <p:cNvSpPr>
            <a:spLocks noGrp="1"/>
          </p:cNvSpPr>
          <p:nvPr/>
        </p:nvSpPr>
        <p:spPr>
          <a:xfrm>
            <a:off x="10668000" y="7038975"/>
            <a:ext cx="39052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兼容方案无需关闭投机解码</a:t>
            </a:r>
          </a:p>
        </p:txBody>
      </p:sp>
      <p:sp>
        <p:nvSpPr>
          <p:cNvPr id="16" name="定向回放覆盖固定历史上下文与短思考。协议通过与模型语义、任务质量分别验收。">
            <a:extLst>
              <a:ext uri="{FF2B5EF4-FFF2-40B4-BE49-F238E27FC236}">
                <a16:creationId xmlns:a16="http://schemas.microsoft.com/office/drawing/2014/main" id="{87DA706E-023E-4AEE-83A8-2D1399E6E81D}"/>
              </a:ext>
            </a:extLst>
          </p:cNvPr>
          <p:cNvSpPr>
            <a:spLocks noGrp="1"/>
          </p:cNvSpPr>
          <p:nvPr/>
        </p:nvSpPr>
        <p:spPr>
          <a:xfrm>
            <a:off x="742950" y="7867650"/>
            <a:ext cx="129540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定向回放覆盖固定历史上下文与短思考。协议通过与模型语义、任务质量分别验收。</a:t>
            </a:r>
          </a:p>
        </p:txBody>
      </p:sp>
    </p:spTree>
    <p:extLst>
      <p:ext uri="{BB962C8B-B14F-4D97-AF65-F5344CB8AC3E}">
        <p14:creationId xmlns:p14="http://schemas.microsoft.com/office/powerpoint/2010/main" val="874760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累计 LLM 耗时下降 11.57%，总通过率持平">
            <a:extLst>
              <a:ext uri="{FF2B5EF4-FFF2-40B4-BE49-F238E27FC236}">
                <a16:creationId xmlns:a16="http://schemas.microsoft.com/office/drawing/2014/main" id="{1F021105-515C-4B59-8763-ABB04A5B598F}"/>
              </a:ext>
            </a:extLst>
          </p:cNvPr>
          <p:cNvSpPr>
            <a:spLocks noGrp="1"/>
          </p:cNvSpPr>
          <p:nvPr/>
        </p:nvSpPr>
        <p:spPr>
          <a:xfrm>
            <a:off x="723900" y="457200"/>
            <a:ext cx="13668375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累计 LLM 耗时下降 11.57%，总通过率持平</a:t>
            </a:r>
          </a:p>
        </p:txBody>
      </p:sp>
      <p:sp>
        <p:nvSpPr>
          <p:cNvPr id="2" name="03">
            <a:extLst>
              <a:ext uri="{FF2B5EF4-FFF2-40B4-BE49-F238E27FC236}">
                <a16:creationId xmlns:a16="http://schemas.microsoft.com/office/drawing/2014/main" id="{AF2027E7-D587-467F-B36D-401F293B03EE}"/>
              </a:ext>
            </a:extLst>
          </p:cNvPr>
          <p:cNvSpPr>
            <a:spLocks noGrp="1"/>
          </p:cNvSpPr>
          <p:nvPr/>
        </p:nvSpPr>
        <p:spPr>
          <a:xfrm>
            <a:off x="13906500" y="7953375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Vanilla run-06 对 DTB run-08，全部 9 任务">
            <a:extLst>
              <a:ext uri="{FF2B5EF4-FFF2-40B4-BE49-F238E27FC236}">
                <a16:creationId xmlns:a16="http://schemas.microsoft.com/office/drawing/2014/main" id="{368585FC-0AD2-437E-A35D-877C975F7277}"/>
              </a:ext>
            </a:extLst>
          </p:cNvPr>
          <p:cNvSpPr>
            <a:spLocks noGrp="1"/>
          </p:cNvSpPr>
          <p:nvPr/>
        </p:nvSpPr>
        <p:spPr>
          <a:xfrm>
            <a:off x="742950" y="1333500"/>
            <a:ext cx="131445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Vanilla run-06 对 DTB run-08，全部 9 任务</a:t>
            </a:r>
          </a:p>
        </p:txBody>
      </p:sp>
      <p:sp>
        <p:nvSpPr>
          <p:cNvPr id="4" name="累计 LLM E2E / 秒">
            <a:extLst>
              <a:ext uri="{FF2B5EF4-FFF2-40B4-BE49-F238E27FC236}">
                <a16:creationId xmlns:a16="http://schemas.microsoft.com/office/drawing/2014/main" id="{747AA396-0FFD-485B-9195-D5D2D3E76E0B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72390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累计 LLM E2E / 秒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="742950" y="2714625"/>
          <a:ext cx="7572375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−335.758 秒">
            <a:extLst>
              <a:ext uri="{FF2B5EF4-FFF2-40B4-BE49-F238E27FC236}">
                <a16:creationId xmlns:a16="http://schemas.microsoft.com/office/drawing/2014/main" id="{84B5C9A6-23BE-4A43-930F-B772596D1D2D}"/>
              </a:ext>
            </a:extLst>
          </p:cNvPr>
          <p:cNvSpPr>
            <a:spLocks noGrp="1"/>
          </p:cNvSpPr>
          <p:nvPr/>
        </p:nvSpPr>
        <p:spPr>
          <a:xfrm>
            <a:off x="8905875" y="2171700"/>
            <a:ext cx="5476875" cy="7334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9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−335.758 秒</a:t>
            </a:r>
          </a:p>
        </p:txBody>
      </p:sp>
      <p:sp>
        <p:nvSpPr>
          <p:cNvPr id="7" name="6 / 9 个任务的累计 LLM 耗时更短">
            <a:extLst>
              <a:ext uri="{FF2B5EF4-FFF2-40B4-BE49-F238E27FC236}">
                <a16:creationId xmlns:a16="http://schemas.microsoft.com/office/drawing/2014/main" id="{CE347333-E097-473C-85AC-D548C5469C3E}"/>
              </a:ext>
            </a:extLst>
          </p:cNvPr>
          <p:cNvSpPr>
            <a:spLocks noGrp="1"/>
          </p:cNvSpPr>
          <p:nvPr/>
        </p:nvSpPr>
        <p:spPr>
          <a:xfrm>
            <a:off x="8953500" y="3009900"/>
            <a:ext cx="54768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6 / 9 个任务的累计 LLM 耗时更短</a:t>
            </a:r>
          </a:p>
        </p:txBody>
      </p:sp>
      <p:sp>
        <p:nvSpPr>
          <p:cNvPr id="8" name="4/9 与 4/9">
            <a:extLst>
              <a:ext uri="{FF2B5EF4-FFF2-40B4-BE49-F238E27FC236}">
                <a16:creationId xmlns:a16="http://schemas.microsoft.com/office/drawing/2014/main" id="{1287EBC4-3CF1-440E-A7F4-5005FC12B28D}"/>
              </a:ext>
            </a:extLst>
          </p:cNvPr>
          <p:cNvSpPr>
            <a:spLocks noGrp="1"/>
          </p:cNvSpPr>
          <p:nvPr/>
        </p:nvSpPr>
        <p:spPr>
          <a:xfrm>
            <a:off x="8953500" y="3962400"/>
            <a:ext cx="523875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4/9 与 4/9</a:t>
            </a:r>
          </a:p>
        </p:txBody>
      </p:sp>
      <p:sp>
        <p:nvSpPr>
          <p:cNvPr id="9" name="最终 DT 全通过任务数">
            <a:extLst>
              <a:ext uri="{FF2B5EF4-FFF2-40B4-BE49-F238E27FC236}">
                <a16:creationId xmlns:a16="http://schemas.microsoft.com/office/drawing/2014/main" id="{A84ED6DA-99E4-48CB-A14F-374DED54AADD}"/>
              </a:ext>
            </a:extLst>
          </p:cNvPr>
          <p:cNvSpPr>
            <a:spLocks noGrp="1"/>
          </p:cNvSpPr>
          <p:nvPr/>
        </p:nvSpPr>
        <p:spPr>
          <a:xfrm>
            <a:off x="8953500" y="45910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最终 DT 全通过任务数</a:t>
            </a:r>
          </a:p>
        </p:txBody>
      </p:sp>
      <p:sp>
        <p:nvSpPr>
          <p:cNvPr id="10" name="52,112 降至 39,759">
            <a:extLst>
              <a:ext uri="{FF2B5EF4-FFF2-40B4-BE49-F238E27FC236}">
                <a16:creationId xmlns:a16="http://schemas.microsoft.com/office/drawing/2014/main" id="{C15B291A-2C7B-413B-9F3F-8FA82DD496F7}"/>
              </a:ext>
            </a:extLst>
          </p:cNvPr>
          <p:cNvSpPr>
            <a:spLocks noGrp="1"/>
          </p:cNvSpPr>
          <p:nvPr/>
        </p:nvSpPr>
        <p:spPr>
          <a:xfrm>
            <a:off x="8953500" y="5429250"/>
            <a:ext cx="56197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52,112 降至 39,759</a:t>
            </a:r>
          </a:p>
        </p:txBody>
      </p:sp>
      <p:sp>
        <p:nvSpPr>
          <p:cNvPr id="11" name="可见 reasoning token，减少 23.70%">
            <a:extLst>
              <a:ext uri="{FF2B5EF4-FFF2-40B4-BE49-F238E27FC236}">
                <a16:creationId xmlns:a16="http://schemas.microsoft.com/office/drawing/2014/main" id="{7B19D2A5-5C6F-4C48-B443-CC798E62F21F}"/>
              </a:ext>
            </a:extLst>
          </p:cNvPr>
          <p:cNvSpPr>
            <a:spLocks noGrp="1"/>
          </p:cNvSpPr>
          <p:nvPr/>
        </p:nvSpPr>
        <p:spPr>
          <a:xfrm>
            <a:off x="8953500" y="6029325"/>
            <a:ext cx="5619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可见 reasoning token，减少 23.70%</a:t>
            </a:r>
          </a:p>
        </p:txBody>
      </p:sp>
      <p:sp>
        <p:nvSpPr>
          <p:cNvPr id="12" name="平台执行时间合计减少 3.95%，创建到结束合计减少 2.17%。">
            <a:extLst>
              <a:ext uri="{FF2B5EF4-FFF2-40B4-BE49-F238E27FC236}">
                <a16:creationId xmlns:a16="http://schemas.microsoft.com/office/drawing/2014/main" id="{EA213C35-7BD8-4514-AD8E-CEB83AF0560E}"/>
              </a:ext>
            </a:extLst>
          </p:cNvPr>
          <p:cNvSpPr>
            <a:spLocks noGrp="1"/>
          </p:cNvSpPr>
          <p:nvPr/>
        </p:nvSpPr>
        <p:spPr>
          <a:xfrm>
            <a:off x="742950" y="7181850"/>
            <a:ext cx="135255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平台执行时间合计减少 3.95%，创建到结束合计减少 2.17%。</a:t>
            </a:r>
          </a:p>
        </p:txBody>
      </p:sp>
      <p:sp>
        <p:nvSpPr>
          <p:cNvPr id="13" name="4/9 含 Vanilla case35 原始 36/36，仍缺报告。case3">
            <a:extLst>
              <a:ext uri="{FF2B5EF4-FFF2-40B4-BE49-F238E27FC236}">
                <a16:creationId xmlns:a16="http://schemas.microsoft.com/office/drawing/2014/main" id="{A17EFFA3-2AB2-44A5-9EDE-24DD1F5D35A8}"/>
              </a:ext>
            </a:extLst>
          </p:cNvPr>
          <p:cNvSpPr>
            <a:spLocks noGrp="1"/>
          </p:cNvSpPr>
          <p:nvPr/>
        </p:nvSpPr>
        <p:spPr>
          <a:xfrm>
            <a:off x="742950" y="7743825"/>
            <a:ext cx="129540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4/9 含 Vanilla case35 原始 36/36，仍缺报告。case36 退化、case2 改善。LLM 耗时含标题和恢复请求。</a:t>
            </a:r>
          </a:p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历史基线、未固定 seed，属实测差异；reasoning 不含隐藏试答，run-08 无 phase 账本。</a:t>
            </a:r>
          </a:p>
        </p:txBody>
      </p:sp>
    </p:spTree>
    <p:extLst>
      <p:ext uri="{BB962C8B-B14F-4D97-AF65-F5344CB8AC3E}">
        <p14:creationId xmlns:p14="http://schemas.microsoft.com/office/powerpoint/2010/main" val="1020809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子 Agent 早退：结束重复展开，交付结构化结果">
            <a:extLst>
              <a:ext uri="{FF2B5EF4-FFF2-40B4-BE49-F238E27FC236}">
                <a16:creationId xmlns:a16="http://schemas.microsoft.com/office/drawing/2014/main" id="{249ACC39-7B74-4146-9529-82F15E2FE2BC}"/>
              </a:ext>
            </a:extLst>
          </p:cNvPr>
          <p:cNvSpPr>
            <a:spLocks noGrp="1"/>
          </p:cNvSpPr>
          <p:nvPr/>
        </p:nvSpPr>
        <p:spPr>
          <a:xfrm>
            <a:off x="723900" y="457200"/>
            <a:ext cx="13668375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子 Agent 早退：结束重复展开，交付结构化结果</a:t>
            </a:r>
          </a:p>
        </p:txBody>
      </p:sp>
      <p:sp>
        <p:nvSpPr>
          <p:cNvPr id="2" name="04">
            <a:extLst>
              <a:ext uri="{FF2B5EF4-FFF2-40B4-BE49-F238E27FC236}">
                <a16:creationId xmlns:a16="http://schemas.microsoft.com/office/drawing/2014/main" id="{054B6F87-C070-4F95-92CE-D0BF95A66BAF}"/>
              </a:ext>
            </a:extLst>
          </p:cNvPr>
          <p:cNvSpPr>
            <a:spLocks noGrp="1"/>
          </p:cNvSpPr>
          <p:nvPr/>
        </p:nvSpPr>
        <p:spPr>
          <a:xfrm>
            <a:off x="13906500" y="7953375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case28 子 Agent：从 patch 提取设计信息">
            <a:extLst>
              <a:ext uri="{FF2B5EF4-FFF2-40B4-BE49-F238E27FC236}">
                <a16:creationId xmlns:a16="http://schemas.microsoft.com/office/drawing/2014/main" id="{94BE4DF6-3D63-4F72-A797-0F97621F7870}"/>
              </a:ext>
            </a:extLst>
          </p:cNvPr>
          <p:cNvSpPr>
            <a:spLocks noGrp="1"/>
          </p:cNvSpPr>
          <p:nvPr/>
        </p:nvSpPr>
        <p:spPr>
          <a:xfrm>
            <a:off x="742950" y="1419225"/>
            <a:ext cx="711517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case28 子 Agent：从 patch 提取设计信息</a:t>
            </a:r>
          </a:p>
        </p:txBody>
      </p:sp>
      <p:sp>
        <p:nvSpPr>
          <p:cNvPr id="4" name="原始 reasoning 节选：已列方法名，随后又展开签名">
            <a:extLst>
              <a:ext uri="{FF2B5EF4-FFF2-40B4-BE49-F238E27FC236}">
                <a16:creationId xmlns:a16="http://schemas.microsoft.com/office/drawing/2014/main" id="{06BE157D-8825-42B6-BB7C-A6F83E655C1F}"/>
              </a:ext>
            </a:extLst>
          </p:cNvPr>
          <p:cNvSpPr>
            <a:spLocks noGrp="1"/>
          </p:cNvSpPr>
          <p:nvPr/>
        </p:nvSpPr>
        <p:spPr>
          <a:xfrm>
            <a:off x="742950" y="1971675"/>
            <a:ext cx="704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原始 reasoning 节选：已列方法名，随后又展开签名</a:t>
            </a:r>
          </a:p>
        </p:txBody>
      </p:sp>
      <p:sp>
        <p:nvSpPr>
          <p:cNvPr id="5" name="原始模型文本">
            <a:extLst>
              <a:ext uri="{FF2B5EF4-FFF2-40B4-BE49-F238E27FC236}">
                <a16:creationId xmlns:a16="http://schemas.microsoft.com/office/drawing/2014/main" id="{48FC3B72-2A94-4944-A785-EE3EAA33826F}"/>
              </a:ext>
            </a:extLst>
          </p:cNvPr>
          <p:cNvSpPr>
            <a:spLocks noGrp="1"/>
          </p:cNvSpPr>
          <p:nvPr/>
        </p:nvSpPr>
        <p:spPr>
          <a:xfrm>
            <a:off x="742950" y="2457450"/>
            <a:ext cx="6953250" cy="2733675"/>
          </a:xfrm>
          <a:prstGeom prst="roundRect">
            <a:avLst>
              <a:gd name="adj" fmla="val 6969"/>
            </a:avLst>
          </a:prstGeom>
          <a:solidFill>
            <a:srgbClr val="F6F8F9"/>
          </a:solidFill>
          <a:ln w="19050">
            <a:solidFill>
              <a:srgbClr val="CCD9DE"/>
            </a:solidFill>
          </a:ln>
        </p:spPr>
        <p:txBody>
          <a:bodyPr lIns="228600" tIns="190500" rIns="228600" bIns="171450" anchor="t">
            <a:noAutofit/>
          </a:bodyPr>
          <a:lstStyle/>
          <a:p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From `ResponseAssemblerTest.java`:</a:t>
            </a:r>
          </a:p>
          <a:p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- </a:t>
            </a:r>
            <a:r>
              <a:rPr sz="17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`init()`</a:t>
            </a: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(Before method)</a:t>
            </a:r>
          </a:p>
          <a:p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[…]</a:t>
            </a:r>
          </a:p>
          <a:p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Now let me look more carefully</a:t>
            </a: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at the test</a:t>
            </a:r>
          </a:p>
          <a:p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method signatures</a:t>
            </a: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from the diff:</a:t>
            </a:r>
          </a:p>
          <a:p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[…]</a:t>
            </a:r>
          </a:p>
          <a:p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- `void init()` - @Before method</a:t>
            </a:r>
          </a:p>
        </p:txBody>
      </p:sp>
      <p:sp>
        <p:nvSpPr>
          <p:cNvPr id="6" name="已列过的方法再次展开；可在最终 JSON 中整理">
            <a:extLst>
              <a:ext uri="{FF2B5EF4-FFF2-40B4-BE49-F238E27FC236}">
                <a16:creationId xmlns:a16="http://schemas.microsoft.com/office/drawing/2014/main" id="{DE9100C3-A2F2-4D12-946D-074B75C9ADAD}"/>
              </a:ext>
            </a:extLst>
          </p:cNvPr>
          <p:cNvSpPr>
            <a:spLocks noGrp="1"/>
          </p:cNvSpPr>
          <p:nvPr/>
        </p:nvSpPr>
        <p:spPr>
          <a:xfrm>
            <a:off x="742950" y="5248275"/>
            <a:ext cx="7096125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已列过的方法再次展开；可在最终 JSON 中整理</a:t>
            </a:r>
          </a:p>
        </p:txBody>
      </p:sp>
      <p:sp>
        <p:nvSpPr>
          <p:cNvPr id="7" name="原始模型文本">
            <a:extLst>
              <a:ext uri="{FF2B5EF4-FFF2-40B4-BE49-F238E27FC236}">
                <a16:creationId xmlns:a16="http://schemas.microsoft.com/office/drawing/2014/main" id="{BE53DC5C-B714-4A1C-960E-E6823374F8E4}"/>
              </a:ext>
            </a:extLst>
          </p:cNvPr>
          <p:cNvSpPr>
            <a:spLocks noGrp="1"/>
          </p:cNvSpPr>
          <p:nvPr/>
        </p:nvSpPr>
        <p:spPr>
          <a:xfrm>
            <a:off x="742950" y="6619875"/>
            <a:ext cx="6953250" cy="1333500"/>
          </a:xfrm>
          <a:prstGeom prst="roundRect">
            <a:avLst>
              <a:gd name="adj" fmla="val 14286"/>
            </a:avLst>
          </a:prstGeom>
          <a:solidFill>
            <a:srgbClr val="EFF8F6"/>
          </a:solidFill>
          <a:ln w="19050">
            <a:solidFill>
              <a:srgbClr val="087F7C"/>
            </a:solidFill>
          </a:ln>
        </p:spPr>
        <p:txBody>
          <a:bodyPr lIns="228600" tIns="190500" rIns="228600" bIns="171450" anchor="t">
            <a:noAutofit/>
          </a:bodyPr>
          <a:lstStyle/>
          <a:p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"test_methods"</a:t>
            </a: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: [</a:t>
            </a:r>
          </a:p>
          <a:p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   "void init() // ResponseAssemblerTest - @Before",</a:t>
            </a:r>
          </a:p>
          <a:p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   […]</a:t>
            </a:r>
          </a:p>
          <a:p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 ]</a:t>
            </a:r>
          </a:p>
        </p:txBody>
      </p:sp>
      <p:cxnSp>
        <p:nvCxnSpPr>
          <p:cNvPr id="39" name="连接符: 肘形 38"/>
          <p:cNvCxnSpPr>
            <a:cxnSpLocks/>
            <a:stCxn id="5" idx="1"/>
            <a:endCxn id="7" idx="1"/>
          </p:cNvCxnSpPr>
          <p:nvPr/>
        </p:nvCxnSpPr>
        <p:spPr>
          <a:xfrm rot="10800000" flipV="1">
            <a:off x="742950" y="3824287"/>
            <a:ext cx="12700" cy="3462337"/>
          </a:xfrm>
          <a:prstGeom prst="bentConnector3">
            <a:avLst>
              <a:gd name="adj1" fmla="val 1800000"/>
            </a:avLst>
          </a:prstGeom>
          <a:ln w="38100">
            <a:solidFill>
              <a:srgbClr val="087F7C"/>
            </a:solidFill>
            <a:tailEnd type="triangle" w="med" len="med"/>
          </a:ln>
        </p:spPr>
      </p:cxnSp>
      <p:sp>
        <p:nvSpPr>
          <p:cNvPr id="9" name="851 token 处介入，首 probe 接受">
            <a:extLst>
              <a:ext uri="{FF2B5EF4-FFF2-40B4-BE49-F238E27FC236}">
                <a16:creationId xmlns:a16="http://schemas.microsoft.com/office/drawing/2014/main" id="{11D5150E-9E29-40F7-9A74-DABB282F0BC8}"/>
              </a:ext>
            </a:extLst>
          </p:cNvPr>
          <p:cNvSpPr>
            <a:spLocks noGrp="1"/>
          </p:cNvSpPr>
          <p:nvPr/>
        </p:nvSpPr>
        <p:spPr>
          <a:xfrm>
            <a:off x="1123950" y="5619750"/>
            <a:ext cx="6429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851 token 处介入，首 probe 接受</a:t>
            </a:r>
          </a:p>
        </p:txBody>
      </p:sp>
      <p:sp>
        <p:nvSpPr>
          <p:cNvPr id="10" name="50-token 试答，.985 ≥ .93；结束思考并生成 final">
            <a:extLst>
              <a:ext uri="{FF2B5EF4-FFF2-40B4-BE49-F238E27FC236}">
                <a16:creationId xmlns:a16="http://schemas.microsoft.com/office/drawing/2014/main" id="{7EBE28D1-2A9C-4122-A1FD-864EB6BDAC46}"/>
              </a:ext>
            </a:extLst>
          </p:cNvPr>
          <p:cNvSpPr>
            <a:spLocks noGrp="1"/>
          </p:cNvSpPr>
          <p:nvPr/>
        </p:nvSpPr>
        <p:spPr>
          <a:xfrm>
            <a:off x="1123950" y="6019800"/>
            <a:ext cx="6429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50-token 试答，.985 ≥ .93；结束思考并生成 final</a:t>
            </a:r>
          </a:p>
        </p:txBody>
      </p:sp>
      <p:sp>
        <p:nvSpPr>
          <p:cNvPr id="11" name="850 token 将介入集中在长尾">
            <a:extLst>
              <a:ext uri="{FF2B5EF4-FFF2-40B4-BE49-F238E27FC236}">
                <a16:creationId xmlns:a16="http://schemas.microsoft.com/office/drawing/2014/main" id="{02414307-E4FC-4BFC-8FE4-A633AB54E7A7}"/>
              </a:ext>
            </a:extLst>
          </p:cNvPr>
          <p:cNvSpPr>
            <a:spLocks noGrp="1"/>
          </p:cNvSpPr>
          <p:nvPr/>
        </p:nvSpPr>
        <p:spPr>
          <a:xfrm>
            <a:off x="8334375" y="1419225"/>
            <a:ext cx="6191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850 token 将介入集中在长尾</a:t>
            </a:r>
          </a:p>
        </p:txBody>
      </p:sp>
      <p:sp>
        <p:nvSpPr>
          <p:cNvPr id="12" name="按发起时间枚举；空心点 = 阈值以下请求">
            <a:extLst>
              <a:ext uri="{FF2B5EF4-FFF2-40B4-BE49-F238E27FC236}">
                <a16:creationId xmlns:a16="http://schemas.microsoft.com/office/drawing/2014/main" id="{EB153AD3-3C21-4FBB-A360-C147DD9495CB}"/>
              </a:ext>
            </a:extLst>
          </p:cNvPr>
          <p:cNvSpPr>
            <a:spLocks noGrp="1"/>
          </p:cNvSpPr>
          <p:nvPr/>
        </p:nvSpPr>
        <p:spPr>
          <a:xfrm>
            <a:off x="8334375" y="1895475"/>
            <a:ext cx="62388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按发起时间枚举；空心点 = 阈值以下请求</a:t>
            </a:r>
          </a:p>
        </p:txBody>
      </p:sp>
      <p:sp>
        <p:nvSpPr>
          <p:cNvPr id="13" name="reasoning token  /  顶部数字为任务编号">
            <a:extLst>
              <a:ext uri="{FF2B5EF4-FFF2-40B4-BE49-F238E27FC236}">
                <a16:creationId xmlns:a16="http://schemas.microsoft.com/office/drawing/2014/main" id="{DDDABEA4-C3FB-45F2-A5CC-6B276D855A4F}"/>
              </a:ext>
            </a:extLst>
          </p:cNvPr>
          <p:cNvSpPr>
            <a:spLocks noGrp="1"/>
          </p:cNvSpPr>
          <p:nvPr/>
        </p:nvSpPr>
        <p:spPr>
          <a:xfrm>
            <a:off x="8334375" y="2266950"/>
            <a:ext cx="6238875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reasoning token  /  顶部数字为任务编号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="8210550" y="2895600"/>
          <a:ext cx="6457950" cy="1200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="8315325" y="4248150"/>
          <a:ext cx="6353175" cy="1657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29">
            <a:extLst>
              <a:ext uri="{FF2B5EF4-FFF2-40B4-BE49-F238E27FC236}">
                <a16:creationId xmlns:a16="http://schemas.microsoft.com/office/drawing/2014/main" id="{1A57D1EF-4C28-4F10-BF04-5566516FE8B8}"/>
              </a:ext>
            </a:extLst>
          </p:cNvPr>
          <p:cNvSpPr>
            <a:spLocks noGrp="1"/>
          </p:cNvSpPr>
          <p:nvPr/>
        </p:nvSpPr>
        <p:spPr>
          <a:xfrm>
            <a:off x="8978694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17" name="26">
            <a:extLst>
              <a:ext uri="{FF2B5EF4-FFF2-40B4-BE49-F238E27FC236}">
                <a16:creationId xmlns:a16="http://schemas.microsoft.com/office/drawing/2014/main" id="{FEBC08B3-640A-4ADD-9C07-30326E813CB7}"/>
              </a:ext>
            </a:extLst>
          </p:cNvPr>
          <p:cNvSpPr>
            <a:spLocks noGrp="1"/>
          </p:cNvSpPr>
          <p:nvPr/>
        </p:nvSpPr>
        <p:spPr>
          <a:xfrm>
            <a:off x="9595104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18" name="36">
            <a:extLst>
              <a:ext uri="{FF2B5EF4-FFF2-40B4-BE49-F238E27FC236}">
                <a16:creationId xmlns:a16="http://schemas.microsoft.com/office/drawing/2014/main" id="{D6D84533-0FF0-48D4-9F4C-2B2D1BD53DC6}"/>
              </a:ext>
            </a:extLst>
          </p:cNvPr>
          <p:cNvSpPr>
            <a:spLocks noGrp="1"/>
          </p:cNvSpPr>
          <p:nvPr/>
        </p:nvSpPr>
        <p:spPr>
          <a:xfrm>
            <a:off x="10104001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19" name="35">
            <a:extLst>
              <a:ext uri="{FF2B5EF4-FFF2-40B4-BE49-F238E27FC236}">
                <a16:creationId xmlns:a16="http://schemas.microsoft.com/office/drawing/2014/main" id="{991DE88C-D694-4122-9965-E1409B7318F9}"/>
              </a:ext>
            </a:extLst>
          </p:cNvPr>
          <p:cNvSpPr>
            <a:spLocks noGrp="1"/>
          </p:cNvSpPr>
          <p:nvPr/>
        </p:nvSpPr>
        <p:spPr>
          <a:xfrm>
            <a:off x="10856595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20" name="34">
            <a:extLst>
              <a:ext uri="{FF2B5EF4-FFF2-40B4-BE49-F238E27FC236}">
                <a16:creationId xmlns:a16="http://schemas.microsoft.com/office/drawing/2014/main" id="{702A9D3C-EF26-4A6A-80D5-5CDA8F8E1915}"/>
              </a:ext>
            </a:extLst>
          </p:cNvPr>
          <p:cNvSpPr>
            <a:spLocks noGrp="1"/>
          </p:cNvSpPr>
          <p:nvPr/>
        </p:nvSpPr>
        <p:spPr>
          <a:xfrm>
            <a:off x="11516011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21" name="2">
            <a:extLst>
              <a:ext uri="{FF2B5EF4-FFF2-40B4-BE49-F238E27FC236}">
                <a16:creationId xmlns:a16="http://schemas.microsoft.com/office/drawing/2014/main" id="{86DD2B2C-E9ED-4DEB-A572-DACF07CCDA42}"/>
              </a:ext>
            </a:extLst>
          </p:cNvPr>
          <p:cNvSpPr>
            <a:spLocks noGrp="1"/>
          </p:cNvSpPr>
          <p:nvPr/>
        </p:nvSpPr>
        <p:spPr>
          <a:xfrm>
            <a:off x="11996237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3">
            <a:extLst>
              <a:ext uri="{FF2B5EF4-FFF2-40B4-BE49-F238E27FC236}">
                <a16:creationId xmlns:a16="http://schemas.microsoft.com/office/drawing/2014/main" id="{CC953FBC-38E3-44D8-9692-DAD39631B750}"/>
              </a:ext>
            </a:extLst>
          </p:cNvPr>
          <p:cNvSpPr>
            <a:spLocks noGrp="1"/>
          </p:cNvSpPr>
          <p:nvPr/>
        </p:nvSpPr>
        <p:spPr>
          <a:xfrm>
            <a:off x="12519470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3" name="28">
            <a:extLst>
              <a:ext uri="{FF2B5EF4-FFF2-40B4-BE49-F238E27FC236}">
                <a16:creationId xmlns:a16="http://schemas.microsoft.com/office/drawing/2014/main" id="{66AA6212-0A8E-4950-A24C-3C568E5916E0}"/>
              </a:ext>
            </a:extLst>
          </p:cNvPr>
          <p:cNvSpPr>
            <a:spLocks noGrp="1"/>
          </p:cNvSpPr>
          <p:nvPr/>
        </p:nvSpPr>
        <p:spPr>
          <a:xfrm>
            <a:off x="13135880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24" name="37">
            <a:extLst>
              <a:ext uri="{FF2B5EF4-FFF2-40B4-BE49-F238E27FC236}">
                <a16:creationId xmlns:a16="http://schemas.microsoft.com/office/drawing/2014/main" id="{630D2ACF-C434-402F-9804-2DAA49C6371A}"/>
              </a:ext>
            </a:extLst>
          </p:cNvPr>
          <p:cNvSpPr>
            <a:spLocks noGrp="1"/>
          </p:cNvSpPr>
          <p:nvPr/>
        </p:nvSpPr>
        <p:spPr>
          <a:xfrm>
            <a:off x="13838301" y="261937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25" name="最大 3,482">
            <a:extLst>
              <a:ext uri="{FF2B5EF4-FFF2-40B4-BE49-F238E27FC236}">
                <a16:creationId xmlns:a16="http://schemas.microsoft.com/office/drawing/2014/main" id="{EF4ED564-5FDD-4199-B1ED-3C406D504E1D}"/>
              </a:ext>
            </a:extLst>
          </p:cNvPr>
          <p:cNvSpPr>
            <a:spLocks noGrp="1"/>
          </p:cNvSpPr>
          <p:nvPr/>
        </p:nvSpPr>
        <p:spPr>
          <a:xfrm>
            <a:off x="8991600" y="2962275"/>
            <a:ext cx="23812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最大 3,482</a:t>
            </a:r>
          </a:p>
        </p:txBody>
      </p:sp>
      <p:sp>
        <p:nvSpPr>
          <p:cNvPr id="26" name="850 · 此处分段变尺度">
            <a:extLst>
              <a:ext uri="{FF2B5EF4-FFF2-40B4-BE49-F238E27FC236}">
                <a16:creationId xmlns:a16="http://schemas.microsoft.com/office/drawing/2014/main" id="{481A4FAB-049F-4D27-800D-398E2DEC8D4E}"/>
              </a:ext>
            </a:extLst>
          </p:cNvPr>
          <p:cNvSpPr>
            <a:spLocks noGrp="1"/>
          </p:cNvSpPr>
          <p:nvPr/>
        </p:nvSpPr>
        <p:spPr>
          <a:xfrm>
            <a:off x="8972550" y="4000500"/>
            <a:ext cx="56007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850 · 此处分段变尺度</a:t>
            </a:r>
          </a:p>
        </p:txBody>
      </p:sp>
      <p:sp>
        <p:nvSpPr>
          <p:cNvPr id="27" name="请求发起序号（1–391）；纵轴上下刻度不同">
            <a:extLst>
              <a:ext uri="{FF2B5EF4-FFF2-40B4-BE49-F238E27FC236}">
                <a16:creationId xmlns:a16="http://schemas.microsoft.com/office/drawing/2014/main" id="{E4A2CE42-970C-46F5-AF78-62A431E7EF20}"/>
              </a:ext>
            </a:extLst>
          </p:cNvPr>
          <p:cNvSpPr>
            <a:spLocks noGrp="1"/>
          </p:cNvSpPr>
          <p:nvPr/>
        </p:nvSpPr>
        <p:spPr>
          <a:xfrm>
            <a:off x="8334375" y="5895975"/>
            <a:ext cx="6334125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请求发起序号（1–391）；纵轴上下刻度不同</a:t>
            </a:r>
          </a:p>
        </p:txBody>
      </p:sp>
      <p:sp>
        <p:nvSpPr>
          <p:cNvPr id="28" name="97.19% 请求无需介入试答">
            <a:extLst>
              <a:ext uri="{FF2B5EF4-FFF2-40B4-BE49-F238E27FC236}">
                <a16:creationId xmlns:a16="http://schemas.microsoft.com/office/drawing/2014/main" id="{5593AF4C-3CB6-4E01-9954-73407EB004BA}"/>
              </a:ext>
            </a:extLst>
          </p:cNvPr>
          <p:cNvSpPr>
            <a:spLocks noGrp="1"/>
          </p:cNvSpPr>
          <p:nvPr/>
        </p:nvSpPr>
        <p:spPr>
          <a:xfrm>
            <a:off x="8334375" y="6219825"/>
            <a:ext cx="6334125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97.19% 请求无需介入试答</a:t>
            </a:r>
          </a:p>
        </p:txBody>
      </p:sp>
      <p:sp>
        <p:nvSpPr>
          <p:cNvPr id="29" name="2.81% 的长尾请求&#10;占 38.88% 的 reasoning token">
            <a:extLst>
              <a:ext uri="{FF2B5EF4-FFF2-40B4-BE49-F238E27FC236}">
                <a16:creationId xmlns:a16="http://schemas.microsoft.com/office/drawing/2014/main" id="{87CF1EFD-85E8-4F2A-B61F-1524CBA7B426}"/>
              </a:ext>
            </a:extLst>
          </p:cNvPr>
          <p:cNvSpPr>
            <a:spLocks noGrp="1"/>
          </p:cNvSpPr>
          <p:nvPr/>
        </p:nvSpPr>
        <p:spPr>
          <a:xfrm>
            <a:off x="8334375" y="6696075"/>
            <a:ext cx="6334125" cy="828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2.81% 的长尾请求</a:t>
            </a:r>
          </a:p>
          <a:p>
            <a:pPr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占 38.88% 的 reasoning token</a:t>
            </a:r>
          </a:p>
        </p:txBody>
      </p:sp>
      <p:sp>
        <p:nvSpPr>
          <p:cNvPr id="30" name="阈值以上 10,913 token（20.94%）&#10;为潜在介入尾部，仍需试答和质量验证">
            <a:extLst>
              <a:ext uri="{FF2B5EF4-FFF2-40B4-BE49-F238E27FC236}">
                <a16:creationId xmlns:a16="http://schemas.microsoft.com/office/drawing/2014/main" id="{A2AC579F-9976-4B8A-A2F9-C519F863338B}"/>
              </a:ext>
            </a:extLst>
          </p:cNvPr>
          <p:cNvSpPr>
            <a:spLocks noGrp="1"/>
          </p:cNvSpPr>
          <p:nvPr/>
        </p:nvSpPr>
        <p:spPr>
          <a:xfrm>
            <a:off x="8334375" y="7524750"/>
            <a:ext cx="633412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阈值以上 10,913 token（20.94%）</a:t>
            </a:r>
          </a:p>
          <a:p>
            <a:pPr>
              <a:def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为潜在介入尾部，仍需试答和质量验证</a:t>
            </a:r>
          </a:p>
        </p:txBody>
      </p:sp>
      <p:sp>
        <p:nvSpPr>
          <p:cNvPr id="31" name="左图为 run-06 子 Agent 的实际早退路径，非单次净压缩对照；原文 [">
            <a:extLst>
              <a:ext uri="{FF2B5EF4-FFF2-40B4-BE49-F238E27FC236}">
                <a16:creationId xmlns:a16="http://schemas.microsoft.com/office/drawing/2014/main" id="{9B2507E2-ACDA-4564-9FC0-7D4DF997F01B}"/>
              </a:ext>
            </a:extLst>
          </p:cNvPr>
          <p:cNvSpPr>
            <a:spLocks noGrp="1"/>
          </p:cNvSpPr>
          <p:nvPr/>
        </p:nvSpPr>
        <p:spPr>
          <a:xfrm>
            <a:off x="742950" y="8105775"/>
            <a:ext cx="12811125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左图为 run-06 子 Agent 的实际早退路径，非单次净压缩对照；原文 […] 为省略，试答分数不等于正确概率。长尾含 9 条标题。</a:t>
            </a:r>
          </a:p>
        </p:txBody>
      </p:sp>
    </p:spTree>
    <p:extLst>
      <p:ext uri="{BB962C8B-B14F-4D97-AF65-F5344CB8AC3E}">
        <p14:creationId xmlns:p14="http://schemas.microsoft.com/office/powerpoint/2010/main" val="86710232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816</Words>
  <Application>Microsoft Office PowerPoint</Application>
  <DocSecurity>0</DocSecurity>
  <PresentationFormat>自定义</PresentationFormat>
  <Paragraphs>96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 P</cp:lastModifiedBy>
  <cp:revision>1</cp:revision>
  <dcterms:created xsi:type="dcterms:W3CDTF">2026-09-14T07:54:03Z</dcterms:created>
  <dcterms:modified xsi:type="dcterms:W3CDTF">2026-09-15T02:46:58Z</dcterms:modified>
</cp:coreProperties>
</file>