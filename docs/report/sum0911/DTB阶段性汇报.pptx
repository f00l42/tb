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26500" y="-1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累计 LLM E2E / 秒</c:v>
          </c:tx>
          <c:spPr>
            <a:solidFill>
              <a:srgbClr val="CDD8DE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087F7C"/>
              </a:solidFill>
            </c:spPr>
            <c:extLst>
              <c:ext xmlns:c16="http://schemas.microsoft.com/office/drawing/2014/chart" uri="{C3380CC4-5D6E-409C-BE32-E72D297353CC}">
                <c16:uniqueId val="{00000001-DDDC-4147-94FE-F1C50409FD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Vanilla-06</c:v>
                </c:pt>
                <c:pt idx="1">
                  <c:v>DTB run-08</c:v>
                </c:pt>
              </c:strCache>
            </c:strRef>
          </c:cat>
          <c:val>
            <c:numRef>
              <c:f>'Chart Data'!$B$2:$B$3</c:f>
              <c:numCache>
                <c:formatCode>#,##0.000</c:formatCode>
                <c:ptCount val="2"/>
                <c:pt idx="0">
                  <c:v>2902.4549999999999</c:v>
                </c:pt>
                <c:pt idx="1">
                  <c:v>2566.6970000000001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DDC-4147-94FE-F1C50409FD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w="9525">
              <a:solidFill>
                <a:srgbClr val="E6ECEF"/>
              </a:solidFill>
            </a:ln>
          </c:spPr>
        </c:majorGridlines>
        <c:numFmt formatCode="#,##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100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任务 26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57.5</c:v>
                </c:pt>
                <c:pt idx="1">
                  <c:v>57.5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6B1-46AA-92E6-03A0F8E06832}"/>
            </c:ext>
          </c:extLst>
        </c:ser>
        <c:ser>
          <c:idx val="1"/>
          <c:order val="1"/>
          <c:tx>
            <c:v>任务 36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86.5</c:v>
                </c:pt>
                <c:pt idx="1">
                  <c:v>86.5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6B1-46AA-92E6-03A0F8E06832}"/>
            </c:ext>
          </c:extLst>
        </c:ser>
        <c:ser>
          <c:idx val="2"/>
          <c:order val="2"/>
          <c:tx>
            <c:v>任务 35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128.5</c:v>
                </c:pt>
                <c:pt idx="1">
                  <c:v>128.5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6B1-46AA-92E6-03A0F8E06832}"/>
            </c:ext>
          </c:extLst>
        </c:ser>
        <c:ser>
          <c:idx val="3"/>
          <c:order val="3"/>
          <c:tx>
            <c:v>任务 34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191.5</c:v>
                </c:pt>
                <c:pt idx="1">
                  <c:v>191.5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6B1-46AA-92E6-03A0F8E06832}"/>
            </c:ext>
          </c:extLst>
        </c:ser>
        <c:ser>
          <c:idx val="4"/>
          <c:order val="4"/>
          <c:tx>
            <c:v>任务 2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220.5</c:v>
                </c:pt>
                <c:pt idx="1">
                  <c:v>220.5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86B1-46AA-92E6-03A0F8E06832}"/>
            </c:ext>
          </c:extLst>
        </c:ser>
        <c:ser>
          <c:idx val="5"/>
          <c:order val="5"/>
          <c:tx>
            <c:v>任务 3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258.5</c:v>
                </c:pt>
                <c:pt idx="1">
                  <c:v>258.5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86B1-46AA-92E6-03A0F8E06832}"/>
            </c:ext>
          </c:extLst>
        </c:ser>
        <c:ser>
          <c:idx val="6"/>
          <c:order val="6"/>
          <c:tx>
            <c:v>任务 28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293.5</c:v>
                </c:pt>
                <c:pt idx="1">
                  <c:v>293.5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86B1-46AA-92E6-03A0F8E06832}"/>
            </c:ext>
          </c:extLst>
        </c:ser>
        <c:ser>
          <c:idx val="7"/>
          <c:order val="7"/>
          <c:tx>
            <c:v>任务 37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344.5</c:v>
                </c:pt>
                <c:pt idx="1">
                  <c:v>344.5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850</c:v>
                </c:pt>
                <c:pt idx="1">
                  <c:v>3500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86B1-46AA-92E6-03A0F8E06832}"/>
            </c:ext>
          </c:extLst>
        </c:ser>
        <c:ser>
          <c:idx val="8"/>
          <c:order val="8"/>
          <c:tx>
            <c:v>长思考（11条）</c:v>
          </c:tx>
          <c:spPr>
            <a:ln w="0">
              <a:noFill/>
            </a:ln>
          </c:spPr>
          <c:marker>
            <c:symbol val="circle"/>
            <c:size val="8"/>
            <c:spPr>
              <a:solidFill>
                <a:srgbClr val="B16A16"/>
              </a:solidFill>
              <a:ln w="0">
                <a:noFill/>
              </a:ln>
            </c:spPr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9-86B1-46AA-92E6-03A0F8E0683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B-86B1-46AA-92E6-03A0F8E06832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D-86B1-46AA-92E6-03A0F8E06832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F-86B1-46AA-92E6-03A0F8E06832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11-86B1-46AA-92E6-03A0F8E06832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13-86B1-46AA-92E6-03A0F8E0683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15-86B1-46AA-92E6-03A0F8E06832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17-86B1-46AA-92E6-03A0F8E06832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19-86B1-46AA-92E6-03A0F8E06832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1B-86B1-46AA-92E6-03A0F8E06832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1D-86B1-46AA-92E6-03A0F8E06832}"/>
              </c:ext>
            </c:extLst>
          </c:dPt>
          <c:xVal>
            <c:numRef>
              <c:f>'Chart Data'!$Q$2:$Q$12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Data'!$R$2:$R$12</c:f>
              <c:numCache>
                <c:formatCode>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E-86B1-46AA-92E6-03A0F8E06832}"/>
            </c:ext>
          </c:extLst>
        </c:ser>
        <c:ser>
          <c:idx val="9"/>
          <c:order val="9"/>
          <c:tx>
            <c:v>850 token 阈值</c:v>
          </c:tx>
          <c:spPr>
            <a:ln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F-86B1-46AA-92E6-03A0F8E06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w="9525">
              <a:solidFill>
                <a:srgbClr val="EDF1F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任务 26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57.5</c:v>
                </c:pt>
                <c:pt idx="1">
                  <c:v>57.5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144-4F39-8F7F-71DAFB4508EE}"/>
            </c:ext>
          </c:extLst>
        </c:ser>
        <c:ser>
          <c:idx val="1"/>
          <c:order val="1"/>
          <c:tx>
            <c:v>任务 36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86.5</c:v>
                </c:pt>
                <c:pt idx="1">
                  <c:v>86.5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144-4F39-8F7F-71DAFB4508EE}"/>
            </c:ext>
          </c:extLst>
        </c:ser>
        <c:ser>
          <c:idx val="2"/>
          <c:order val="2"/>
          <c:tx>
            <c:v>任务 35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128.5</c:v>
                </c:pt>
                <c:pt idx="1">
                  <c:v>128.5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144-4F39-8F7F-71DAFB4508EE}"/>
            </c:ext>
          </c:extLst>
        </c:ser>
        <c:ser>
          <c:idx val="3"/>
          <c:order val="3"/>
          <c:tx>
            <c:v>任务 34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191.5</c:v>
                </c:pt>
                <c:pt idx="1">
                  <c:v>191.5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144-4F39-8F7F-71DAFB4508EE}"/>
            </c:ext>
          </c:extLst>
        </c:ser>
        <c:ser>
          <c:idx val="4"/>
          <c:order val="4"/>
          <c:tx>
            <c:v>任务 2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220.5</c:v>
                </c:pt>
                <c:pt idx="1">
                  <c:v>220.5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B144-4F39-8F7F-71DAFB4508EE}"/>
            </c:ext>
          </c:extLst>
        </c:ser>
        <c:ser>
          <c:idx val="5"/>
          <c:order val="5"/>
          <c:tx>
            <c:v>任务 3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258.5</c:v>
                </c:pt>
                <c:pt idx="1">
                  <c:v>258.5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B144-4F39-8F7F-71DAFB4508EE}"/>
            </c:ext>
          </c:extLst>
        </c:ser>
        <c:ser>
          <c:idx val="6"/>
          <c:order val="6"/>
          <c:tx>
            <c:v>任务 28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293.5</c:v>
                </c:pt>
                <c:pt idx="1">
                  <c:v>293.5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B144-4F39-8F7F-71DAFB4508EE}"/>
            </c:ext>
          </c:extLst>
        </c:ser>
        <c:ser>
          <c:idx val="7"/>
          <c:order val="7"/>
          <c:tx>
            <c:v>任务 37 开始</c:v>
          </c:tx>
          <c:spPr>
            <a:ln w="9525">
              <a:solidFill>
                <a:srgbClr val="DFE6EB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344.5</c:v>
                </c:pt>
                <c:pt idx="1">
                  <c:v>344.5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B144-4F39-8F7F-71DAFB4508EE}"/>
            </c:ext>
          </c:extLst>
        </c:ser>
        <c:ser>
          <c:idx val="8"/>
          <c:order val="8"/>
          <c:tx>
            <c:v>短思考（380条，空心）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536B7C"/>
              </a:solidFill>
              <a:ln w="0">
                <a:noFill/>
              </a:ln>
            </c:spPr>
          </c:marker>
          <c:dPt>
            <c:idx val="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B144-4F39-8F7F-71DAFB4508EE}"/>
              </c:ext>
            </c:extLst>
          </c:dPt>
          <c:dPt>
            <c:idx val="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B144-4F39-8F7F-71DAFB4508EE}"/>
              </c:ext>
            </c:extLst>
          </c:dPt>
          <c:dPt>
            <c:idx val="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D-B144-4F39-8F7F-71DAFB4508EE}"/>
              </c:ext>
            </c:extLst>
          </c:dPt>
          <c:dPt>
            <c:idx val="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F-B144-4F39-8F7F-71DAFB4508EE}"/>
              </c:ext>
            </c:extLst>
          </c:dPt>
          <c:dPt>
            <c:idx val="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1-B144-4F39-8F7F-71DAFB4508EE}"/>
              </c:ext>
            </c:extLst>
          </c:dPt>
          <c:dPt>
            <c:idx val="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3-B144-4F39-8F7F-71DAFB4508EE}"/>
              </c:ext>
            </c:extLst>
          </c:dPt>
          <c:dPt>
            <c:idx val="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5-B144-4F39-8F7F-71DAFB4508EE}"/>
              </c:ext>
            </c:extLst>
          </c:dPt>
          <c:dPt>
            <c:idx val="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7-B144-4F39-8F7F-71DAFB4508EE}"/>
              </c:ext>
            </c:extLst>
          </c:dPt>
          <c:dPt>
            <c:idx val="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9-B144-4F39-8F7F-71DAFB4508EE}"/>
              </c:ext>
            </c:extLst>
          </c:dPt>
          <c:dPt>
            <c:idx val="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B-B144-4F39-8F7F-71DAFB4508EE}"/>
              </c:ext>
            </c:extLst>
          </c:dPt>
          <c:dPt>
            <c:idx val="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D-B144-4F39-8F7F-71DAFB4508EE}"/>
              </c:ext>
            </c:extLst>
          </c:dPt>
          <c:dPt>
            <c:idx val="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F-B144-4F39-8F7F-71DAFB4508EE}"/>
              </c:ext>
            </c:extLst>
          </c:dPt>
          <c:dPt>
            <c:idx val="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1-B144-4F39-8F7F-71DAFB4508EE}"/>
              </c:ext>
            </c:extLst>
          </c:dPt>
          <c:dPt>
            <c:idx val="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3-B144-4F39-8F7F-71DAFB4508EE}"/>
              </c:ext>
            </c:extLst>
          </c:dPt>
          <c:dPt>
            <c:idx val="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5-B144-4F39-8F7F-71DAFB4508EE}"/>
              </c:ext>
            </c:extLst>
          </c:dPt>
          <c:dPt>
            <c:idx val="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7-B144-4F39-8F7F-71DAFB4508EE}"/>
              </c:ext>
            </c:extLst>
          </c:dPt>
          <c:dPt>
            <c:idx val="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9-B144-4F39-8F7F-71DAFB4508EE}"/>
              </c:ext>
            </c:extLst>
          </c:dPt>
          <c:dPt>
            <c:idx val="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B-B144-4F39-8F7F-71DAFB4508EE}"/>
              </c:ext>
            </c:extLst>
          </c:dPt>
          <c:dPt>
            <c:idx val="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D-B144-4F39-8F7F-71DAFB4508EE}"/>
              </c:ext>
            </c:extLst>
          </c:dPt>
          <c:dPt>
            <c:idx val="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2F-B144-4F39-8F7F-71DAFB4508EE}"/>
              </c:ext>
            </c:extLst>
          </c:dPt>
          <c:dPt>
            <c:idx val="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1-B144-4F39-8F7F-71DAFB4508EE}"/>
              </c:ext>
            </c:extLst>
          </c:dPt>
          <c:dPt>
            <c:idx val="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3-B144-4F39-8F7F-71DAFB4508EE}"/>
              </c:ext>
            </c:extLst>
          </c:dPt>
          <c:dPt>
            <c:idx val="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5-B144-4F39-8F7F-71DAFB4508EE}"/>
              </c:ext>
            </c:extLst>
          </c:dPt>
          <c:dPt>
            <c:idx val="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7-B144-4F39-8F7F-71DAFB4508EE}"/>
              </c:ext>
            </c:extLst>
          </c:dPt>
          <c:dPt>
            <c:idx val="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9-B144-4F39-8F7F-71DAFB4508EE}"/>
              </c:ext>
            </c:extLst>
          </c:dPt>
          <c:dPt>
            <c:idx val="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B-B144-4F39-8F7F-71DAFB4508EE}"/>
              </c:ext>
            </c:extLst>
          </c:dPt>
          <c:dPt>
            <c:idx val="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D-B144-4F39-8F7F-71DAFB4508EE}"/>
              </c:ext>
            </c:extLst>
          </c:dPt>
          <c:dPt>
            <c:idx val="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3F-B144-4F39-8F7F-71DAFB4508EE}"/>
              </c:ext>
            </c:extLst>
          </c:dPt>
          <c:dPt>
            <c:idx val="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1-B144-4F39-8F7F-71DAFB4508EE}"/>
              </c:ext>
            </c:extLst>
          </c:dPt>
          <c:dPt>
            <c:idx val="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3-B144-4F39-8F7F-71DAFB4508EE}"/>
              </c:ext>
            </c:extLst>
          </c:dPt>
          <c:dPt>
            <c:idx val="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5-B144-4F39-8F7F-71DAFB4508EE}"/>
              </c:ext>
            </c:extLst>
          </c:dPt>
          <c:dPt>
            <c:idx val="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7-B144-4F39-8F7F-71DAFB4508EE}"/>
              </c:ext>
            </c:extLst>
          </c:dPt>
          <c:dPt>
            <c:idx val="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9-B144-4F39-8F7F-71DAFB4508EE}"/>
              </c:ext>
            </c:extLst>
          </c:dPt>
          <c:dPt>
            <c:idx val="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B-B144-4F39-8F7F-71DAFB4508EE}"/>
              </c:ext>
            </c:extLst>
          </c:dPt>
          <c:dPt>
            <c:idx val="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D-B144-4F39-8F7F-71DAFB4508EE}"/>
              </c:ext>
            </c:extLst>
          </c:dPt>
          <c:dPt>
            <c:idx val="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4F-B144-4F39-8F7F-71DAFB4508EE}"/>
              </c:ext>
            </c:extLst>
          </c:dPt>
          <c:dPt>
            <c:idx val="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1-B144-4F39-8F7F-71DAFB4508EE}"/>
              </c:ext>
            </c:extLst>
          </c:dPt>
          <c:dPt>
            <c:idx val="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3-B144-4F39-8F7F-71DAFB4508EE}"/>
              </c:ext>
            </c:extLst>
          </c:dPt>
          <c:dPt>
            <c:idx val="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5-B144-4F39-8F7F-71DAFB4508EE}"/>
              </c:ext>
            </c:extLst>
          </c:dPt>
          <c:dPt>
            <c:idx val="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7-B144-4F39-8F7F-71DAFB4508EE}"/>
              </c:ext>
            </c:extLst>
          </c:dPt>
          <c:dPt>
            <c:idx val="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9-B144-4F39-8F7F-71DAFB4508EE}"/>
              </c:ext>
            </c:extLst>
          </c:dPt>
          <c:dPt>
            <c:idx val="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B-B144-4F39-8F7F-71DAFB4508EE}"/>
              </c:ext>
            </c:extLst>
          </c:dPt>
          <c:dPt>
            <c:idx val="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D-B144-4F39-8F7F-71DAFB4508EE}"/>
              </c:ext>
            </c:extLst>
          </c:dPt>
          <c:dPt>
            <c:idx val="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5F-B144-4F39-8F7F-71DAFB4508EE}"/>
              </c:ext>
            </c:extLst>
          </c:dPt>
          <c:dPt>
            <c:idx val="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1-B144-4F39-8F7F-71DAFB4508EE}"/>
              </c:ext>
            </c:extLst>
          </c:dPt>
          <c:dPt>
            <c:idx val="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3-B144-4F39-8F7F-71DAFB4508EE}"/>
              </c:ext>
            </c:extLst>
          </c:dPt>
          <c:dPt>
            <c:idx val="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5-B144-4F39-8F7F-71DAFB4508EE}"/>
              </c:ext>
            </c:extLst>
          </c:dPt>
          <c:dPt>
            <c:idx val="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7-B144-4F39-8F7F-71DAFB4508EE}"/>
              </c:ext>
            </c:extLst>
          </c:dPt>
          <c:dPt>
            <c:idx val="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9-B144-4F39-8F7F-71DAFB4508EE}"/>
              </c:ext>
            </c:extLst>
          </c:dPt>
          <c:dPt>
            <c:idx val="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B-B144-4F39-8F7F-71DAFB4508EE}"/>
              </c:ext>
            </c:extLst>
          </c:dPt>
          <c:dPt>
            <c:idx val="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D-B144-4F39-8F7F-71DAFB4508EE}"/>
              </c:ext>
            </c:extLst>
          </c:dPt>
          <c:dPt>
            <c:idx val="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6F-B144-4F39-8F7F-71DAFB4508EE}"/>
              </c:ext>
            </c:extLst>
          </c:dPt>
          <c:dPt>
            <c:idx val="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1-B144-4F39-8F7F-71DAFB4508EE}"/>
              </c:ext>
            </c:extLst>
          </c:dPt>
          <c:dPt>
            <c:idx val="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3-B144-4F39-8F7F-71DAFB4508EE}"/>
              </c:ext>
            </c:extLst>
          </c:dPt>
          <c:dPt>
            <c:idx val="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5-B144-4F39-8F7F-71DAFB4508EE}"/>
              </c:ext>
            </c:extLst>
          </c:dPt>
          <c:dPt>
            <c:idx val="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7-B144-4F39-8F7F-71DAFB4508EE}"/>
              </c:ext>
            </c:extLst>
          </c:dPt>
          <c:dPt>
            <c:idx val="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9-B144-4F39-8F7F-71DAFB4508EE}"/>
              </c:ext>
            </c:extLst>
          </c:dPt>
          <c:dPt>
            <c:idx val="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B-B144-4F39-8F7F-71DAFB4508EE}"/>
              </c:ext>
            </c:extLst>
          </c:dPt>
          <c:dPt>
            <c:idx val="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D-B144-4F39-8F7F-71DAFB4508EE}"/>
              </c:ext>
            </c:extLst>
          </c:dPt>
          <c:dPt>
            <c:idx val="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7F-B144-4F39-8F7F-71DAFB4508EE}"/>
              </c:ext>
            </c:extLst>
          </c:dPt>
          <c:dPt>
            <c:idx val="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1-B144-4F39-8F7F-71DAFB4508EE}"/>
              </c:ext>
            </c:extLst>
          </c:dPt>
          <c:dPt>
            <c:idx val="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3-B144-4F39-8F7F-71DAFB4508EE}"/>
              </c:ext>
            </c:extLst>
          </c:dPt>
          <c:dPt>
            <c:idx val="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5-B144-4F39-8F7F-71DAFB4508EE}"/>
              </c:ext>
            </c:extLst>
          </c:dPt>
          <c:dPt>
            <c:idx val="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7-B144-4F39-8F7F-71DAFB4508EE}"/>
              </c:ext>
            </c:extLst>
          </c:dPt>
          <c:dPt>
            <c:idx val="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9-B144-4F39-8F7F-71DAFB4508EE}"/>
              </c:ext>
            </c:extLst>
          </c:dPt>
          <c:dPt>
            <c:idx val="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B-B144-4F39-8F7F-71DAFB4508EE}"/>
              </c:ext>
            </c:extLst>
          </c:dPt>
          <c:dPt>
            <c:idx val="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D-B144-4F39-8F7F-71DAFB4508EE}"/>
              </c:ext>
            </c:extLst>
          </c:dPt>
          <c:dPt>
            <c:idx val="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8F-B144-4F39-8F7F-71DAFB4508EE}"/>
              </c:ext>
            </c:extLst>
          </c:dPt>
          <c:dPt>
            <c:idx val="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1-B144-4F39-8F7F-71DAFB4508EE}"/>
              </c:ext>
            </c:extLst>
          </c:dPt>
          <c:dPt>
            <c:idx val="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3-B144-4F39-8F7F-71DAFB4508EE}"/>
              </c:ext>
            </c:extLst>
          </c:dPt>
          <c:dPt>
            <c:idx val="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5-B144-4F39-8F7F-71DAFB4508EE}"/>
              </c:ext>
            </c:extLst>
          </c:dPt>
          <c:dPt>
            <c:idx val="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7-B144-4F39-8F7F-71DAFB4508EE}"/>
              </c:ext>
            </c:extLst>
          </c:dPt>
          <c:dPt>
            <c:idx val="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9-B144-4F39-8F7F-71DAFB4508EE}"/>
              </c:ext>
            </c:extLst>
          </c:dPt>
          <c:dPt>
            <c:idx val="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B-B144-4F39-8F7F-71DAFB4508EE}"/>
              </c:ext>
            </c:extLst>
          </c:dPt>
          <c:dPt>
            <c:idx val="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D-B144-4F39-8F7F-71DAFB4508EE}"/>
              </c:ext>
            </c:extLst>
          </c:dPt>
          <c:dPt>
            <c:idx val="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9F-B144-4F39-8F7F-71DAFB4508EE}"/>
              </c:ext>
            </c:extLst>
          </c:dPt>
          <c:dPt>
            <c:idx val="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1-B144-4F39-8F7F-71DAFB4508EE}"/>
              </c:ext>
            </c:extLst>
          </c:dPt>
          <c:dPt>
            <c:idx val="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3-B144-4F39-8F7F-71DAFB4508EE}"/>
              </c:ext>
            </c:extLst>
          </c:dPt>
          <c:dPt>
            <c:idx val="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5-B144-4F39-8F7F-71DAFB4508EE}"/>
              </c:ext>
            </c:extLst>
          </c:dPt>
          <c:dPt>
            <c:idx val="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7-B144-4F39-8F7F-71DAFB4508EE}"/>
              </c:ext>
            </c:extLst>
          </c:dPt>
          <c:dPt>
            <c:idx val="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9-B144-4F39-8F7F-71DAFB4508EE}"/>
              </c:ext>
            </c:extLst>
          </c:dPt>
          <c:dPt>
            <c:idx val="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B-B144-4F39-8F7F-71DAFB4508EE}"/>
              </c:ext>
            </c:extLst>
          </c:dPt>
          <c:dPt>
            <c:idx val="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D-B144-4F39-8F7F-71DAFB4508EE}"/>
              </c:ext>
            </c:extLst>
          </c:dPt>
          <c:dPt>
            <c:idx val="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AF-B144-4F39-8F7F-71DAFB4508EE}"/>
              </c:ext>
            </c:extLst>
          </c:dPt>
          <c:dPt>
            <c:idx val="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1-B144-4F39-8F7F-71DAFB4508EE}"/>
              </c:ext>
            </c:extLst>
          </c:dPt>
          <c:dPt>
            <c:idx val="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3-B144-4F39-8F7F-71DAFB4508EE}"/>
              </c:ext>
            </c:extLst>
          </c:dPt>
          <c:dPt>
            <c:idx val="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5-B144-4F39-8F7F-71DAFB4508EE}"/>
              </c:ext>
            </c:extLst>
          </c:dPt>
          <c:dPt>
            <c:idx val="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7-B144-4F39-8F7F-71DAFB4508EE}"/>
              </c:ext>
            </c:extLst>
          </c:dPt>
          <c:dPt>
            <c:idx val="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9-B144-4F39-8F7F-71DAFB4508EE}"/>
              </c:ext>
            </c:extLst>
          </c:dPt>
          <c:dPt>
            <c:idx val="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B-B144-4F39-8F7F-71DAFB4508EE}"/>
              </c:ext>
            </c:extLst>
          </c:dPt>
          <c:dPt>
            <c:idx val="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D-B144-4F39-8F7F-71DAFB4508EE}"/>
              </c:ext>
            </c:extLst>
          </c:dPt>
          <c:dPt>
            <c:idx val="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BF-B144-4F39-8F7F-71DAFB4508EE}"/>
              </c:ext>
            </c:extLst>
          </c:dPt>
          <c:dPt>
            <c:idx val="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1-B144-4F39-8F7F-71DAFB4508EE}"/>
              </c:ext>
            </c:extLst>
          </c:dPt>
          <c:dPt>
            <c:idx val="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3-B144-4F39-8F7F-71DAFB4508EE}"/>
              </c:ext>
            </c:extLst>
          </c:dPt>
          <c:dPt>
            <c:idx val="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5-B144-4F39-8F7F-71DAFB4508EE}"/>
              </c:ext>
            </c:extLst>
          </c:dPt>
          <c:dPt>
            <c:idx val="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7-B144-4F39-8F7F-71DAFB4508EE}"/>
              </c:ext>
            </c:extLst>
          </c:dPt>
          <c:dPt>
            <c:idx val="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9-B144-4F39-8F7F-71DAFB4508EE}"/>
              </c:ext>
            </c:extLst>
          </c:dPt>
          <c:dPt>
            <c:idx val="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B-B144-4F39-8F7F-71DAFB4508EE}"/>
              </c:ext>
            </c:extLst>
          </c:dPt>
          <c:dPt>
            <c:idx val="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D-B144-4F39-8F7F-71DAFB4508EE}"/>
              </c:ext>
            </c:extLst>
          </c:dPt>
          <c:dPt>
            <c:idx val="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CF-B144-4F39-8F7F-71DAFB4508EE}"/>
              </c:ext>
            </c:extLst>
          </c:dPt>
          <c:dPt>
            <c:idx val="1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1-B144-4F39-8F7F-71DAFB4508EE}"/>
              </c:ext>
            </c:extLst>
          </c:dPt>
          <c:dPt>
            <c:idx val="1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3-B144-4F39-8F7F-71DAFB4508EE}"/>
              </c:ext>
            </c:extLst>
          </c:dPt>
          <c:dPt>
            <c:idx val="1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5-B144-4F39-8F7F-71DAFB4508EE}"/>
              </c:ext>
            </c:extLst>
          </c:dPt>
          <c:dPt>
            <c:idx val="1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7-B144-4F39-8F7F-71DAFB4508EE}"/>
              </c:ext>
            </c:extLst>
          </c:dPt>
          <c:dPt>
            <c:idx val="1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9-B144-4F39-8F7F-71DAFB4508EE}"/>
              </c:ext>
            </c:extLst>
          </c:dPt>
          <c:dPt>
            <c:idx val="1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B-B144-4F39-8F7F-71DAFB4508EE}"/>
              </c:ext>
            </c:extLst>
          </c:dPt>
          <c:dPt>
            <c:idx val="1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D-B144-4F39-8F7F-71DAFB4508EE}"/>
              </c:ext>
            </c:extLst>
          </c:dPt>
          <c:dPt>
            <c:idx val="1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DF-B144-4F39-8F7F-71DAFB4508EE}"/>
              </c:ext>
            </c:extLst>
          </c:dPt>
          <c:dPt>
            <c:idx val="1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1-B144-4F39-8F7F-71DAFB4508EE}"/>
              </c:ext>
            </c:extLst>
          </c:dPt>
          <c:dPt>
            <c:idx val="1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3-B144-4F39-8F7F-71DAFB4508EE}"/>
              </c:ext>
            </c:extLst>
          </c:dPt>
          <c:dPt>
            <c:idx val="1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5-B144-4F39-8F7F-71DAFB4508EE}"/>
              </c:ext>
            </c:extLst>
          </c:dPt>
          <c:dPt>
            <c:idx val="1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7-B144-4F39-8F7F-71DAFB4508EE}"/>
              </c:ext>
            </c:extLst>
          </c:dPt>
          <c:dPt>
            <c:idx val="1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9-B144-4F39-8F7F-71DAFB4508EE}"/>
              </c:ext>
            </c:extLst>
          </c:dPt>
          <c:dPt>
            <c:idx val="1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B-B144-4F39-8F7F-71DAFB4508EE}"/>
              </c:ext>
            </c:extLst>
          </c:dPt>
          <c:dPt>
            <c:idx val="1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D-B144-4F39-8F7F-71DAFB4508EE}"/>
              </c:ext>
            </c:extLst>
          </c:dPt>
          <c:dPt>
            <c:idx val="1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EF-B144-4F39-8F7F-71DAFB4508EE}"/>
              </c:ext>
            </c:extLst>
          </c:dPt>
          <c:dPt>
            <c:idx val="1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1-B144-4F39-8F7F-71DAFB4508EE}"/>
              </c:ext>
            </c:extLst>
          </c:dPt>
          <c:dPt>
            <c:idx val="1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3-B144-4F39-8F7F-71DAFB4508EE}"/>
              </c:ext>
            </c:extLst>
          </c:dPt>
          <c:dPt>
            <c:idx val="1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5-B144-4F39-8F7F-71DAFB4508EE}"/>
              </c:ext>
            </c:extLst>
          </c:dPt>
          <c:dPt>
            <c:idx val="1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7-B144-4F39-8F7F-71DAFB4508EE}"/>
              </c:ext>
            </c:extLst>
          </c:dPt>
          <c:dPt>
            <c:idx val="1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9-B144-4F39-8F7F-71DAFB4508EE}"/>
              </c:ext>
            </c:extLst>
          </c:dPt>
          <c:dPt>
            <c:idx val="1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B-B144-4F39-8F7F-71DAFB4508EE}"/>
              </c:ext>
            </c:extLst>
          </c:dPt>
          <c:dPt>
            <c:idx val="1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D-B144-4F39-8F7F-71DAFB4508EE}"/>
              </c:ext>
            </c:extLst>
          </c:dPt>
          <c:dPt>
            <c:idx val="1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FF-B144-4F39-8F7F-71DAFB4508EE}"/>
              </c:ext>
            </c:extLst>
          </c:dPt>
          <c:dPt>
            <c:idx val="1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1-B144-4F39-8F7F-71DAFB4508EE}"/>
              </c:ext>
            </c:extLst>
          </c:dPt>
          <c:dPt>
            <c:idx val="1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3-B144-4F39-8F7F-71DAFB4508EE}"/>
              </c:ext>
            </c:extLst>
          </c:dPt>
          <c:dPt>
            <c:idx val="1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5-B144-4F39-8F7F-71DAFB4508EE}"/>
              </c:ext>
            </c:extLst>
          </c:dPt>
          <c:dPt>
            <c:idx val="1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7-B144-4F39-8F7F-71DAFB4508EE}"/>
              </c:ext>
            </c:extLst>
          </c:dPt>
          <c:dPt>
            <c:idx val="1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9-B144-4F39-8F7F-71DAFB4508EE}"/>
              </c:ext>
            </c:extLst>
          </c:dPt>
          <c:dPt>
            <c:idx val="1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B-B144-4F39-8F7F-71DAFB4508EE}"/>
              </c:ext>
            </c:extLst>
          </c:dPt>
          <c:dPt>
            <c:idx val="1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D-B144-4F39-8F7F-71DAFB4508EE}"/>
              </c:ext>
            </c:extLst>
          </c:dPt>
          <c:dPt>
            <c:idx val="1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0F-B144-4F39-8F7F-71DAFB4508EE}"/>
              </c:ext>
            </c:extLst>
          </c:dPt>
          <c:dPt>
            <c:idx val="1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1-B144-4F39-8F7F-71DAFB4508EE}"/>
              </c:ext>
            </c:extLst>
          </c:dPt>
          <c:dPt>
            <c:idx val="1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3-B144-4F39-8F7F-71DAFB4508EE}"/>
              </c:ext>
            </c:extLst>
          </c:dPt>
          <c:dPt>
            <c:idx val="1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5-B144-4F39-8F7F-71DAFB4508EE}"/>
              </c:ext>
            </c:extLst>
          </c:dPt>
          <c:dPt>
            <c:idx val="1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7-B144-4F39-8F7F-71DAFB4508EE}"/>
              </c:ext>
            </c:extLst>
          </c:dPt>
          <c:dPt>
            <c:idx val="1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9-B144-4F39-8F7F-71DAFB4508EE}"/>
              </c:ext>
            </c:extLst>
          </c:dPt>
          <c:dPt>
            <c:idx val="1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B-B144-4F39-8F7F-71DAFB4508EE}"/>
              </c:ext>
            </c:extLst>
          </c:dPt>
          <c:dPt>
            <c:idx val="1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D-B144-4F39-8F7F-71DAFB4508EE}"/>
              </c:ext>
            </c:extLst>
          </c:dPt>
          <c:dPt>
            <c:idx val="1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1F-B144-4F39-8F7F-71DAFB4508EE}"/>
              </c:ext>
            </c:extLst>
          </c:dPt>
          <c:dPt>
            <c:idx val="1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1-B144-4F39-8F7F-71DAFB4508EE}"/>
              </c:ext>
            </c:extLst>
          </c:dPt>
          <c:dPt>
            <c:idx val="1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3-B144-4F39-8F7F-71DAFB4508EE}"/>
              </c:ext>
            </c:extLst>
          </c:dPt>
          <c:dPt>
            <c:idx val="1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5-B144-4F39-8F7F-71DAFB4508EE}"/>
              </c:ext>
            </c:extLst>
          </c:dPt>
          <c:dPt>
            <c:idx val="1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7-B144-4F39-8F7F-71DAFB4508EE}"/>
              </c:ext>
            </c:extLst>
          </c:dPt>
          <c:dPt>
            <c:idx val="1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9-B144-4F39-8F7F-71DAFB4508EE}"/>
              </c:ext>
            </c:extLst>
          </c:dPt>
          <c:dPt>
            <c:idx val="1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B-B144-4F39-8F7F-71DAFB4508EE}"/>
              </c:ext>
            </c:extLst>
          </c:dPt>
          <c:dPt>
            <c:idx val="1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D-B144-4F39-8F7F-71DAFB4508EE}"/>
              </c:ext>
            </c:extLst>
          </c:dPt>
          <c:dPt>
            <c:idx val="1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2F-B144-4F39-8F7F-71DAFB4508EE}"/>
              </c:ext>
            </c:extLst>
          </c:dPt>
          <c:dPt>
            <c:idx val="1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1-B144-4F39-8F7F-71DAFB4508EE}"/>
              </c:ext>
            </c:extLst>
          </c:dPt>
          <c:dPt>
            <c:idx val="1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3-B144-4F39-8F7F-71DAFB4508EE}"/>
              </c:ext>
            </c:extLst>
          </c:dPt>
          <c:dPt>
            <c:idx val="1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5-B144-4F39-8F7F-71DAFB4508EE}"/>
              </c:ext>
            </c:extLst>
          </c:dPt>
          <c:dPt>
            <c:idx val="1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7-B144-4F39-8F7F-71DAFB4508EE}"/>
              </c:ext>
            </c:extLst>
          </c:dPt>
          <c:dPt>
            <c:idx val="1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9-B144-4F39-8F7F-71DAFB4508EE}"/>
              </c:ext>
            </c:extLst>
          </c:dPt>
          <c:dPt>
            <c:idx val="1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B-B144-4F39-8F7F-71DAFB4508EE}"/>
              </c:ext>
            </c:extLst>
          </c:dPt>
          <c:dPt>
            <c:idx val="1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D-B144-4F39-8F7F-71DAFB4508EE}"/>
              </c:ext>
            </c:extLst>
          </c:dPt>
          <c:dPt>
            <c:idx val="1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3F-B144-4F39-8F7F-71DAFB4508EE}"/>
              </c:ext>
            </c:extLst>
          </c:dPt>
          <c:dPt>
            <c:idx val="1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1-B144-4F39-8F7F-71DAFB4508EE}"/>
              </c:ext>
            </c:extLst>
          </c:dPt>
          <c:dPt>
            <c:idx val="1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3-B144-4F39-8F7F-71DAFB4508EE}"/>
              </c:ext>
            </c:extLst>
          </c:dPt>
          <c:dPt>
            <c:idx val="1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5-B144-4F39-8F7F-71DAFB4508EE}"/>
              </c:ext>
            </c:extLst>
          </c:dPt>
          <c:dPt>
            <c:idx val="1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7-B144-4F39-8F7F-71DAFB4508EE}"/>
              </c:ext>
            </c:extLst>
          </c:dPt>
          <c:dPt>
            <c:idx val="1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9-B144-4F39-8F7F-71DAFB4508EE}"/>
              </c:ext>
            </c:extLst>
          </c:dPt>
          <c:dPt>
            <c:idx val="1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B-B144-4F39-8F7F-71DAFB4508EE}"/>
              </c:ext>
            </c:extLst>
          </c:dPt>
          <c:dPt>
            <c:idx val="1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D-B144-4F39-8F7F-71DAFB4508EE}"/>
              </c:ext>
            </c:extLst>
          </c:dPt>
          <c:dPt>
            <c:idx val="1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4F-B144-4F39-8F7F-71DAFB4508EE}"/>
              </c:ext>
            </c:extLst>
          </c:dPt>
          <c:dPt>
            <c:idx val="1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1-B144-4F39-8F7F-71DAFB4508EE}"/>
              </c:ext>
            </c:extLst>
          </c:dPt>
          <c:dPt>
            <c:idx val="1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3-B144-4F39-8F7F-71DAFB4508EE}"/>
              </c:ext>
            </c:extLst>
          </c:dPt>
          <c:dPt>
            <c:idx val="1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5-B144-4F39-8F7F-71DAFB4508EE}"/>
              </c:ext>
            </c:extLst>
          </c:dPt>
          <c:dPt>
            <c:idx val="1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7-B144-4F39-8F7F-71DAFB4508EE}"/>
              </c:ext>
            </c:extLst>
          </c:dPt>
          <c:dPt>
            <c:idx val="1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9-B144-4F39-8F7F-71DAFB4508EE}"/>
              </c:ext>
            </c:extLst>
          </c:dPt>
          <c:dPt>
            <c:idx val="1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B-B144-4F39-8F7F-71DAFB4508EE}"/>
              </c:ext>
            </c:extLst>
          </c:dPt>
          <c:dPt>
            <c:idx val="1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D-B144-4F39-8F7F-71DAFB4508EE}"/>
              </c:ext>
            </c:extLst>
          </c:dPt>
          <c:dPt>
            <c:idx val="1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5F-B144-4F39-8F7F-71DAFB4508EE}"/>
              </c:ext>
            </c:extLst>
          </c:dPt>
          <c:dPt>
            <c:idx val="1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1-B144-4F39-8F7F-71DAFB4508EE}"/>
              </c:ext>
            </c:extLst>
          </c:dPt>
          <c:dPt>
            <c:idx val="1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3-B144-4F39-8F7F-71DAFB4508EE}"/>
              </c:ext>
            </c:extLst>
          </c:dPt>
          <c:dPt>
            <c:idx val="1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5-B144-4F39-8F7F-71DAFB4508EE}"/>
              </c:ext>
            </c:extLst>
          </c:dPt>
          <c:dPt>
            <c:idx val="1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7-B144-4F39-8F7F-71DAFB4508EE}"/>
              </c:ext>
            </c:extLst>
          </c:dPt>
          <c:dPt>
            <c:idx val="1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9-B144-4F39-8F7F-71DAFB4508EE}"/>
              </c:ext>
            </c:extLst>
          </c:dPt>
          <c:dPt>
            <c:idx val="1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B-B144-4F39-8F7F-71DAFB4508EE}"/>
              </c:ext>
            </c:extLst>
          </c:dPt>
          <c:dPt>
            <c:idx val="1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D-B144-4F39-8F7F-71DAFB4508EE}"/>
              </c:ext>
            </c:extLst>
          </c:dPt>
          <c:dPt>
            <c:idx val="1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6F-B144-4F39-8F7F-71DAFB4508EE}"/>
              </c:ext>
            </c:extLst>
          </c:dPt>
          <c:dPt>
            <c:idx val="1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1-B144-4F39-8F7F-71DAFB4508EE}"/>
              </c:ext>
            </c:extLst>
          </c:dPt>
          <c:dPt>
            <c:idx val="1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3-B144-4F39-8F7F-71DAFB4508EE}"/>
              </c:ext>
            </c:extLst>
          </c:dPt>
          <c:dPt>
            <c:idx val="1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5-B144-4F39-8F7F-71DAFB4508EE}"/>
              </c:ext>
            </c:extLst>
          </c:dPt>
          <c:dPt>
            <c:idx val="1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7-B144-4F39-8F7F-71DAFB4508EE}"/>
              </c:ext>
            </c:extLst>
          </c:dPt>
          <c:dPt>
            <c:idx val="1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9-B144-4F39-8F7F-71DAFB4508EE}"/>
              </c:ext>
            </c:extLst>
          </c:dPt>
          <c:dPt>
            <c:idx val="1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B-B144-4F39-8F7F-71DAFB4508EE}"/>
              </c:ext>
            </c:extLst>
          </c:dPt>
          <c:dPt>
            <c:idx val="1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D-B144-4F39-8F7F-71DAFB4508EE}"/>
              </c:ext>
            </c:extLst>
          </c:dPt>
          <c:dPt>
            <c:idx val="1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7F-B144-4F39-8F7F-71DAFB4508EE}"/>
              </c:ext>
            </c:extLst>
          </c:dPt>
          <c:dPt>
            <c:idx val="1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1-B144-4F39-8F7F-71DAFB4508EE}"/>
              </c:ext>
            </c:extLst>
          </c:dPt>
          <c:dPt>
            <c:idx val="1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3-B144-4F39-8F7F-71DAFB4508EE}"/>
              </c:ext>
            </c:extLst>
          </c:dPt>
          <c:dPt>
            <c:idx val="1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5-B144-4F39-8F7F-71DAFB4508EE}"/>
              </c:ext>
            </c:extLst>
          </c:dPt>
          <c:dPt>
            <c:idx val="1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7-B144-4F39-8F7F-71DAFB4508EE}"/>
              </c:ext>
            </c:extLst>
          </c:dPt>
          <c:dPt>
            <c:idx val="1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9-B144-4F39-8F7F-71DAFB4508EE}"/>
              </c:ext>
            </c:extLst>
          </c:dPt>
          <c:dPt>
            <c:idx val="1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B-B144-4F39-8F7F-71DAFB4508EE}"/>
              </c:ext>
            </c:extLst>
          </c:dPt>
          <c:dPt>
            <c:idx val="1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D-B144-4F39-8F7F-71DAFB4508EE}"/>
              </c:ext>
            </c:extLst>
          </c:dPt>
          <c:dPt>
            <c:idx val="1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8F-B144-4F39-8F7F-71DAFB4508EE}"/>
              </c:ext>
            </c:extLst>
          </c:dPt>
          <c:dPt>
            <c:idx val="1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1-B144-4F39-8F7F-71DAFB4508EE}"/>
              </c:ext>
            </c:extLst>
          </c:dPt>
          <c:dPt>
            <c:idx val="1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3-B144-4F39-8F7F-71DAFB4508EE}"/>
              </c:ext>
            </c:extLst>
          </c:dPt>
          <c:dPt>
            <c:idx val="1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5-B144-4F39-8F7F-71DAFB4508EE}"/>
              </c:ext>
            </c:extLst>
          </c:dPt>
          <c:dPt>
            <c:idx val="1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7-B144-4F39-8F7F-71DAFB4508EE}"/>
              </c:ext>
            </c:extLst>
          </c:dPt>
          <c:dPt>
            <c:idx val="2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9-B144-4F39-8F7F-71DAFB4508EE}"/>
              </c:ext>
            </c:extLst>
          </c:dPt>
          <c:dPt>
            <c:idx val="2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B-B144-4F39-8F7F-71DAFB4508EE}"/>
              </c:ext>
            </c:extLst>
          </c:dPt>
          <c:dPt>
            <c:idx val="2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D-B144-4F39-8F7F-71DAFB4508EE}"/>
              </c:ext>
            </c:extLst>
          </c:dPt>
          <c:dPt>
            <c:idx val="2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9F-B144-4F39-8F7F-71DAFB4508EE}"/>
              </c:ext>
            </c:extLst>
          </c:dPt>
          <c:dPt>
            <c:idx val="2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1-B144-4F39-8F7F-71DAFB4508EE}"/>
              </c:ext>
            </c:extLst>
          </c:dPt>
          <c:dPt>
            <c:idx val="2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3-B144-4F39-8F7F-71DAFB4508EE}"/>
              </c:ext>
            </c:extLst>
          </c:dPt>
          <c:dPt>
            <c:idx val="2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5-B144-4F39-8F7F-71DAFB4508EE}"/>
              </c:ext>
            </c:extLst>
          </c:dPt>
          <c:dPt>
            <c:idx val="2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7-B144-4F39-8F7F-71DAFB4508EE}"/>
              </c:ext>
            </c:extLst>
          </c:dPt>
          <c:dPt>
            <c:idx val="2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9-B144-4F39-8F7F-71DAFB4508EE}"/>
              </c:ext>
            </c:extLst>
          </c:dPt>
          <c:dPt>
            <c:idx val="2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B-B144-4F39-8F7F-71DAFB4508EE}"/>
              </c:ext>
            </c:extLst>
          </c:dPt>
          <c:dPt>
            <c:idx val="2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D-B144-4F39-8F7F-71DAFB4508EE}"/>
              </c:ext>
            </c:extLst>
          </c:dPt>
          <c:dPt>
            <c:idx val="2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AF-B144-4F39-8F7F-71DAFB4508EE}"/>
              </c:ext>
            </c:extLst>
          </c:dPt>
          <c:dPt>
            <c:idx val="2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1-B144-4F39-8F7F-71DAFB4508EE}"/>
              </c:ext>
            </c:extLst>
          </c:dPt>
          <c:dPt>
            <c:idx val="2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3-B144-4F39-8F7F-71DAFB4508EE}"/>
              </c:ext>
            </c:extLst>
          </c:dPt>
          <c:dPt>
            <c:idx val="2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5-B144-4F39-8F7F-71DAFB4508EE}"/>
              </c:ext>
            </c:extLst>
          </c:dPt>
          <c:dPt>
            <c:idx val="2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7-B144-4F39-8F7F-71DAFB4508EE}"/>
              </c:ext>
            </c:extLst>
          </c:dPt>
          <c:dPt>
            <c:idx val="2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9-B144-4F39-8F7F-71DAFB4508EE}"/>
              </c:ext>
            </c:extLst>
          </c:dPt>
          <c:dPt>
            <c:idx val="2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B-B144-4F39-8F7F-71DAFB4508EE}"/>
              </c:ext>
            </c:extLst>
          </c:dPt>
          <c:dPt>
            <c:idx val="2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D-B144-4F39-8F7F-71DAFB4508EE}"/>
              </c:ext>
            </c:extLst>
          </c:dPt>
          <c:dPt>
            <c:idx val="2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BF-B144-4F39-8F7F-71DAFB4508EE}"/>
              </c:ext>
            </c:extLst>
          </c:dPt>
          <c:dPt>
            <c:idx val="2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1-B144-4F39-8F7F-71DAFB4508EE}"/>
              </c:ext>
            </c:extLst>
          </c:dPt>
          <c:dPt>
            <c:idx val="2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3-B144-4F39-8F7F-71DAFB4508EE}"/>
              </c:ext>
            </c:extLst>
          </c:dPt>
          <c:dPt>
            <c:idx val="2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5-B144-4F39-8F7F-71DAFB4508EE}"/>
              </c:ext>
            </c:extLst>
          </c:dPt>
          <c:dPt>
            <c:idx val="2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7-B144-4F39-8F7F-71DAFB4508EE}"/>
              </c:ext>
            </c:extLst>
          </c:dPt>
          <c:dPt>
            <c:idx val="2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9-B144-4F39-8F7F-71DAFB4508EE}"/>
              </c:ext>
            </c:extLst>
          </c:dPt>
          <c:dPt>
            <c:idx val="2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B-B144-4F39-8F7F-71DAFB4508EE}"/>
              </c:ext>
            </c:extLst>
          </c:dPt>
          <c:dPt>
            <c:idx val="2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D-B144-4F39-8F7F-71DAFB4508EE}"/>
              </c:ext>
            </c:extLst>
          </c:dPt>
          <c:dPt>
            <c:idx val="2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CF-B144-4F39-8F7F-71DAFB4508EE}"/>
              </c:ext>
            </c:extLst>
          </c:dPt>
          <c:dPt>
            <c:idx val="2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1-B144-4F39-8F7F-71DAFB4508EE}"/>
              </c:ext>
            </c:extLst>
          </c:dPt>
          <c:dPt>
            <c:idx val="2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3-B144-4F39-8F7F-71DAFB4508EE}"/>
              </c:ext>
            </c:extLst>
          </c:dPt>
          <c:dPt>
            <c:idx val="2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5-B144-4F39-8F7F-71DAFB4508EE}"/>
              </c:ext>
            </c:extLst>
          </c:dPt>
          <c:dPt>
            <c:idx val="2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7-B144-4F39-8F7F-71DAFB4508EE}"/>
              </c:ext>
            </c:extLst>
          </c:dPt>
          <c:dPt>
            <c:idx val="2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9-B144-4F39-8F7F-71DAFB4508EE}"/>
              </c:ext>
            </c:extLst>
          </c:dPt>
          <c:dPt>
            <c:idx val="2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B-B144-4F39-8F7F-71DAFB4508EE}"/>
              </c:ext>
            </c:extLst>
          </c:dPt>
          <c:dPt>
            <c:idx val="2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D-B144-4F39-8F7F-71DAFB4508EE}"/>
              </c:ext>
            </c:extLst>
          </c:dPt>
          <c:dPt>
            <c:idx val="2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DF-B144-4F39-8F7F-71DAFB4508EE}"/>
              </c:ext>
            </c:extLst>
          </c:dPt>
          <c:dPt>
            <c:idx val="2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1-B144-4F39-8F7F-71DAFB4508EE}"/>
              </c:ext>
            </c:extLst>
          </c:dPt>
          <c:dPt>
            <c:idx val="2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3-B144-4F39-8F7F-71DAFB4508EE}"/>
              </c:ext>
            </c:extLst>
          </c:dPt>
          <c:dPt>
            <c:idx val="2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5-B144-4F39-8F7F-71DAFB4508EE}"/>
              </c:ext>
            </c:extLst>
          </c:dPt>
          <c:dPt>
            <c:idx val="2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7-B144-4F39-8F7F-71DAFB4508EE}"/>
              </c:ext>
            </c:extLst>
          </c:dPt>
          <c:dPt>
            <c:idx val="2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9-B144-4F39-8F7F-71DAFB4508EE}"/>
              </c:ext>
            </c:extLst>
          </c:dPt>
          <c:dPt>
            <c:idx val="2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B-B144-4F39-8F7F-71DAFB4508EE}"/>
              </c:ext>
            </c:extLst>
          </c:dPt>
          <c:dPt>
            <c:idx val="2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D-B144-4F39-8F7F-71DAFB4508EE}"/>
              </c:ext>
            </c:extLst>
          </c:dPt>
          <c:dPt>
            <c:idx val="2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EF-B144-4F39-8F7F-71DAFB4508EE}"/>
              </c:ext>
            </c:extLst>
          </c:dPt>
          <c:dPt>
            <c:idx val="2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1-B144-4F39-8F7F-71DAFB4508EE}"/>
              </c:ext>
            </c:extLst>
          </c:dPt>
          <c:dPt>
            <c:idx val="2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3-B144-4F39-8F7F-71DAFB4508EE}"/>
              </c:ext>
            </c:extLst>
          </c:dPt>
          <c:dPt>
            <c:idx val="2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5-B144-4F39-8F7F-71DAFB4508EE}"/>
              </c:ext>
            </c:extLst>
          </c:dPt>
          <c:dPt>
            <c:idx val="2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7-B144-4F39-8F7F-71DAFB4508EE}"/>
              </c:ext>
            </c:extLst>
          </c:dPt>
          <c:dPt>
            <c:idx val="2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9-B144-4F39-8F7F-71DAFB4508EE}"/>
              </c:ext>
            </c:extLst>
          </c:dPt>
          <c:dPt>
            <c:idx val="2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B-B144-4F39-8F7F-71DAFB4508EE}"/>
              </c:ext>
            </c:extLst>
          </c:dPt>
          <c:dPt>
            <c:idx val="2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D-B144-4F39-8F7F-71DAFB4508EE}"/>
              </c:ext>
            </c:extLst>
          </c:dPt>
          <c:dPt>
            <c:idx val="2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1FF-B144-4F39-8F7F-71DAFB4508EE}"/>
              </c:ext>
            </c:extLst>
          </c:dPt>
          <c:dPt>
            <c:idx val="2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1-B144-4F39-8F7F-71DAFB4508EE}"/>
              </c:ext>
            </c:extLst>
          </c:dPt>
          <c:dPt>
            <c:idx val="2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3-B144-4F39-8F7F-71DAFB4508EE}"/>
              </c:ext>
            </c:extLst>
          </c:dPt>
          <c:dPt>
            <c:idx val="2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5-B144-4F39-8F7F-71DAFB4508EE}"/>
              </c:ext>
            </c:extLst>
          </c:dPt>
          <c:dPt>
            <c:idx val="2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7-B144-4F39-8F7F-71DAFB4508EE}"/>
              </c:ext>
            </c:extLst>
          </c:dPt>
          <c:dPt>
            <c:idx val="2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9-B144-4F39-8F7F-71DAFB4508EE}"/>
              </c:ext>
            </c:extLst>
          </c:dPt>
          <c:dPt>
            <c:idx val="2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B-B144-4F39-8F7F-71DAFB4508EE}"/>
              </c:ext>
            </c:extLst>
          </c:dPt>
          <c:dPt>
            <c:idx val="2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D-B144-4F39-8F7F-71DAFB4508EE}"/>
              </c:ext>
            </c:extLst>
          </c:dPt>
          <c:dPt>
            <c:idx val="2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0F-B144-4F39-8F7F-71DAFB4508EE}"/>
              </c:ext>
            </c:extLst>
          </c:dPt>
          <c:dPt>
            <c:idx val="2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1-B144-4F39-8F7F-71DAFB4508EE}"/>
              </c:ext>
            </c:extLst>
          </c:dPt>
          <c:dPt>
            <c:idx val="2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3-B144-4F39-8F7F-71DAFB4508EE}"/>
              </c:ext>
            </c:extLst>
          </c:dPt>
          <c:dPt>
            <c:idx val="2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5-B144-4F39-8F7F-71DAFB4508EE}"/>
              </c:ext>
            </c:extLst>
          </c:dPt>
          <c:dPt>
            <c:idx val="2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7-B144-4F39-8F7F-71DAFB4508EE}"/>
              </c:ext>
            </c:extLst>
          </c:dPt>
          <c:dPt>
            <c:idx val="2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9-B144-4F39-8F7F-71DAFB4508EE}"/>
              </c:ext>
            </c:extLst>
          </c:dPt>
          <c:dPt>
            <c:idx val="2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B-B144-4F39-8F7F-71DAFB4508EE}"/>
              </c:ext>
            </c:extLst>
          </c:dPt>
          <c:dPt>
            <c:idx val="2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D-B144-4F39-8F7F-71DAFB4508EE}"/>
              </c:ext>
            </c:extLst>
          </c:dPt>
          <c:dPt>
            <c:idx val="2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1F-B144-4F39-8F7F-71DAFB4508EE}"/>
              </c:ext>
            </c:extLst>
          </c:dPt>
          <c:dPt>
            <c:idx val="2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1-B144-4F39-8F7F-71DAFB4508EE}"/>
              </c:ext>
            </c:extLst>
          </c:dPt>
          <c:dPt>
            <c:idx val="2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3-B144-4F39-8F7F-71DAFB4508EE}"/>
              </c:ext>
            </c:extLst>
          </c:dPt>
          <c:dPt>
            <c:idx val="2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5-B144-4F39-8F7F-71DAFB4508EE}"/>
              </c:ext>
            </c:extLst>
          </c:dPt>
          <c:dPt>
            <c:idx val="2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7-B144-4F39-8F7F-71DAFB4508EE}"/>
              </c:ext>
            </c:extLst>
          </c:dPt>
          <c:dPt>
            <c:idx val="2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9-B144-4F39-8F7F-71DAFB4508EE}"/>
              </c:ext>
            </c:extLst>
          </c:dPt>
          <c:dPt>
            <c:idx val="2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B-B144-4F39-8F7F-71DAFB4508EE}"/>
              </c:ext>
            </c:extLst>
          </c:dPt>
          <c:dPt>
            <c:idx val="2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D-B144-4F39-8F7F-71DAFB4508EE}"/>
              </c:ext>
            </c:extLst>
          </c:dPt>
          <c:dPt>
            <c:idx val="2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2F-B144-4F39-8F7F-71DAFB4508EE}"/>
              </c:ext>
            </c:extLst>
          </c:dPt>
          <c:dPt>
            <c:idx val="2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1-B144-4F39-8F7F-71DAFB4508EE}"/>
              </c:ext>
            </c:extLst>
          </c:dPt>
          <c:dPt>
            <c:idx val="2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3-B144-4F39-8F7F-71DAFB4508EE}"/>
              </c:ext>
            </c:extLst>
          </c:dPt>
          <c:dPt>
            <c:idx val="2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5-B144-4F39-8F7F-71DAFB4508EE}"/>
              </c:ext>
            </c:extLst>
          </c:dPt>
          <c:dPt>
            <c:idx val="2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7-B144-4F39-8F7F-71DAFB4508EE}"/>
              </c:ext>
            </c:extLst>
          </c:dPt>
          <c:dPt>
            <c:idx val="2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9-B144-4F39-8F7F-71DAFB4508EE}"/>
              </c:ext>
            </c:extLst>
          </c:dPt>
          <c:dPt>
            <c:idx val="2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B-B144-4F39-8F7F-71DAFB4508EE}"/>
              </c:ext>
            </c:extLst>
          </c:dPt>
          <c:dPt>
            <c:idx val="2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D-B144-4F39-8F7F-71DAFB4508EE}"/>
              </c:ext>
            </c:extLst>
          </c:dPt>
          <c:dPt>
            <c:idx val="2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3F-B144-4F39-8F7F-71DAFB4508EE}"/>
              </c:ext>
            </c:extLst>
          </c:dPt>
          <c:dPt>
            <c:idx val="2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1-B144-4F39-8F7F-71DAFB4508EE}"/>
              </c:ext>
            </c:extLst>
          </c:dPt>
          <c:dPt>
            <c:idx val="2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3-B144-4F39-8F7F-71DAFB4508EE}"/>
              </c:ext>
            </c:extLst>
          </c:dPt>
          <c:dPt>
            <c:idx val="2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5-B144-4F39-8F7F-71DAFB4508EE}"/>
              </c:ext>
            </c:extLst>
          </c:dPt>
          <c:dPt>
            <c:idx val="2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7-B144-4F39-8F7F-71DAFB4508EE}"/>
              </c:ext>
            </c:extLst>
          </c:dPt>
          <c:dPt>
            <c:idx val="2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9-B144-4F39-8F7F-71DAFB4508EE}"/>
              </c:ext>
            </c:extLst>
          </c:dPt>
          <c:dPt>
            <c:idx val="2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B-B144-4F39-8F7F-71DAFB4508EE}"/>
              </c:ext>
            </c:extLst>
          </c:dPt>
          <c:dPt>
            <c:idx val="2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D-B144-4F39-8F7F-71DAFB4508EE}"/>
              </c:ext>
            </c:extLst>
          </c:dPt>
          <c:dPt>
            <c:idx val="2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4F-B144-4F39-8F7F-71DAFB4508EE}"/>
              </c:ext>
            </c:extLst>
          </c:dPt>
          <c:dPt>
            <c:idx val="2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1-B144-4F39-8F7F-71DAFB4508EE}"/>
              </c:ext>
            </c:extLst>
          </c:dPt>
          <c:dPt>
            <c:idx val="2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3-B144-4F39-8F7F-71DAFB4508EE}"/>
              </c:ext>
            </c:extLst>
          </c:dPt>
          <c:dPt>
            <c:idx val="2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5-B144-4F39-8F7F-71DAFB4508EE}"/>
              </c:ext>
            </c:extLst>
          </c:dPt>
          <c:dPt>
            <c:idx val="2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7-B144-4F39-8F7F-71DAFB4508EE}"/>
              </c:ext>
            </c:extLst>
          </c:dPt>
          <c:dPt>
            <c:idx val="2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9-B144-4F39-8F7F-71DAFB4508EE}"/>
              </c:ext>
            </c:extLst>
          </c:dPt>
          <c:dPt>
            <c:idx val="2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B-B144-4F39-8F7F-71DAFB4508EE}"/>
              </c:ext>
            </c:extLst>
          </c:dPt>
          <c:dPt>
            <c:idx val="2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D-B144-4F39-8F7F-71DAFB4508EE}"/>
              </c:ext>
            </c:extLst>
          </c:dPt>
          <c:dPt>
            <c:idx val="2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5F-B144-4F39-8F7F-71DAFB4508EE}"/>
              </c:ext>
            </c:extLst>
          </c:dPt>
          <c:dPt>
            <c:idx val="3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1-B144-4F39-8F7F-71DAFB4508EE}"/>
              </c:ext>
            </c:extLst>
          </c:dPt>
          <c:dPt>
            <c:idx val="3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3-B144-4F39-8F7F-71DAFB4508EE}"/>
              </c:ext>
            </c:extLst>
          </c:dPt>
          <c:dPt>
            <c:idx val="3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5-B144-4F39-8F7F-71DAFB4508EE}"/>
              </c:ext>
            </c:extLst>
          </c:dPt>
          <c:dPt>
            <c:idx val="3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7-B144-4F39-8F7F-71DAFB4508EE}"/>
              </c:ext>
            </c:extLst>
          </c:dPt>
          <c:dPt>
            <c:idx val="3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9-B144-4F39-8F7F-71DAFB4508EE}"/>
              </c:ext>
            </c:extLst>
          </c:dPt>
          <c:dPt>
            <c:idx val="3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B-B144-4F39-8F7F-71DAFB4508EE}"/>
              </c:ext>
            </c:extLst>
          </c:dPt>
          <c:dPt>
            <c:idx val="3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D-B144-4F39-8F7F-71DAFB4508EE}"/>
              </c:ext>
            </c:extLst>
          </c:dPt>
          <c:dPt>
            <c:idx val="3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6F-B144-4F39-8F7F-71DAFB4508EE}"/>
              </c:ext>
            </c:extLst>
          </c:dPt>
          <c:dPt>
            <c:idx val="3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1-B144-4F39-8F7F-71DAFB4508EE}"/>
              </c:ext>
            </c:extLst>
          </c:dPt>
          <c:dPt>
            <c:idx val="3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3-B144-4F39-8F7F-71DAFB4508EE}"/>
              </c:ext>
            </c:extLst>
          </c:dPt>
          <c:dPt>
            <c:idx val="3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5-B144-4F39-8F7F-71DAFB4508EE}"/>
              </c:ext>
            </c:extLst>
          </c:dPt>
          <c:dPt>
            <c:idx val="3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7-B144-4F39-8F7F-71DAFB4508EE}"/>
              </c:ext>
            </c:extLst>
          </c:dPt>
          <c:dPt>
            <c:idx val="3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9-B144-4F39-8F7F-71DAFB4508EE}"/>
              </c:ext>
            </c:extLst>
          </c:dPt>
          <c:dPt>
            <c:idx val="3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B-B144-4F39-8F7F-71DAFB4508EE}"/>
              </c:ext>
            </c:extLst>
          </c:dPt>
          <c:dPt>
            <c:idx val="3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D-B144-4F39-8F7F-71DAFB4508EE}"/>
              </c:ext>
            </c:extLst>
          </c:dPt>
          <c:dPt>
            <c:idx val="3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7F-B144-4F39-8F7F-71DAFB4508EE}"/>
              </c:ext>
            </c:extLst>
          </c:dPt>
          <c:dPt>
            <c:idx val="3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1-B144-4F39-8F7F-71DAFB4508EE}"/>
              </c:ext>
            </c:extLst>
          </c:dPt>
          <c:dPt>
            <c:idx val="3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3-B144-4F39-8F7F-71DAFB4508EE}"/>
              </c:ext>
            </c:extLst>
          </c:dPt>
          <c:dPt>
            <c:idx val="3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5-B144-4F39-8F7F-71DAFB4508EE}"/>
              </c:ext>
            </c:extLst>
          </c:dPt>
          <c:dPt>
            <c:idx val="3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7-B144-4F39-8F7F-71DAFB4508EE}"/>
              </c:ext>
            </c:extLst>
          </c:dPt>
          <c:dPt>
            <c:idx val="3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9-B144-4F39-8F7F-71DAFB4508EE}"/>
              </c:ext>
            </c:extLst>
          </c:dPt>
          <c:dPt>
            <c:idx val="3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B-B144-4F39-8F7F-71DAFB4508EE}"/>
              </c:ext>
            </c:extLst>
          </c:dPt>
          <c:dPt>
            <c:idx val="3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D-B144-4F39-8F7F-71DAFB4508EE}"/>
              </c:ext>
            </c:extLst>
          </c:dPt>
          <c:dPt>
            <c:idx val="3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8F-B144-4F39-8F7F-71DAFB4508EE}"/>
              </c:ext>
            </c:extLst>
          </c:dPt>
          <c:dPt>
            <c:idx val="3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1-B144-4F39-8F7F-71DAFB4508EE}"/>
              </c:ext>
            </c:extLst>
          </c:dPt>
          <c:dPt>
            <c:idx val="3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3-B144-4F39-8F7F-71DAFB4508EE}"/>
              </c:ext>
            </c:extLst>
          </c:dPt>
          <c:dPt>
            <c:idx val="3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5-B144-4F39-8F7F-71DAFB4508EE}"/>
              </c:ext>
            </c:extLst>
          </c:dPt>
          <c:dPt>
            <c:idx val="3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7-B144-4F39-8F7F-71DAFB4508EE}"/>
              </c:ext>
            </c:extLst>
          </c:dPt>
          <c:dPt>
            <c:idx val="3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9-B144-4F39-8F7F-71DAFB4508EE}"/>
              </c:ext>
            </c:extLst>
          </c:dPt>
          <c:dPt>
            <c:idx val="3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B-B144-4F39-8F7F-71DAFB4508EE}"/>
              </c:ext>
            </c:extLst>
          </c:dPt>
          <c:dPt>
            <c:idx val="3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D-B144-4F39-8F7F-71DAFB4508EE}"/>
              </c:ext>
            </c:extLst>
          </c:dPt>
          <c:dPt>
            <c:idx val="3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9F-B144-4F39-8F7F-71DAFB4508EE}"/>
              </c:ext>
            </c:extLst>
          </c:dPt>
          <c:dPt>
            <c:idx val="3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1-B144-4F39-8F7F-71DAFB4508EE}"/>
              </c:ext>
            </c:extLst>
          </c:dPt>
          <c:dPt>
            <c:idx val="3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3-B144-4F39-8F7F-71DAFB4508EE}"/>
              </c:ext>
            </c:extLst>
          </c:dPt>
          <c:dPt>
            <c:idx val="3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5-B144-4F39-8F7F-71DAFB4508EE}"/>
              </c:ext>
            </c:extLst>
          </c:dPt>
          <c:dPt>
            <c:idx val="3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7-B144-4F39-8F7F-71DAFB4508EE}"/>
              </c:ext>
            </c:extLst>
          </c:dPt>
          <c:dPt>
            <c:idx val="3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9-B144-4F39-8F7F-71DAFB4508EE}"/>
              </c:ext>
            </c:extLst>
          </c:dPt>
          <c:dPt>
            <c:idx val="3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B-B144-4F39-8F7F-71DAFB4508EE}"/>
              </c:ext>
            </c:extLst>
          </c:dPt>
          <c:dPt>
            <c:idx val="3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D-B144-4F39-8F7F-71DAFB4508EE}"/>
              </c:ext>
            </c:extLst>
          </c:dPt>
          <c:dPt>
            <c:idx val="3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AF-B144-4F39-8F7F-71DAFB4508EE}"/>
              </c:ext>
            </c:extLst>
          </c:dPt>
          <c:dPt>
            <c:idx val="3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1-B144-4F39-8F7F-71DAFB4508EE}"/>
              </c:ext>
            </c:extLst>
          </c:dPt>
          <c:dPt>
            <c:idx val="3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3-B144-4F39-8F7F-71DAFB4508EE}"/>
              </c:ext>
            </c:extLst>
          </c:dPt>
          <c:dPt>
            <c:idx val="3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5-B144-4F39-8F7F-71DAFB4508EE}"/>
              </c:ext>
            </c:extLst>
          </c:dPt>
          <c:dPt>
            <c:idx val="3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7-B144-4F39-8F7F-71DAFB4508EE}"/>
              </c:ext>
            </c:extLst>
          </c:dPt>
          <c:dPt>
            <c:idx val="3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9-B144-4F39-8F7F-71DAFB4508EE}"/>
              </c:ext>
            </c:extLst>
          </c:dPt>
          <c:dPt>
            <c:idx val="3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B-B144-4F39-8F7F-71DAFB4508EE}"/>
              </c:ext>
            </c:extLst>
          </c:dPt>
          <c:dPt>
            <c:idx val="3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D-B144-4F39-8F7F-71DAFB4508EE}"/>
              </c:ext>
            </c:extLst>
          </c:dPt>
          <c:dPt>
            <c:idx val="3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BF-B144-4F39-8F7F-71DAFB4508EE}"/>
              </c:ext>
            </c:extLst>
          </c:dPt>
          <c:dPt>
            <c:idx val="3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1-B144-4F39-8F7F-71DAFB4508EE}"/>
              </c:ext>
            </c:extLst>
          </c:dPt>
          <c:dPt>
            <c:idx val="3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3-B144-4F39-8F7F-71DAFB4508EE}"/>
              </c:ext>
            </c:extLst>
          </c:dPt>
          <c:dPt>
            <c:idx val="3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5-B144-4F39-8F7F-71DAFB4508EE}"/>
              </c:ext>
            </c:extLst>
          </c:dPt>
          <c:dPt>
            <c:idx val="3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7-B144-4F39-8F7F-71DAFB4508EE}"/>
              </c:ext>
            </c:extLst>
          </c:dPt>
          <c:dPt>
            <c:idx val="3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9-B144-4F39-8F7F-71DAFB4508EE}"/>
              </c:ext>
            </c:extLst>
          </c:dPt>
          <c:dPt>
            <c:idx val="3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B-B144-4F39-8F7F-71DAFB4508EE}"/>
              </c:ext>
            </c:extLst>
          </c:dPt>
          <c:dPt>
            <c:idx val="3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D-B144-4F39-8F7F-71DAFB4508EE}"/>
              </c:ext>
            </c:extLst>
          </c:dPt>
          <c:dPt>
            <c:idx val="3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CF-B144-4F39-8F7F-71DAFB4508EE}"/>
              </c:ext>
            </c:extLst>
          </c:dPt>
          <c:dPt>
            <c:idx val="3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1-B144-4F39-8F7F-71DAFB4508EE}"/>
              </c:ext>
            </c:extLst>
          </c:dPt>
          <c:dPt>
            <c:idx val="3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3-B144-4F39-8F7F-71DAFB4508EE}"/>
              </c:ext>
            </c:extLst>
          </c:dPt>
          <c:dPt>
            <c:idx val="3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5-B144-4F39-8F7F-71DAFB4508EE}"/>
              </c:ext>
            </c:extLst>
          </c:dPt>
          <c:dPt>
            <c:idx val="3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7-B144-4F39-8F7F-71DAFB4508EE}"/>
              </c:ext>
            </c:extLst>
          </c:dPt>
          <c:dPt>
            <c:idx val="3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9-B144-4F39-8F7F-71DAFB4508EE}"/>
              </c:ext>
            </c:extLst>
          </c:dPt>
          <c:dPt>
            <c:idx val="3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B-B144-4F39-8F7F-71DAFB4508EE}"/>
              </c:ext>
            </c:extLst>
          </c:dPt>
          <c:dPt>
            <c:idx val="3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D-B144-4F39-8F7F-71DAFB4508EE}"/>
              </c:ext>
            </c:extLst>
          </c:dPt>
          <c:dPt>
            <c:idx val="3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DF-B144-4F39-8F7F-71DAFB4508EE}"/>
              </c:ext>
            </c:extLst>
          </c:dPt>
          <c:dPt>
            <c:idx val="3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1-B144-4F39-8F7F-71DAFB4508EE}"/>
              </c:ext>
            </c:extLst>
          </c:dPt>
          <c:dPt>
            <c:idx val="3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3-B144-4F39-8F7F-71DAFB4508EE}"/>
              </c:ext>
            </c:extLst>
          </c:dPt>
          <c:dPt>
            <c:idx val="3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5-B144-4F39-8F7F-71DAFB4508EE}"/>
              </c:ext>
            </c:extLst>
          </c:dPt>
          <c:dPt>
            <c:idx val="3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7-B144-4F39-8F7F-71DAFB4508EE}"/>
              </c:ext>
            </c:extLst>
          </c:dPt>
          <c:dPt>
            <c:idx val="3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9-B144-4F39-8F7F-71DAFB4508EE}"/>
              </c:ext>
            </c:extLst>
          </c:dPt>
          <c:dPt>
            <c:idx val="3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B-B144-4F39-8F7F-71DAFB4508EE}"/>
              </c:ext>
            </c:extLst>
          </c:dPt>
          <c:dPt>
            <c:idx val="3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D-B144-4F39-8F7F-71DAFB4508EE}"/>
              </c:ext>
            </c:extLst>
          </c:dPt>
          <c:dPt>
            <c:idx val="3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EF-B144-4F39-8F7F-71DAFB4508EE}"/>
              </c:ext>
            </c:extLst>
          </c:dPt>
          <c:dPt>
            <c:idx val="3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1-B144-4F39-8F7F-71DAFB4508EE}"/>
              </c:ext>
            </c:extLst>
          </c:dPt>
          <c:dPt>
            <c:idx val="3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3-B144-4F39-8F7F-71DAFB4508EE}"/>
              </c:ext>
            </c:extLst>
          </c:dPt>
          <c:dPt>
            <c:idx val="3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5-B144-4F39-8F7F-71DAFB4508EE}"/>
              </c:ext>
            </c:extLst>
          </c:dPt>
          <c:dPt>
            <c:idx val="3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7-B144-4F39-8F7F-71DAFB4508EE}"/>
              </c:ext>
            </c:extLst>
          </c:dPt>
          <c:dPt>
            <c:idx val="3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9-B144-4F39-8F7F-71DAFB4508EE}"/>
              </c:ext>
            </c:extLst>
          </c:dPt>
          <c:dPt>
            <c:idx val="3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B-B144-4F39-8F7F-71DAFB4508EE}"/>
              </c:ext>
            </c:extLst>
          </c:dPt>
          <c:dPt>
            <c:idx val="3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D-B144-4F39-8F7F-71DAFB4508EE}"/>
              </c:ext>
            </c:extLst>
          </c:dPt>
          <c:dPt>
            <c:idx val="3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2FF-B144-4F39-8F7F-71DAFB4508EE}"/>
              </c:ext>
            </c:extLst>
          </c:dPt>
          <c:xVal>
            <c:numRef>
              <c:f>'Chart Data'!$Q$2:$Q$381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Data'!$R$2:$R$381</c:f>
              <c:numCache>
                <c:formatCode>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300-B144-4F39-8F7F-71DAFB4508EE}"/>
            </c:ext>
          </c:extLst>
        </c:ser>
        <c:ser>
          <c:idx val="9"/>
          <c:order val="9"/>
          <c:tx>
            <c:v>短思考（380条，空心）（空心中心，共用数据）</c:v>
          </c:tx>
          <c:spPr>
            <a:ln w="0">
              <a:noFill/>
            </a:ln>
          </c:spPr>
          <c:marker>
            <c:symbol val="circle"/>
            <c:size val="3"/>
            <c:spPr>
              <a:solidFill>
                <a:srgbClr val="FFFFFF"/>
              </a:solidFill>
              <a:ln w="0">
                <a:noFill/>
              </a:ln>
            </c:spPr>
          </c:marker>
          <c:dPt>
            <c:idx val="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2-B144-4F39-8F7F-71DAFB4508EE}"/>
              </c:ext>
            </c:extLst>
          </c:dPt>
          <c:dPt>
            <c:idx val="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4-B144-4F39-8F7F-71DAFB4508EE}"/>
              </c:ext>
            </c:extLst>
          </c:dPt>
          <c:dPt>
            <c:idx val="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6-B144-4F39-8F7F-71DAFB4508EE}"/>
              </c:ext>
            </c:extLst>
          </c:dPt>
          <c:dPt>
            <c:idx val="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8-B144-4F39-8F7F-71DAFB4508EE}"/>
              </c:ext>
            </c:extLst>
          </c:dPt>
          <c:dPt>
            <c:idx val="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A-B144-4F39-8F7F-71DAFB4508EE}"/>
              </c:ext>
            </c:extLst>
          </c:dPt>
          <c:dPt>
            <c:idx val="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C-B144-4F39-8F7F-71DAFB4508EE}"/>
              </c:ext>
            </c:extLst>
          </c:dPt>
          <c:dPt>
            <c:idx val="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0E-B144-4F39-8F7F-71DAFB4508EE}"/>
              </c:ext>
            </c:extLst>
          </c:dPt>
          <c:dPt>
            <c:idx val="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0-B144-4F39-8F7F-71DAFB4508EE}"/>
              </c:ext>
            </c:extLst>
          </c:dPt>
          <c:dPt>
            <c:idx val="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2-B144-4F39-8F7F-71DAFB4508EE}"/>
              </c:ext>
            </c:extLst>
          </c:dPt>
          <c:dPt>
            <c:idx val="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4-B144-4F39-8F7F-71DAFB4508EE}"/>
              </c:ext>
            </c:extLst>
          </c:dPt>
          <c:dPt>
            <c:idx val="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6-B144-4F39-8F7F-71DAFB4508EE}"/>
              </c:ext>
            </c:extLst>
          </c:dPt>
          <c:dPt>
            <c:idx val="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8-B144-4F39-8F7F-71DAFB4508EE}"/>
              </c:ext>
            </c:extLst>
          </c:dPt>
          <c:dPt>
            <c:idx val="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A-B144-4F39-8F7F-71DAFB4508EE}"/>
              </c:ext>
            </c:extLst>
          </c:dPt>
          <c:dPt>
            <c:idx val="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C-B144-4F39-8F7F-71DAFB4508EE}"/>
              </c:ext>
            </c:extLst>
          </c:dPt>
          <c:dPt>
            <c:idx val="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1E-B144-4F39-8F7F-71DAFB4508EE}"/>
              </c:ext>
            </c:extLst>
          </c:dPt>
          <c:dPt>
            <c:idx val="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0-B144-4F39-8F7F-71DAFB4508EE}"/>
              </c:ext>
            </c:extLst>
          </c:dPt>
          <c:dPt>
            <c:idx val="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2-B144-4F39-8F7F-71DAFB4508EE}"/>
              </c:ext>
            </c:extLst>
          </c:dPt>
          <c:dPt>
            <c:idx val="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4-B144-4F39-8F7F-71DAFB4508EE}"/>
              </c:ext>
            </c:extLst>
          </c:dPt>
          <c:dPt>
            <c:idx val="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6-B144-4F39-8F7F-71DAFB4508EE}"/>
              </c:ext>
            </c:extLst>
          </c:dPt>
          <c:dPt>
            <c:idx val="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8-B144-4F39-8F7F-71DAFB4508EE}"/>
              </c:ext>
            </c:extLst>
          </c:dPt>
          <c:dPt>
            <c:idx val="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A-B144-4F39-8F7F-71DAFB4508EE}"/>
              </c:ext>
            </c:extLst>
          </c:dPt>
          <c:dPt>
            <c:idx val="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C-B144-4F39-8F7F-71DAFB4508EE}"/>
              </c:ext>
            </c:extLst>
          </c:dPt>
          <c:dPt>
            <c:idx val="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2E-B144-4F39-8F7F-71DAFB4508EE}"/>
              </c:ext>
            </c:extLst>
          </c:dPt>
          <c:dPt>
            <c:idx val="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0-B144-4F39-8F7F-71DAFB4508EE}"/>
              </c:ext>
            </c:extLst>
          </c:dPt>
          <c:dPt>
            <c:idx val="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2-B144-4F39-8F7F-71DAFB4508EE}"/>
              </c:ext>
            </c:extLst>
          </c:dPt>
          <c:dPt>
            <c:idx val="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4-B144-4F39-8F7F-71DAFB4508EE}"/>
              </c:ext>
            </c:extLst>
          </c:dPt>
          <c:dPt>
            <c:idx val="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6-B144-4F39-8F7F-71DAFB4508EE}"/>
              </c:ext>
            </c:extLst>
          </c:dPt>
          <c:dPt>
            <c:idx val="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8-B144-4F39-8F7F-71DAFB4508EE}"/>
              </c:ext>
            </c:extLst>
          </c:dPt>
          <c:dPt>
            <c:idx val="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A-B144-4F39-8F7F-71DAFB4508EE}"/>
              </c:ext>
            </c:extLst>
          </c:dPt>
          <c:dPt>
            <c:idx val="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C-B144-4F39-8F7F-71DAFB4508EE}"/>
              </c:ext>
            </c:extLst>
          </c:dPt>
          <c:dPt>
            <c:idx val="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3E-B144-4F39-8F7F-71DAFB4508EE}"/>
              </c:ext>
            </c:extLst>
          </c:dPt>
          <c:dPt>
            <c:idx val="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0-B144-4F39-8F7F-71DAFB4508EE}"/>
              </c:ext>
            </c:extLst>
          </c:dPt>
          <c:dPt>
            <c:idx val="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2-B144-4F39-8F7F-71DAFB4508EE}"/>
              </c:ext>
            </c:extLst>
          </c:dPt>
          <c:dPt>
            <c:idx val="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4-B144-4F39-8F7F-71DAFB4508EE}"/>
              </c:ext>
            </c:extLst>
          </c:dPt>
          <c:dPt>
            <c:idx val="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6-B144-4F39-8F7F-71DAFB4508EE}"/>
              </c:ext>
            </c:extLst>
          </c:dPt>
          <c:dPt>
            <c:idx val="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8-B144-4F39-8F7F-71DAFB4508EE}"/>
              </c:ext>
            </c:extLst>
          </c:dPt>
          <c:dPt>
            <c:idx val="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A-B144-4F39-8F7F-71DAFB4508EE}"/>
              </c:ext>
            </c:extLst>
          </c:dPt>
          <c:dPt>
            <c:idx val="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C-B144-4F39-8F7F-71DAFB4508EE}"/>
              </c:ext>
            </c:extLst>
          </c:dPt>
          <c:dPt>
            <c:idx val="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4E-B144-4F39-8F7F-71DAFB4508EE}"/>
              </c:ext>
            </c:extLst>
          </c:dPt>
          <c:dPt>
            <c:idx val="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0-B144-4F39-8F7F-71DAFB4508EE}"/>
              </c:ext>
            </c:extLst>
          </c:dPt>
          <c:dPt>
            <c:idx val="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2-B144-4F39-8F7F-71DAFB4508EE}"/>
              </c:ext>
            </c:extLst>
          </c:dPt>
          <c:dPt>
            <c:idx val="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4-B144-4F39-8F7F-71DAFB4508EE}"/>
              </c:ext>
            </c:extLst>
          </c:dPt>
          <c:dPt>
            <c:idx val="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6-B144-4F39-8F7F-71DAFB4508EE}"/>
              </c:ext>
            </c:extLst>
          </c:dPt>
          <c:dPt>
            <c:idx val="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8-B144-4F39-8F7F-71DAFB4508EE}"/>
              </c:ext>
            </c:extLst>
          </c:dPt>
          <c:dPt>
            <c:idx val="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A-B144-4F39-8F7F-71DAFB4508EE}"/>
              </c:ext>
            </c:extLst>
          </c:dPt>
          <c:dPt>
            <c:idx val="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C-B144-4F39-8F7F-71DAFB4508EE}"/>
              </c:ext>
            </c:extLst>
          </c:dPt>
          <c:dPt>
            <c:idx val="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5E-B144-4F39-8F7F-71DAFB4508EE}"/>
              </c:ext>
            </c:extLst>
          </c:dPt>
          <c:dPt>
            <c:idx val="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0-B144-4F39-8F7F-71DAFB4508EE}"/>
              </c:ext>
            </c:extLst>
          </c:dPt>
          <c:dPt>
            <c:idx val="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2-B144-4F39-8F7F-71DAFB4508EE}"/>
              </c:ext>
            </c:extLst>
          </c:dPt>
          <c:dPt>
            <c:idx val="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4-B144-4F39-8F7F-71DAFB4508EE}"/>
              </c:ext>
            </c:extLst>
          </c:dPt>
          <c:dPt>
            <c:idx val="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6-B144-4F39-8F7F-71DAFB4508EE}"/>
              </c:ext>
            </c:extLst>
          </c:dPt>
          <c:dPt>
            <c:idx val="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8-B144-4F39-8F7F-71DAFB4508EE}"/>
              </c:ext>
            </c:extLst>
          </c:dPt>
          <c:dPt>
            <c:idx val="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A-B144-4F39-8F7F-71DAFB4508EE}"/>
              </c:ext>
            </c:extLst>
          </c:dPt>
          <c:dPt>
            <c:idx val="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C-B144-4F39-8F7F-71DAFB4508EE}"/>
              </c:ext>
            </c:extLst>
          </c:dPt>
          <c:dPt>
            <c:idx val="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6E-B144-4F39-8F7F-71DAFB4508EE}"/>
              </c:ext>
            </c:extLst>
          </c:dPt>
          <c:dPt>
            <c:idx val="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0-B144-4F39-8F7F-71DAFB4508EE}"/>
              </c:ext>
            </c:extLst>
          </c:dPt>
          <c:dPt>
            <c:idx val="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2-B144-4F39-8F7F-71DAFB4508EE}"/>
              </c:ext>
            </c:extLst>
          </c:dPt>
          <c:dPt>
            <c:idx val="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4-B144-4F39-8F7F-71DAFB4508EE}"/>
              </c:ext>
            </c:extLst>
          </c:dPt>
          <c:dPt>
            <c:idx val="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6-B144-4F39-8F7F-71DAFB4508EE}"/>
              </c:ext>
            </c:extLst>
          </c:dPt>
          <c:dPt>
            <c:idx val="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8-B144-4F39-8F7F-71DAFB4508EE}"/>
              </c:ext>
            </c:extLst>
          </c:dPt>
          <c:dPt>
            <c:idx val="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A-B144-4F39-8F7F-71DAFB4508EE}"/>
              </c:ext>
            </c:extLst>
          </c:dPt>
          <c:dPt>
            <c:idx val="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C-B144-4F39-8F7F-71DAFB4508EE}"/>
              </c:ext>
            </c:extLst>
          </c:dPt>
          <c:dPt>
            <c:idx val="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7E-B144-4F39-8F7F-71DAFB4508EE}"/>
              </c:ext>
            </c:extLst>
          </c:dPt>
          <c:dPt>
            <c:idx val="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0-B144-4F39-8F7F-71DAFB4508EE}"/>
              </c:ext>
            </c:extLst>
          </c:dPt>
          <c:dPt>
            <c:idx val="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2-B144-4F39-8F7F-71DAFB4508EE}"/>
              </c:ext>
            </c:extLst>
          </c:dPt>
          <c:dPt>
            <c:idx val="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4-B144-4F39-8F7F-71DAFB4508EE}"/>
              </c:ext>
            </c:extLst>
          </c:dPt>
          <c:dPt>
            <c:idx val="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6-B144-4F39-8F7F-71DAFB4508EE}"/>
              </c:ext>
            </c:extLst>
          </c:dPt>
          <c:dPt>
            <c:idx val="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8-B144-4F39-8F7F-71DAFB4508EE}"/>
              </c:ext>
            </c:extLst>
          </c:dPt>
          <c:dPt>
            <c:idx val="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A-B144-4F39-8F7F-71DAFB4508EE}"/>
              </c:ext>
            </c:extLst>
          </c:dPt>
          <c:dPt>
            <c:idx val="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C-B144-4F39-8F7F-71DAFB4508EE}"/>
              </c:ext>
            </c:extLst>
          </c:dPt>
          <c:dPt>
            <c:idx val="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8E-B144-4F39-8F7F-71DAFB4508EE}"/>
              </c:ext>
            </c:extLst>
          </c:dPt>
          <c:dPt>
            <c:idx val="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0-B144-4F39-8F7F-71DAFB4508EE}"/>
              </c:ext>
            </c:extLst>
          </c:dPt>
          <c:dPt>
            <c:idx val="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2-B144-4F39-8F7F-71DAFB4508EE}"/>
              </c:ext>
            </c:extLst>
          </c:dPt>
          <c:dPt>
            <c:idx val="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4-B144-4F39-8F7F-71DAFB4508EE}"/>
              </c:ext>
            </c:extLst>
          </c:dPt>
          <c:dPt>
            <c:idx val="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6-B144-4F39-8F7F-71DAFB4508EE}"/>
              </c:ext>
            </c:extLst>
          </c:dPt>
          <c:dPt>
            <c:idx val="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8-B144-4F39-8F7F-71DAFB4508EE}"/>
              </c:ext>
            </c:extLst>
          </c:dPt>
          <c:dPt>
            <c:idx val="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A-B144-4F39-8F7F-71DAFB4508EE}"/>
              </c:ext>
            </c:extLst>
          </c:dPt>
          <c:dPt>
            <c:idx val="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C-B144-4F39-8F7F-71DAFB4508EE}"/>
              </c:ext>
            </c:extLst>
          </c:dPt>
          <c:dPt>
            <c:idx val="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9E-B144-4F39-8F7F-71DAFB4508EE}"/>
              </c:ext>
            </c:extLst>
          </c:dPt>
          <c:dPt>
            <c:idx val="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0-B144-4F39-8F7F-71DAFB4508EE}"/>
              </c:ext>
            </c:extLst>
          </c:dPt>
          <c:dPt>
            <c:idx val="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2-B144-4F39-8F7F-71DAFB4508EE}"/>
              </c:ext>
            </c:extLst>
          </c:dPt>
          <c:dPt>
            <c:idx val="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4-B144-4F39-8F7F-71DAFB4508EE}"/>
              </c:ext>
            </c:extLst>
          </c:dPt>
          <c:dPt>
            <c:idx val="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6-B144-4F39-8F7F-71DAFB4508EE}"/>
              </c:ext>
            </c:extLst>
          </c:dPt>
          <c:dPt>
            <c:idx val="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8-B144-4F39-8F7F-71DAFB4508EE}"/>
              </c:ext>
            </c:extLst>
          </c:dPt>
          <c:dPt>
            <c:idx val="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A-B144-4F39-8F7F-71DAFB4508EE}"/>
              </c:ext>
            </c:extLst>
          </c:dPt>
          <c:dPt>
            <c:idx val="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C-B144-4F39-8F7F-71DAFB4508EE}"/>
              </c:ext>
            </c:extLst>
          </c:dPt>
          <c:dPt>
            <c:idx val="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AE-B144-4F39-8F7F-71DAFB4508EE}"/>
              </c:ext>
            </c:extLst>
          </c:dPt>
          <c:dPt>
            <c:idx val="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0-B144-4F39-8F7F-71DAFB4508EE}"/>
              </c:ext>
            </c:extLst>
          </c:dPt>
          <c:dPt>
            <c:idx val="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2-B144-4F39-8F7F-71DAFB4508EE}"/>
              </c:ext>
            </c:extLst>
          </c:dPt>
          <c:dPt>
            <c:idx val="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4-B144-4F39-8F7F-71DAFB4508EE}"/>
              </c:ext>
            </c:extLst>
          </c:dPt>
          <c:dPt>
            <c:idx val="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6-B144-4F39-8F7F-71DAFB4508EE}"/>
              </c:ext>
            </c:extLst>
          </c:dPt>
          <c:dPt>
            <c:idx val="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8-B144-4F39-8F7F-71DAFB4508EE}"/>
              </c:ext>
            </c:extLst>
          </c:dPt>
          <c:dPt>
            <c:idx val="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A-B144-4F39-8F7F-71DAFB4508EE}"/>
              </c:ext>
            </c:extLst>
          </c:dPt>
          <c:dPt>
            <c:idx val="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C-B144-4F39-8F7F-71DAFB4508EE}"/>
              </c:ext>
            </c:extLst>
          </c:dPt>
          <c:dPt>
            <c:idx val="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BE-B144-4F39-8F7F-71DAFB4508EE}"/>
              </c:ext>
            </c:extLst>
          </c:dPt>
          <c:dPt>
            <c:idx val="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0-B144-4F39-8F7F-71DAFB4508EE}"/>
              </c:ext>
            </c:extLst>
          </c:dPt>
          <c:dPt>
            <c:idx val="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2-B144-4F39-8F7F-71DAFB4508EE}"/>
              </c:ext>
            </c:extLst>
          </c:dPt>
          <c:dPt>
            <c:idx val="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4-B144-4F39-8F7F-71DAFB4508EE}"/>
              </c:ext>
            </c:extLst>
          </c:dPt>
          <c:dPt>
            <c:idx val="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6-B144-4F39-8F7F-71DAFB4508EE}"/>
              </c:ext>
            </c:extLst>
          </c:dPt>
          <c:dPt>
            <c:idx val="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8-B144-4F39-8F7F-71DAFB4508EE}"/>
              </c:ext>
            </c:extLst>
          </c:dPt>
          <c:dPt>
            <c:idx val="1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A-B144-4F39-8F7F-71DAFB4508EE}"/>
              </c:ext>
            </c:extLst>
          </c:dPt>
          <c:dPt>
            <c:idx val="1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C-B144-4F39-8F7F-71DAFB4508EE}"/>
              </c:ext>
            </c:extLst>
          </c:dPt>
          <c:dPt>
            <c:idx val="1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CE-B144-4F39-8F7F-71DAFB4508EE}"/>
              </c:ext>
            </c:extLst>
          </c:dPt>
          <c:dPt>
            <c:idx val="1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0-B144-4F39-8F7F-71DAFB4508EE}"/>
              </c:ext>
            </c:extLst>
          </c:dPt>
          <c:dPt>
            <c:idx val="1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2-B144-4F39-8F7F-71DAFB4508EE}"/>
              </c:ext>
            </c:extLst>
          </c:dPt>
          <c:dPt>
            <c:idx val="1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4-B144-4F39-8F7F-71DAFB4508EE}"/>
              </c:ext>
            </c:extLst>
          </c:dPt>
          <c:dPt>
            <c:idx val="1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6-B144-4F39-8F7F-71DAFB4508EE}"/>
              </c:ext>
            </c:extLst>
          </c:dPt>
          <c:dPt>
            <c:idx val="1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8-B144-4F39-8F7F-71DAFB4508EE}"/>
              </c:ext>
            </c:extLst>
          </c:dPt>
          <c:dPt>
            <c:idx val="1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A-B144-4F39-8F7F-71DAFB4508EE}"/>
              </c:ext>
            </c:extLst>
          </c:dPt>
          <c:dPt>
            <c:idx val="1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C-B144-4F39-8F7F-71DAFB4508EE}"/>
              </c:ext>
            </c:extLst>
          </c:dPt>
          <c:dPt>
            <c:idx val="1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DE-B144-4F39-8F7F-71DAFB4508EE}"/>
              </c:ext>
            </c:extLst>
          </c:dPt>
          <c:dPt>
            <c:idx val="1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0-B144-4F39-8F7F-71DAFB4508EE}"/>
              </c:ext>
            </c:extLst>
          </c:dPt>
          <c:dPt>
            <c:idx val="1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2-B144-4F39-8F7F-71DAFB4508EE}"/>
              </c:ext>
            </c:extLst>
          </c:dPt>
          <c:dPt>
            <c:idx val="1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4-B144-4F39-8F7F-71DAFB4508EE}"/>
              </c:ext>
            </c:extLst>
          </c:dPt>
          <c:dPt>
            <c:idx val="1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6-B144-4F39-8F7F-71DAFB4508EE}"/>
              </c:ext>
            </c:extLst>
          </c:dPt>
          <c:dPt>
            <c:idx val="1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8-B144-4F39-8F7F-71DAFB4508EE}"/>
              </c:ext>
            </c:extLst>
          </c:dPt>
          <c:dPt>
            <c:idx val="1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A-B144-4F39-8F7F-71DAFB4508EE}"/>
              </c:ext>
            </c:extLst>
          </c:dPt>
          <c:dPt>
            <c:idx val="1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C-B144-4F39-8F7F-71DAFB4508EE}"/>
              </c:ext>
            </c:extLst>
          </c:dPt>
          <c:dPt>
            <c:idx val="1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EE-B144-4F39-8F7F-71DAFB4508EE}"/>
              </c:ext>
            </c:extLst>
          </c:dPt>
          <c:dPt>
            <c:idx val="1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0-B144-4F39-8F7F-71DAFB4508EE}"/>
              </c:ext>
            </c:extLst>
          </c:dPt>
          <c:dPt>
            <c:idx val="1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2-B144-4F39-8F7F-71DAFB4508EE}"/>
              </c:ext>
            </c:extLst>
          </c:dPt>
          <c:dPt>
            <c:idx val="1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4-B144-4F39-8F7F-71DAFB4508EE}"/>
              </c:ext>
            </c:extLst>
          </c:dPt>
          <c:dPt>
            <c:idx val="1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6-B144-4F39-8F7F-71DAFB4508EE}"/>
              </c:ext>
            </c:extLst>
          </c:dPt>
          <c:dPt>
            <c:idx val="1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8-B144-4F39-8F7F-71DAFB4508EE}"/>
              </c:ext>
            </c:extLst>
          </c:dPt>
          <c:dPt>
            <c:idx val="1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A-B144-4F39-8F7F-71DAFB4508EE}"/>
              </c:ext>
            </c:extLst>
          </c:dPt>
          <c:dPt>
            <c:idx val="1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C-B144-4F39-8F7F-71DAFB4508EE}"/>
              </c:ext>
            </c:extLst>
          </c:dPt>
          <c:dPt>
            <c:idx val="1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3FE-B144-4F39-8F7F-71DAFB4508EE}"/>
              </c:ext>
            </c:extLst>
          </c:dPt>
          <c:dPt>
            <c:idx val="1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0-B144-4F39-8F7F-71DAFB4508EE}"/>
              </c:ext>
            </c:extLst>
          </c:dPt>
          <c:dPt>
            <c:idx val="1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2-B144-4F39-8F7F-71DAFB4508EE}"/>
              </c:ext>
            </c:extLst>
          </c:dPt>
          <c:dPt>
            <c:idx val="1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4-B144-4F39-8F7F-71DAFB4508EE}"/>
              </c:ext>
            </c:extLst>
          </c:dPt>
          <c:dPt>
            <c:idx val="1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6-B144-4F39-8F7F-71DAFB4508EE}"/>
              </c:ext>
            </c:extLst>
          </c:dPt>
          <c:dPt>
            <c:idx val="1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8-B144-4F39-8F7F-71DAFB4508EE}"/>
              </c:ext>
            </c:extLst>
          </c:dPt>
          <c:dPt>
            <c:idx val="1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A-B144-4F39-8F7F-71DAFB4508EE}"/>
              </c:ext>
            </c:extLst>
          </c:dPt>
          <c:dPt>
            <c:idx val="1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C-B144-4F39-8F7F-71DAFB4508EE}"/>
              </c:ext>
            </c:extLst>
          </c:dPt>
          <c:dPt>
            <c:idx val="1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0E-B144-4F39-8F7F-71DAFB4508EE}"/>
              </c:ext>
            </c:extLst>
          </c:dPt>
          <c:dPt>
            <c:idx val="1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0-B144-4F39-8F7F-71DAFB4508EE}"/>
              </c:ext>
            </c:extLst>
          </c:dPt>
          <c:dPt>
            <c:idx val="1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2-B144-4F39-8F7F-71DAFB4508EE}"/>
              </c:ext>
            </c:extLst>
          </c:dPt>
          <c:dPt>
            <c:idx val="1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4-B144-4F39-8F7F-71DAFB4508EE}"/>
              </c:ext>
            </c:extLst>
          </c:dPt>
          <c:dPt>
            <c:idx val="1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6-B144-4F39-8F7F-71DAFB4508EE}"/>
              </c:ext>
            </c:extLst>
          </c:dPt>
          <c:dPt>
            <c:idx val="1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8-B144-4F39-8F7F-71DAFB4508EE}"/>
              </c:ext>
            </c:extLst>
          </c:dPt>
          <c:dPt>
            <c:idx val="1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A-B144-4F39-8F7F-71DAFB4508EE}"/>
              </c:ext>
            </c:extLst>
          </c:dPt>
          <c:dPt>
            <c:idx val="1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C-B144-4F39-8F7F-71DAFB4508EE}"/>
              </c:ext>
            </c:extLst>
          </c:dPt>
          <c:dPt>
            <c:idx val="1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1E-B144-4F39-8F7F-71DAFB4508EE}"/>
              </c:ext>
            </c:extLst>
          </c:dPt>
          <c:dPt>
            <c:idx val="1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0-B144-4F39-8F7F-71DAFB4508EE}"/>
              </c:ext>
            </c:extLst>
          </c:dPt>
          <c:dPt>
            <c:idx val="1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2-B144-4F39-8F7F-71DAFB4508EE}"/>
              </c:ext>
            </c:extLst>
          </c:dPt>
          <c:dPt>
            <c:idx val="1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4-B144-4F39-8F7F-71DAFB4508EE}"/>
              </c:ext>
            </c:extLst>
          </c:dPt>
          <c:dPt>
            <c:idx val="1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6-B144-4F39-8F7F-71DAFB4508EE}"/>
              </c:ext>
            </c:extLst>
          </c:dPt>
          <c:dPt>
            <c:idx val="1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8-B144-4F39-8F7F-71DAFB4508EE}"/>
              </c:ext>
            </c:extLst>
          </c:dPt>
          <c:dPt>
            <c:idx val="1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A-B144-4F39-8F7F-71DAFB4508EE}"/>
              </c:ext>
            </c:extLst>
          </c:dPt>
          <c:dPt>
            <c:idx val="1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C-B144-4F39-8F7F-71DAFB4508EE}"/>
              </c:ext>
            </c:extLst>
          </c:dPt>
          <c:dPt>
            <c:idx val="1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2E-B144-4F39-8F7F-71DAFB4508EE}"/>
              </c:ext>
            </c:extLst>
          </c:dPt>
          <c:dPt>
            <c:idx val="1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0-B144-4F39-8F7F-71DAFB4508EE}"/>
              </c:ext>
            </c:extLst>
          </c:dPt>
          <c:dPt>
            <c:idx val="1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2-B144-4F39-8F7F-71DAFB4508EE}"/>
              </c:ext>
            </c:extLst>
          </c:dPt>
          <c:dPt>
            <c:idx val="1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4-B144-4F39-8F7F-71DAFB4508EE}"/>
              </c:ext>
            </c:extLst>
          </c:dPt>
          <c:dPt>
            <c:idx val="1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6-B144-4F39-8F7F-71DAFB4508EE}"/>
              </c:ext>
            </c:extLst>
          </c:dPt>
          <c:dPt>
            <c:idx val="1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8-B144-4F39-8F7F-71DAFB4508EE}"/>
              </c:ext>
            </c:extLst>
          </c:dPt>
          <c:dPt>
            <c:idx val="1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A-B144-4F39-8F7F-71DAFB4508EE}"/>
              </c:ext>
            </c:extLst>
          </c:dPt>
          <c:dPt>
            <c:idx val="1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C-B144-4F39-8F7F-71DAFB4508EE}"/>
              </c:ext>
            </c:extLst>
          </c:dPt>
          <c:dPt>
            <c:idx val="1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3E-B144-4F39-8F7F-71DAFB4508EE}"/>
              </c:ext>
            </c:extLst>
          </c:dPt>
          <c:dPt>
            <c:idx val="1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0-B144-4F39-8F7F-71DAFB4508EE}"/>
              </c:ext>
            </c:extLst>
          </c:dPt>
          <c:dPt>
            <c:idx val="1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2-B144-4F39-8F7F-71DAFB4508EE}"/>
              </c:ext>
            </c:extLst>
          </c:dPt>
          <c:dPt>
            <c:idx val="1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4-B144-4F39-8F7F-71DAFB4508EE}"/>
              </c:ext>
            </c:extLst>
          </c:dPt>
          <c:dPt>
            <c:idx val="1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6-B144-4F39-8F7F-71DAFB4508EE}"/>
              </c:ext>
            </c:extLst>
          </c:dPt>
          <c:dPt>
            <c:idx val="1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8-B144-4F39-8F7F-71DAFB4508EE}"/>
              </c:ext>
            </c:extLst>
          </c:dPt>
          <c:dPt>
            <c:idx val="1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A-B144-4F39-8F7F-71DAFB4508EE}"/>
              </c:ext>
            </c:extLst>
          </c:dPt>
          <c:dPt>
            <c:idx val="1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C-B144-4F39-8F7F-71DAFB4508EE}"/>
              </c:ext>
            </c:extLst>
          </c:dPt>
          <c:dPt>
            <c:idx val="1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4E-B144-4F39-8F7F-71DAFB4508EE}"/>
              </c:ext>
            </c:extLst>
          </c:dPt>
          <c:dPt>
            <c:idx val="1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0-B144-4F39-8F7F-71DAFB4508EE}"/>
              </c:ext>
            </c:extLst>
          </c:dPt>
          <c:dPt>
            <c:idx val="1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2-B144-4F39-8F7F-71DAFB4508EE}"/>
              </c:ext>
            </c:extLst>
          </c:dPt>
          <c:dPt>
            <c:idx val="1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4-B144-4F39-8F7F-71DAFB4508EE}"/>
              </c:ext>
            </c:extLst>
          </c:dPt>
          <c:dPt>
            <c:idx val="1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6-B144-4F39-8F7F-71DAFB4508EE}"/>
              </c:ext>
            </c:extLst>
          </c:dPt>
          <c:dPt>
            <c:idx val="1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8-B144-4F39-8F7F-71DAFB4508EE}"/>
              </c:ext>
            </c:extLst>
          </c:dPt>
          <c:dPt>
            <c:idx val="1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A-B144-4F39-8F7F-71DAFB4508EE}"/>
              </c:ext>
            </c:extLst>
          </c:dPt>
          <c:dPt>
            <c:idx val="1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C-B144-4F39-8F7F-71DAFB4508EE}"/>
              </c:ext>
            </c:extLst>
          </c:dPt>
          <c:dPt>
            <c:idx val="1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5E-B144-4F39-8F7F-71DAFB4508EE}"/>
              </c:ext>
            </c:extLst>
          </c:dPt>
          <c:dPt>
            <c:idx val="1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0-B144-4F39-8F7F-71DAFB4508EE}"/>
              </c:ext>
            </c:extLst>
          </c:dPt>
          <c:dPt>
            <c:idx val="1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2-B144-4F39-8F7F-71DAFB4508EE}"/>
              </c:ext>
            </c:extLst>
          </c:dPt>
          <c:dPt>
            <c:idx val="1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4-B144-4F39-8F7F-71DAFB4508EE}"/>
              </c:ext>
            </c:extLst>
          </c:dPt>
          <c:dPt>
            <c:idx val="1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6-B144-4F39-8F7F-71DAFB4508EE}"/>
              </c:ext>
            </c:extLst>
          </c:dPt>
          <c:dPt>
            <c:idx val="1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8-B144-4F39-8F7F-71DAFB4508EE}"/>
              </c:ext>
            </c:extLst>
          </c:dPt>
          <c:dPt>
            <c:idx val="1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A-B144-4F39-8F7F-71DAFB4508EE}"/>
              </c:ext>
            </c:extLst>
          </c:dPt>
          <c:dPt>
            <c:idx val="1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C-B144-4F39-8F7F-71DAFB4508EE}"/>
              </c:ext>
            </c:extLst>
          </c:dPt>
          <c:dPt>
            <c:idx val="1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6E-B144-4F39-8F7F-71DAFB4508EE}"/>
              </c:ext>
            </c:extLst>
          </c:dPt>
          <c:dPt>
            <c:idx val="1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0-B144-4F39-8F7F-71DAFB4508EE}"/>
              </c:ext>
            </c:extLst>
          </c:dPt>
          <c:dPt>
            <c:idx val="1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2-B144-4F39-8F7F-71DAFB4508EE}"/>
              </c:ext>
            </c:extLst>
          </c:dPt>
          <c:dPt>
            <c:idx val="1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4-B144-4F39-8F7F-71DAFB4508EE}"/>
              </c:ext>
            </c:extLst>
          </c:dPt>
          <c:dPt>
            <c:idx val="1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6-B144-4F39-8F7F-71DAFB4508EE}"/>
              </c:ext>
            </c:extLst>
          </c:dPt>
          <c:dPt>
            <c:idx val="1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8-B144-4F39-8F7F-71DAFB4508EE}"/>
              </c:ext>
            </c:extLst>
          </c:dPt>
          <c:dPt>
            <c:idx val="1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A-B144-4F39-8F7F-71DAFB4508EE}"/>
              </c:ext>
            </c:extLst>
          </c:dPt>
          <c:dPt>
            <c:idx val="1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C-B144-4F39-8F7F-71DAFB4508EE}"/>
              </c:ext>
            </c:extLst>
          </c:dPt>
          <c:dPt>
            <c:idx val="1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7E-B144-4F39-8F7F-71DAFB4508EE}"/>
              </c:ext>
            </c:extLst>
          </c:dPt>
          <c:dPt>
            <c:idx val="1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0-B144-4F39-8F7F-71DAFB4508EE}"/>
              </c:ext>
            </c:extLst>
          </c:dPt>
          <c:dPt>
            <c:idx val="1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2-B144-4F39-8F7F-71DAFB4508EE}"/>
              </c:ext>
            </c:extLst>
          </c:dPt>
          <c:dPt>
            <c:idx val="1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4-B144-4F39-8F7F-71DAFB4508EE}"/>
              </c:ext>
            </c:extLst>
          </c:dPt>
          <c:dPt>
            <c:idx val="1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6-B144-4F39-8F7F-71DAFB4508EE}"/>
              </c:ext>
            </c:extLst>
          </c:dPt>
          <c:dPt>
            <c:idx val="1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8-B144-4F39-8F7F-71DAFB4508EE}"/>
              </c:ext>
            </c:extLst>
          </c:dPt>
          <c:dPt>
            <c:idx val="1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A-B144-4F39-8F7F-71DAFB4508EE}"/>
              </c:ext>
            </c:extLst>
          </c:dPt>
          <c:dPt>
            <c:idx val="1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C-B144-4F39-8F7F-71DAFB4508EE}"/>
              </c:ext>
            </c:extLst>
          </c:dPt>
          <c:dPt>
            <c:idx val="1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8E-B144-4F39-8F7F-71DAFB4508EE}"/>
              </c:ext>
            </c:extLst>
          </c:dPt>
          <c:dPt>
            <c:idx val="1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0-B144-4F39-8F7F-71DAFB4508EE}"/>
              </c:ext>
            </c:extLst>
          </c:dPt>
          <c:dPt>
            <c:idx val="2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2-B144-4F39-8F7F-71DAFB4508EE}"/>
              </c:ext>
            </c:extLst>
          </c:dPt>
          <c:dPt>
            <c:idx val="2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4-B144-4F39-8F7F-71DAFB4508EE}"/>
              </c:ext>
            </c:extLst>
          </c:dPt>
          <c:dPt>
            <c:idx val="2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6-B144-4F39-8F7F-71DAFB4508EE}"/>
              </c:ext>
            </c:extLst>
          </c:dPt>
          <c:dPt>
            <c:idx val="2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8-B144-4F39-8F7F-71DAFB4508EE}"/>
              </c:ext>
            </c:extLst>
          </c:dPt>
          <c:dPt>
            <c:idx val="2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A-B144-4F39-8F7F-71DAFB4508EE}"/>
              </c:ext>
            </c:extLst>
          </c:dPt>
          <c:dPt>
            <c:idx val="2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C-B144-4F39-8F7F-71DAFB4508EE}"/>
              </c:ext>
            </c:extLst>
          </c:dPt>
          <c:dPt>
            <c:idx val="2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9E-B144-4F39-8F7F-71DAFB4508EE}"/>
              </c:ext>
            </c:extLst>
          </c:dPt>
          <c:dPt>
            <c:idx val="2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0-B144-4F39-8F7F-71DAFB4508EE}"/>
              </c:ext>
            </c:extLst>
          </c:dPt>
          <c:dPt>
            <c:idx val="2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2-B144-4F39-8F7F-71DAFB4508EE}"/>
              </c:ext>
            </c:extLst>
          </c:dPt>
          <c:dPt>
            <c:idx val="2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4-B144-4F39-8F7F-71DAFB4508EE}"/>
              </c:ext>
            </c:extLst>
          </c:dPt>
          <c:dPt>
            <c:idx val="2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6-B144-4F39-8F7F-71DAFB4508EE}"/>
              </c:ext>
            </c:extLst>
          </c:dPt>
          <c:dPt>
            <c:idx val="2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8-B144-4F39-8F7F-71DAFB4508EE}"/>
              </c:ext>
            </c:extLst>
          </c:dPt>
          <c:dPt>
            <c:idx val="2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A-B144-4F39-8F7F-71DAFB4508EE}"/>
              </c:ext>
            </c:extLst>
          </c:dPt>
          <c:dPt>
            <c:idx val="2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C-B144-4F39-8F7F-71DAFB4508EE}"/>
              </c:ext>
            </c:extLst>
          </c:dPt>
          <c:dPt>
            <c:idx val="2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AE-B144-4F39-8F7F-71DAFB4508EE}"/>
              </c:ext>
            </c:extLst>
          </c:dPt>
          <c:dPt>
            <c:idx val="2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0-B144-4F39-8F7F-71DAFB4508EE}"/>
              </c:ext>
            </c:extLst>
          </c:dPt>
          <c:dPt>
            <c:idx val="2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2-B144-4F39-8F7F-71DAFB4508EE}"/>
              </c:ext>
            </c:extLst>
          </c:dPt>
          <c:dPt>
            <c:idx val="2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4-B144-4F39-8F7F-71DAFB4508EE}"/>
              </c:ext>
            </c:extLst>
          </c:dPt>
          <c:dPt>
            <c:idx val="2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6-B144-4F39-8F7F-71DAFB4508EE}"/>
              </c:ext>
            </c:extLst>
          </c:dPt>
          <c:dPt>
            <c:idx val="2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8-B144-4F39-8F7F-71DAFB4508EE}"/>
              </c:ext>
            </c:extLst>
          </c:dPt>
          <c:dPt>
            <c:idx val="2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A-B144-4F39-8F7F-71DAFB4508EE}"/>
              </c:ext>
            </c:extLst>
          </c:dPt>
          <c:dPt>
            <c:idx val="2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C-B144-4F39-8F7F-71DAFB4508EE}"/>
              </c:ext>
            </c:extLst>
          </c:dPt>
          <c:dPt>
            <c:idx val="2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BE-B144-4F39-8F7F-71DAFB4508EE}"/>
              </c:ext>
            </c:extLst>
          </c:dPt>
          <c:dPt>
            <c:idx val="2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0-B144-4F39-8F7F-71DAFB4508EE}"/>
              </c:ext>
            </c:extLst>
          </c:dPt>
          <c:dPt>
            <c:idx val="2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2-B144-4F39-8F7F-71DAFB4508EE}"/>
              </c:ext>
            </c:extLst>
          </c:dPt>
          <c:dPt>
            <c:idx val="2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4-B144-4F39-8F7F-71DAFB4508EE}"/>
              </c:ext>
            </c:extLst>
          </c:dPt>
          <c:dPt>
            <c:idx val="2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6-B144-4F39-8F7F-71DAFB4508EE}"/>
              </c:ext>
            </c:extLst>
          </c:dPt>
          <c:dPt>
            <c:idx val="2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8-B144-4F39-8F7F-71DAFB4508EE}"/>
              </c:ext>
            </c:extLst>
          </c:dPt>
          <c:dPt>
            <c:idx val="2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A-B144-4F39-8F7F-71DAFB4508EE}"/>
              </c:ext>
            </c:extLst>
          </c:dPt>
          <c:dPt>
            <c:idx val="2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C-B144-4F39-8F7F-71DAFB4508EE}"/>
              </c:ext>
            </c:extLst>
          </c:dPt>
          <c:dPt>
            <c:idx val="2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CE-B144-4F39-8F7F-71DAFB4508EE}"/>
              </c:ext>
            </c:extLst>
          </c:dPt>
          <c:dPt>
            <c:idx val="2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0-B144-4F39-8F7F-71DAFB4508EE}"/>
              </c:ext>
            </c:extLst>
          </c:dPt>
          <c:dPt>
            <c:idx val="2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2-B144-4F39-8F7F-71DAFB4508EE}"/>
              </c:ext>
            </c:extLst>
          </c:dPt>
          <c:dPt>
            <c:idx val="2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4-B144-4F39-8F7F-71DAFB4508EE}"/>
              </c:ext>
            </c:extLst>
          </c:dPt>
          <c:dPt>
            <c:idx val="2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6-B144-4F39-8F7F-71DAFB4508EE}"/>
              </c:ext>
            </c:extLst>
          </c:dPt>
          <c:dPt>
            <c:idx val="2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8-B144-4F39-8F7F-71DAFB4508EE}"/>
              </c:ext>
            </c:extLst>
          </c:dPt>
          <c:dPt>
            <c:idx val="2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A-B144-4F39-8F7F-71DAFB4508EE}"/>
              </c:ext>
            </c:extLst>
          </c:dPt>
          <c:dPt>
            <c:idx val="2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C-B144-4F39-8F7F-71DAFB4508EE}"/>
              </c:ext>
            </c:extLst>
          </c:dPt>
          <c:dPt>
            <c:idx val="2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DE-B144-4F39-8F7F-71DAFB4508EE}"/>
              </c:ext>
            </c:extLst>
          </c:dPt>
          <c:dPt>
            <c:idx val="2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0-B144-4F39-8F7F-71DAFB4508EE}"/>
              </c:ext>
            </c:extLst>
          </c:dPt>
          <c:dPt>
            <c:idx val="2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2-B144-4F39-8F7F-71DAFB4508EE}"/>
              </c:ext>
            </c:extLst>
          </c:dPt>
          <c:dPt>
            <c:idx val="2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4-B144-4F39-8F7F-71DAFB4508EE}"/>
              </c:ext>
            </c:extLst>
          </c:dPt>
          <c:dPt>
            <c:idx val="2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6-B144-4F39-8F7F-71DAFB4508EE}"/>
              </c:ext>
            </c:extLst>
          </c:dPt>
          <c:dPt>
            <c:idx val="2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8-B144-4F39-8F7F-71DAFB4508EE}"/>
              </c:ext>
            </c:extLst>
          </c:dPt>
          <c:dPt>
            <c:idx val="2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A-B144-4F39-8F7F-71DAFB4508EE}"/>
              </c:ext>
            </c:extLst>
          </c:dPt>
          <c:dPt>
            <c:idx val="2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C-B144-4F39-8F7F-71DAFB4508EE}"/>
              </c:ext>
            </c:extLst>
          </c:dPt>
          <c:dPt>
            <c:idx val="2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EE-B144-4F39-8F7F-71DAFB4508EE}"/>
              </c:ext>
            </c:extLst>
          </c:dPt>
          <c:dPt>
            <c:idx val="2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0-B144-4F39-8F7F-71DAFB4508EE}"/>
              </c:ext>
            </c:extLst>
          </c:dPt>
          <c:dPt>
            <c:idx val="2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2-B144-4F39-8F7F-71DAFB4508EE}"/>
              </c:ext>
            </c:extLst>
          </c:dPt>
          <c:dPt>
            <c:idx val="2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4-B144-4F39-8F7F-71DAFB4508EE}"/>
              </c:ext>
            </c:extLst>
          </c:dPt>
          <c:dPt>
            <c:idx val="2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6-B144-4F39-8F7F-71DAFB4508EE}"/>
              </c:ext>
            </c:extLst>
          </c:dPt>
          <c:dPt>
            <c:idx val="2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8-B144-4F39-8F7F-71DAFB4508EE}"/>
              </c:ext>
            </c:extLst>
          </c:dPt>
          <c:dPt>
            <c:idx val="2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A-B144-4F39-8F7F-71DAFB4508EE}"/>
              </c:ext>
            </c:extLst>
          </c:dPt>
          <c:dPt>
            <c:idx val="2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C-B144-4F39-8F7F-71DAFB4508EE}"/>
              </c:ext>
            </c:extLst>
          </c:dPt>
          <c:dPt>
            <c:idx val="2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4FE-B144-4F39-8F7F-71DAFB4508EE}"/>
              </c:ext>
            </c:extLst>
          </c:dPt>
          <c:dPt>
            <c:idx val="2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0-B144-4F39-8F7F-71DAFB4508EE}"/>
              </c:ext>
            </c:extLst>
          </c:dPt>
          <c:dPt>
            <c:idx val="2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2-B144-4F39-8F7F-71DAFB4508EE}"/>
              </c:ext>
            </c:extLst>
          </c:dPt>
          <c:dPt>
            <c:idx val="2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4-B144-4F39-8F7F-71DAFB4508EE}"/>
              </c:ext>
            </c:extLst>
          </c:dPt>
          <c:dPt>
            <c:idx val="2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6-B144-4F39-8F7F-71DAFB4508EE}"/>
              </c:ext>
            </c:extLst>
          </c:dPt>
          <c:dPt>
            <c:idx val="2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8-B144-4F39-8F7F-71DAFB4508EE}"/>
              </c:ext>
            </c:extLst>
          </c:dPt>
          <c:dPt>
            <c:idx val="2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A-B144-4F39-8F7F-71DAFB4508EE}"/>
              </c:ext>
            </c:extLst>
          </c:dPt>
          <c:dPt>
            <c:idx val="2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C-B144-4F39-8F7F-71DAFB4508EE}"/>
              </c:ext>
            </c:extLst>
          </c:dPt>
          <c:dPt>
            <c:idx val="2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0E-B144-4F39-8F7F-71DAFB4508EE}"/>
              </c:ext>
            </c:extLst>
          </c:dPt>
          <c:dPt>
            <c:idx val="2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0-B144-4F39-8F7F-71DAFB4508EE}"/>
              </c:ext>
            </c:extLst>
          </c:dPt>
          <c:dPt>
            <c:idx val="2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2-B144-4F39-8F7F-71DAFB4508EE}"/>
              </c:ext>
            </c:extLst>
          </c:dPt>
          <c:dPt>
            <c:idx val="2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4-B144-4F39-8F7F-71DAFB4508EE}"/>
              </c:ext>
            </c:extLst>
          </c:dPt>
          <c:dPt>
            <c:idx val="2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6-B144-4F39-8F7F-71DAFB4508EE}"/>
              </c:ext>
            </c:extLst>
          </c:dPt>
          <c:dPt>
            <c:idx val="2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8-B144-4F39-8F7F-71DAFB4508EE}"/>
              </c:ext>
            </c:extLst>
          </c:dPt>
          <c:dPt>
            <c:idx val="2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A-B144-4F39-8F7F-71DAFB4508EE}"/>
              </c:ext>
            </c:extLst>
          </c:dPt>
          <c:dPt>
            <c:idx val="2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C-B144-4F39-8F7F-71DAFB4508EE}"/>
              </c:ext>
            </c:extLst>
          </c:dPt>
          <c:dPt>
            <c:idx val="2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1E-B144-4F39-8F7F-71DAFB4508EE}"/>
              </c:ext>
            </c:extLst>
          </c:dPt>
          <c:dPt>
            <c:idx val="2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0-B144-4F39-8F7F-71DAFB4508EE}"/>
              </c:ext>
            </c:extLst>
          </c:dPt>
          <c:dPt>
            <c:idx val="2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2-B144-4F39-8F7F-71DAFB4508EE}"/>
              </c:ext>
            </c:extLst>
          </c:dPt>
          <c:dPt>
            <c:idx val="2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4-B144-4F39-8F7F-71DAFB4508EE}"/>
              </c:ext>
            </c:extLst>
          </c:dPt>
          <c:dPt>
            <c:idx val="2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6-B144-4F39-8F7F-71DAFB4508EE}"/>
              </c:ext>
            </c:extLst>
          </c:dPt>
          <c:dPt>
            <c:idx val="2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8-B144-4F39-8F7F-71DAFB4508EE}"/>
              </c:ext>
            </c:extLst>
          </c:dPt>
          <c:dPt>
            <c:idx val="2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A-B144-4F39-8F7F-71DAFB4508EE}"/>
              </c:ext>
            </c:extLst>
          </c:dPt>
          <c:dPt>
            <c:idx val="2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C-B144-4F39-8F7F-71DAFB4508EE}"/>
              </c:ext>
            </c:extLst>
          </c:dPt>
          <c:dPt>
            <c:idx val="2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2E-B144-4F39-8F7F-71DAFB4508EE}"/>
              </c:ext>
            </c:extLst>
          </c:dPt>
          <c:dPt>
            <c:idx val="2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0-B144-4F39-8F7F-71DAFB4508EE}"/>
              </c:ext>
            </c:extLst>
          </c:dPt>
          <c:dPt>
            <c:idx val="28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2-B144-4F39-8F7F-71DAFB4508EE}"/>
              </c:ext>
            </c:extLst>
          </c:dPt>
          <c:dPt>
            <c:idx val="28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4-B144-4F39-8F7F-71DAFB4508EE}"/>
              </c:ext>
            </c:extLst>
          </c:dPt>
          <c:dPt>
            <c:idx val="28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6-B144-4F39-8F7F-71DAFB4508EE}"/>
              </c:ext>
            </c:extLst>
          </c:dPt>
          <c:dPt>
            <c:idx val="28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8-B144-4F39-8F7F-71DAFB4508EE}"/>
              </c:ext>
            </c:extLst>
          </c:dPt>
          <c:dPt>
            <c:idx val="28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A-B144-4F39-8F7F-71DAFB4508EE}"/>
              </c:ext>
            </c:extLst>
          </c:dPt>
          <c:dPt>
            <c:idx val="28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C-B144-4F39-8F7F-71DAFB4508EE}"/>
              </c:ext>
            </c:extLst>
          </c:dPt>
          <c:dPt>
            <c:idx val="28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3E-B144-4F39-8F7F-71DAFB4508EE}"/>
              </c:ext>
            </c:extLst>
          </c:dPt>
          <c:dPt>
            <c:idx val="28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0-B144-4F39-8F7F-71DAFB4508EE}"/>
              </c:ext>
            </c:extLst>
          </c:dPt>
          <c:dPt>
            <c:idx val="28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2-B144-4F39-8F7F-71DAFB4508EE}"/>
              </c:ext>
            </c:extLst>
          </c:dPt>
          <c:dPt>
            <c:idx val="28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4-B144-4F39-8F7F-71DAFB4508EE}"/>
              </c:ext>
            </c:extLst>
          </c:dPt>
          <c:dPt>
            <c:idx val="29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6-B144-4F39-8F7F-71DAFB4508EE}"/>
              </c:ext>
            </c:extLst>
          </c:dPt>
          <c:dPt>
            <c:idx val="29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8-B144-4F39-8F7F-71DAFB4508EE}"/>
              </c:ext>
            </c:extLst>
          </c:dPt>
          <c:dPt>
            <c:idx val="29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A-B144-4F39-8F7F-71DAFB4508EE}"/>
              </c:ext>
            </c:extLst>
          </c:dPt>
          <c:dPt>
            <c:idx val="29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C-B144-4F39-8F7F-71DAFB4508EE}"/>
              </c:ext>
            </c:extLst>
          </c:dPt>
          <c:dPt>
            <c:idx val="29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4E-B144-4F39-8F7F-71DAFB4508EE}"/>
              </c:ext>
            </c:extLst>
          </c:dPt>
          <c:dPt>
            <c:idx val="29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0-B144-4F39-8F7F-71DAFB4508EE}"/>
              </c:ext>
            </c:extLst>
          </c:dPt>
          <c:dPt>
            <c:idx val="29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2-B144-4F39-8F7F-71DAFB4508EE}"/>
              </c:ext>
            </c:extLst>
          </c:dPt>
          <c:dPt>
            <c:idx val="29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4-B144-4F39-8F7F-71DAFB4508EE}"/>
              </c:ext>
            </c:extLst>
          </c:dPt>
          <c:dPt>
            <c:idx val="29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6-B144-4F39-8F7F-71DAFB4508EE}"/>
              </c:ext>
            </c:extLst>
          </c:dPt>
          <c:dPt>
            <c:idx val="29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8-B144-4F39-8F7F-71DAFB4508EE}"/>
              </c:ext>
            </c:extLst>
          </c:dPt>
          <c:dPt>
            <c:idx val="30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A-B144-4F39-8F7F-71DAFB4508EE}"/>
              </c:ext>
            </c:extLst>
          </c:dPt>
          <c:dPt>
            <c:idx val="30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C-B144-4F39-8F7F-71DAFB4508EE}"/>
              </c:ext>
            </c:extLst>
          </c:dPt>
          <c:dPt>
            <c:idx val="30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5E-B144-4F39-8F7F-71DAFB4508EE}"/>
              </c:ext>
            </c:extLst>
          </c:dPt>
          <c:dPt>
            <c:idx val="30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0-B144-4F39-8F7F-71DAFB4508EE}"/>
              </c:ext>
            </c:extLst>
          </c:dPt>
          <c:dPt>
            <c:idx val="30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2-B144-4F39-8F7F-71DAFB4508EE}"/>
              </c:ext>
            </c:extLst>
          </c:dPt>
          <c:dPt>
            <c:idx val="30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4-B144-4F39-8F7F-71DAFB4508EE}"/>
              </c:ext>
            </c:extLst>
          </c:dPt>
          <c:dPt>
            <c:idx val="30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6-B144-4F39-8F7F-71DAFB4508EE}"/>
              </c:ext>
            </c:extLst>
          </c:dPt>
          <c:dPt>
            <c:idx val="30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8-B144-4F39-8F7F-71DAFB4508EE}"/>
              </c:ext>
            </c:extLst>
          </c:dPt>
          <c:dPt>
            <c:idx val="30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A-B144-4F39-8F7F-71DAFB4508EE}"/>
              </c:ext>
            </c:extLst>
          </c:dPt>
          <c:dPt>
            <c:idx val="30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C-B144-4F39-8F7F-71DAFB4508EE}"/>
              </c:ext>
            </c:extLst>
          </c:dPt>
          <c:dPt>
            <c:idx val="31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6E-B144-4F39-8F7F-71DAFB4508EE}"/>
              </c:ext>
            </c:extLst>
          </c:dPt>
          <c:dPt>
            <c:idx val="31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0-B144-4F39-8F7F-71DAFB4508EE}"/>
              </c:ext>
            </c:extLst>
          </c:dPt>
          <c:dPt>
            <c:idx val="31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2-B144-4F39-8F7F-71DAFB4508EE}"/>
              </c:ext>
            </c:extLst>
          </c:dPt>
          <c:dPt>
            <c:idx val="31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4-B144-4F39-8F7F-71DAFB4508EE}"/>
              </c:ext>
            </c:extLst>
          </c:dPt>
          <c:dPt>
            <c:idx val="31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6-B144-4F39-8F7F-71DAFB4508EE}"/>
              </c:ext>
            </c:extLst>
          </c:dPt>
          <c:dPt>
            <c:idx val="31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8-B144-4F39-8F7F-71DAFB4508EE}"/>
              </c:ext>
            </c:extLst>
          </c:dPt>
          <c:dPt>
            <c:idx val="31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A-B144-4F39-8F7F-71DAFB4508EE}"/>
              </c:ext>
            </c:extLst>
          </c:dPt>
          <c:dPt>
            <c:idx val="31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C-B144-4F39-8F7F-71DAFB4508EE}"/>
              </c:ext>
            </c:extLst>
          </c:dPt>
          <c:dPt>
            <c:idx val="31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7E-B144-4F39-8F7F-71DAFB4508EE}"/>
              </c:ext>
            </c:extLst>
          </c:dPt>
          <c:dPt>
            <c:idx val="31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0-B144-4F39-8F7F-71DAFB4508EE}"/>
              </c:ext>
            </c:extLst>
          </c:dPt>
          <c:dPt>
            <c:idx val="32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2-B144-4F39-8F7F-71DAFB4508EE}"/>
              </c:ext>
            </c:extLst>
          </c:dPt>
          <c:dPt>
            <c:idx val="32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4-B144-4F39-8F7F-71DAFB4508EE}"/>
              </c:ext>
            </c:extLst>
          </c:dPt>
          <c:dPt>
            <c:idx val="32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6-B144-4F39-8F7F-71DAFB4508EE}"/>
              </c:ext>
            </c:extLst>
          </c:dPt>
          <c:dPt>
            <c:idx val="32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8-B144-4F39-8F7F-71DAFB4508EE}"/>
              </c:ext>
            </c:extLst>
          </c:dPt>
          <c:dPt>
            <c:idx val="32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A-B144-4F39-8F7F-71DAFB4508EE}"/>
              </c:ext>
            </c:extLst>
          </c:dPt>
          <c:dPt>
            <c:idx val="32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C-B144-4F39-8F7F-71DAFB4508EE}"/>
              </c:ext>
            </c:extLst>
          </c:dPt>
          <c:dPt>
            <c:idx val="32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8E-B144-4F39-8F7F-71DAFB4508EE}"/>
              </c:ext>
            </c:extLst>
          </c:dPt>
          <c:dPt>
            <c:idx val="32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0-B144-4F39-8F7F-71DAFB4508EE}"/>
              </c:ext>
            </c:extLst>
          </c:dPt>
          <c:dPt>
            <c:idx val="32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2-B144-4F39-8F7F-71DAFB4508EE}"/>
              </c:ext>
            </c:extLst>
          </c:dPt>
          <c:dPt>
            <c:idx val="32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4-B144-4F39-8F7F-71DAFB4508EE}"/>
              </c:ext>
            </c:extLst>
          </c:dPt>
          <c:dPt>
            <c:idx val="33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6-B144-4F39-8F7F-71DAFB4508EE}"/>
              </c:ext>
            </c:extLst>
          </c:dPt>
          <c:dPt>
            <c:idx val="33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8-B144-4F39-8F7F-71DAFB4508EE}"/>
              </c:ext>
            </c:extLst>
          </c:dPt>
          <c:dPt>
            <c:idx val="33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A-B144-4F39-8F7F-71DAFB4508EE}"/>
              </c:ext>
            </c:extLst>
          </c:dPt>
          <c:dPt>
            <c:idx val="33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C-B144-4F39-8F7F-71DAFB4508EE}"/>
              </c:ext>
            </c:extLst>
          </c:dPt>
          <c:dPt>
            <c:idx val="33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9E-B144-4F39-8F7F-71DAFB4508EE}"/>
              </c:ext>
            </c:extLst>
          </c:dPt>
          <c:dPt>
            <c:idx val="33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0-B144-4F39-8F7F-71DAFB4508EE}"/>
              </c:ext>
            </c:extLst>
          </c:dPt>
          <c:dPt>
            <c:idx val="33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2-B144-4F39-8F7F-71DAFB4508EE}"/>
              </c:ext>
            </c:extLst>
          </c:dPt>
          <c:dPt>
            <c:idx val="33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4-B144-4F39-8F7F-71DAFB4508EE}"/>
              </c:ext>
            </c:extLst>
          </c:dPt>
          <c:dPt>
            <c:idx val="33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6-B144-4F39-8F7F-71DAFB4508EE}"/>
              </c:ext>
            </c:extLst>
          </c:dPt>
          <c:dPt>
            <c:idx val="33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8-B144-4F39-8F7F-71DAFB4508EE}"/>
              </c:ext>
            </c:extLst>
          </c:dPt>
          <c:dPt>
            <c:idx val="34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A-B144-4F39-8F7F-71DAFB4508EE}"/>
              </c:ext>
            </c:extLst>
          </c:dPt>
          <c:dPt>
            <c:idx val="34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C-B144-4F39-8F7F-71DAFB4508EE}"/>
              </c:ext>
            </c:extLst>
          </c:dPt>
          <c:dPt>
            <c:idx val="34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AE-B144-4F39-8F7F-71DAFB4508EE}"/>
              </c:ext>
            </c:extLst>
          </c:dPt>
          <c:dPt>
            <c:idx val="34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0-B144-4F39-8F7F-71DAFB4508EE}"/>
              </c:ext>
            </c:extLst>
          </c:dPt>
          <c:dPt>
            <c:idx val="34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2-B144-4F39-8F7F-71DAFB4508EE}"/>
              </c:ext>
            </c:extLst>
          </c:dPt>
          <c:dPt>
            <c:idx val="34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4-B144-4F39-8F7F-71DAFB4508EE}"/>
              </c:ext>
            </c:extLst>
          </c:dPt>
          <c:dPt>
            <c:idx val="34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6-B144-4F39-8F7F-71DAFB4508EE}"/>
              </c:ext>
            </c:extLst>
          </c:dPt>
          <c:dPt>
            <c:idx val="34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8-B144-4F39-8F7F-71DAFB4508EE}"/>
              </c:ext>
            </c:extLst>
          </c:dPt>
          <c:dPt>
            <c:idx val="34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A-B144-4F39-8F7F-71DAFB4508EE}"/>
              </c:ext>
            </c:extLst>
          </c:dPt>
          <c:dPt>
            <c:idx val="34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C-B144-4F39-8F7F-71DAFB4508EE}"/>
              </c:ext>
            </c:extLst>
          </c:dPt>
          <c:dPt>
            <c:idx val="35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BE-B144-4F39-8F7F-71DAFB4508EE}"/>
              </c:ext>
            </c:extLst>
          </c:dPt>
          <c:dPt>
            <c:idx val="35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0-B144-4F39-8F7F-71DAFB4508EE}"/>
              </c:ext>
            </c:extLst>
          </c:dPt>
          <c:dPt>
            <c:idx val="35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2-B144-4F39-8F7F-71DAFB4508EE}"/>
              </c:ext>
            </c:extLst>
          </c:dPt>
          <c:dPt>
            <c:idx val="35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4-B144-4F39-8F7F-71DAFB4508EE}"/>
              </c:ext>
            </c:extLst>
          </c:dPt>
          <c:dPt>
            <c:idx val="35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6-B144-4F39-8F7F-71DAFB4508EE}"/>
              </c:ext>
            </c:extLst>
          </c:dPt>
          <c:dPt>
            <c:idx val="35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8-B144-4F39-8F7F-71DAFB4508EE}"/>
              </c:ext>
            </c:extLst>
          </c:dPt>
          <c:dPt>
            <c:idx val="35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A-B144-4F39-8F7F-71DAFB4508EE}"/>
              </c:ext>
            </c:extLst>
          </c:dPt>
          <c:dPt>
            <c:idx val="35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C-B144-4F39-8F7F-71DAFB4508EE}"/>
              </c:ext>
            </c:extLst>
          </c:dPt>
          <c:dPt>
            <c:idx val="35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CE-B144-4F39-8F7F-71DAFB4508EE}"/>
              </c:ext>
            </c:extLst>
          </c:dPt>
          <c:dPt>
            <c:idx val="35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0-B144-4F39-8F7F-71DAFB4508EE}"/>
              </c:ext>
            </c:extLst>
          </c:dPt>
          <c:dPt>
            <c:idx val="36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2-B144-4F39-8F7F-71DAFB4508EE}"/>
              </c:ext>
            </c:extLst>
          </c:dPt>
          <c:dPt>
            <c:idx val="36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4-B144-4F39-8F7F-71DAFB4508EE}"/>
              </c:ext>
            </c:extLst>
          </c:dPt>
          <c:dPt>
            <c:idx val="36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6-B144-4F39-8F7F-71DAFB4508EE}"/>
              </c:ext>
            </c:extLst>
          </c:dPt>
          <c:dPt>
            <c:idx val="36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8-B144-4F39-8F7F-71DAFB4508EE}"/>
              </c:ext>
            </c:extLst>
          </c:dPt>
          <c:dPt>
            <c:idx val="36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A-B144-4F39-8F7F-71DAFB4508EE}"/>
              </c:ext>
            </c:extLst>
          </c:dPt>
          <c:dPt>
            <c:idx val="36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C-B144-4F39-8F7F-71DAFB4508EE}"/>
              </c:ext>
            </c:extLst>
          </c:dPt>
          <c:dPt>
            <c:idx val="36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DE-B144-4F39-8F7F-71DAFB4508EE}"/>
              </c:ext>
            </c:extLst>
          </c:dPt>
          <c:dPt>
            <c:idx val="36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0-B144-4F39-8F7F-71DAFB4508EE}"/>
              </c:ext>
            </c:extLst>
          </c:dPt>
          <c:dPt>
            <c:idx val="36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2-B144-4F39-8F7F-71DAFB4508EE}"/>
              </c:ext>
            </c:extLst>
          </c:dPt>
          <c:dPt>
            <c:idx val="36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4-B144-4F39-8F7F-71DAFB4508EE}"/>
              </c:ext>
            </c:extLst>
          </c:dPt>
          <c:dPt>
            <c:idx val="370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6-B144-4F39-8F7F-71DAFB4508EE}"/>
              </c:ext>
            </c:extLst>
          </c:dPt>
          <c:dPt>
            <c:idx val="371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8-B144-4F39-8F7F-71DAFB4508EE}"/>
              </c:ext>
            </c:extLst>
          </c:dPt>
          <c:dPt>
            <c:idx val="372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A-B144-4F39-8F7F-71DAFB4508EE}"/>
              </c:ext>
            </c:extLst>
          </c:dPt>
          <c:dPt>
            <c:idx val="373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C-B144-4F39-8F7F-71DAFB4508EE}"/>
              </c:ext>
            </c:extLst>
          </c:dPt>
          <c:dPt>
            <c:idx val="374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EE-B144-4F39-8F7F-71DAFB4508EE}"/>
              </c:ext>
            </c:extLst>
          </c:dPt>
          <c:dPt>
            <c:idx val="375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F0-B144-4F39-8F7F-71DAFB4508EE}"/>
              </c:ext>
            </c:extLst>
          </c:dPt>
          <c:dPt>
            <c:idx val="376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F2-B144-4F39-8F7F-71DAFB4508EE}"/>
              </c:ext>
            </c:extLst>
          </c:dPt>
          <c:dPt>
            <c:idx val="377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F4-B144-4F39-8F7F-71DAFB4508EE}"/>
              </c:ext>
            </c:extLst>
          </c:dPt>
          <c:dPt>
            <c:idx val="378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F6-B144-4F39-8F7F-71DAFB4508EE}"/>
              </c:ext>
            </c:extLst>
          </c:dPt>
          <c:dPt>
            <c:idx val="379"/>
            <c:bubble3D val="0"/>
            <c:spPr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5F8-B144-4F39-8F7F-71DAFB4508EE}"/>
              </c:ext>
            </c:extLst>
          </c:dPt>
          <c:xVal>
            <c:numRef>
              <c:f>'Chart Data'!$Q$2:$Q$381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Data'!$R$2:$R$381</c:f>
              <c:numCache>
                <c:formatCode>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5F9-B144-4F39-8F7F-71DAFB4508EE}"/>
            </c:ext>
          </c:extLst>
        </c:ser>
        <c:ser>
          <c:idx val="10"/>
          <c:order val="10"/>
          <c:tx>
            <c:v>850 token 阈值</c:v>
          </c:tx>
          <c:spPr>
            <a:ln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5FA-B144-4F39-8F7F-71DAFB450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w="9525">
              <a:solidFill>
                <a:srgbClr val="EDF1F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博客 §1、§3、§6。工程定向验证为 120 条响应工具协议零已检异常、60 条 DTB reasoning 保真。全任务 4/9 是显式原始测试口径：Vanilla case35 缺报告但 raw 36/36；case36 由4/4退3/4，case2新增6/6。尚无其他模型净收益证据。</a:t>
            </a:r>
          </a:p>
          <a:p>
            <a:r>
              <a:t>直接信息来源：docs/report/sum0911/技术博客.md。更新日期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博客 §2。源为原工程博客、replay2 RESULT。replay2 Vanilla/DTB 各60条，DTB均短思考未触发probe；48个混合terminal chunk的344字符保留。历史真实MTP回放验证同批参数收尾，最新回放未重录完整MTP启动身份，不作新的MTP性能结论。三补丁固定 vLLM v0.23.0。</a:t>
            </a:r>
          </a:p>
          <a:p>
            <a:r>
              <a:t>直接信息来源：docs/report/sum0911/技术博客.md。更新日期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博客 §3。Vanilla 2902.454646秒，run08 2566.696963秒；差335.757683秒。任务初始输入hash相同，后续Agent轨迹不同，不按第N轮配对。各请求E2E之和不是任务wall time。平台start-end 4299.173→4129.363秒，create-end 5201.631→5088.942秒。请求392→350，response completion263947→237105。run08 350请求474工具调用未检出已知协议错误，有一次合法JSON但task_id运行时拒绝后恢复。</a:t>
            </a:r>
          </a:p>
          <a:p>
            <a:r>
              <a:t>直接信息来源：docs/report/sum0911/技术博客.md。更新日期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博客 §4.1、§5.1。案例case28子Agent request0aa42c61e0a5411e，parent chatcmpl-aaeacbc036f1e222。从patch提取文件、实体、测试方法，真实执行中的信息提取任务。已列init()和测试方法，随后Now let me look more carefully开始再展开签名。851-token处首probe50token .985006≥.93接受，fresh-final输出含file_info/data_structures/test_methods的JSON。旧版未close、gate .93，非run08。任务最终12/12不等于JSON每字段正确。对应Vanilla344reasoning，DTB851，E2E25.644906→25.487352秒；仅解释实际停止机制，不作净压缩率证明。没有trial全文，不将final当trial原样复用，也不画未生成后续思考为已省下文本。右图为391条Vanilla有效请求按原始timestamp升序枚举的散点图；横轴为发起序号，不是等距时间或严格串行回合，主子请求可交错。顶部编号和竖线标记9个任务区段。纵轴850处分段：下段0–850多给空间，上段850–3500完整保留最大3482；各段线性、上下单位高度不同，不按跨段高度比较倍数。短请求使用空心描边圆点，坐标不抖动。380条&lt;850、11条&gt;850，没有恰好850的请求。97.19%描述该策略在基线分布上的预计覆盖，不是run08实测介入率。长尾11条为9标题2业务，总思考20263，占38.88%；扣去11×850后为10913，占全部52112的20.94%。长尾不全为冗余，850是有分布依据的候选介入值，并非本图证明的最优值。实际达到850且仍在思考才考虑介入。独立完整统计图另放大11条长尾，数据、时间顺序与任务边界见sources/evidence.json。</a:t>
            </a:r>
          </a:p>
          <a:p>
            <a:r>
              <a:t>直接信息来源：docs/report/sum0911/技术博客.md。更新日期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TB：Agent 工程兼容与思考压缩的阶段进展">
            <a:extLst>
              <a:ext uri="{FF2B5EF4-FFF2-40B4-BE49-F238E27FC236}">
                <a16:creationId xmlns:a16="http://schemas.microsoft.com/office/drawing/2014/main" id="{1D9955B4-86F4-428A-94D1-B10AC75E3DC8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3668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DTB：Agent 工程兼容与思考压缩的阶段进展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53280131-D104-4A97-B300-A18C8EC918E2}"/>
              </a:ext>
            </a:extLst>
          </p:cNvPr>
          <p:cNvSpPr>
            <a:spLocks noGrp="1"/>
          </p:cNvSpPr>
          <p:nvPr/>
        </p:nvSpPr>
        <p:spPr>
          <a:xfrm>
            <a:off x="13906500" y="795337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Qwen3.6-27B，9 个完整 Agent 任务">
            <a:extLst>
              <a:ext uri="{FF2B5EF4-FFF2-40B4-BE49-F238E27FC236}">
                <a16:creationId xmlns:a16="http://schemas.microsoft.com/office/drawing/2014/main" id="{D9284428-5C6F-4189-AE47-87C271CD3DF6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1285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Qwen3.6-27B，9 个完整 Agent 任务</a:t>
            </a:r>
          </a:p>
        </p:txBody>
      </p:sp>
      <p:sp>
        <p:nvSpPr>
          <p:cNvPr id="4" name="01  工程兼容">
            <a:extLst>
              <a:ext uri="{FF2B5EF4-FFF2-40B4-BE49-F238E27FC236}">
                <a16:creationId xmlns:a16="http://schemas.microsoft.com/office/drawing/2014/main" id="{6EE754A9-C840-450C-A038-2E3BF6C37A0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01  工程兼容</a:t>
            </a:r>
          </a:p>
        </p:txBody>
      </p:sp>
      <p:sp>
        <p:nvSpPr>
          <p:cNvPr id="5" name="内部多阶段生成保持一个完整回合&#10;修复工具流、停止边界与思考尾段">
            <a:extLst>
              <a:ext uri="{FF2B5EF4-FFF2-40B4-BE49-F238E27FC236}">
                <a16:creationId xmlns:a16="http://schemas.microsoft.com/office/drawing/2014/main" id="{365F0311-3A21-4DBC-8474-150DDA13CFA3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971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内部多阶段生成保持一个完整回合</a:t>
            </a:r>
          </a:p>
          <a:p>
            <a:pPr>
              <a:defRPr sz="24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修复工具流、停止边界与思考尾段</a:t>
            </a:r>
          </a:p>
        </p:txBody>
      </p:sp>
      <p:sp>
        <p:nvSpPr>
          <p:cNvPr id="6" name="02  优化效果">
            <a:extLst>
              <a:ext uri="{FF2B5EF4-FFF2-40B4-BE49-F238E27FC236}">
                <a16:creationId xmlns:a16="http://schemas.microsoft.com/office/drawing/2014/main" id="{CB4CE6B2-F819-4E97-88FD-A44C793ACB0A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02  优化效果</a:t>
            </a:r>
          </a:p>
        </p:txBody>
      </p:sp>
      <p:sp>
        <p:nvSpPr>
          <p:cNvPr id="7" name="4/9 持平">
            <a:extLst>
              <a:ext uri="{FF2B5EF4-FFF2-40B4-BE49-F238E27FC236}">
                <a16:creationId xmlns:a16="http://schemas.microsoft.com/office/drawing/2014/main" id="{205000F1-FD84-4335-BA99-0C59FAC866BB}"/>
              </a:ext>
            </a:extLst>
          </p:cNvPr>
          <p:cNvSpPr>
            <a:spLocks noGrp="1"/>
          </p:cNvSpPr>
          <p:nvPr/>
        </p:nvSpPr>
        <p:spPr>
          <a:xfrm>
            <a:off x="4381500" y="3514725"/>
            <a:ext cx="3810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4/9 持平</a:t>
            </a:r>
          </a:p>
        </p:txBody>
      </p:sp>
      <p:sp>
        <p:nvSpPr>
          <p:cNvPr id="8" name="最终 DT 全通过任务数">
            <a:extLst>
              <a:ext uri="{FF2B5EF4-FFF2-40B4-BE49-F238E27FC236}">
                <a16:creationId xmlns:a16="http://schemas.microsoft.com/office/drawing/2014/main" id="{36E7DF6D-1DEF-417E-AA50-D2D6E7BF199E}"/>
              </a:ext>
            </a:extLst>
          </p:cNvPr>
          <p:cNvSpPr>
            <a:spLocks noGrp="1"/>
          </p:cNvSpPr>
          <p:nvPr/>
        </p:nvSpPr>
        <p:spPr>
          <a:xfrm>
            <a:off x="4381500" y="42957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最终 DT 全通过任务数</a:t>
            </a:r>
          </a:p>
        </p:txBody>
      </p:sp>
      <p:sp>
        <p:nvSpPr>
          <p:cNvPr id="9" name="−11.57%">
            <a:extLst>
              <a:ext uri="{FF2B5EF4-FFF2-40B4-BE49-F238E27FC236}">
                <a16:creationId xmlns:a16="http://schemas.microsoft.com/office/drawing/2014/main" id="{C003C30A-8AA2-4DB9-9E3A-554D48C7624E}"/>
              </a:ext>
            </a:extLst>
          </p:cNvPr>
          <p:cNvSpPr>
            <a:spLocks noGrp="1"/>
          </p:cNvSpPr>
          <p:nvPr/>
        </p:nvSpPr>
        <p:spPr>
          <a:xfrm>
            <a:off x="8858250" y="3514725"/>
            <a:ext cx="4572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sp>
        <p:nvSpPr>
          <p:cNvPr id="10" name="累计 LLM 端到端耗时">
            <a:extLst>
              <a:ext uri="{FF2B5EF4-FFF2-40B4-BE49-F238E27FC236}">
                <a16:creationId xmlns:a16="http://schemas.microsoft.com/office/drawing/2014/main" id="{ED1AD137-2D9F-487E-A62B-F7DAAC393AB4}"/>
              </a:ext>
            </a:extLst>
          </p:cNvPr>
          <p:cNvSpPr>
            <a:spLocks noGrp="1"/>
          </p:cNvSpPr>
          <p:nvPr/>
        </p:nvSpPr>
        <p:spPr>
          <a:xfrm>
            <a:off x="8858250" y="429577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端到端耗时</a:t>
            </a:r>
          </a:p>
        </p:txBody>
      </p:sp>
      <p:sp>
        <p:nvSpPr>
          <p:cNvPr id="11" name="可见 reasoning token 减少 23.70%">
            <a:extLst>
              <a:ext uri="{FF2B5EF4-FFF2-40B4-BE49-F238E27FC236}">
                <a16:creationId xmlns:a16="http://schemas.microsoft.com/office/drawing/2014/main" id="{02379E7D-12AB-4C61-AB0D-4192A70B1A7B}"/>
              </a:ext>
            </a:extLst>
          </p:cNvPr>
          <p:cNvSpPr>
            <a:spLocks noGrp="1"/>
          </p:cNvSpPr>
          <p:nvPr/>
        </p:nvSpPr>
        <p:spPr>
          <a:xfrm>
            <a:off x="4381500" y="492442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可见 reasoning token 减少 23.70%</a:t>
            </a:r>
          </a:p>
        </p:txBody>
      </p:sp>
      <p:sp>
        <p:nvSpPr>
          <p:cNvPr id="12" name="03  泛化方向">
            <a:extLst>
              <a:ext uri="{FF2B5EF4-FFF2-40B4-BE49-F238E27FC236}">
                <a16:creationId xmlns:a16="http://schemas.microsoft.com/office/drawing/2014/main" id="{EFD8E549-07A2-412E-87B2-E2B412CC4C4D}"/>
              </a:ext>
            </a:extLst>
          </p:cNvPr>
          <p:cNvSpPr>
            <a:spLocks noGrp="1"/>
          </p:cNvSpPr>
          <p:nvPr/>
        </p:nvSpPr>
        <p:spPr>
          <a:xfrm>
            <a:off x="742950" y="601027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03  泛化方向</a:t>
            </a:r>
          </a:p>
        </p:txBody>
      </p:sp>
      <p:sp>
        <p:nvSpPr>
          <p:cNvPr id="13" name="面向更多存在冗余思考的模型&#10;协议适配与参数重标定后，验证质量和净时延">
            <a:extLst>
              <a:ext uri="{FF2B5EF4-FFF2-40B4-BE49-F238E27FC236}">
                <a16:creationId xmlns:a16="http://schemas.microsoft.com/office/drawing/2014/main" id="{30BF199F-4E04-4C94-BACA-9FFB9471E7A1}"/>
              </a:ext>
            </a:extLst>
          </p:cNvPr>
          <p:cNvSpPr>
            <a:spLocks noGrp="1"/>
          </p:cNvSpPr>
          <p:nvPr/>
        </p:nvSpPr>
        <p:spPr>
          <a:xfrm>
            <a:off x="4381500" y="5905500"/>
            <a:ext cx="990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面向更多存在冗余思考的模型</a:t>
            </a:r>
          </a:p>
          <a:p>
            <a:pPr>
              <a:def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协议适配与参数重标定后，验证质量和净时延</a:t>
            </a:r>
          </a:p>
        </p:txBody>
      </p:sp>
      <p:sp>
        <p:nvSpPr>
          <p:cNvPr id="14" name="实测主比较：Vanilla-06 / DTB run-08。4/9 含 Vani">
            <a:extLst>
              <a:ext uri="{FF2B5EF4-FFF2-40B4-BE49-F238E27FC236}">
                <a16:creationId xmlns:a16="http://schemas.microsoft.com/office/drawing/2014/main" id="{5E01EE0B-EA16-44A9-8485-F52E291F3DEC}"/>
              </a:ext>
            </a:extLst>
          </p:cNvPr>
          <p:cNvSpPr>
            <a:spLocks noGrp="1"/>
          </p:cNvSpPr>
          <p:nvPr/>
        </p:nvSpPr>
        <p:spPr>
          <a:xfrm>
            <a:off x="742950" y="7353300"/>
            <a:ext cx="12858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实测主比较：Vanilla-06 / DTB run-08。4/9 含 Vanilla 缺报告任务的原始测试证据，</a:t>
            </a:r>
          </a:p>
          <a:p>
            <a:pPr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总通过率持平不代表逐任务非劣。跨模型收益尚待验证。</a:t>
            </a:r>
          </a:p>
        </p:txBody>
      </p:sp>
    </p:spTree>
    <p:extLst>
      <p:ext uri="{BB962C8B-B14F-4D97-AF65-F5344CB8AC3E}">
        <p14:creationId xmlns:p14="http://schemas.microsoft.com/office/powerpoint/2010/main" val="136572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工程优化：内部切换保持原生输出契约">
            <a:extLst>
              <a:ext uri="{FF2B5EF4-FFF2-40B4-BE49-F238E27FC236}">
                <a16:creationId xmlns:a16="http://schemas.microsoft.com/office/drawing/2014/main" id="{8D3C7F63-7092-4D7E-B4FF-574D3CBC04CC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3668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工程优化：内部切换保持原生输出契约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008987E0-6D5C-438F-9647-14A0E3572139}"/>
              </a:ext>
            </a:extLst>
          </p:cNvPr>
          <p:cNvSpPr>
            <a:spLocks noGrp="1"/>
          </p:cNvSpPr>
          <p:nvPr/>
        </p:nvSpPr>
        <p:spPr>
          <a:xfrm>
            <a:off x="13906500" y="795337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核心约束：可以缩短思考，工具调用与 assistant 回合必须完整">
            <a:extLst>
              <a:ext uri="{FF2B5EF4-FFF2-40B4-BE49-F238E27FC236}">
                <a16:creationId xmlns:a16="http://schemas.microsoft.com/office/drawing/2014/main" id="{8FB02CE9-7D97-44F7-94C4-9A26FAD35A6F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1333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核心约束：可以缩短思考，工具调用与 assistant 回合必须完整</a:t>
            </a:r>
          </a:p>
        </p:txBody>
      </p:sp>
      <p:sp>
        <p:nvSpPr>
          <p:cNvPr id="4" name="回合边界错位">
            <a:extLst>
              <a:ext uri="{FF2B5EF4-FFF2-40B4-BE49-F238E27FC236}">
                <a16:creationId xmlns:a16="http://schemas.microsoft.com/office/drawing/2014/main" id="{70615959-621B-4162-B040-C2DE08E1147E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回合边界错位</a:t>
            </a:r>
          </a:p>
        </p:txBody>
      </p:sp>
      <p:sp>
        <p:nvSpPr>
          <p:cNvPr id="5" name="统一 think-end 与 tool-start 状态迁移&#10;保留源 termi">
            <a:extLst>
              <a:ext uri="{FF2B5EF4-FFF2-40B4-BE49-F238E27FC236}">
                <a16:creationId xmlns:a16="http://schemas.microsoft.com/office/drawing/2014/main" id="{4D91477B-869C-476B-97C8-F83E878FFC53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8905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统一 think-end 与 tool-start 状态迁移</a:t>
            </a:r>
          </a:p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保留源 terminal，避免重新生成和 role 尾流</a:t>
            </a:r>
          </a:p>
        </p:txBody>
      </p:sp>
      <p:sp>
        <p:nvSpPr>
          <p:cNvPr id="6" name="工具前缀与 JSON 丢失">
            <a:extLst>
              <a:ext uri="{FF2B5EF4-FFF2-40B4-BE49-F238E27FC236}">
                <a16:creationId xmlns:a16="http://schemas.microsoft.com/office/drawing/2014/main" id="{E5AFB521-64A5-4903-8FD9-A9459CD88EF6}"/>
              </a:ext>
            </a:extLst>
          </p:cNvPr>
          <p:cNvSpPr>
            <a:spLocks noGrp="1"/>
          </p:cNvSpPr>
          <p:nvPr/>
        </p:nvSpPr>
        <p:spPr>
          <a:xfrm>
            <a:off x="742950" y="3590925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工具前缀与 JSON 丢失</a:t>
            </a:r>
          </a:p>
        </p:txBody>
      </p:sp>
      <p:sp>
        <p:nvSpPr>
          <p:cNvPr id="7" name="对齐 text / token IDs，补齐合批收尾&#10;函数闭合后生成 canon">
            <a:extLst>
              <a:ext uri="{FF2B5EF4-FFF2-40B4-BE49-F238E27FC236}">
                <a16:creationId xmlns:a16="http://schemas.microsoft.com/office/drawing/2014/main" id="{D761DB4C-0F33-441B-95E9-427E79B47E50}"/>
              </a:ext>
            </a:extLst>
          </p:cNvPr>
          <p:cNvSpPr>
            <a:spLocks noGrp="1"/>
          </p:cNvSpPr>
          <p:nvPr/>
        </p:nvSpPr>
        <p:spPr>
          <a:xfrm>
            <a:off x="5191125" y="3590925"/>
            <a:ext cx="8905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对齐 text / token IDs，补齐合批收尾</a:t>
            </a:r>
          </a:p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函数闭合后生成 canonical JSON，连续解析多工具</a:t>
            </a:r>
          </a:p>
        </p:txBody>
      </p:sp>
      <p:sp>
        <p:nvSpPr>
          <p:cNvPr id="8" name="停止误伤与思考丢字">
            <a:extLst>
              <a:ext uri="{FF2B5EF4-FFF2-40B4-BE49-F238E27FC236}">
                <a16:creationId xmlns:a16="http://schemas.microsoft.com/office/drawing/2014/main" id="{58E43F56-C1A4-4955-8EB8-C0353DFC7D9E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停止误伤与思考丢字</a:t>
            </a:r>
          </a:p>
        </p:txBody>
      </p:sp>
      <p:sp>
        <p:nvSpPr>
          <p:cNvPr id="9" name="结构 Token ID 区分边界与字面量&#10;final 恢复原 stop，reas">
            <a:extLst>
              <a:ext uri="{FF2B5EF4-FFF2-40B4-BE49-F238E27FC236}">
                <a16:creationId xmlns:a16="http://schemas.microsoft.com/office/drawing/2014/main" id="{47FB3B83-5B33-488C-A64F-7691327254DE}"/>
              </a:ext>
            </a:extLst>
          </p:cNvPr>
          <p:cNvSpPr>
            <a:spLocks noGrp="1"/>
          </p:cNvSpPr>
          <p:nvPr/>
        </p:nvSpPr>
        <p:spPr>
          <a:xfrm>
            <a:off x="5191125" y="4876800"/>
            <a:ext cx="8905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结构 Token ID 区分边界与字面量</a:t>
            </a:r>
          </a:p>
          <a:p>
            <a:pPr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final 恢复原 stop，reasoning parser 保留边界前正文</a:t>
            </a:r>
          </a:p>
        </p:txBody>
      </p:sp>
      <p:sp>
        <p:nvSpPr>
          <p:cNvPr id="10" name="120 条响应">
            <a:extLst>
              <a:ext uri="{FF2B5EF4-FFF2-40B4-BE49-F238E27FC236}">
                <a16:creationId xmlns:a16="http://schemas.microsoft.com/office/drawing/2014/main" id="{803C637B-AA12-45E7-953B-2EEF2A1A56B8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120 条响应</a:t>
            </a:r>
          </a:p>
        </p:txBody>
      </p:sp>
      <p:sp>
        <p:nvSpPr>
          <p:cNvPr id="11" name="未检出工具流协议异常">
            <a:extLst>
              <a:ext uri="{FF2B5EF4-FFF2-40B4-BE49-F238E27FC236}">
                <a16:creationId xmlns:a16="http://schemas.microsoft.com/office/drawing/2014/main" id="{C745E18D-2779-4507-8E00-4BF446FC52F9}"/>
              </a:ext>
            </a:extLst>
          </p:cNvPr>
          <p:cNvSpPr>
            <a:spLocks noGrp="1"/>
          </p:cNvSpPr>
          <p:nvPr/>
        </p:nvSpPr>
        <p:spPr>
          <a:xfrm>
            <a:off x="742950" y="7038975"/>
            <a:ext cx="4572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未检出工具流协议异常</a:t>
            </a:r>
          </a:p>
        </p:txBody>
      </p:sp>
      <p:sp>
        <p:nvSpPr>
          <p:cNvPr id="12" name="60 / 60 条 DTB">
            <a:extLst>
              <a:ext uri="{FF2B5EF4-FFF2-40B4-BE49-F238E27FC236}">
                <a16:creationId xmlns:a16="http://schemas.microsoft.com/office/drawing/2014/main" id="{D51EFF68-D1BF-4DB1-9A01-02C3026602B8}"/>
              </a:ext>
            </a:extLst>
          </p:cNvPr>
          <p:cNvSpPr>
            <a:spLocks noGrp="1"/>
          </p:cNvSpPr>
          <p:nvPr/>
        </p:nvSpPr>
        <p:spPr>
          <a:xfrm>
            <a:off x="5810250" y="64103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60 / 60 条 DTB</a:t>
            </a:r>
          </a:p>
        </p:txBody>
      </p:sp>
      <p:sp>
        <p:nvSpPr>
          <p:cNvPr id="13" name="公开思考正文保真">
            <a:extLst>
              <a:ext uri="{FF2B5EF4-FFF2-40B4-BE49-F238E27FC236}">
                <a16:creationId xmlns:a16="http://schemas.microsoft.com/office/drawing/2014/main" id="{A8E9EDDC-A5BD-4569-AC4F-F7D806775193}"/>
              </a:ext>
            </a:extLst>
          </p:cNvPr>
          <p:cNvSpPr>
            <a:spLocks noGrp="1"/>
          </p:cNvSpPr>
          <p:nvPr/>
        </p:nvSpPr>
        <p:spPr>
          <a:xfrm>
            <a:off x="5810250" y="703897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公开思考正文保真</a:t>
            </a:r>
          </a:p>
        </p:txBody>
      </p:sp>
      <p:sp>
        <p:nvSpPr>
          <p:cNvPr id="14" name="支持 MTP">
            <a:extLst>
              <a:ext uri="{FF2B5EF4-FFF2-40B4-BE49-F238E27FC236}">
                <a16:creationId xmlns:a16="http://schemas.microsoft.com/office/drawing/2014/main" id="{47332D02-2D7F-4736-A3F4-0486DADA85B2}"/>
              </a:ext>
            </a:extLst>
          </p:cNvPr>
          <p:cNvSpPr>
            <a:spLocks noGrp="1"/>
          </p:cNvSpPr>
          <p:nvPr/>
        </p:nvSpPr>
        <p:spPr>
          <a:xfrm>
            <a:off x="11239500" y="6410325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支持 MTP</a:t>
            </a:r>
          </a:p>
        </p:txBody>
      </p:sp>
      <p:sp>
        <p:nvSpPr>
          <p:cNvPr id="15" name="兼容方案无需关闭投机解码">
            <a:extLst>
              <a:ext uri="{FF2B5EF4-FFF2-40B4-BE49-F238E27FC236}">
                <a16:creationId xmlns:a16="http://schemas.microsoft.com/office/drawing/2014/main" id="{1F946132-2970-4BDD-9E30-D13021359BAB}"/>
              </a:ext>
            </a:extLst>
          </p:cNvPr>
          <p:cNvSpPr>
            <a:spLocks noGrp="1"/>
          </p:cNvSpPr>
          <p:nvPr/>
        </p:nvSpPr>
        <p:spPr>
          <a:xfrm>
            <a:off x="10668000" y="7038975"/>
            <a:ext cx="3905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兼容方案无需关闭投机解码</a:t>
            </a:r>
          </a:p>
        </p:txBody>
      </p:sp>
      <p:sp>
        <p:nvSpPr>
          <p:cNvPr id="16" name="定向回放覆盖固定历史上下文与短思考。协议通过与模型语义、任务质量分别验收。">
            <a:extLst>
              <a:ext uri="{FF2B5EF4-FFF2-40B4-BE49-F238E27FC236}">
                <a16:creationId xmlns:a16="http://schemas.microsoft.com/office/drawing/2014/main" id="{87DA706E-023E-4AEE-83A8-2D1399E6E81D}"/>
              </a:ext>
            </a:extLst>
          </p:cNvPr>
          <p:cNvSpPr>
            <a:spLocks noGrp="1"/>
          </p:cNvSpPr>
          <p:nvPr/>
        </p:nvSpPr>
        <p:spPr>
          <a:xfrm>
            <a:off x="742950" y="7867650"/>
            <a:ext cx="12954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定向回放覆盖固定历史上下文与短思考。协议通过与模型语义、任务质量分别验收。</a:t>
            </a:r>
          </a:p>
        </p:txBody>
      </p:sp>
    </p:spTree>
    <p:extLst>
      <p:ext uri="{BB962C8B-B14F-4D97-AF65-F5344CB8AC3E}">
        <p14:creationId xmlns:p14="http://schemas.microsoft.com/office/powerpoint/2010/main" val="87476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累计 LLM 耗时下降 11.57%，总通过率持平">
            <a:extLst>
              <a:ext uri="{FF2B5EF4-FFF2-40B4-BE49-F238E27FC236}">
                <a16:creationId xmlns:a16="http://schemas.microsoft.com/office/drawing/2014/main" id="{1F021105-515C-4B59-8763-ABB04A5B598F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3668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累计 LLM 耗时下降 11.57%，总通过率持平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AF2027E7-D587-467F-B36D-401F293B03EE}"/>
              </a:ext>
            </a:extLst>
          </p:cNvPr>
          <p:cNvSpPr>
            <a:spLocks noGrp="1"/>
          </p:cNvSpPr>
          <p:nvPr/>
        </p:nvSpPr>
        <p:spPr>
          <a:xfrm>
            <a:off x="13906500" y="795337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Vanilla run-06 对 DTB run-08，全部 9 任务">
            <a:extLst>
              <a:ext uri="{FF2B5EF4-FFF2-40B4-BE49-F238E27FC236}">
                <a16:creationId xmlns:a16="http://schemas.microsoft.com/office/drawing/2014/main" id="{368585FC-0AD2-437E-A35D-877C975F7277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13144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Vanilla run-06 对 DTB run-08，全部 9 任务</a:t>
            </a:r>
          </a:p>
        </p:txBody>
      </p:sp>
      <p:sp>
        <p:nvSpPr>
          <p:cNvPr id="4" name="累计 LLM E2E / 秒">
            <a:extLst>
              <a:ext uri="{FF2B5EF4-FFF2-40B4-BE49-F238E27FC236}">
                <a16:creationId xmlns:a16="http://schemas.microsoft.com/office/drawing/2014/main" id="{747AA396-0FFD-485B-9195-D5D2D3E76E0B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742950" y="2714625"/>
          <a:ext cx="75723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−335.758 秒">
            <a:extLst>
              <a:ext uri="{FF2B5EF4-FFF2-40B4-BE49-F238E27FC236}">
                <a16:creationId xmlns:a16="http://schemas.microsoft.com/office/drawing/2014/main" id="{84B5C9A6-23BE-4A43-930F-B772596D1D2D}"/>
              </a:ext>
            </a:extLst>
          </p:cNvPr>
          <p:cNvSpPr>
            <a:spLocks noGrp="1"/>
          </p:cNvSpPr>
          <p:nvPr/>
        </p:nvSpPr>
        <p:spPr>
          <a:xfrm>
            <a:off x="8905875" y="2171700"/>
            <a:ext cx="5476875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−335.758 秒</a:t>
            </a:r>
          </a:p>
        </p:txBody>
      </p:sp>
      <p:sp>
        <p:nvSpPr>
          <p:cNvPr id="7" name="6 / 9 个任务的累计 LLM 耗时更短">
            <a:extLst>
              <a:ext uri="{FF2B5EF4-FFF2-40B4-BE49-F238E27FC236}">
                <a16:creationId xmlns:a16="http://schemas.microsoft.com/office/drawing/2014/main" id="{CE347333-E097-473C-85AC-D548C5469C3E}"/>
              </a:ext>
            </a:extLst>
          </p:cNvPr>
          <p:cNvSpPr>
            <a:spLocks noGrp="1"/>
          </p:cNvSpPr>
          <p:nvPr/>
        </p:nvSpPr>
        <p:spPr>
          <a:xfrm>
            <a:off x="8953500" y="3009900"/>
            <a:ext cx="5476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6 / 9 个任务的累计 LLM 耗时更短</a:t>
            </a:r>
          </a:p>
        </p:txBody>
      </p:sp>
      <p:sp>
        <p:nvSpPr>
          <p:cNvPr id="8" name="4/9 与 4/9">
            <a:extLst>
              <a:ext uri="{FF2B5EF4-FFF2-40B4-BE49-F238E27FC236}">
                <a16:creationId xmlns:a16="http://schemas.microsoft.com/office/drawing/2014/main" id="{1287EBC4-3CF1-440E-A7F4-5005FC12B28D}"/>
              </a:ext>
            </a:extLst>
          </p:cNvPr>
          <p:cNvSpPr>
            <a:spLocks noGrp="1"/>
          </p:cNvSpPr>
          <p:nvPr/>
        </p:nvSpPr>
        <p:spPr>
          <a:xfrm>
            <a:off x="8953500" y="396240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4/9 与 4/9</a:t>
            </a:r>
          </a:p>
        </p:txBody>
      </p:sp>
      <p:sp>
        <p:nvSpPr>
          <p:cNvPr id="9" name="最终 DT 全通过任务数">
            <a:extLst>
              <a:ext uri="{FF2B5EF4-FFF2-40B4-BE49-F238E27FC236}">
                <a16:creationId xmlns:a16="http://schemas.microsoft.com/office/drawing/2014/main" id="{A84ED6DA-99E4-48CB-A14F-374DED54AADD}"/>
              </a:ext>
            </a:extLst>
          </p:cNvPr>
          <p:cNvSpPr>
            <a:spLocks noGrp="1"/>
          </p:cNvSpPr>
          <p:nvPr/>
        </p:nvSpPr>
        <p:spPr>
          <a:xfrm>
            <a:off x="8953500" y="45910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最终 DT 全通过任务数</a:t>
            </a:r>
          </a:p>
        </p:txBody>
      </p:sp>
      <p:sp>
        <p:nvSpPr>
          <p:cNvPr id="10" name="52,112 降至 39,759">
            <a:extLst>
              <a:ext uri="{FF2B5EF4-FFF2-40B4-BE49-F238E27FC236}">
                <a16:creationId xmlns:a16="http://schemas.microsoft.com/office/drawing/2014/main" id="{C15B291A-2C7B-413B-9F3F-8FA82DD496F7}"/>
              </a:ext>
            </a:extLst>
          </p:cNvPr>
          <p:cNvSpPr>
            <a:spLocks noGrp="1"/>
          </p:cNvSpPr>
          <p:nvPr/>
        </p:nvSpPr>
        <p:spPr>
          <a:xfrm>
            <a:off x="8953500" y="5429250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52,112 降至 39,759</a:t>
            </a:r>
          </a:p>
        </p:txBody>
      </p:sp>
      <p:sp>
        <p:nvSpPr>
          <p:cNvPr id="11" name="可见 reasoning token，减少 23.70%">
            <a:extLst>
              <a:ext uri="{FF2B5EF4-FFF2-40B4-BE49-F238E27FC236}">
                <a16:creationId xmlns:a16="http://schemas.microsoft.com/office/drawing/2014/main" id="{7B19D2A5-5C6F-4C48-B443-CC798E62F21F}"/>
              </a:ext>
            </a:extLst>
          </p:cNvPr>
          <p:cNvSpPr>
            <a:spLocks noGrp="1"/>
          </p:cNvSpPr>
          <p:nvPr/>
        </p:nvSpPr>
        <p:spPr>
          <a:xfrm>
            <a:off x="8953500" y="6029325"/>
            <a:ext cx="5619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可见 reasoning token，减少 23.70%</a:t>
            </a:r>
          </a:p>
        </p:txBody>
      </p:sp>
      <p:sp>
        <p:nvSpPr>
          <p:cNvPr id="12" name="平台执行时间合计减少 3.95%，创建到结束合计减少 2.17%。">
            <a:extLst>
              <a:ext uri="{FF2B5EF4-FFF2-40B4-BE49-F238E27FC236}">
                <a16:creationId xmlns:a16="http://schemas.microsoft.com/office/drawing/2014/main" id="{EA213C35-7BD8-4514-AD8E-CEB83AF0560E}"/>
              </a:ext>
            </a:extLst>
          </p:cNvPr>
          <p:cNvSpPr>
            <a:spLocks noGrp="1"/>
          </p:cNvSpPr>
          <p:nvPr/>
        </p:nvSpPr>
        <p:spPr>
          <a:xfrm>
            <a:off x="742950" y="7181850"/>
            <a:ext cx="1352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平台执行时间合计减少 3.95%，创建到结束合计减少 2.17%。</a:t>
            </a:r>
          </a:p>
        </p:txBody>
      </p:sp>
      <p:sp>
        <p:nvSpPr>
          <p:cNvPr id="13" name="4/9 含 Vanilla case35 原始 36/36，仍缺报告。case3">
            <a:extLst>
              <a:ext uri="{FF2B5EF4-FFF2-40B4-BE49-F238E27FC236}">
                <a16:creationId xmlns:a16="http://schemas.microsoft.com/office/drawing/2014/main" id="{A17EFFA3-2AB2-44A5-9EDE-24DD1F5D35A8}"/>
              </a:ext>
            </a:extLst>
          </p:cNvPr>
          <p:cNvSpPr>
            <a:spLocks noGrp="1"/>
          </p:cNvSpPr>
          <p:nvPr/>
        </p:nvSpPr>
        <p:spPr>
          <a:xfrm>
            <a:off x="742950" y="7743825"/>
            <a:ext cx="12954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4/9 含 Vanilla case35 原始 36/36，仍缺报告。case36 退化、case2 改善。LLM 耗时含标题和恢复请求。</a:t>
            </a:r>
          </a:p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历史基线、未固定 seed，属实测差异；reasoning 不含隐藏试答，run-08 无 phase 账本。</a:t>
            </a:r>
          </a:p>
        </p:txBody>
      </p:sp>
    </p:spTree>
    <p:extLst>
      <p:ext uri="{BB962C8B-B14F-4D97-AF65-F5344CB8AC3E}">
        <p14:creationId xmlns:p14="http://schemas.microsoft.com/office/powerpoint/2010/main" val="102080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子 Agent 早退：结束重复展开，交付结构化结果">
            <a:extLst>
              <a:ext uri="{FF2B5EF4-FFF2-40B4-BE49-F238E27FC236}">
                <a16:creationId xmlns:a16="http://schemas.microsoft.com/office/drawing/2014/main" id="{249ACC39-7B74-4146-9529-82F15E2FE2BC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3668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子 Agent 早退：结束重复展开，交付结构化结果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054B6F87-C070-4F95-92CE-D0BF95A66BAF}"/>
              </a:ext>
            </a:extLst>
          </p:cNvPr>
          <p:cNvSpPr>
            <a:spLocks noGrp="1"/>
          </p:cNvSpPr>
          <p:nvPr/>
        </p:nvSpPr>
        <p:spPr>
          <a:xfrm>
            <a:off x="13906500" y="795337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case28 子 Agent：从 patch 提取设计信息">
            <a:extLst>
              <a:ext uri="{FF2B5EF4-FFF2-40B4-BE49-F238E27FC236}">
                <a16:creationId xmlns:a16="http://schemas.microsoft.com/office/drawing/2014/main" id="{94BE4DF6-3D63-4F72-A797-0F97621F7870}"/>
              </a:ext>
            </a:extLst>
          </p:cNvPr>
          <p:cNvSpPr>
            <a:spLocks noGrp="1"/>
          </p:cNvSpPr>
          <p:nvPr/>
        </p:nvSpPr>
        <p:spPr>
          <a:xfrm>
            <a:off x="742950" y="1419225"/>
            <a:ext cx="71151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case28 子 Agent：从 patch 提取设计信息</a:t>
            </a:r>
          </a:p>
        </p:txBody>
      </p:sp>
      <p:sp>
        <p:nvSpPr>
          <p:cNvPr id="4" name="原始 reasoning 节选：已列方法名，随后又展开签名">
            <a:extLst>
              <a:ext uri="{FF2B5EF4-FFF2-40B4-BE49-F238E27FC236}">
                <a16:creationId xmlns:a16="http://schemas.microsoft.com/office/drawing/2014/main" id="{06BE157D-8825-42B6-BB7C-A6F83E655C1F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原始 reasoning 节选：已列方法名，随后又展开签名</a:t>
            </a:r>
          </a:p>
        </p:txBody>
      </p:sp>
      <p:sp>
        <p:nvSpPr>
          <p:cNvPr id="5" name="原始模型文本">
            <a:extLst>
              <a:ext uri="{FF2B5EF4-FFF2-40B4-BE49-F238E27FC236}">
                <a16:creationId xmlns:a16="http://schemas.microsoft.com/office/drawing/2014/main" id="{48FC3B72-2A94-4944-A785-EE3EAA33826F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6953250" cy="2733675"/>
          </a:xfrm>
          <a:prstGeom prst="roundRect">
            <a:avLst>
              <a:gd name="adj" fmla="val 6969"/>
            </a:avLst>
          </a:prstGeom>
          <a:solidFill>
            <a:srgbClr val="F6F8F9"/>
          </a:solidFill>
          <a:ln w="19050">
            <a:solidFill>
              <a:srgbClr val="CCD9DE"/>
            </a:solidFill>
          </a:ln>
        </p:spPr>
        <p:txBody>
          <a:bodyPr lIns="228600" tIns="190500" rIns="228600" bIns="171450" anchor="t">
            <a:noAutofit/>
          </a:bodyPr>
          <a:lstStyle/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From `ResponseAssemblerTest.java`: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- </a:t>
            </a:r>
            <a:r>
              <a:rPr sz="17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`init()`</a:t>
            </a: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(Before method)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[…]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6219"/>
                </a:solidFill>
                <a:latin typeface="Microsoft YaHei"/>
                <a:ea typeface="Microsoft YaHei"/>
                <a:cs typeface="Microsoft YaHei"/>
              </a:rPr>
              <a:t>Now let me look more carefully</a:t>
            </a: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at the test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6219"/>
                </a:solidFill>
                <a:latin typeface="Microsoft YaHei"/>
                <a:ea typeface="Microsoft YaHei"/>
                <a:cs typeface="Microsoft YaHei"/>
              </a:rPr>
              <a:t>method signatures</a:t>
            </a: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from the diff: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[…]</a:t>
            </a:r>
          </a:p>
          <a:p>
            <a:pPr>
              <a:def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- `void init()` - @Before method</a:t>
            </a:r>
          </a:p>
        </p:txBody>
      </p:sp>
      <p:sp>
        <p:nvSpPr>
          <p:cNvPr id="6" name="已列过的方法再次展开；可在最终 JSON 中整理">
            <a:extLst>
              <a:ext uri="{FF2B5EF4-FFF2-40B4-BE49-F238E27FC236}">
                <a16:creationId xmlns:a16="http://schemas.microsoft.com/office/drawing/2014/main" id="{DE9100C3-A2F2-4D12-946D-074B75C9ADAD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7096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C6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6219"/>
                </a:solidFill>
                <a:latin typeface="Microsoft YaHei"/>
                <a:ea typeface="Microsoft YaHei"/>
                <a:cs typeface="Microsoft YaHei"/>
              </a:rPr>
              <a:t>已列过的方法再次展开；可在最终 JSON 中整理</a:t>
            </a:r>
          </a:p>
        </p:txBody>
      </p:sp>
      <p:sp>
        <p:nvSpPr>
          <p:cNvPr id="7" name="原始模型文本">
            <a:extLst>
              <a:ext uri="{FF2B5EF4-FFF2-40B4-BE49-F238E27FC236}">
                <a16:creationId xmlns:a16="http://schemas.microsoft.com/office/drawing/2014/main" id="{BE53DC5C-B714-4A1C-960E-E6823374F8E4}"/>
              </a:ext>
            </a:extLst>
          </p:cNvPr>
          <p:cNvSpPr>
            <a:spLocks noGrp="1"/>
          </p:cNvSpPr>
          <p:nvPr/>
        </p:nvSpPr>
        <p:spPr>
          <a:xfrm>
            <a:off x="742950" y="6619875"/>
            <a:ext cx="6953250" cy="1333500"/>
          </a:xfrm>
          <a:prstGeom prst="roundRect">
            <a:avLst>
              <a:gd name="adj" fmla="val 14286"/>
            </a:avLst>
          </a:prstGeom>
          <a:solidFill>
            <a:srgbClr val="EFF8F6"/>
          </a:solidFill>
          <a:ln w="19050">
            <a:solidFill>
              <a:srgbClr val="087F7C"/>
            </a:solidFill>
          </a:ln>
        </p:spPr>
        <p:txBody>
          <a:bodyPr lIns="228600" tIns="190500" rIns="228600" bIns="171450" anchor="t">
            <a:noAutofit/>
          </a:bodyPr>
          <a:lstStyle/>
          <a:p>
            <a:pPr>
              <a:def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"test_methods"</a:t>
            </a:r>
            <a:r>
              <a: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: [</a:t>
            </a:r>
          </a:p>
          <a:p>
            <a:pPr>
              <a:def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   "void init() // ResponseAssemblerTest - @Before",</a:t>
            </a:r>
          </a:p>
          <a:p>
            <a:pPr>
              <a:def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   […]</a:t>
            </a:r>
          </a:p>
          <a:p>
            <a:pPr>
              <a:def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 ]</a:t>
            </a:r>
          </a:p>
        </p:txBody>
      </p:sp>
      <p:cxnSp>
        <p:nvCxnSpPr>
          <p:cNvPr id="39" name="连接符: 肘形 38"/>
          <p:cNvCxnSpPr>
            <a:cxnSpLocks/>
            <a:stCxn id="5" idx="1"/>
            <a:endCxn id="7" idx="1"/>
          </p:cNvCxnSpPr>
          <p:nvPr/>
        </p:nvCxnSpPr>
        <p:spPr>
          <a:xfrm rot="10800000" flipV="1">
            <a:off x="742950" y="3824287"/>
            <a:ext cx="12700" cy="3462337"/>
          </a:xfrm>
          <a:prstGeom prst="bentConnector3">
            <a:avLst>
              <a:gd name="adj1" fmla="val 1800000"/>
            </a:avLst>
          </a:prstGeom>
          <a:ln w="38100">
            <a:solidFill>
              <a:srgbClr val="087F7C"/>
            </a:solidFill>
            <a:tailEnd type="triangle" w="med" len="med"/>
          </a:ln>
        </p:spPr>
      </p:cxnSp>
      <p:sp>
        <p:nvSpPr>
          <p:cNvPr id="9" name="851 token 处介入，首 probe 接受">
            <a:extLst>
              <a:ext uri="{FF2B5EF4-FFF2-40B4-BE49-F238E27FC236}">
                <a16:creationId xmlns:a16="http://schemas.microsoft.com/office/drawing/2014/main" id="{11D5150E-9E29-40F7-9A74-DABB282F0BC8}"/>
              </a:ext>
            </a:extLst>
          </p:cNvPr>
          <p:cNvSpPr>
            <a:spLocks noGrp="1"/>
          </p:cNvSpPr>
          <p:nvPr/>
        </p:nvSpPr>
        <p:spPr>
          <a:xfrm>
            <a:off x="1123950" y="5619750"/>
            <a:ext cx="6429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851 token 处介入，首 probe 接受</a:t>
            </a:r>
          </a:p>
        </p:txBody>
      </p:sp>
      <p:sp>
        <p:nvSpPr>
          <p:cNvPr id="10" name="50-token 试答，.985 ≥ .93；结束思考并生成 final">
            <a:extLst>
              <a:ext uri="{FF2B5EF4-FFF2-40B4-BE49-F238E27FC236}">
                <a16:creationId xmlns:a16="http://schemas.microsoft.com/office/drawing/2014/main" id="{7EBE28D1-2A9C-4122-A1FD-864EB6BDAC46}"/>
              </a:ext>
            </a:extLst>
          </p:cNvPr>
          <p:cNvSpPr>
            <a:spLocks noGrp="1"/>
          </p:cNvSpPr>
          <p:nvPr/>
        </p:nvSpPr>
        <p:spPr>
          <a:xfrm>
            <a:off x="1123950" y="6019800"/>
            <a:ext cx="6429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50-token 试答，.985 ≥ .93；结束思考并生成 final</a:t>
            </a:r>
          </a:p>
        </p:txBody>
      </p:sp>
      <p:sp>
        <p:nvSpPr>
          <p:cNvPr id="11" name="850 token 将介入集中在长尾">
            <a:extLst>
              <a:ext uri="{FF2B5EF4-FFF2-40B4-BE49-F238E27FC236}">
                <a16:creationId xmlns:a16="http://schemas.microsoft.com/office/drawing/2014/main" id="{02414307-E4FC-4BFC-8FE4-A633AB54E7A7}"/>
              </a:ext>
            </a:extLst>
          </p:cNvPr>
          <p:cNvSpPr>
            <a:spLocks noGrp="1"/>
          </p:cNvSpPr>
          <p:nvPr/>
        </p:nvSpPr>
        <p:spPr>
          <a:xfrm>
            <a:off x="8334375" y="1419225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850 token 将介入集中在长尾</a:t>
            </a:r>
          </a:p>
        </p:txBody>
      </p:sp>
      <p:sp>
        <p:nvSpPr>
          <p:cNvPr id="12" name="按发起时间枚举；空心点 = 阈值以下请求">
            <a:extLst>
              <a:ext uri="{FF2B5EF4-FFF2-40B4-BE49-F238E27FC236}">
                <a16:creationId xmlns:a16="http://schemas.microsoft.com/office/drawing/2014/main" id="{EB153AD3-3C21-4FBB-A360-C147DD9495CB}"/>
              </a:ext>
            </a:extLst>
          </p:cNvPr>
          <p:cNvSpPr>
            <a:spLocks noGrp="1"/>
          </p:cNvSpPr>
          <p:nvPr/>
        </p:nvSpPr>
        <p:spPr>
          <a:xfrm>
            <a:off x="8334375" y="1895475"/>
            <a:ext cx="6238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按发起时间枚举；空心点 = 阈值以下请求</a:t>
            </a:r>
          </a:p>
        </p:txBody>
      </p:sp>
      <p:sp>
        <p:nvSpPr>
          <p:cNvPr id="13" name="reasoning token  /  顶部数字为任务编号">
            <a:extLst>
              <a:ext uri="{FF2B5EF4-FFF2-40B4-BE49-F238E27FC236}">
                <a16:creationId xmlns:a16="http://schemas.microsoft.com/office/drawing/2014/main" id="{DDDABEA4-C3FB-45F2-A5CC-6B276D855A4F}"/>
              </a:ext>
            </a:extLst>
          </p:cNvPr>
          <p:cNvSpPr>
            <a:spLocks noGrp="1"/>
          </p:cNvSpPr>
          <p:nvPr/>
        </p:nvSpPr>
        <p:spPr>
          <a:xfrm>
            <a:off x="8334375" y="2266950"/>
            <a:ext cx="6238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reasoning token  /  顶部数字为任务编号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8210550" y="2895600"/>
          <a:ext cx="6457950" cy="1200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="8315325" y="4248150"/>
          <a:ext cx="6353175" cy="165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29">
            <a:extLst>
              <a:ext uri="{FF2B5EF4-FFF2-40B4-BE49-F238E27FC236}">
                <a16:creationId xmlns:a16="http://schemas.microsoft.com/office/drawing/2014/main" id="{1A57D1EF-4C28-4F10-BF04-5566516FE8B8}"/>
              </a:ext>
            </a:extLst>
          </p:cNvPr>
          <p:cNvSpPr>
            <a:spLocks noGrp="1"/>
          </p:cNvSpPr>
          <p:nvPr/>
        </p:nvSpPr>
        <p:spPr>
          <a:xfrm>
            <a:off x="8978694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17" name="26">
            <a:extLst>
              <a:ext uri="{FF2B5EF4-FFF2-40B4-BE49-F238E27FC236}">
                <a16:creationId xmlns:a16="http://schemas.microsoft.com/office/drawing/2014/main" id="{FEBC08B3-640A-4ADD-9C07-30326E813CB7}"/>
              </a:ext>
            </a:extLst>
          </p:cNvPr>
          <p:cNvSpPr>
            <a:spLocks noGrp="1"/>
          </p:cNvSpPr>
          <p:nvPr/>
        </p:nvSpPr>
        <p:spPr>
          <a:xfrm>
            <a:off x="9595104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8" name="36">
            <a:extLst>
              <a:ext uri="{FF2B5EF4-FFF2-40B4-BE49-F238E27FC236}">
                <a16:creationId xmlns:a16="http://schemas.microsoft.com/office/drawing/2014/main" id="{D6D84533-0FF0-48D4-9F4C-2B2D1BD53DC6}"/>
              </a:ext>
            </a:extLst>
          </p:cNvPr>
          <p:cNvSpPr>
            <a:spLocks noGrp="1"/>
          </p:cNvSpPr>
          <p:nvPr/>
        </p:nvSpPr>
        <p:spPr>
          <a:xfrm>
            <a:off x="10104001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19" name="35">
            <a:extLst>
              <a:ext uri="{FF2B5EF4-FFF2-40B4-BE49-F238E27FC236}">
                <a16:creationId xmlns:a16="http://schemas.microsoft.com/office/drawing/2014/main" id="{991DE88C-D694-4122-9965-E1409B7318F9}"/>
              </a:ext>
            </a:extLst>
          </p:cNvPr>
          <p:cNvSpPr>
            <a:spLocks noGrp="1"/>
          </p:cNvSpPr>
          <p:nvPr/>
        </p:nvSpPr>
        <p:spPr>
          <a:xfrm>
            <a:off x="10856595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0" name="34">
            <a:extLst>
              <a:ext uri="{FF2B5EF4-FFF2-40B4-BE49-F238E27FC236}">
                <a16:creationId xmlns:a16="http://schemas.microsoft.com/office/drawing/2014/main" id="{702A9D3C-EF26-4A6A-80D5-5CDA8F8E1915}"/>
              </a:ext>
            </a:extLst>
          </p:cNvPr>
          <p:cNvSpPr>
            <a:spLocks noGrp="1"/>
          </p:cNvSpPr>
          <p:nvPr/>
        </p:nvSpPr>
        <p:spPr>
          <a:xfrm>
            <a:off x="11516011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21" name="2">
            <a:extLst>
              <a:ext uri="{FF2B5EF4-FFF2-40B4-BE49-F238E27FC236}">
                <a16:creationId xmlns:a16="http://schemas.microsoft.com/office/drawing/2014/main" id="{86DD2B2C-E9ED-4DEB-A572-DACF07CCDA42}"/>
              </a:ext>
            </a:extLst>
          </p:cNvPr>
          <p:cNvSpPr>
            <a:spLocks noGrp="1"/>
          </p:cNvSpPr>
          <p:nvPr/>
        </p:nvSpPr>
        <p:spPr>
          <a:xfrm>
            <a:off x="11996237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3">
            <a:extLst>
              <a:ext uri="{FF2B5EF4-FFF2-40B4-BE49-F238E27FC236}">
                <a16:creationId xmlns:a16="http://schemas.microsoft.com/office/drawing/2014/main" id="{CC953FBC-38E3-44D8-9692-DAD39631B750}"/>
              </a:ext>
            </a:extLst>
          </p:cNvPr>
          <p:cNvSpPr>
            <a:spLocks noGrp="1"/>
          </p:cNvSpPr>
          <p:nvPr/>
        </p:nvSpPr>
        <p:spPr>
          <a:xfrm>
            <a:off x="12519470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28">
            <a:extLst>
              <a:ext uri="{FF2B5EF4-FFF2-40B4-BE49-F238E27FC236}">
                <a16:creationId xmlns:a16="http://schemas.microsoft.com/office/drawing/2014/main" id="{66AA6212-0A8E-4950-A24C-3C568E5916E0}"/>
              </a:ext>
            </a:extLst>
          </p:cNvPr>
          <p:cNvSpPr>
            <a:spLocks noGrp="1"/>
          </p:cNvSpPr>
          <p:nvPr/>
        </p:nvSpPr>
        <p:spPr>
          <a:xfrm>
            <a:off x="13135880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24" name="37">
            <a:extLst>
              <a:ext uri="{FF2B5EF4-FFF2-40B4-BE49-F238E27FC236}">
                <a16:creationId xmlns:a16="http://schemas.microsoft.com/office/drawing/2014/main" id="{630D2ACF-C434-402F-9804-2DAA49C6371A}"/>
              </a:ext>
            </a:extLst>
          </p:cNvPr>
          <p:cNvSpPr>
            <a:spLocks noGrp="1"/>
          </p:cNvSpPr>
          <p:nvPr/>
        </p:nvSpPr>
        <p:spPr>
          <a:xfrm>
            <a:off x="13838301" y="26193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25" name="最大 3,482">
            <a:extLst>
              <a:ext uri="{FF2B5EF4-FFF2-40B4-BE49-F238E27FC236}">
                <a16:creationId xmlns:a16="http://schemas.microsoft.com/office/drawing/2014/main" id="{EF4ED564-5FDD-4199-B1ED-3C406D504E1D}"/>
              </a:ext>
            </a:extLst>
          </p:cNvPr>
          <p:cNvSpPr>
            <a:spLocks noGrp="1"/>
          </p:cNvSpPr>
          <p:nvPr/>
        </p:nvSpPr>
        <p:spPr>
          <a:xfrm>
            <a:off x="8991600" y="296227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最大 3,482</a:t>
            </a:r>
          </a:p>
        </p:txBody>
      </p:sp>
      <p:sp>
        <p:nvSpPr>
          <p:cNvPr id="26" name="850 · 此处分段变尺度">
            <a:extLst>
              <a:ext uri="{FF2B5EF4-FFF2-40B4-BE49-F238E27FC236}">
                <a16:creationId xmlns:a16="http://schemas.microsoft.com/office/drawing/2014/main" id="{481A4FAB-049F-4D27-800D-398E2DEC8D4E}"/>
              </a:ext>
            </a:extLst>
          </p:cNvPr>
          <p:cNvSpPr>
            <a:spLocks noGrp="1"/>
          </p:cNvSpPr>
          <p:nvPr/>
        </p:nvSpPr>
        <p:spPr>
          <a:xfrm>
            <a:off x="8972550" y="4000500"/>
            <a:ext cx="5600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850 · 此处分段变尺度</a:t>
            </a:r>
          </a:p>
        </p:txBody>
      </p:sp>
      <p:sp>
        <p:nvSpPr>
          <p:cNvPr id="27" name="请求发起序号（1–391）；纵轴上下刻度不同">
            <a:extLst>
              <a:ext uri="{FF2B5EF4-FFF2-40B4-BE49-F238E27FC236}">
                <a16:creationId xmlns:a16="http://schemas.microsoft.com/office/drawing/2014/main" id="{E4A2CE42-970C-46F5-AF78-62A431E7EF20}"/>
              </a:ext>
            </a:extLst>
          </p:cNvPr>
          <p:cNvSpPr>
            <a:spLocks noGrp="1"/>
          </p:cNvSpPr>
          <p:nvPr/>
        </p:nvSpPr>
        <p:spPr>
          <a:xfrm>
            <a:off x="8334375" y="5895975"/>
            <a:ext cx="63341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请求发起序号（1–391）；纵轴上下刻度不同</a:t>
            </a:r>
          </a:p>
        </p:txBody>
      </p:sp>
      <p:sp>
        <p:nvSpPr>
          <p:cNvPr id="28" name="97.19% 请求无需介入试答">
            <a:extLst>
              <a:ext uri="{FF2B5EF4-FFF2-40B4-BE49-F238E27FC236}">
                <a16:creationId xmlns:a16="http://schemas.microsoft.com/office/drawing/2014/main" id="{5593AF4C-3CB6-4E01-9954-73407EB004BA}"/>
              </a:ext>
            </a:extLst>
          </p:cNvPr>
          <p:cNvSpPr>
            <a:spLocks noGrp="1"/>
          </p:cNvSpPr>
          <p:nvPr/>
        </p:nvSpPr>
        <p:spPr>
          <a:xfrm>
            <a:off x="8334375" y="6219825"/>
            <a:ext cx="6334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 请求无需介入试答</a:t>
            </a:r>
          </a:p>
        </p:txBody>
      </p:sp>
      <p:sp>
        <p:nvSpPr>
          <p:cNvPr id="29" name="2.81% 的长尾请求&#10;占 38.88% 的 reasoning token">
            <a:extLst>
              <a:ext uri="{FF2B5EF4-FFF2-40B4-BE49-F238E27FC236}">
                <a16:creationId xmlns:a16="http://schemas.microsoft.com/office/drawing/2014/main" id="{87CF1EFD-85E8-4F2A-B61F-1524CBA7B426}"/>
              </a:ext>
            </a:extLst>
          </p:cNvPr>
          <p:cNvSpPr>
            <a:spLocks noGrp="1"/>
          </p:cNvSpPr>
          <p:nvPr/>
        </p:nvSpPr>
        <p:spPr>
          <a:xfrm>
            <a:off x="8334375" y="6696075"/>
            <a:ext cx="6334125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2.81% 的长尾请求</a:t>
            </a:r>
          </a:p>
          <a:p>
            <a:pPr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占 38.88% 的 reasoning token</a:t>
            </a:r>
          </a:p>
        </p:txBody>
      </p:sp>
      <p:sp>
        <p:nvSpPr>
          <p:cNvPr id="30" name="阈值以上 10,913 token（20.94%）&#10;为潜在介入尾部，仍需试答和质量验证">
            <a:extLst>
              <a:ext uri="{FF2B5EF4-FFF2-40B4-BE49-F238E27FC236}">
                <a16:creationId xmlns:a16="http://schemas.microsoft.com/office/drawing/2014/main" id="{A2AC579F-9976-4B8A-A2F9-C519F863338B}"/>
              </a:ext>
            </a:extLst>
          </p:cNvPr>
          <p:cNvSpPr>
            <a:spLocks noGrp="1"/>
          </p:cNvSpPr>
          <p:nvPr/>
        </p:nvSpPr>
        <p:spPr>
          <a:xfrm>
            <a:off x="8334375" y="7524750"/>
            <a:ext cx="63341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阈值以上 10,913 token（20.94%）</a:t>
            </a:r>
          </a:p>
          <a:p>
            <a:pPr>
              <a:defRPr sz="15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为潜在介入尾部，仍需试答和质量验证</a:t>
            </a:r>
          </a:p>
        </p:txBody>
      </p:sp>
      <p:sp>
        <p:nvSpPr>
          <p:cNvPr id="31" name="左图为 run-06 子 Agent 的实际早退路径，非单次净压缩对照；原文 [">
            <a:extLst>
              <a:ext uri="{FF2B5EF4-FFF2-40B4-BE49-F238E27FC236}">
                <a16:creationId xmlns:a16="http://schemas.microsoft.com/office/drawing/2014/main" id="{9B2507E2-ACDA-4564-9FC0-7D4DF997F01B}"/>
              </a:ext>
            </a:extLst>
          </p:cNvPr>
          <p:cNvSpPr>
            <a:spLocks noGrp="1"/>
          </p:cNvSpPr>
          <p:nvPr/>
        </p:nvSpPr>
        <p:spPr>
          <a:xfrm>
            <a:off x="742950" y="8105775"/>
            <a:ext cx="12811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左图为 run-06 子 Agent 的实际早退路径，非单次净压缩对照；原文 […] 为省略，试答分数不等于正确概率。长尾含 9 条标题。</a:t>
            </a:r>
          </a:p>
        </p:txBody>
      </p:sp>
    </p:spTree>
    <p:extLst>
      <p:ext uri="{BB962C8B-B14F-4D97-AF65-F5344CB8AC3E}">
        <p14:creationId xmlns:p14="http://schemas.microsoft.com/office/powerpoint/2010/main" val="8671023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DocSecurity>0</DocSecurity>
  <PresentationFormat>自定义</PresentationFormat>
  <Paragraphs>96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 P</cp:lastModifiedBy>
  <cp:revision>2</cp:revision>
  <dcterms:created xsi:type="dcterms:W3CDTF">2026-09-14T07:54:03Z</dcterms:created>
  <dcterms:modified xsi:type="dcterms:W3CDTF">2026-09-15T03:12:42Z</dcterms:modified>
</cp:coreProperties>
</file>