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6b51a889cd47fb" /><Relationship Type="http://schemas.openxmlformats.org/officeDocument/2006/relationships/extended-properties" Target="/docProps/app.xml" Id="R7a829f8953f04536" /><Relationship Type="http://schemas.openxmlformats.org/officeDocument/2006/relationships/officeDocument" Target="/ppt/presentation.xml" Id="Rcb6b74bb358942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897ec982048c0"/>
  </p:sldMasterIdLst>
  <p:notesMasterIdLst>
    <p:notesMasterId xmlns:r="http://schemas.openxmlformats.org/officeDocument/2006/relationships" r:id="Rd501c01d39284cd1"/>
  </p:notesMasterIdLst>
  <p:sldIdLst>
    <p:sldId xmlns:r="http://schemas.openxmlformats.org/officeDocument/2006/relationships" id="256" r:id="R434b5aff18714c09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4426de35a6416b" /><Relationship Type="http://schemas.openxmlformats.org/officeDocument/2006/relationships/slideMaster" Target="/ppt/slideMasters/slideMaster1.xml" Id="R82d897ec982048c0" /><Relationship Type="http://schemas.openxmlformats.org/officeDocument/2006/relationships/notesMaster" Target="/ppt/notesMasters/notesMaster1.xml" Id="Rd501c01d39284cd1" /><Relationship Type="http://schemas.openxmlformats.org/officeDocument/2006/relationships/presProps" Target="/ppt/presProps.xml" Id="R8c3366bc4fed4b9c" /><Relationship Type="http://schemas.openxmlformats.org/officeDocument/2006/relationships/tableStyles" Target="/ppt/tableStyles.xml" Id="Rd7c12c8d87e442be" /><Relationship Type="http://schemas.openxmlformats.org/officeDocument/2006/relationships/slide" Target="/ppt/slides/slide1.xml" Id="R434b5aff1871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e19b8ecd54f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49ee86b24a4d95" /><Relationship Type="http://schemas.openxmlformats.org/officeDocument/2006/relationships/notesMaster" Target="/ppt/notesMasters/notesMaster1.xml" Id="R678095b330e4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s/evidence.json，Vanilla-06的391条有效请求。主图按原始timestamp枚举，9个任务区段，纵轴850处分段变尺度。11条长尾含9条标题和2条业务。850为候选介入阈值，潜在尾部不等于可安全删除的冗余。空心样本用同心标记层实现，两个图表系列共用内嵌工作簿中的同一组X/Y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87056fdc94e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10c368145d4ef6" /><Relationship Type="http://schemas.openxmlformats.org/officeDocument/2006/relationships/slideLayout" Target="/ppt/slideLayouts/slideLayout1.xml" Id="R745c2710dcc54c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c2710dcc54c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c3e082f474eed" /><Relationship Type="http://schemas.openxmlformats.org/officeDocument/2006/relationships/chart" Target="/ppt/slides/charts/chart1.xml" Id="R295f2f74631441b2" /><Relationship Type="http://schemas.openxmlformats.org/officeDocument/2006/relationships/chart" Target="/ppt/slides/charts/chart2.xml" Id="R8e06bfc8cc4246c1" /><Relationship Type="http://schemas.openxmlformats.org/officeDocument/2006/relationships/chart" Target="/ppt/slides/charts/chart3.xml" Id="R1d234ca98508476b" /><Relationship Type="http://schemas.openxmlformats.org/officeDocument/2006/relationships/notesSlide" Target="/ppt/notesSlides/notesSlide1.xml" Id="R5ed4990fa9914d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任务 26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57.5</c:v>
                </c:pt>
                <c:pt idx="1">
                  <c:v>57.5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1"/>
          <c:order val="1"/>
          <c:tx>
            <c:v>任务 36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86.5</c:v>
                </c:pt>
                <c:pt idx="1">
                  <c:v>86.5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2"/>
          <c:order val="2"/>
          <c:tx>
            <c:v>任务 35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128.5</c:v>
                </c:pt>
                <c:pt idx="1">
                  <c:v>128.5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3"/>
          <c:order val="3"/>
          <c:tx>
            <c:v>任务 34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191.5</c:v>
                </c:pt>
                <c:pt idx="1">
                  <c:v>191.5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4"/>
          <c:order val="4"/>
          <c:tx>
            <c:v>任务 2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220.5</c:v>
                </c:pt>
                <c:pt idx="1">
                  <c:v>220.5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5"/>
          <c:order val="5"/>
          <c:tx>
            <c:v>任务 3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258.5</c:v>
                </c:pt>
                <c:pt idx="1">
                  <c:v>258.5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6"/>
          <c:order val="6"/>
          <c:tx>
            <c:v>任务 28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293.5</c:v>
                </c:pt>
                <c:pt idx="1">
                  <c:v>293.5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7"/>
          <c:order val="7"/>
          <c:tx>
            <c:v>任务 37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344.5</c:v>
                </c:pt>
                <c:pt idx="1">
                  <c:v>344.5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</c:ser>
        <c:ser>
          <c:idx val="8"/>
          <c:order val="8"/>
          <c:tx>
            <c:v>长思考（11条）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ns11:solidFill xmlns:ns11="http://schemas.openxmlformats.org/drawingml/2006/main">
                <ns11:srgbClr val="B16A16"/>
              </ns11:solidFill>
              <ns12:ln xmlns:ns12="http://schemas.openxmlformats.org/drawingml/2006/main" w="0">
                <ns12:noFill/>
              </ns12:ln>
            </c:spPr>
          </c:marker>
          <c:dPt>
            <c:idx val="0"/>
            <c:spPr>
              <a:solidFill xmlns:a="http://schemas.openxmlformats.org/drawingml/2006/main">
                <a:srgbClr val="B16A16"/>
              </a:solidFill>
              <ns0:ln xmlns:ns0="http://schemas.openxmlformats.org/drawingml/2006/main" w="0">
                <ns0:noFill/>
              </ns0:ln>
            </c:spPr>
          </c:dPt>
          <c:dPt>
            <c:idx val="1"/>
            <c:spPr>
              <a:solidFill xmlns:a="http://schemas.openxmlformats.org/drawingml/2006/main">
                <a:srgbClr val="B16A16"/>
              </a:solidFill>
              <ns1:ln xmlns:ns1="http://schemas.openxmlformats.org/drawingml/2006/main" w="0">
                <ns1:noFill/>
              </ns1:ln>
            </c:spPr>
          </c:dPt>
          <c:dPt>
            <c:idx val="2"/>
            <c:spPr>
              <a:solidFill xmlns:a="http://schemas.openxmlformats.org/drawingml/2006/main">
                <a:srgbClr val="B16A16"/>
              </a:solidFill>
              <ns2:ln xmlns:ns2="http://schemas.openxmlformats.org/drawingml/2006/main" w="0">
                <ns2:noFill/>
              </ns2:ln>
            </c:spPr>
          </c:dPt>
          <c:dPt>
            <c:idx val="3"/>
            <c:spPr>
              <a:solidFill xmlns:a="http://schemas.openxmlformats.org/drawingml/2006/main">
                <a:srgbClr val="B16A16"/>
              </a:solidFill>
              <ns3:ln xmlns:ns3="http://schemas.openxmlformats.org/drawingml/2006/main" w="0">
                <ns3:noFill/>
              </ns3:ln>
            </c:spPr>
          </c:dPt>
          <c:dPt>
            <c:idx val="4"/>
            <c:spPr>
              <a:solidFill xmlns:a="http://schemas.openxmlformats.org/drawingml/2006/main">
                <a:srgbClr val="B16A16"/>
              </a:solidFill>
              <ns4:ln xmlns:ns4="http://schemas.openxmlformats.org/drawingml/2006/main" w="0">
                <ns4:noFill/>
              </ns4:ln>
            </c:spPr>
          </c:dPt>
          <c:dPt>
            <c:idx val="5"/>
            <c:spPr>
              <a:solidFill xmlns:a="http://schemas.openxmlformats.org/drawingml/2006/main">
                <a:srgbClr val="B16A16"/>
              </a:solidFill>
              <ns5:ln xmlns:ns5="http://schemas.openxmlformats.org/drawingml/2006/main" w="0">
                <ns5:noFill/>
              </ns5:ln>
            </c:spPr>
          </c:dPt>
          <c:dPt>
            <c:idx val="6"/>
            <c:spPr>
              <a:solidFill xmlns:a="http://schemas.openxmlformats.org/drawingml/2006/main">
                <a:srgbClr val="B16A16"/>
              </a:solidFill>
              <ns6:ln xmlns:ns6="http://schemas.openxmlformats.org/drawingml/2006/main" w="0">
                <ns6:noFill/>
              </ns6:ln>
            </c:spPr>
          </c:dPt>
          <c:dPt>
            <c:idx val="7"/>
            <c:spPr>
              <a:solidFill xmlns:a="http://schemas.openxmlformats.org/drawingml/2006/main">
                <a:srgbClr val="B16A16"/>
              </a:solidFill>
              <ns7:ln xmlns:ns7="http://schemas.openxmlformats.org/drawingml/2006/main" w="0">
                <ns7:noFill/>
              </ns7:ln>
            </c:spPr>
          </c:dPt>
          <c:dPt>
            <c:idx val="8"/>
            <c:spPr>
              <a:solidFill xmlns:a="http://schemas.openxmlformats.org/drawingml/2006/main">
                <a:srgbClr val="B16A16"/>
              </a:solidFill>
              <ns8:ln xmlns:ns8="http://schemas.openxmlformats.org/drawingml/2006/main" w="0">
                <ns8:noFill/>
              </ns8:ln>
            </c:spPr>
          </c:dPt>
          <c:dPt>
            <c:idx val="9"/>
            <c:spPr>
              <a:solidFill xmlns:a="http://schemas.openxmlformats.org/drawingml/2006/main">
                <a:srgbClr val="B16A16"/>
              </a:solidFill>
              <ns9:ln xmlns:ns9="http://schemas.openxmlformats.org/drawingml/2006/main" w="0">
                <ns9:noFill/>
              </ns9:ln>
            </c:spPr>
          </c:dPt>
          <c:dPt>
            <c:idx val="10"/>
            <c:spPr>
              <a:solidFill xmlns:a="http://schemas.openxmlformats.org/drawingml/2006/main">
                <a:srgbClr val="B16A16"/>
              </a:solidFill>
              <ns10:ln xmlns:ns10="http://schemas.openxmlformats.org/drawingml/2006/main" w="0">
                <ns10:noFill/>
              </ns10:ln>
            </c:spPr>
          </c:dPt>
          <c:xVal>
            <c:numRef>
              <c:f>'Chart Data'!$Q$2:$Q$12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Data'!$R$2:$R$12</c:f>
              <c:numCache>
                <c:formatCode>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</c:ser>
        <c:ser>
          <c:idx val="9"/>
          <c:order val="9"/>
          <c:tx>
            <c:v>850 token 阈值</c:v>
          </c:tx>
          <c:spPr>
            <a:ln xmlns:a="http://schemas.openxmlformats.org/drawingml/2006/main"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;;;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任务 26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57.5</c:v>
                </c:pt>
                <c:pt idx="1">
                  <c:v>57.5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1"/>
          <c:order val="1"/>
          <c:tx>
            <c:v>任务 36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86.5</c:v>
                </c:pt>
                <c:pt idx="1">
                  <c:v>86.5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2"/>
          <c:order val="2"/>
          <c:tx>
            <c:v>任务 35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128.5</c:v>
                </c:pt>
                <c:pt idx="1">
                  <c:v>128.5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3"/>
          <c:order val="3"/>
          <c:tx>
            <c:v>任务 34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191.5</c:v>
                </c:pt>
                <c:pt idx="1">
                  <c:v>191.5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4"/>
          <c:order val="4"/>
          <c:tx>
            <c:v>任务 2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220.5</c:v>
                </c:pt>
                <c:pt idx="1">
                  <c:v>220.5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5"/>
          <c:order val="5"/>
          <c:tx>
            <c:v>任务 3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258.5</c:v>
                </c:pt>
                <c:pt idx="1">
                  <c:v>258.5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6"/>
          <c:order val="6"/>
          <c:tx>
            <c:v>任务 28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293.5</c:v>
                </c:pt>
                <c:pt idx="1">
                  <c:v>293.5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7"/>
          <c:order val="7"/>
          <c:tx>
            <c:v>任务 37 开始</c:v>
          </c:tx>
          <c:spPr>
            <a:ln xmlns:a="http://schemas.openxmlformats.org/drawingml/2006/main"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344.5</c:v>
                </c:pt>
                <c:pt idx="1">
                  <c:v>344.5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</c:ser>
        <c:ser>
          <c:idx val="8"/>
          <c:order val="8"/>
          <c:tx>
            <c:v>短思考（380条，空心）</c:v>
          </c:tx>
          <c:spPr>
            <ns0:solidFill xmlns:ns0="http://schemas.openxmlformats.org/drawingml/2006/main">
              <ns0:srgbClr val="536B7C"/>
            </ns0:solidFill>
            <ns1:ln xmlns:ns1="http://schemas.openxmlformats.org/drawingml/2006/main" w="0">
              <ns1:noFill/>
            </ns1:ln>
          </c:spPr>
          <c:marker>
            <c:symbol val="circle"/>
            <c:size val="5"/>
            <c:spPr>
              <ns2:solidFill xmlns:ns2="http://schemas.openxmlformats.org/drawingml/2006/main">
                <ns2:srgbClr val="536B7C"/>
              </ns2:solidFill>
              <ns3:ln xmlns:ns3="http://schemas.openxmlformats.org/drawingml/2006/main" w="0">
                <ns3:noFill/>
              </ns3:ln>
            </c:spPr>
          </c:marker>
          <c:dPt>
            <c:idx val="0"/>
            <c:spPr>
              <ns4:solidFill xmlns:ns4="http://schemas.openxmlformats.org/drawingml/2006/main">
                <ns4:srgbClr val="536B7C"/>
              </ns4:solidFill>
              <ns5:ln xmlns:ns5="http://schemas.openxmlformats.org/drawingml/2006/main" w="0">
                <ns5:noFill/>
              </ns5:ln>
            </c:spPr>
          </c:dPt>
          <c:dPt>
            <c:idx val="1"/>
            <c:spPr>
              <ns6:solidFill xmlns:ns6="http://schemas.openxmlformats.org/drawingml/2006/main">
                <ns6:srgbClr val="536B7C"/>
              </ns6:solidFill>
              <ns7:ln xmlns:ns7="http://schemas.openxmlformats.org/drawingml/2006/main" w="0">
                <ns7:noFill/>
              </ns7:ln>
            </c:spPr>
          </c:dPt>
          <c:dPt>
            <c:idx val="2"/>
            <c:spPr>
              <ns8:solidFill xmlns:ns8="http://schemas.openxmlformats.org/drawingml/2006/main">
                <ns8:srgbClr val="536B7C"/>
              </ns8:solidFill>
              <ns9:ln xmlns:ns9="http://schemas.openxmlformats.org/drawingml/2006/main" w="0">
                <ns9:noFill/>
              </ns9:ln>
            </c:spPr>
          </c:dPt>
          <c:dPt>
            <c:idx val="3"/>
            <c:spPr>
              <ns10:solidFill xmlns:ns10="http://schemas.openxmlformats.org/drawingml/2006/main">
                <ns10:srgbClr val="536B7C"/>
              </ns10:solidFill>
              <ns11:ln xmlns:ns11="http://schemas.openxmlformats.org/drawingml/2006/main" w="0">
                <ns11:noFill/>
              </ns11:ln>
            </c:spPr>
          </c:dPt>
          <c:dPt>
            <c:idx val="4"/>
            <c:spPr>
              <ns12:solidFill xmlns:ns12="http://schemas.openxmlformats.org/drawingml/2006/main">
                <ns12:srgbClr val="536B7C"/>
              </ns12:solidFill>
              <ns13:ln xmlns:ns13="http://schemas.openxmlformats.org/drawingml/2006/main" w="0">
                <ns13:noFill/>
              </ns13:ln>
            </c:spPr>
          </c:dPt>
          <c:dPt>
            <c:idx val="5"/>
            <c:spPr>
              <ns14:solidFill xmlns:ns14="http://schemas.openxmlformats.org/drawingml/2006/main">
                <ns14:srgbClr val="536B7C"/>
              </ns14:solidFill>
              <ns15:ln xmlns:ns15="http://schemas.openxmlformats.org/drawingml/2006/main" w="0">
                <ns15:noFill/>
              </ns15:ln>
            </c:spPr>
          </c:dPt>
          <c:dPt>
            <c:idx val="6"/>
            <c:spPr>
              <ns16:solidFill xmlns:ns16="http://schemas.openxmlformats.org/drawingml/2006/main">
                <ns16:srgbClr val="536B7C"/>
              </ns16:solidFill>
              <ns17:ln xmlns:ns17="http://schemas.openxmlformats.org/drawingml/2006/main" w="0">
                <ns17:noFill/>
              </ns17:ln>
            </c:spPr>
          </c:dPt>
          <c:dPt>
            <c:idx val="7"/>
            <c:spPr>
              <ns18:solidFill xmlns:ns18="http://schemas.openxmlformats.org/drawingml/2006/main">
                <ns18:srgbClr val="536B7C"/>
              </ns18:solidFill>
              <ns19:ln xmlns:ns19="http://schemas.openxmlformats.org/drawingml/2006/main" w="0">
                <ns19:noFill/>
              </ns19:ln>
            </c:spPr>
          </c:dPt>
          <c:dPt>
            <c:idx val="8"/>
            <c:spPr>
              <ns20:solidFill xmlns:ns20="http://schemas.openxmlformats.org/drawingml/2006/main">
                <ns20:srgbClr val="536B7C"/>
              </ns20:solidFill>
              <ns21:ln xmlns:ns21="http://schemas.openxmlformats.org/drawingml/2006/main" w="0">
                <ns21:noFill/>
              </ns21:ln>
            </c:spPr>
          </c:dPt>
          <c:dPt>
            <c:idx val="9"/>
            <c:spPr>
              <ns22:solidFill xmlns:ns22="http://schemas.openxmlformats.org/drawingml/2006/main">
                <ns22:srgbClr val="536B7C"/>
              </ns22:solidFill>
              <ns23:ln xmlns:ns23="http://schemas.openxmlformats.org/drawingml/2006/main" w="0">
                <ns23:noFill/>
              </ns23:ln>
            </c:spPr>
          </c:dPt>
          <c:dPt>
            <c:idx val="10"/>
            <c:spPr>
              <ns24:solidFill xmlns:ns24="http://schemas.openxmlformats.org/drawingml/2006/main">
                <ns24:srgbClr val="536B7C"/>
              </ns24:solidFill>
              <ns25:ln xmlns:ns25="http://schemas.openxmlformats.org/drawingml/2006/main" w="0">
                <ns25:noFill/>
              </ns25:ln>
            </c:spPr>
          </c:dPt>
          <c:dPt>
            <c:idx val="11"/>
            <c:spPr>
              <ns26:solidFill xmlns:ns26="http://schemas.openxmlformats.org/drawingml/2006/main">
                <ns26:srgbClr val="536B7C"/>
              </ns26:solidFill>
              <ns27:ln xmlns:ns27="http://schemas.openxmlformats.org/drawingml/2006/main" w="0">
                <ns27:noFill/>
              </ns27:ln>
            </c:spPr>
          </c:dPt>
          <c:dPt>
            <c:idx val="12"/>
            <c:spPr>
              <ns28:solidFill xmlns:ns28="http://schemas.openxmlformats.org/drawingml/2006/main">
                <ns28:srgbClr val="536B7C"/>
              </ns28:solidFill>
              <ns29:ln xmlns:ns29="http://schemas.openxmlformats.org/drawingml/2006/main" w="0">
                <ns29:noFill/>
              </ns29:ln>
            </c:spPr>
          </c:dPt>
          <c:dPt>
            <c:idx val="13"/>
            <c:spPr>
              <ns30:solidFill xmlns:ns30="http://schemas.openxmlformats.org/drawingml/2006/main">
                <ns30:srgbClr val="536B7C"/>
              </ns30:solidFill>
              <ns31:ln xmlns:ns31="http://schemas.openxmlformats.org/drawingml/2006/main" w="0">
                <ns31:noFill/>
              </ns31:ln>
            </c:spPr>
          </c:dPt>
          <c:dPt>
            <c:idx val="14"/>
            <c:spPr>
              <ns32:solidFill xmlns:ns32="http://schemas.openxmlformats.org/drawingml/2006/main">
                <ns32:srgbClr val="536B7C"/>
              </ns32:solidFill>
              <ns33:ln xmlns:ns33="http://schemas.openxmlformats.org/drawingml/2006/main" w="0">
                <ns33:noFill/>
              </ns33:ln>
            </c:spPr>
          </c:dPt>
          <c:dPt>
            <c:idx val="15"/>
            <c:spPr>
              <ns34:solidFill xmlns:ns34="http://schemas.openxmlformats.org/drawingml/2006/main">
                <ns34:srgbClr val="536B7C"/>
              </ns34:solidFill>
              <ns35:ln xmlns:ns35="http://schemas.openxmlformats.org/drawingml/2006/main" w="0">
                <ns35:noFill/>
              </ns35:ln>
            </c:spPr>
          </c:dPt>
          <c:dPt>
            <c:idx val="16"/>
            <c:spPr>
              <ns36:solidFill xmlns:ns36="http://schemas.openxmlformats.org/drawingml/2006/main">
                <ns36:srgbClr val="536B7C"/>
              </ns36:solidFill>
              <ns37:ln xmlns:ns37="http://schemas.openxmlformats.org/drawingml/2006/main" w="0">
                <ns37:noFill/>
              </ns37:ln>
            </c:spPr>
          </c:dPt>
          <c:dPt>
            <c:idx val="17"/>
            <c:spPr>
              <ns38:solidFill xmlns:ns38="http://schemas.openxmlformats.org/drawingml/2006/main">
                <ns38:srgbClr val="536B7C"/>
              </ns38:solidFill>
              <ns39:ln xmlns:ns39="http://schemas.openxmlformats.org/drawingml/2006/main" w="0">
                <ns39:noFill/>
              </ns39:ln>
            </c:spPr>
          </c:dPt>
          <c:dPt>
            <c:idx val="18"/>
            <c:spPr>
              <ns40:solidFill xmlns:ns40="http://schemas.openxmlformats.org/drawingml/2006/main">
                <ns40:srgbClr val="536B7C"/>
              </ns40:solidFill>
              <ns41:ln xmlns:ns41="http://schemas.openxmlformats.org/drawingml/2006/main" w="0">
                <ns41:noFill/>
              </ns41:ln>
            </c:spPr>
          </c:dPt>
          <c:dPt>
            <c:idx val="19"/>
            <c:spPr>
              <ns42:solidFill xmlns:ns42="http://schemas.openxmlformats.org/drawingml/2006/main">
                <ns42:srgbClr val="536B7C"/>
              </ns42:solidFill>
              <ns43:ln xmlns:ns43="http://schemas.openxmlformats.org/drawingml/2006/main" w="0">
                <ns43:noFill/>
              </ns43:ln>
            </c:spPr>
          </c:dPt>
          <c:dPt>
            <c:idx val="20"/>
            <c:spPr>
              <ns44:solidFill xmlns:ns44="http://schemas.openxmlformats.org/drawingml/2006/main">
                <ns44:srgbClr val="536B7C"/>
              </ns44:solidFill>
              <ns45:ln xmlns:ns45="http://schemas.openxmlformats.org/drawingml/2006/main" w="0">
                <ns45:noFill/>
              </ns45:ln>
            </c:spPr>
          </c:dPt>
          <c:dPt>
            <c:idx val="21"/>
            <c:spPr>
              <ns46:solidFill xmlns:ns46="http://schemas.openxmlformats.org/drawingml/2006/main">
                <ns46:srgbClr val="536B7C"/>
              </ns46:solidFill>
              <ns47:ln xmlns:ns47="http://schemas.openxmlformats.org/drawingml/2006/main" w="0">
                <ns47:noFill/>
              </ns47:ln>
            </c:spPr>
          </c:dPt>
          <c:dPt>
            <c:idx val="22"/>
            <c:spPr>
              <ns48:solidFill xmlns:ns48="http://schemas.openxmlformats.org/drawingml/2006/main">
                <ns48:srgbClr val="536B7C"/>
              </ns48:solidFill>
              <ns49:ln xmlns:ns49="http://schemas.openxmlformats.org/drawingml/2006/main" w="0">
                <ns49:noFill/>
              </ns49:ln>
            </c:spPr>
          </c:dPt>
          <c:dPt>
            <c:idx val="23"/>
            <c:spPr>
              <ns50:solidFill xmlns:ns50="http://schemas.openxmlformats.org/drawingml/2006/main">
                <ns50:srgbClr val="536B7C"/>
              </ns50:solidFill>
              <ns51:ln xmlns:ns51="http://schemas.openxmlformats.org/drawingml/2006/main" w="0">
                <ns51:noFill/>
              </ns51:ln>
            </c:spPr>
          </c:dPt>
          <c:dPt>
            <c:idx val="24"/>
            <c:spPr>
              <ns52:solidFill xmlns:ns52="http://schemas.openxmlformats.org/drawingml/2006/main">
                <ns52:srgbClr val="536B7C"/>
              </ns52:solidFill>
              <ns53:ln xmlns:ns53="http://schemas.openxmlformats.org/drawingml/2006/main" w="0">
                <ns53:noFill/>
              </ns53:ln>
            </c:spPr>
          </c:dPt>
          <c:dPt>
            <c:idx val="25"/>
            <c:spPr>
              <ns54:solidFill xmlns:ns54="http://schemas.openxmlformats.org/drawingml/2006/main">
                <ns54:srgbClr val="536B7C"/>
              </ns54:solidFill>
              <ns55:ln xmlns:ns55="http://schemas.openxmlformats.org/drawingml/2006/main" w="0">
                <ns55:noFill/>
              </ns55:ln>
            </c:spPr>
          </c:dPt>
          <c:dPt>
            <c:idx val="26"/>
            <c:spPr>
              <ns56:solidFill xmlns:ns56="http://schemas.openxmlformats.org/drawingml/2006/main">
                <ns56:srgbClr val="536B7C"/>
              </ns56:solidFill>
              <ns57:ln xmlns:ns57="http://schemas.openxmlformats.org/drawingml/2006/main" w="0">
                <ns57:noFill/>
              </ns57:ln>
            </c:spPr>
          </c:dPt>
          <c:dPt>
            <c:idx val="27"/>
            <c:spPr>
              <ns58:solidFill xmlns:ns58="http://schemas.openxmlformats.org/drawingml/2006/main">
                <ns58:srgbClr val="536B7C"/>
              </ns58:solidFill>
              <ns59:ln xmlns:ns59="http://schemas.openxmlformats.org/drawingml/2006/main" w="0">
                <ns59:noFill/>
              </ns59:ln>
            </c:spPr>
          </c:dPt>
          <c:dPt>
            <c:idx val="28"/>
            <c:spPr>
              <ns60:solidFill xmlns:ns60="http://schemas.openxmlformats.org/drawingml/2006/main">
                <ns60:srgbClr val="536B7C"/>
              </ns60:solidFill>
              <ns61:ln xmlns:ns61="http://schemas.openxmlformats.org/drawingml/2006/main" w="0">
                <ns61:noFill/>
              </ns61:ln>
            </c:spPr>
          </c:dPt>
          <c:dPt>
            <c:idx val="29"/>
            <c:spPr>
              <ns62:solidFill xmlns:ns62="http://schemas.openxmlformats.org/drawingml/2006/main">
                <ns62:srgbClr val="536B7C"/>
              </ns62:solidFill>
              <ns63:ln xmlns:ns63="http://schemas.openxmlformats.org/drawingml/2006/main" w="0">
                <ns63:noFill/>
              </ns63:ln>
            </c:spPr>
          </c:dPt>
          <c:dPt>
            <c:idx val="30"/>
            <c:spPr>
              <ns64:solidFill xmlns:ns64="http://schemas.openxmlformats.org/drawingml/2006/main">
                <ns64:srgbClr val="536B7C"/>
              </ns64:solidFill>
              <ns65:ln xmlns:ns65="http://schemas.openxmlformats.org/drawingml/2006/main" w="0">
                <ns65:noFill/>
              </ns65:ln>
            </c:spPr>
          </c:dPt>
          <c:dPt>
            <c:idx val="31"/>
            <c:spPr>
              <ns66:solidFill xmlns:ns66="http://schemas.openxmlformats.org/drawingml/2006/main">
                <ns66:srgbClr val="536B7C"/>
              </ns66:solidFill>
              <ns67:ln xmlns:ns67="http://schemas.openxmlformats.org/drawingml/2006/main" w="0">
                <ns67:noFill/>
              </ns67:ln>
            </c:spPr>
          </c:dPt>
          <c:dPt>
            <c:idx val="32"/>
            <c:spPr>
              <ns68:solidFill xmlns:ns68="http://schemas.openxmlformats.org/drawingml/2006/main">
                <ns68:srgbClr val="536B7C"/>
              </ns68:solidFill>
              <ns69:ln xmlns:ns69="http://schemas.openxmlformats.org/drawingml/2006/main" w="0">
                <ns69:noFill/>
              </ns69:ln>
            </c:spPr>
          </c:dPt>
          <c:dPt>
            <c:idx val="33"/>
            <c:spPr>
              <ns70:solidFill xmlns:ns70="http://schemas.openxmlformats.org/drawingml/2006/main">
                <ns70:srgbClr val="536B7C"/>
              </ns70:solidFill>
              <ns71:ln xmlns:ns71="http://schemas.openxmlformats.org/drawingml/2006/main" w="0">
                <ns71:noFill/>
              </ns71:ln>
            </c:spPr>
          </c:dPt>
          <c:dPt>
            <c:idx val="34"/>
            <c:spPr>
              <ns72:solidFill xmlns:ns72="http://schemas.openxmlformats.org/drawingml/2006/main">
                <ns72:srgbClr val="536B7C"/>
              </ns72:solidFill>
              <ns73:ln xmlns:ns73="http://schemas.openxmlformats.org/drawingml/2006/main" w="0">
                <ns73:noFill/>
              </ns73:ln>
            </c:spPr>
          </c:dPt>
          <c:dPt>
            <c:idx val="35"/>
            <c:spPr>
              <ns74:solidFill xmlns:ns74="http://schemas.openxmlformats.org/drawingml/2006/main">
                <ns74:srgbClr val="536B7C"/>
              </ns74:solidFill>
              <ns75:ln xmlns:ns75="http://schemas.openxmlformats.org/drawingml/2006/main" w="0">
                <ns75:noFill/>
              </ns75:ln>
            </c:spPr>
          </c:dPt>
          <c:dPt>
            <c:idx val="36"/>
            <c:spPr>
              <ns76:solidFill xmlns:ns76="http://schemas.openxmlformats.org/drawingml/2006/main">
                <ns76:srgbClr val="536B7C"/>
              </ns76:solidFill>
              <ns77:ln xmlns:ns77="http://schemas.openxmlformats.org/drawingml/2006/main" w="0">
                <ns77:noFill/>
              </ns77:ln>
            </c:spPr>
          </c:dPt>
          <c:dPt>
            <c:idx val="37"/>
            <c:spPr>
              <ns78:solidFill xmlns:ns78="http://schemas.openxmlformats.org/drawingml/2006/main">
                <ns78:srgbClr val="536B7C"/>
              </ns78:solidFill>
              <ns79:ln xmlns:ns79="http://schemas.openxmlformats.org/drawingml/2006/main" w="0">
                <ns79:noFill/>
              </ns79:ln>
            </c:spPr>
          </c:dPt>
          <c:dPt>
            <c:idx val="38"/>
            <c:spPr>
              <ns80:solidFill xmlns:ns80="http://schemas.openxmlformats.org/drawingml/2006/main">
                <ns80:srgbClr val="536B7C"/>
              </ns80:solidFill>
              <ns81:ln xmlns:ns81="http://schemas.openxmlformats.org/drawingml/2006/main" w="0">
                <ns81:noFill/>
              </ns81:ln>
            </c:spPr>
          </c:dPt>
          <c:dPt>
            <c:idx val="39"/>
            <c:spPr>
              <ns82:solidFill xmlns:ns82="http://schemas.openxmlformats.org/drawingml/2006/main">
                <ns82:srgbClr val="536B7C"/>
              </ns82:solidFill>
              <ns83:ln xmlns:ns83="http://schemas.openxmlformats.org/drawingml/2006/main" w="0">
                <ns83:noFill/>
              </ns83:ln>
            </c:spPr>
          </c:dPt>
          <c:dPt>
            <c:idx val="40"/>
            <c:spPr>
              <ns84:solidFill xmlns:ns84="http://schemas.openxmlformats.org/drawingml/2006/main">
                <ns84:srgbClr val="536B7C"/>
              </ns84:solidFill>
              <ns85:ln xmlns:ns85="http://schemas.openxmlformats.org/drawingml/2006/main" w="0">
                <ns85:noFill/>
              </ns85:ln>
            </c:spPr>
          </c:dPt>
          <c:dPt>
            <c:idx val="41"/>
            <c:spPr>
              <ns86:solidFill xmlns:ns86="http://schemas.openxmlformats.org/drawingml/2006/main">
                <ns86:srgbClr val="536B7C"/>
              </ns86:solidFill>
              <ns87:ln xmlns:ns87="http://schemas.openxmlformats.org/drawingml/2006/main" w="0">
                <ns87:noFill/>
              </ns87:ln>
            </c:spPr>
          </c:dPt>
          <c:dPt>
            <c:idx val="42"/>
            <c:spPr>
              <ns88:solidFill xmlns:ns88="http://schemas.openxmlformats.org/drawingml/2006/main">
                <ns88:srgbClr val="536B7C"/>
              </ns88:solidFill>
              <ns89:ln xmlns:ns89="http://schemas.openxmlformats.org/drawingml/2006/main" w="0">
                <ns89:noFill/>
              </ns89:ln>
            </c:spPr>
          </c:dPt>
          <c:dPt>
            <c:idx val="43"/>
            <c:spPr>
              <ns90:solidFill xmlns:ns90="http://schemas.openxmlformats.org/drawingml/2006/main">
                <ns90:srgbClr val="536B7C"/>
              </ns90:solidFill>
              <ns91:ln xmlns:ns91="http://schemas.openxmlformats.org/drawingml/2006/main" w="0">
                <ns91:noFill/>
              </ns91:ln>
            </c:spPr>
          </c:dPt>
          <c:dPt>
            <c:idx val="44"/>
            <c:spPr>
              <ns92:solidFill xmlns:ns92="http://schemas.openxmlformats.org/drawingml/2006/main">
                <ns92:srgbClr val="536B7C"/>
              </ns92:solidFill>
              <ns93:ln xmlns:ns93="http://schemas.openxmlformats.org/drawingml/2006/main" w="0">
                <ns93:noFill/>
              </ns93:ln>
            </c:spPr>
          </c:dPt>
          <c:dPt>
            <c:idx val="45"/>
            <c:spPr>
              <ns94:solidFill xmlns:ns94="http://schemas.openxmlformats.org/drawingml/2006/main">
                <ns94:srgbClr val="536B7C"/>
              </ns94:solidFill>
              <ns95:ln xmlns:ns95="http://schemas.openxmlformats.org/drawingml/2006/main" w="0">
                <ns95:noFill/>
              </ns95:ln>
            </c:spPr>
          </c:dPt>
          <c:dPt>
            <c:idx val="46"/>
            <c:spPr>
              <ns96:solidFill xmlns:ns96="http://schemas.openxmlformats.org/drawingml/2006/main">
                <ns96:srgbClr val="536B7C"/>
              </ns96:solidFill>
              <ns97:ln xmlns:ns97="http://schemas.openxmlformats.org/drawingml/2006/main" w="0">
                <ns97:noFill/>
              </ns97:ln>
            </c:spPr>
          </c:dPt>
          <c:dPt>
            <c:idx val="47"/>
            <c:spPr>
              <ns98:solidFill xmlns:ns98="http://schemas.openxmlformats.org/drawingml/2006/main">
                <ns98:srgbClr val="536B7C"/>
              </ns98:solidFill>
              <ns99:ln xmlns:ns99="http://schemas.openxmlformats.org/drawingml/2006/main" w="0">
                <ns99:noFill/>
              </ns99:ln>
            </c:spPr>
          </c:dPt>
          <c:dPt>
            <c:idx val="48"/>
            <c:spPr>
              <ns100:solidFill xmlns:ns100="http://schemas.openxmlformats.org/drawingml/2006/main">
                <ns100:srgbClr val="536B7C"/>
              </ns100:solidFill>
              <ns101:ln xmlns:ns101="http://schemas.openxmlformats.org/drawingml/2006/main" w="0">
                <ns101:noFill/>
              </ns101:ln>
            </c:spPr>
          </c:dPt>
          <c:dPt>
            <c:idx val="49"/>
            <c:spPr>
              <ns102:solidFill xmlns:ns102="http://schemas.openxmlformats.org/drawingml/2006/main">
                <ns102:srgbClr val="536B7C"/>
              </ns102:solidFill>
              <ns103:ln xmlns:ns103="http://schemas.openxmlformats.org/drawingml/2006/main" w="0">
                <ns103:noFill/>
              </ns103:ln>
            </c:spPr>
          </c:dPt>
          <c:dPt>
            <c:idx val="50"/>
            <c:spPr>
              <ns104:solidFill xmlns:ns104="http://schemas.openxmlformats.org/drawingml/2006/main">
                <ns104:srgbClr val="536B7C"/>
              </ns104:solidFill>
              <ns105:ln xmlns:ns105="http://schemas.openxmlformats.org/drawingml/2006/main" w="0">
                <ns105:noFill/>
              </ns105:ln>
            </c:spPr>
          </c:dPt>
          <c:dPt>
            <c:idx val="51"/>
            <c:spPr>
              <ns106:solidFill xmlns:ns106="http://schemas.openxmlformats.org/drawingml/2006/main">
                <ns106:srgbClr val="536B7C"/>
              </ns106:solidFill>
              <ns107:ln xmlns:ns107="http://schemas.openxmlformats.org/drawingml/2006/main" w="0">
                <ns107:noFill/>
              </ns107:ln>
            </c:spPr>
          </c:dPt>
          <c:dPt>
            <c:idx val="52"/>
            <c:spPr>
              <ns108:solidFill xmlns:ns108="http://schemas.openxmlformats.org/drawingml/2006/main">
                <ns108:srgbClr val="536B7C"/>
              </ns108:solidFill>
              <ns109:ln xmlns:ns109="http://schemas.openxmlformats.org/drawingml/2006/main" w="0">
                <ns109:noFill/>
              </ns109:ln>
            </c:spPr>
          </c:dPt>
          <c:dPt>
            <c:idx val="53"/>
            <c:spPr>
              <ns110:solidFill xmlns:ns110="http://schemas.openxmlformats.org/drawingml/2006/main">
                <ns110:srgbClr val="536B7C"/>
              </ns110:solidFill>
              <ns111:ln xmlns:ns111="http://schemas.openxmlformats.org/drawingml/2006/main" w="0">
                <ns111:noFill/>
              </ns111:ln>
            </c:spPr>
          </c:dPt>
          <c:dPt>
            <c:idx val="54"/>
            <c:spPr>
              <ns112:solidFill xmlns:ns112="http://schemas.openxmlformats.org/drawingml/2006/main">
                <ns112:srgbClr val="536B7C"/>
              </ns112:solidFill>
              <ns113:ln xmlns:ns113="http://schemas.openxmlformats.org/drawingml/2006/main" w="0">
                <ns113:noFill/>
              </ns113:ln>
            </c:spPr>
          </c:dPt>
          <c:dPt>
            <c:idx val="55"/>
            <c:spPr>
              <ns114:solidFill xmlns:ns114="http://schemas.openxmlformats.org/drawingml/2006/main">
                <ns114:srgbClr val="536B7C"/>
              </ns114:solidFill>
              <ns115:ln xmlns:ns115="http://schemas.openxmlformats.org/drawingml/2006/main" w="0">
                <ns115:noFill/>
              </ns115:ln>
            </c:spPr>
          </c:dPt>
          <c:dPt>
            <c:idx val="56"/>
            <c:spPr>
              <ns116:solidFill xmlns:ns116="http://schemas.openxmlformats.org/drawingml/2006/main">
                <ns116:srgbClr val="536B7C"/>
              </ns116:solidFill>
              <ns117:ln xmlns:ns117="http://schemas.openxmlformats.org/drawingml/2006/main" w="0">
                <ns117:noFill/>
              </ns117:ln>
            </c:spPr>
          </c:dPt>
          <c:dPt>
            <c:idx val="57"/>
            <c:spPr>
              <ns118:solidFill xmlns:ns118="http://schemas.openxmlformats.org/drawingml/2006/main">
                <ns118:srgbClr val="536B7C"/>
              </ns118:solidFill>
              <ns119:ln xmlns:ns119="http://schemas.openxmlformats.org/drawingml/2006/main" w="0">
                <ns119:noFill/>
              </ns119:ln>
            </c:spPr>
          </c:dPt>
          <c:dPt>
            <c:idx val="58"/>
            <c:spPr>
              <ns120:solidFill xmlns:ns120="http://schemas.openxmlformats.org/drawingml/2006/main">
                <ns120:srgbClr val="536B7C"/>
              </ns120:solidFill>
              <ns121:ln xmlns:ns121="http://schemas.openxmlformats.org/drawingml/2006/main" w="0">
                <ns121:noFill/>
              </ns121:ln>
            </c:spPr>
          </c:dPt>
          <c:dPt>
            <c:idx val="59"/>
            <c:spPr>
              <ns122:solidFill xmlns:ns122="http://schemas.openxmlformats.org/drawingml/2006/main">
                <ns122:srgbClr val="536B7C"/>
              </ns122:solidFill>
              <ns123:ln xmlns:ns123="http://schemas.openxmlformats.org/drawingml/2006/main" w="0">
                <ns123:noFill/>
              </ns123:ln>
            </c:spPr>
          </c:dPt>
          <c:dPt>
            <c:idx val="60"/>
            <c:spPr>
              <ns124:solidFill xmlns:ns124="http://schemas.openxmlformats.org/drawingml/2006/main">
                <ns124:srgbClr val="536B7C"/>
              </ns124:solidFill>
              <ns125:ln xmlns:ns125="http://schemas.openxmlformats.org/drawingml/2006/main" w="0">
                <ns125:noFill/>
              </ns125:ln>
            </c:spPr>
          </c:dPt>
          <c:dPt>
            <c:idx val="61"/>
            <c:spPr>
              <ns126:solidFill xmlns:ns126="http://schemas.openxmlformats.org/drawingml/2006/main">
                <ns126:srgbClr val="536B7C"/>
              </ns126:solidFill>
              <ns127:ln xmlns:ns127="http://schemas.openxmlformats.org/drawingml/2006/main" w="0">
                <ns127:noFill/>
              </ns127:ln>
            </c:spPr>
          </c:dPt>
          <c:dPt>
            <c:idx val="62"/>
            <c:spPr>
              <ns128:solidFill xmlns:ns128="http://schemas.openxmlformats.org/drawingml/2006/main">
                <ns128:srgbClr val="536B7C"/>
              </ns128:solidFill>
              <ns129:ln xmlns:ns129="http://schemas.openxmlformats.org/drawingml/2006/main" w="0">
                <ns129:noFill/>
              </ns129:ln>
            </c:spPr>
          </c:dPt>
          <c:dPt>
            <c:idx val="63"/>
            <c:spPr>
              <ns130:solidFill xmlns:ns130="http://schemas.openxmlformats.org/drawingml/2006/main">
                <ns130:srgbClr val="536B7C"/>
              </ns130:solidFill>
              <ns131:ln xmlns:ns131="http://schemas.openxmlformats.org/drawingml/2006/main" w="0">
                <ns131:noFill/>
              </ns131:ln>
            </c:spPr>
          </c:dPt>
          <c:dPt>
            <c:idx val="64"/>
            <c:spPr>
              <ns132:solidFill xmlns:ns132="http://schemas.openxmlformats.org/drawingml/2006/main">
                <ns132:srgbClr val="536B7C"/>
              </ns132:solidFill>
              <ns133:ln xmlns:ns133="http://schemas.openxmlformats.org/drawingml/2006/main" w="0">
                <ns133:noFill/>
              </ns133:ln>
            </c:spPr>
          </c:dPt>
          <c:dPt>
            <c:idx val="65"/>
            <c:spPr>
              <ns134:solidFill xmlns:ns134="http://schemas.openxmlformats.org/drawingml/2006/main">
                <ns134:srgbClr val="536B7C"/>
              </ns134:solidFill>
              <ns135:ln xmlns:ns135="http://schemas.openxmlformats.org/drawingml/2006/main" w="0">
                <ns135:noFill/>
              </ns135:ln>
            </c:spPr>
          </c:dPt>
          <c:dPt>
            <c:idx val="66"/>
            <c:spPr>
              <ns136:solidFill xmlns:ns136="http://schemas.openxmlformats.org/drawingml/2006/main">
                <ns136:srgbClr val="536B7C"/>
              </ns136:solidFill>
              <ns137:ln xmlns:ns137="http://schemas.openxmlformats.org/drawingml/2006/main" w="0">
                <ns137:noFill/>
              </ns137:ln>
            </c:spPr>
          </c:dPt>
          <c:dPt>
            <c:idx val="67"/>
            <c:spPr>
              <ns138:solidFill xmlns:ns138="http://schemas.openxmlformats.org/drawingml/2006/main">
                <ns138:srgbClr val="536B7C"/>
              </ns138:solidFill>
              <ns139:ln xmlns:ns139="http://schemas.openxmlformats.org/drawingml/2006/main" w="0">
                <ns139:noFill/>
              </ns139:ln>
            </c:spPr>
          </c:dPt>
          <c:dPt>
            <c:idx val="68"/>
            <c:spPr>
              <ns140:solidFill xmlns:ns140="http://schemas.openxmlformats.org/drawingml/2006/main">
                <ns140:srgbClr val="536B7C"/>
              </ns140:solidFill>
              <ns141:ln xmlns:ns141="http://schemas.openxmlformats.org/drawingml/2006/main" w="0">
                <ns141:noFill/>
              </ns141:ln>
            </c:spPr>
          </c:dPt>
          <c:dPt>
            <c:idx val="69"/>
            <c:spPr>
              <ns142:solidFill xmlns:ns142="http://schemas.openxmlformats.org/drawingml/2006/main">
                <ns142:srgbClr val="536B7C"/>
              </ns142:solidFill>
              <ns143:ln xmlns:ns143="http://schemas.openxmlformats.org/drawingml/2006/main" w="0">
                <ns143:noFill/>
              </ns143:ln>
            </c:spPr>
          </c:dPt>
          <c:dPt>
            <c:idx val="70"/>
            <c:spPr>
              <ns144:solidFill xmlns:ns144="http://schemas.openxmlformats.org/drawingml/2006/main">
                <ns144:srgbClr val="536B7C"/>
              </ns144:solidFill>
              <ns145:ln xmlns:ns145="http://schemas.openxmlformats.org/drawingml/2006/main" w="0">
                <ns145:noFill/>
              </ns145:ln>
            </c:spPr>
          </c:dPt>
          <c:dPt>
            <c:idx val="71"/>
            <c:spPr>
              <ns146:solidFill xmlns:ns146="http://schemas.openxmlformats.org/drawingml/2006/main">
                <ns146:srgbClr val="536B7C"/>
              </ns146:solidFill>
              <ns147:ln xmlns:ns147="http://schemas.openxmlformats.org/drawingml/2006/main" w="0">
                <ns147:noFill/>
              </ns147:ln>
            </c:spPr>
          </c:dPt>
          <c:dPt>
            <c:idx val="72"/>
            <c:spPr>
              <ns148:solidFill xmlns:ns148="http://schemas.openxmlformats.org/drawingml/2006/main">
                <ns148:srgbClr val="536B7C"/>
              </ns148:solidFill>
              <ns149:ln xmlns:ns149="http://schemas.openxmlformats.org/drawingml/2006/main" w="0">
                <ns149:noFill/>
              </ns149:ln>
            </c:spPr>
          </c:dPt>
          <c:dPt>
            <c:idx val="73"/>
            <c:spPr>
              <ns150:solidFill xmlns:ns150="http://schemas.openxmlformats.org/drawingml/2006/main">
                <ns150:srgbClr val="536B7C"/>
              </ns150:solidFill>
              <ns151:ln xmlns:ns151="http://schemas.openxmlformats.org/drawingml/2006/main" w="0">
                <ns151:noFill/>
              </ns151:ln>
            </c:spPr>
          </c:dPt>
          <c:dPt>
            <c:idx val="74"/>
            <c:spPr>
              <ns152:solidFill xmlns:ns152="http://schemas.openxmlformats.org/drawingml/2006/main">
                <ns152:srgbClr val="536B7C"/>
              </ns152:solidFill>
              <ns153:ln xmlns:ns153="http://schemas.openxmlformats.org/drawingml/2006/main" w="0">
                <ns153:noFill/>
              </ns153:ln>
            </c:spPr>
          </c:dPt>
          <c:dPt>
            <c:idx val="75"/>
            <c:spPr>
              <ns154:solidFill xmlns:ns154="http://schemas.openxmlformats.org/drawingml/2006/main">
                <ns154:srgbClr val="536B7C"/>
              </ns154:solidFill>
              <ns155:ln xmlns:ns155="http://schemas.openxmlformats.org/drawingml/2006/main" w="0">
                <ns155:noFill/>
              </ns155:ln>
            </c:spPr>
          </c:dPt>
          <c:dPt>
            <c:idx val="76"/>
            <c:spPr>
              <ns156:solidFill xmlns:ns156="http://schemas.openxmlformats.org/drawingml/2006/main">
                <ns156:srgbClr val="536B7C"/>
              </ns156:solidFill>
              <ns157:ln xmlns:ns157="http://schemas.openxmlformats.org/drawingml/2006/main" w="0">
                <ns157:noFill/>
              </ns157:ln>
            </c:spPr>
          </c:dPt>
          <c:dPt>
            <c:idx val="77"/>
            <c:spPr>
              <ns158:solidFill xmlns:ns158="http://schemas.openxmlformats.org/drawingml/2006/main">
                <ns158:srgbClr val="536B7C"/>
              </ns158:solidFill>
              <ns159:ln xmlns:ns159="http://schemas.openxmlformats.org/drawingml/2006/main" w="0">
                <ns159:noFill/>
              </ns159:ln>
            </c:spPr>
          </c:dPt>
          <c:dPt>
            <c:idx val="78"/>
            <c:spPr>
              <ns160:solidFill xmlns:ns160="http://schemas.openxmlformats.org/drawingml/2006/main">
                <ns160:srgbClr val="536B7C"/>
              </ns160:solidFill>
              <ns161:ln xmlns:ns161="http://schemas.openxmlformats.org/drawingml/2006/main" w="0">
                <ns161:noFill/>
              </ns161:ln>
            </c:spPr>
          </c:dPt>
          <c:dPt>
            <c:idx val="79"/>
            <c:spPr>
              <ns162:solidFill xmlns:ns162="http://schemas.openxmlformats.org/drawingml/2006/main">
                <ns162:srgbClr val="536B7C"/>
              </ns162:solidFill>
              <ns163:ln xmlns:ns163="http://schemas.openxmlformats.org/drawingml/2006/main" w="0">
                <ns163:noFill/>
              </ns163:ln>
            </c:spPr>
          </c:dPt>
          <c:dPt>
            <c:idx val="80"/>
            <c:spPr>
              <ns164:solidFill xmlns:ns164="http://schemas.openxmlformats.org/drawingml/2006/main">
                <ns164:srgbClr val="536B7C"/>
              </ns164:solidFill>
              <ns165:ln xmlns:ns165="http://schemas.openxmlformats.org/drawingml/2006/main" w="0">
                <ns165:noFill/>
              </ns165:ln>
            </c:spPr>
          </c:dPt>
          <c:dPt>
            <c:idx val="81"/>
            <c:spPr>
              <ns166:solidFill xmlns:ns166="http://schemas.openxmlformats.org/drawingml/2006/main">
                <ns166:srgbClr val="536B7C"/>
              </ns166:solidFill>
              <ns167:ln xmlns:ns167="http://schemas.openxmlformats.org/drawingml/2006/main" w="0">
                <ns167:noFill/>
              </ns167:ln>
            </c:spPr>
          </c:dPt>
          <c:dPt>
            <c:idx val="82"/>
            <c:spPr>
              <ns168:solidFill xmlns:ns168="http://schemas.openxmlformats.org/drawingml/2006/main">
                <ns168:srgbClr val="536B7C"/>
              </ns168:solidFill>
              <ns169:ln xmlns:ns169="http://schemas.openxmlformats.org/drawingml/2006/main" w="0">
                <ns169:noFill/>
              </ns169:ln>
            </c:spPr>
          </c:dPt>
          <c:dPt>
            <c:idx val="83"/>
            <c:spPr>
              <ns170:solidFill xmlns:ns170="http://schemas.openxmlformats.org/drawingml/2006/main">
                <ns170:srgbClr val="536B7C"/>
              </ns170:solidFill>
              <ns171:ln xmlns:ns171="http://schemas.openxmlformats.org/drawingml/2006/main" w="0">
                <ns171:noFill/>
              </ns171:ln>
            </c:spPr>
          </c:dPt>
          <c:dPt>
            <c:idx val="84"/>
            <c:spPr>
              <ns172:solidFill xmlns:ns172="http://schemas.openxmlformats.org/drawingml/2006/main">
                <ns172:srgbClr val="536B7C"/>
              </ns172:solidFill>
              <ns173:ln xmlns:ns173="http://schemas.openxmlformats.org/drawingml/2006/main" w="0">
                <ns173:noFill/>
              </ns173:ln>
            </c:spPr>
          </c:dPt>
          <c:dPt>
            <c:idx val="85"/>
            <c:spPr>
              <ns174:solidFill xmlns:ns174="http://schemas.openxmlformats.org/drawingml/2006/main">
                <ns174:srgbClr val="536B7C"/>
              </ns174:solidFill>
              <ns175:ln xmlns:ns175="http://schemas.openxmlformats.org/drawingml/2006/main" w="0">
                <ns175:noFill/>
              </ns175:ln>
            </c:spPr>
          </c:dPt>
          <c:dPt>
            <c:idx val="86"/>
            <c:spPr>
              <ns176:solidFill xmlns:ns176="http://schemas.openxmlformats.org/drawingml/2006/main">
                <ns176:srgbClr val="536B7C"/>
              </ns176:solidFill>
              <ns177:ln xmlns:ns177="http://schemas.openxmlformats.org/drawingml/2006/main" w="0">
                <ns177:noFill/>
              </ns177:ln>
            </c:spPr>
          </c:dPt>
          <c:dPt>
            <c:idx val="87"/>
            <c:spPr>
              <ns178:solidFill xmlns:ns178="http://schemas.openxmlformats.org/drawingml/2006/main">
                <ns178:srgbClr val="536B7C"/>
              </ns178:solidFill>
              <ns179:ln xmlns:ns179="http://schemas.openxmlformats.org/drawingml/2006/main" w="0">
                <ns179:noFill/>
              </ns179:ln>
            </c:spPr>
          </c:dPt>
          <c:dPt>
            <c:idx val="88"/>
            <c:spPr>
              <ns180:solidFill xmlns:ns180="http://schemas.openxmlformats.org/drawingml/2006/main">
                <ns180:srgbClr val="536B7C"/>
              </ns180:solidFill>
              <ns181:ln xmlns:ns181="http://schemas.openxmlformats.org/drawingml/2006/main" w="0">
                <ns181:noFill/>
              </ns181:ln>
            </c:spPr>
          </c:dPt>
          <c:dPt>
            <c:idx val="89"/>
            <c:spPr>
              <ns182:solidFill xmlns:ns182="http://schemas.openxmlformats.org/drawingml/2006/main">
                <ns182:srgbClr val="536B7C"/>
              </ns182:solidFill>
              <ns183:ln xmlns:ns183="http://schemas.openxmlformats.org/drawingml/2006/main" w="0">
                <ns183:noFill/>
              </ns183:ln>
            </c:spPr>
          </c:dPt>
          <c:dPt>
            <c:idx val="90"/>
            <c:spPr>
              <ns184:solidFill xmlns:ns184="http://schemas.openxmlformats.org/drawingml/2006/main">
                <ns184:srgbClr val="536B7C"/>
              </ns184:solidFill>
              <ns185:ln xmlns:ns185="http://schemas.openxmlformats.org/drawingml/2006/main" w="0">
                <ns185:noFill/>
              </ns185:ln>
            </c:spPr>
          </c:dPt>
          <c:dPt>
            <c:idx val="91"/>
            <c:spPr>
              <ns186:solidFill xmlns:ns186="http://schemas.openxmlformats.org/drawingml/2006/main">
                <ns186:srgbClr val="536B7C"/>
              </ns186:solidFill>
              <ns187:ln xmlns:ns187="http://schemas.openxmlformats.org/drawingml/2006/main" w="0">
                <ns187:noFill/>
              </ns187:ln>
            </c:spPr>
          </c:dPt>
          <c:dPt>
            <c:idx val="92"/>
            <c:spPr>
              <ns188:solidFill xmlns:ns188="http://schemas.openxmlformats.org/drawingml/2006/main">
                <ns188:srgbClr val="536B7C"/>
              </ns188:solidFill>
              <ns189:ln xmlns:ns189="http://schemas.openxmlformats.org/drawingml/2006/main" w="0">
                <ns189:noFill/>
              </ns189:ln>
            </c:spPr>
          </c:dPt>
          <c:dPt>
            <c:idx val="93"/>
            <c:spPr>
              <ns190:solidFill xmlns:ns190="http://schemas.openxmlformats.org/drawingml/2006/main">
                <ns190:srgbClr val="536B7C"/>
              </ns190:solidFill>
              <ns191:ln xmlns:ns191="http://schemas.openxmlformats.org/drawingml/2006/main" w="0">
                <ns191:noFill/>
              </ns191:ln>
            </c:spPr>
          </c:dPt>
          <c:dPt>
            <c:idx val="94"/>
            <c:spPr>
              <ns192:solidFill xmlns:ns192="http://schemas.openxmlformats.org/drawingml/2006/main">
                <ns192:srgbClr val="536B7C"/>
              </ns192:solidFill>
              <ns193:ln xmlns:ns193="http://schemas.openxmlformats.org/drawingml/2006/main" w="0">
                <ns193:noFill/>
              </ns193:ln>
            </c:spPr>
          </c:dPt>
          <c:dPt>
            <c:idx val="95"/>
            <c:spPr>
              <ns194:solidFill xmlns:ns194="http://schemas.openxmlformats.org/drawingml/2006/main">
                <ns194:srgbClr val="536B7C"/>
              </ns194:solidFill>
              <ns195:ln xmlns:ns195="http://schemas.openxmlformats.org/drawingml/2006/main" w="0">
                <ns195:noFill/>
              </ns195:ln>
            </c:spPr>
          </c:dPt>
          <c:dPt>
            <c:idx val="96"/>
            <c:spPr>
              <ns196:solidFill xmlns:ns196="http://schemas.openxmlformats.org/drawingml/2006/main">
                <ns196:srgbClr val="536B7C"/>
              </ns196:solidFill>
              <ns197:ln xmlns:ns197="http://schemas.openxmlformats.org/drawingml/2006/main" w="0">
                <ns197:noFill/>
              </ns197:ln>
            </c:spPr>
          </c:dPt>
          <c:dPt>
            <c:idx val="97"/>
            <c:spPr>
              <ns198:solidFill xmlns:ns198="http://schemas.openxmlformats.org/drawingml/2006/main">
                <ns198:srgbClr val="536B7C"/>
              </ns198:solidFill>
              <ns199:ln xmlns:ns199="http://schemas.openxmlformats.org/drawingml/2006/main" w="0">
                <ns199:noFill/>
              </ns199:ln>
            </c:spPr>
          </c:dPt>
          <c:dPt>
            <c:idx val="98"/>
            <c:spPr>
              <ns200:solidFill xmlns:ns200="http://schemas.openxmlformats.org/drawingml/2006/main">
                <ns200:srgbClr val="536B7C"/>
              </ns200:solidFill>
              <ns201:ln xmlns:ns201="http://schemas.openxmlformats.org/drawingml/2006/main" w="0">
                <ns201:noFill/>
              </ns201:ln>
            </c:spPr>
          </c:dPt>
          <c:dPt>
            <c:idx val="99"/>
            <c:spPr>
              <ns202:solidFill xmlns:ns202="http://schemas.openxmlformats.org/drawingml/2006/main">
                <ns202:srgbClr val="536B7C"/>
              </ns202:solidFill>
              <ns203:ln xmlns:ns203="http://schemas.openxmlformats.org/drawingml/2006/main" w="0">
                <ns203:noFill/>
              </ns203:ln>
            </c:spPr>
          </c:dPt>
          <c:dPt>
            <c:idx val="100"/>
            <c:spPr>
              <ns204:solidFill xmlns:ns204="http://schemas.openxmlformats.org/drawingml/2006/main">
                <ns204:srgbClr val="536B7C"/>
              </ns204:solidFill>
              <ns205:ln xmlns:ns205="http://schemas.openxmlformats.org/drawingml/2006/main" w="0">
                <ns205:noFill/>
              </ns205:ln>
            </c:spPr>
          </c:dPt>
          <c:dPt>
            <c:idx val="101"/>
            <c:spPr>
              <ns206:solidFill xmlns:ns206="http://schemas.openxmlformats.org/drawingml/2006/main">
                <ns206:srgbClr val="536B7C"/>
              </ns206:solidFill>
              <ns207:ln xmlns:ns207="http://schemas.openxmlformats.org/drawingml/2006/main" w="0">
                <ns207:noFill/>
              </ns207:ln>
            </c:spPr>
          </c:dPt>
          <c:dPt>
            <c:idx val="102"/>
            <c:spPr>
              <ns208:solidFill xmlns:ns208="http://schemas.openxmlformats.org/drawingml/2006/main">
                <ns208:srgbClr val="536B7C"/>
              </ns208:solidFill>
              <ns209:ln xmlns:ns209="http://schemas.openxmlformats.org/drawingml/2006/main" w="0">
                <ns209:noFill/>
              </ns209:ln>
            </c:spPr>
          </c:dPt>
          <c:dPt>
            <c:idx val="103"/>
            <c:spPr>
              <ns210:solidFill xmlns:ns210="http://schemas.openxmlformats.org/drawingml/2006/main">
                <ns210:srgbClr val="536B7C"/>
              </ns210:solidFill>
              <ns211:ln xmlns:ns211="http://schemas.openxmlformats.org/drawingml/2006/main" w="0">
                <ns211:noFill/>
              </ns211:ln>
            </c:spPr>
          </c:dPt>
          <c:dPt>
            <c:idx val="104"/>
            <c:spPr>
              <ns212:solidFill xmlns:ns212="http://schemas.openxmlformats.org/drawingml/2006/main">
                <ns212:srgbClr val="536B7C"/>
              </ns212:solidFill>
              <ns213:ln xmlns:ns213="http://schemas.openxmlformats.org/drawingml/2006/main" w="0">
                <ns213:noFill/>
              </ns213:ln>
            </c:spPr>
          </c:dPt>
          <c:dPt>
            <c:idx val="105"/>
            <c:spPr>
              <ns214:solidFill xmlns:ns214="http://schemas.openxmlformats.org/drawingml/2006/main">
                <ns214:srgbClr val="536B7C"/>
              </ns214:solidFill>
              <ns215:ln xmlns:ns215="http://schemas.openxmlformats.org/drawingml/2006/main" w="0">
                <ns215:noFill/>
              </ns215:ln>
            </c:spPr>
          </c:dPt>
          <c:dPt>
            <c:idx val="106"/>
            <c:spPr>
              <ns216:solidFill xmlns:ns216="http://schemas.openxmlformats.org/drawingml/2006/main">
                <ns216:srgbClr val="536B7C"/>
              </ns216:solidFill>
              <ns217:ln xmlns:ns217="http://schemas.openxmlformats.org/drawingml/2006/main" w="0">
                <ns217:noFill/>
              </ns217:ln>
            </c:spPr>
          </c:dPt>
          <c:dPt>
            <c:idx val="107"/>
            <c:spPr>
              <ns218:solidFill xmlns:ns218="http://schemas.openxmlformats.org/drawingml/2006/main">
                <ns218:srgbClr val="536B7C"/>
              </ns218:solidFill>
              <ns219:ln xmlns:ns219="http://schemas.openxmlformats.org/drawingml/2006/main" w="0">
                <ns219:noFill/>
              </ns219:ln>
            </c:spPr>
          </c:dPt>
          <c:dPt>
            <c:idx val="108"/>
            <c:spPr>
              <ns220:solidFill xmlns:ns220="http://schemas.openxmlformats.org/drawingml/2006/main">
                <ns220:srgbClr val="536B7C"/>
              </ns220:solidFill>
              <ns221:ln xmlns:ns221="http://schemas.openxmlformats.org/drawingml/2006/main" w="0">
                <ns221:noFill/>
              </ns221:ln>
            </c:spPr>
          </c:dPt>
          <c:dPt>
            <c:idx val="109"/>
            <c:spPr>
              <ns222:solidFill xmlns:ns222="http://schemas.openxmlformats.org/drawingml/2006/main">
                <ns222:srgbClr val="536B7C"/>
              </ns222:solidFill>
              <ns223:ln xmlns:ns223="http://schemas.openxmlformats.org/drawingml/2006/main" w="0">
                <ns223:noFill/>
              </ns223:ln>
            </c:spPr>
          </c:dPt>
          <c:dPt>
            <c:idx val="110"/>
            <c:spPr>
              <ns224:solidFill xmlns:ns224="http://schemas.openxmlformats.org/drawingml/2006/main">
                <ns224:srgbClr val="536B7C"/>
              </ns224:solidFill>
              <ns225:ln xmlns:ns225="http://schemas.openxmlformats.org/drawingml/2006/main" w="0">
                <ns225:noFill/>
              </ns225:ln>
            </c:spPr>
          </c:dPt>
          <c:dPt>
            <c:idx val="111"/>
            <c:spPr>
              <ns226:solidFill xmlns:ns226="http://schemas.openxmlformats.org/drawingml/2006/main">
                <ns226:srgbClr val="536B7C"/>
              </ns226:solidFill>
              <ns227:ln xmlns:ns227="http://schemas.openxmlformats.org/drawingml/2006/main" w="0">
                <ns227:noFill/>
              </ns227:ln>
            </c:spPr>
          </c:dPt>
          <c:dPt>
            <c:idx val="112"/>
            <c:spPr>
              <ns228:solidFill xmlns:ns228="http://schemas.openxmlformats.org/drawingml/2006/main">
                <ns228:srgbClr val="536B7C"/>
              </ns228:solidFill>
              <ns229:ln xmlns:ns229="http://schemas.openxmlformats.org/drawingml/2006/main" w="0">
                <ns229:noFill/>
              </ns229:ln>
            </c:spPr>
          </c:dPt>
          <c:dPt>
            <c:idx val="113"/>
            <c:spPr>
              <ns230:solidFill xmlns:ns230="http://schemas.openxmlformats.org/drawingml/2006/main">
                <ns230:srgbClr val="536B7C"/>
              </ns230:solidFill>
              <ns231:ln xmlns:ns231="http://schemas.openxmlformats.org/drawingml/2006/main" w="0">
                <ns231:noFill/>
              </ns231:ln>
            </c:spPr>
          </c:dPt>
          <c:dPt>
            <c:idx val="114"/>
            <c:spPr>
              <ns232:solidFill xmlns:ns232="http://schemas.openxmlformats.org/drawingml/2006/main">
                <ns232:srgbClr val="536B7C"/>
              </ns232:solidFill>
              <ns233:ln xmlns:ns233="http://schemas.openxmlformats.org/drawingml/2006/main" w="0">
                <ns233:noFill/>
              </ns233:ln>
            </c:spPr>
          </c:dPt>
          <c:dPt>
            <c:idx val="115"/>
            <c:spPr>
              <ns234:solidFill xmlns:ns234="http://schemas.openxmlformats.org/drawingml/2006/main">
                <ns234:srgbClr val="536B7C"/>
              </ns234:solidFill>
              <ns235:ln xmlns:ns235="http://schemas.openxmlformats.org/drawingml/2006/main" w="0">
                <ns235:noFill/>
              </ns235:ln>
            </c:spPr>
          </c:dPt>
          <c:dPt>
            <c:idx val="116"/>
            <c:spPr>
              <ns236:solidFill xmlns:ns236="http://schemas.openxmlformats.org/drawingml/2006/main">
                <ns236:srgbClr val="536B7C"/>
              </ns236:solidFill>
              <ns237:ln xmlns:ns237="http://schemas.openxmlformats.org/drawingml/2006/main" w="0">
                <ns237:noFill/>
              </ns237:ln>
            </c:spPr>
          </c:dPt>
          <c:dPt>
            <c:idx val="117"/>
            <c:spPr>
              <ns238:solidFill xmlns:ns238="http://schemas.openxmlformats.org/drawingml/2006/main">
                <ns238:srgbClr val="536B7C"/>
              </ns238:solidFill>
              <ns239:ln xmlns:ns239="http://schemas.openxmlformats.org/drawingml/2006/main" w="0">
                <ns239:noFill/>
              </ns239:ln>
            </c:spPr>
          </c:dPt>
          <c:dPt>
            <c:idx val="118"/>
            <c:spPr>
              <ns240:solidFill xmlns:ns240="http://schemas.openxmlformats.org/drawingml/2006/main">
                <ns240:srgbClr val="536B7C"/>
              </ns240:solidFill>
              <ns241:ln xmlns:ns241="http://schemas.openxmlformats.org/drawingml/2006/main" w="0">
                <ns241:noFill/>
              </ns241:ln>
            </c:spPr>
          </c:dPt>
          <c:dPt>
            <c:idx val="119"/>
            <c:spPr>
              <ns242:solidFill xmlns:ns242="http://schemas.openxmlformats.org/drawingml/2006/main">
                <ns242:srgbClr val="536B7C"/>
              </ns242:solidFill>
              <ns243:ln xmlns:ns243="http://schemas.openxmlformats.org/drawingml/2006/main" w="0">
                <ns243:noFill/>
              </ns243:ln>
            </c:spPr>
          </c:dPt>
          <c:dPt>
            <c:idx val="120"/>
            <c:spPr>
              <ns244:solidFill xmlns:ns244="http://schemas.openxmlformats.org/drawingml/2006/main">
                <ns244:srgbClr val="536B7C"/>
              </ns244:solidFill>
              <ns245:ln xmlns:ns245="http://schemas.openxmlformats.org/drawingml/2006/main" w="0">
                <ns245:noFill/>
              </ns245:ln>
            </c:spPr>
          </c:dPt>
          <c:dPt>
            <c:idx val="121"/>
            <c:spPr>
              <ns246:solidFill xmlns:ns246="http://schemas.openxmlformats.org/drawingml/2006/main">
                <ns246:srgbClr val="536B7C"/>
              </ns246:solidFill>
              <ns247:ln xmlns:ns247="http://schemas.openxmlformats.org/drawingml/2006/main" w="0">
                <ns247:noFill/>
              </ns247:ln>
            </c:spPr>
          </c:dPt>
          <c:dPt>
            <c:idx val="122"/>
            <c:spPr>
              <ns248:solidFill xmlns:ns248="http://schemas.openxmlformats.org/drawingml/2006/main">
                <ns248:srgbClr val="536B7C"/>
              </ns248:solidFill>
              <ns249:ln xmlns:ns249="http://schemas.openxmlformats.org/drawingml/2006/main" w="0">
                <ns249:noFill/>
              </ns249:ln>
            </c:spPr>
          </c:dPt>
          <c:dPt>
            <c:idx val="123"/>
            <c:spPr>
              <ns250:solidFill xmlns:ns250="http://schemas.openxmlformats.org/drawingml/2006/main">
                <ns250:srgbClr val="536B7C"/>
              </ns250:solidFill>
              <ns251:ln xmlns:ns251="http://schemas.openxmlformats.org/drawingml/2006/main" w="0">
                <ns251:noFill/>
              </ns251:ln>
            </c:spPr>
          </c:dPt>
          <c:dPt>
            <c:idx val="124"/>
            <c:spPr>
              <ns252:solidFill xmlns:ns252="http://schemas.openxmlformats.org/drawingml/2006/main">
                <ns252:srgbClr val="536B7C"/>
              </ns252:solidFill>
              <ns253:ln xmlns:ns253="http://schemas.openxmlformats.org/drawingml/2006/main" w="0">
                <ns253:noFill/>
              </ns253:ln>
            </c:spPr>
          </c:dPt>
          <c:dPt>
            <c:idx val="125"/>
            <c:spPr>
              <ns254:solidFill xmlns:ns254="http://schemas.openxmlformats.org/drawingml/2006/main">
                <ns254:srgbClr val="536B7C"/>
              </ns254:solidFill>
              <ns255:ln xmlns:ns255="http://schemas.openxmlformats.org/drawingml/2006/main" w="0">
                <ns255:noFill/>
              </ns255:ln>
            </c:spPr>
          </c:dPt>
          <c:dPt>
            <c:idx val="126"/>
            <c:spPr>
              <ns256:solidFill xmlns:ns256="http://schemas.openxmlformats.org/drawingml/2006/main">
                <ns256:srgbClr val="536B7C"/>
              </ns256:solidFill>
              <ns257:ln xmlns:ns257="http://schemas.openxmlformats.org/drawingml/2006/main" w="0">
                <ns257:noFill/>
              </ns257:ln>
            </c:spPr>
          </c:dPt>
          <c:dPt>
            <c:idx val="127"/>
            <c:spPr>
              <ns258:solidFill xmlns:ns258="http://schemas.openxmlformats.org/drawingml/2006/main">
                <ns258:srgbClr val="536B7C"/>
              </ns258:solidFill>
              <ns259:ln xmlns:ns259="http://schemas.openxmlformats.org/drawingml/2006/main" w="0">
                <ns259:noFill/>
              </ns259:ln>
            </c:spPr>
          </c:dPt>
          <c:dPt>
            <c:idx val="128"/>
            <c:spPr>
              <ns260:solidFill xmlns:ns260="http://schemas.openxmlformats.org/drawingml/2006/main">
                <ns260:srgbClr val="536B7C"/>
              </ns260:solidFill>
              <ns261:ln xmlns:ns261="http://schemas.openxmlformats.org/drawingml/2006/main" w="0">
                <ns261:noFill/>
              </ns261:ln>
            </c:spPr>
          </c:dPt>
          <c:dPt>
            <c:idx val="129"/>
            <c:spPr>
              <ns262:solidFill xmlns:ns262="http://schemas.openxmlformats.org/drawingml/2006/main">
                <ns262:srgbClr val="536B7C"/>
              </ns262:solidFill>
              <ns263:ln xmlns:ns263="http://schemas.openxmlformats.org/drawingml/2006/main" w="0">
                <ns263:noFill/>
              </ns263:ln>
            </c:spPr>
          </c:dPt>
          <c:dPt>
            <c:idx val="130"/>
            <c:spPr>
              <ns264:solidFill xmlns:ns264="http://schemas.openxmlformats.org/drawingml/2006/main">
                <ns264:srgbClr val="536B7C"/>
              </ns264:solidFill>
              <ns265:ln xmlns:ns265="http://schemas.openxmlformats.org/drawingml/2006/main" w="0">
                <ns265:noFill/>
              </ns265:ln>
            </c:spPr>
          </c:dPt>
          <c:dPt>
            <c:idx val="131"/>
            <c:spPr>
              <ns266:solidFill xmlns:ns266="http://schemas.openxmlformats.org/drawingml/2006/main">
                <ns266:srgbClr val="536B7C"/>
              </ns266:solidFill>
              <ns267:ln xmlns:ns267="http://schemas.openxmlformats.org/drawingml/2006/main" w="0">
                <ns267:noFill/>
              </ns267:ln>
            </c:spPr>
          </c:dPt>
          <c:dPt>
            <c:idx val="132"/>
            <c:spPr>
              <ns268:solidFill xmlns:ns268="http://schemas.openxmlformats.org/drawingml/2006/main">
                <ns268:srgbClr val="536B7C"/>
              </ns268:solidFill>
              <ns269:ln xmlns:ns269="http://schemas.openxmlformats.org/drawingml/2006/main" w="0">
                <ns269:noFill/>
              </ns269:ln>
            </c:spPr>
          </c:dPt>
          <c:dPt>
            <c:idx val="133"/>
            <c:spPr>
              <ns270:solidFill xmlns:ns270="http://schemas.openxmlformats.org/drawingml/2006/main">
                <ns270:srgbClr val="536B7C"/>
              </ns270:solidFill>
              <ns271:ln xmlns:ns271="http://schemas.openxmlformats.org/drawingml/2006/main" w="0">
                <ns271:noFill/>
              </ns271:ln>
            </c:spPr>
          </c:dPt>
          <c:dPt>
            <c:idx val="134"/>
            <c:spPr>
              <ns272:solidFill xmlns:ns272="http://schemas.openxmlformats.org/drawingml/2006/main">
                <ns272:srgbClr val="536B7C"/>
              </ns272:solidFill>
              <ns273:ln xmlns:ns273="http://schemas.openxmlformats.org/drawingml/2006/main" w="0">
                <ns273:noFill/>
              </ns273:ln>
            </c:spPr>
          </c:dPt>
          <c:dPt>
            <c:idx val="135"/>
            <c:spPr>
              <ns274:solidFill xmlns:ns274="http://schemas.openxmlformats.org/drawingml/2006/main">
                <ns274:srgbClr val="536B7C"/>
              </ns274:solidFill>
              <ns275:ln xmlns:ns275="http://schemas.openxmlformats.org/drawingml/2006/main" w="0">
                <ns275:noFill/>
              </ns275:ln>
            </c:spPr>
          </c:dPt>
          <c:dPt>
            <c:idx val="136"/>
            <c:spPr>
              <ns276:solidFill xmlns:ns276="http://schemas.openxmlformats.org/drawingml/2006/main">
                <ns276:srgbClr val="536B7C"/>
              </ns276:solidFill>
              <ns277:ln xmlns:ns277="http://schemas.openxmlformats.org/drawingml/2006/main" w="0">
                <ns277:noFill/>
              </ns277:ln>
            </c:spPr>
          </c:dPt>
          <c:dPt>
            <c:idx val="137"/>
            <c:spPr>
              <ns278:solidFill xmlns:ns278="http://schemas.openxmlformats.org/drawingml/2006/main">
                <ns278:srgbClr val="536B7C"/>
              </ns278:solidFill>
              <ns279:ln xmlns:ns279="http://schemas.openxmlformats.org/drawingml/2006/main" w="0">
                <ns279:noFill/>
              </ns279:ln>
            </c:spPr>
          </c:dPt>
          <c:dPt>
            <c:idx val="138"/>
            <c:spPr>
              <ns280:solidFill xmlns:ns280="http://schemas.openxmlformats.org/drawingml/2006/main">
                <ns280:srgbClr val="536B7C"/>
              </ns280:solidFill>
              <ns281:ln xmlns:ns281="http://schemas.openxmlformats.org/drawingml/2006/main" w="0">
                <ns281:noFill/>
              </ns281:ln>
            </c:spPr>
          </c:dPt>
          <c:dPt>
            <c:idx val="139"/>
            <c:spPr>
              <ns282:solidFill xmlns:ns282="http://schemas.openxmlformats.org/drawingml/2006/main">
                <ns282:srgbClr val="536B7C"/>
              </ns282:solidFill>
              <ns283:ln xmlns:ns283="http://schemas.openxmlformats.org/drawingml/2006/main" w="0">
                <ns283:noFill/>
              </ns283:ln>
            </c:spPr>
          </c:dPt>
          <c:dPt>
            <c:idx val="140"/>
            <c:spPr>
              <ns284:solidFill xmlns:ns284="http://schemas.openxmlformats.org/drawingml/2006/main">
                <ns284:srgbClr val="536B7C"/>
              </ns284:solidFill>
              <ns285:ln xmlns:ns285="http://schemas.openxmlformats.org/drawingml/2006/main" w="0">
                <ns285:noFill/>
              </ns285:ln>
            </c:spPr>
          </c:dPt>
          <c:dPt>
            <c:idx val="141"/>
            <c:spPr>
              <ns286:solidFill xmlns:ns286="http://schemas.openxmlformats.org/drawingml/2006/main">
                <ns286:srgbClr val="536B7C"/>
              </ns286:solidFill>
              <ns287:ln xmlns:ns287="http://schemas.openxmlformats.org/drawingml/2006/main" w="0">
                <ns287:noFill/>
              </ns287:ln>
            </c:spPr>
          </c:dPt>
          <c:dPt>
            <c:idx val="142"/>
            <c:spPr>
              <ns288:solidFill xmlns:ns288="http://schemas.openxmlformats.org/drawingml/2006/main">
                <ns288:srgbClr val="536B7C"/>
              </ns288:solidFill>
              <ns289:ln xmlns:ns289="http://schemas.openxmlformats.org/drawingml/2006/main" w="0">
                <ns289:noFill/>
              </ns289:ln>
            </c:spPr>
          </c:dPt>
          <c:dPt>
            <c:idx val="143"/>
            <c:spPr>
              <ns290:solidFill xmlns:ns290="http://schemas.openxmlformats.org/drawingml/2006/main">
                <ns290:srgbClr val="536B7C"/>
              </ns290:solidFill>
              <ns291:ln xmlns:ns291="http://schemas.openxmlformats.org/drawingml/2006/main" w="0">
                <ns291:noFill/>
              </ns291:ln>
            </c:spPr>
          </c:dPt>
          <c:dPt>
            <c:idx val="144"/>
            <c:spPr>
              <ns292:solidFill xmlns:ns292="http://schemas.openxmlformats.org/drawingml/2006/main">
                <ns292:srgbClr val="536B7C"/>
              </ns292:solidFill>
              <ns293:ln xmlns:ns293="http://schemas.openxmlformats.org/drawingml/2006/main" w="0">
                <ns293:noFill/>
              </ns293:ln>
            </c:spPr>
          </c:dPt>
          <c:dPt>
            <c:idx val="145"/>
            <c:spPr>
              <ns294:solidFill xmlns:ns294="http://schemas.openxmlformats.org/drawingml/2006/main">
                <ns294:srgbClr val="536B7C"/>
              </ns294:solidFill>
              <ns295:ln xmlns:ns295="http://schemas.openxmlformats.org/drawingml/2006/main" w="0">
                <ns295:noFill/>
              </ns295:ln>
            </c:spPr>
          </c:dPt>
          <c:dPt>
            <c:idx val="146"/>
            <c:spPr>
              <ns296:solidFill xmlns:ns296="http://schemas.openxmlformats.org/drawingml/2006/main">
                <ns296:srgbClr val="536B7C"/>
              </ns296:solidFill>
              <ns297:ln xmlns:ns297="http://schemas.openxmlformats.org/drawingml/2006/main" w="0">
                <ns297:noFill/>
              </ns297:ln>
            </c:spPr>
          </c:dPt>
          <c:dPt>
            <c:idx val="147"/>
            <c:spPr>
              <ns298:solidFill xmlns:ns298="http://schemas.openxmlformats.org/drawingml/2006/main">
                <ns298:srgbClr val="536B7C"/>
              </ns298:solidFill>
              <ns299:ln xmlns:ns299="http://schemas.openxmlformats.org/drawingml/2006/main" w="0">
                <ns299:noFill/>
              </ns299:ln>
            </c:spPr>
          </c:dPt>
          <c:dPt>
            <c:idx val="148"/>
            <c:spPr>
              <ns300:solidFill xmlns:ns300="http://schemas.openxmlformats.org/drawingml/2006/main">
                <ns300:srgbClr val="536B7C"/>
              </ns300:solidFill>
              <ns301:ln xmlns:ns301="http://schemas.openxmlformats.org/drawingml/2006/main" w="0">
                <ns301:noFill/>
              </ns301:ln>
            </c:spPr>
          </c:dPt>
          <c:dPt>
            <c:idx val="149"/>
            <c:spPr>
              <ns302:solidFill xmlns:ns302="http://schemas.openxmlformats.org/drawingml/2006/main">
                <ns302:srgbClr val="536B7C"/>
              </ns302:solidFill>
              <ns303:ln xmlns:ns303="http://schemas.openxmlformats.org/drawingml/2006/main" w="0">
                <ns303:noFill/>
              </ns303:ln>
            </c:spPr>
          </c:dPt>
          <c:dPt>
            <c:idx val="150"/>
            <c:spPr>
              <ns304:solidFill xmlns:ns304="http://schemas.openxmlformats.org/drawingml/2006/main">
                <ns304:srgbClr val="536B7C"/>
              </ns304:solidFill>
              <ns305:ln xmlns:ns305="http://schemas.openxmlformats.org/drawingml/2006/main" w="0">
                <ns305:noFill/>
              </ns305:ln>
            </c:spPr>
          </c:dPt>
          <c:dPt>
            <c:idx val="151"/>
            <c:spPr>
              <ns306:solidFill xmlns:ns306="http://schemas.openxmlformats.org/drawingml/2006/main">
                <ns306:srgbClr val="536B7C"/>
              </ns306:solidFill>
              <ns307:ln xmlns:ns307="http://schemas.openxmlformats.org/drawingml/2006/main" w="0">
                <ns307:noFill/>
              </ns307:ln>
            </c:spPr>
          </c:dPt>
          <c:dPt>
            <c:idx val="152"/>
            <c:spPr>
              <ns308:solidFill xmlns:ns308="http://schemas.openxmlformats.org/drawingml/2006/main">
                <ns308:srgbClr val="536B7C"/>
              </ns308:solidFill>
              <ns309:ln xmlns:ns309="http://schemas.openxmlformats.org/drawingml/2006/main" w="0">
                <ns309:noFill/>
              </ns309:ln>
            </c:spPr>
          </c:dPt>
          <c:dPt>
            <c:idx val="153"/>
            <c:spPr>
              <ns310:solidFill xmlns:ns310="http://schemas.openxmlformats.org/drawingml/2006/main">
                <ns310:srgbClr val="536B7C"/>
              </ns310:solidFill>
              <ns311:ln xmlns:ns311="http://schemas.openxmlformats.org/drawingml/2006/main" w="0">
                <ns311:noFill/>
              </ns311:ln>
            </c:spPr>
          </c:dPt>
          <c:dPt>
            <c:idx val="154"/>
            <c:spPr>
              <ns312:solidFill xmlns:ns312="http://schemas.openxmlformats.org/drawingml/2006/main">
                <ns312:srgbClr val="536B7C"/>
              </ns312:solidFill>
              <ns313:ln xmlns:ns313="http://schemas.openxmlformats.org/drawingml/2006/main" w="0">
                <ns313:noFill/>
              </ns313:ln>
            </c:spPr>
          </c:dPt>
          <c:dPt>
            <c:idx val="155"/>
            <c:spPr>
              <ns314:solidFill xmlns:ns314="http://schemas.openxmlformats.org/drawingml/2006/main">
                <ns314:srgbClr val="536B7C"/>
              </ns314:solidFill>
              <ns315:ln xmlns:ns315="http://schemas.openxmlformats.org/drawingml/2006/main" w="0">
                <ns315:noFill/>
              </ns315:ln>
            </c:spPr>
          </c:dPt>
          <c:dPt>
            <c:idx val="156"/>
            <c:spPr>
              <ns316:solidFill xmlns:ns316="http://schemas.openxmlformats.org/drawingml/2006/main">
                <ns316:srgbClr val="536B7C"/>
              </ns316:solidFill>
              <ns317:ln xmlns:ns317="http://schemas.openxmlformats.org/drawingml/2006/main" w="0">
                <ns317:noFill/>
              </ns317:ln>
            </c:spPr>
          </c:dPt>
          <c:dPt>
            <c:idx val="157"/>
            <c:spPr>
              <ns318:solidFill xmlns:ns318="http://schemas.openxmlformats.org/drawingml/2006/main">
                <ns318:srgbClr val="536B7C"/>
              </ns318:solidFill>
              <ns319:ln xmlns:ns319="http://schemas.openxmlformats.org/drawingml/2006/main" w="0">
                <ns319:noFill/>
              </ns319:ln>
            </c:spPr>
          </c:dPt>
          <c:dPt>
            <c:idx val="158"/>
            <c:spPr>
              <ns320:solidFill xmlns:ns320="http://schemas.openxmlformats.org/drawingml/2006/main">
                <ns320:srgbClr val="536B7C"/>
              </ns320:solidFill>
              <ns321:ln xmlns:ns321="http://schemas.openxmlformats.org/drawingml/2006/main" w="0">
                <ns321:noFill/>
              </ns321:ln>
            </c:spPr>
          </c:dPt>
          <c:dPt>
            <c:idx val="159"/>
            <c:spPr>
              <ns322:solidFill xmlns:ns322="http://schemas.openxmlformats.org/drawingml/2006/main">
                <ns322:srgbClr val="536B7C"/>
              </ns322:solidFill>
              <ns323:ln xmlns:ns323="http://schemas.openxmlformats.org/drawingml/2006/main" w="0">
                <ns323:noFill/>
              </ns323:ln>
            </c:spPr>
          </c:dPt>
          <c:dPt>
            <c:idx val="160"/>
            <c:spPr>
              <ns324:solidFill xmlns:ns324="http://schemas.openxmlformats.org/drawingml/2006/main">
                <ns324:srgbClr val="536B7C"/>
              </ns324:solidFill>
              <ns325:ln xmlns:ns325="http://schemas.openxmlformats.org/drawingml/2006/main" w="0">
                <ns325:noFill/>
              </ns325:ln>
            </c:spPr>
          </c:dPt>
          <c:dPt>
            <c:idx val="161"/>
            <c:spPr>
              <ns326:solidFill xmlns:ns326="http://schemas.openxmlformats.org/drawingml/2006/main">
                <ns326:srgbClr val="536B7C"/>
              </ns326:solidFill>
              <ns327:ln xmlns:ns327="http://schemas.openxmlformats.org/drawingml/2006/main" w="0">
                <ns327:noFill/>
              </ns327:ln>
            </c:spPr>
          </c:dPt>
          <c:dPt>
            <c:idx val="162"/>
            <c:spPr>
              <ns328:solidFill xmlns:ns328="http://schemas.openxmlformats.org/drawingml/2006/main">
                <ns328:srgbClr val="536B7C"/>
              </ns328:solidFill>
              <ns329:ln xmlns:ns329="http://schemas.openxmlformats.org/drawingml/2006/main" w="0">
                <ns329:noFill/>
              </ns329:ln>
            </c:spPr>
          </c:dPt>
          <c:dPt>
            <c:idx val="163"/>
            <c:spPr>
              <ns330:solidFill xmlns:ns330="http://schemas.openxmlformats.org/drawingml/2006/main">
                <ns330:srgbClr val="536B7C"/>
              </ns330:solidFill>
              <ns331:ln xmlns:ns331="http://schemas.openxmlformats.org/drawingml/2006/main" w="0">
                <ns331:noFill/>
              </ns331:ln>
            </c:spPr>
          </c:dPt>
          <c:dPt>
            <c:idx val="164"/>
            <c:spPr>
              <ns332:solidFill xmlns:ns332="http://schemas.openxmlformats.org/drawingml/2006/main">
                <ns332:srgbClr val="536B7C"/>
              </ns332:solidFill>
              <ns333:ln xmlns:ns333="http://schemas.openxmlformats.org/drawingml/2006/main" w="0">
                <ns333:noFill/>
              </ns333:ln>
            </c:spPr>
          </c:dPt>
          <c:dPt>
            <c:idx val="165"/>
            <c:spPr>
              <ns334:solidFill xmlns:ns334="http://schemas.openxmlformats.org/drawingml/2006/main">
                <ns334:srgbClr val="536B7C"/>
              </ns334:solidFill>
              <ns335:ln xmlns:ns335="http://schemas.openxmlformats.org/drawingml/2006/main" w="0">
                <ns335:noFill/>
              </ns335:ln>
            </c:spPr>
          </c:dPt>
          <c:dPt>
            <c:idx val="166"/>
            <c:spPr>
              <ns336:solidFill xmlns:ns336="http://schemas.openxmlformats.org/drawingml/2006/main">
                <ns336:srgbClr val="536B7C"/>
              </ns336:solidFill>
              <ns337:ln xmlns:ns337="http://schemas.openxmlformats.org/drawingml/2006/main" w="0">
                <ns337:noFill/>
              </ns337:ln>
            </c:spPr>
          </c:dPt>
          <c:dPt>
            <c:idx val="167"/>
            <c:spPr>
              <ns338:solidFill xmlns:ns338="http://schemas.openxmlformats.org/drawingml/2006/main">
                <ns338:srgbClr val="536B7C"/>
              </ns338:solidFill>
              <ns339:ln xmlns:ns339="http://schemas.openxmlformats.org/drawingml/2006/main" w="0">
                <ns339:noFill/>
              </ns339:ln>
            </c:spPr>
          </c:dPt>
          <c:dPt>
            <c:idx val="168"/>
            <c:spPr>
              <ns340:solidFill xmlns:ns340="http://schemas.openxmlformats.org/drawingml/2006/main">
                <ns340:srgbClr val="536B7C"/>
              </ns340:solidFill>
              <ns341:ln xmlns:ns341="http://schemas.openxmlformats.org/drawingml/2006/main" w="0">
                <ns341:noFill/>
              </ns341:ln>
            </c:spPr>
          </c:dPt>
          <c:dPt>
            <c:idx val="169"/>
            <c:spPr>
              <ns342:solidFill xmlns:ns342="http://schemas.openxmlformats.org/drawingml/2006/main">
                <ns342:srgbClr val="536B7C"/>
              </ns342:solidFill>
              <ns343:ln xmlns:ns343="http://schemas.openxmlformats.org/drawingml/2006/main" w="0">
                <ns343:noFill/>
              </ns343:ln>
            </c:spPr>
          </c:dPt>
          <c:dPt>
            <c:idx val="170"/>
            <c:spPr>
              <ns344:solidFill xmlns:ns344="http://schemas.openxmlformats.org/drawingml/2006/main">
                <ns344:srgbClr val="536B7C"/>
              </ns344:solidFill>
              <ns345:ln xmlns:ns345="http://schemas.openxmlformats.org/drawingml/2006/main" w="0">
                <ns345:noFill/>
              </ns345:ln>
            </c:spPr>
          </c:dPt>
          <c:dPt>
            <c:idx val="171"/>
            <c:spPr>
              <ns346:solidFill xmlns:ns346="http://schemas.openxmlformats.org/drawingml/2006/main">
                <ns346:srgbClr val="536B7C"/>
              </ns346:solidFill>
              <ns347:ln xmlns:ns347="http://schemas.openxmlformats.org/drawingml/2006/main" w="0">
                <ns347:noFill/>
              </ns347:ln>
            </c:spPr>
          </c:dPt>
          <c:dPt>
            <c:idx val="172"/>
            <c:spPr>
              <ns348:solidFill xmlns:ns348="http://schemas.openxmlformats.org/drawingml/2006/main">
                <ns348:srgbClr val="536B7C"/>
              </ns348:solidFill>
              <ns349:ln xmlns:ns349="http://schemas.openxmlformats.org/drawingml/2006/main" w="0">
                <ns349:noFill/>
              </ns349:ln>
            </c:spPr>
          </c:dPt>
          <c:dPt>
            <c:idx val="173"/>
            <c:spPr>
              <ns350:solidFill xmlns:ns350="http://schemas.openxmlformats.org/drawingml/2006/main">
                <ns350:srgbClr val="536B7C"/>
              </ns350:solidFill>
              <ns351:ln xmlns:ns351="http://schemas.openxmlformats.org/drawingml/2006/main" w="0">
                <ns351:noFill/>
              </ns351:ln>
            </c:spPr>
          </c:dPt>
          <c:dPt>
            <c:idx val="174"/>
            <c:spPr>
              <ns352:solidFill xmlns:ns352="http://schemas.openxmlformats.org/drawingml/2006/main">
                <ns352:srgbClr val="536B7C"/>
              </ns352:solidFill>
              <ns353:ln xmlns:ns353="http://schemas.openxmlformats.org/drawingml/2006/main" w="0">
                <ns353:noFill/>
              </ns353:ln>
            </c:spPr>
          </c:dPt>
          <c:dPt>
            <c:idx val="175"/>
            <c:spPr>
              <ns354:solidFill xmlns:ns354="http://schemas.openxmlformats.org/drawingml/2006/main">
                <ns354:srgbClr val="536B7C"/>
              </ns354:solidFill>
              <ns355:ln xmlns:ns355="http://schemas.openxmlformats.org/drawingml/2006/main" w="0">
                <ns355:noFill/>
              </ns355:ln>
            </c:spPr>
          </c:dPt>
          <c:dPt>
            <c:idx val="176"/>
            <c:spPr>
              <ns356:solidFill xmlns:ns356="http://schemas.openxmlformats.org/drawingml/2006/main">
                <ns356:srgbClr val="536B7C"/>
              </ns356:solidFill>
              <ns357:ln xmlns:ns357="http://schemas.openxmlformats.org/drawingml/2006/main" w="0">
                <ns357:noFill/>
              </ns357:ln>
            </c:spPr>
          </c:dPt>
          <c:dPt>
            <c:idx val="177"/>
            <c:spPr>
              <ns358:solidFill xmlns:ns358="http://schemas.openxmlformats.org/drawingml/2006/main">
                <ns358:srgbClr val="536B7C"/>
              </ns358:solidFill>
              <ns359:ln xmlns:ns359="http://schemas.openxmlformats.org/drawingml/2006/main" w="0">
                <ns359:noFill/>
              </ns359:ln>
            </c:spPr>
          </c:dPt>
          <c:dPt>
            <c:idx val="178"/>
            <c:spPr>
              <ns360:solidFill xmlns:ns360="http://schemas.openxmlformats.org/drawingml/2006/main">
                <ns360:srgbClr val="536B7C"/>
              </ns360:solidFill>
              <ns361:ln xmlns:ns361="http://schemas.openxmlformats.org/drawingml/2006/main" w="0">
                <ns361:noFill/>
              </ns361:ln>
            </c:spPr>
          </c:dPt>
          <c:dPt>
            <c:idx val="179"/>
            <c:spPr>
              <ns362:solidFill xmlns:ns362="http://schemas.openxmlformats.org/drawingml/2006/main">
                <ns362:srgbClr val="536B7C"/>
              </ns362:solidFill>
              <ns363:ln xmlns:ns363="http://schemas.openxmlformats.org/drawingml/2006/main" w="0">
                <ns363:noFill/>
              </ns363:ln>
            </c:spPr>
          </c:dPt>
          <c:dPt>
            <c:idx val="180"/>
            <c:spPr>
              <ns364:solidFill xmlns:ns364="http://schemas.openxmlformats.org/drawingml/2006/main">
                <ns364:srgbClr val="536B7C"/>
              </ns364:solidFill>
              <ns365:ln xmlns:ns365="http://schemas.openxmlformats.org/drawingml/2006/main" w="0">
                <ns365:noFill/>
              </ns365:ln>
            </c:spPr>
          </c:dPt>
          <c:dPt>
            <c:idx val="181"/>
            <c:spPr>
              <ns366:solidFill xmlns:ns366="http://schemas.openxmlformats.org/drawingml/2006/main">
                <ns366:srgbClr val="536B7C"/>
              </ns366:solidFill>
              <ns367:ln xmlns:ns367="http://schemas.openxmlformats.org/drawingml/2006/main" w="0">
                <ns367:noFill/>
              </ns367:ln>
            </c:spPr>
          </c:dPt>
          <c:dPt>
            <c:idx val="182"/>
            <c:spPr>
              <ns368:solidFill xmlns:ns368="http://schemas.openxmlformats.org/drawingml/2006/main">
                <ns368:srgbClr val="536B7C"/>
              </ns368:solidFill>
              <ns369:ln xmlns:ns369="http://schemas.openxmlformats.org/drawingml/2006/main" w="0">
                <ns369:noFill/>
              </ns369:ln>
            </c:spPr>
          </c:dPt>
          <c:dPt>
            <c:idx val="183"/>
            <c:spPr>
              <ns370:solidFill xmlns:ns370="http://schemas.openxmlformats.org/drawingml/2006/main">
                <ns370:srgbClr val="536B7C"/>
              </ns370:solidFill>
              <ns371:ln xmlns:ns371="http://schemas.openxmlformats.org/drawingml/2006/main" w="0">
                <ns371:noFill/>
              </ns371:ln>
            </c:spPr>
          </c:dPt>
          <c:dPt>
            <c:idx val="184"/>
            <c:spPr>
              <ns372:solidFill xmlns:ns372="http://schemas.openxmlformats.org/drawingml/2006/main">
                <ns372:srgbClr val="536B7C"/>
              </ns372:solidFill>
              <ns373:ln xmlns:ns373="http://schemas.openxmlformats.org/drawingml/2006/main" w="0">
                <ns373:noFill/>
              </ns373:ln>
            </c:spPr>
          </c:dPt>
          <c:dPt>
            <c:idx val="185"/>
            <c:spPr>
              <ns374:solidFill xmlns:ns374="http://schemas.openxmlformats.org/drawingml/2006/main">
                <ns374:srgbClr val="536B7C"/>
              </ns374:solidFill>
              <ns375:ln xmlns:ns375="http://schemas.openxmlformats.org/drawingml/2006/main" w="0">
                <ns375:noFill/>
              </ns375:ln>
            </c:spPr>
          </c:dPt>
          <c:dPt>
            <c:idx val="186"/>
            <c:spPr>
              <ns376:solidFill xmlns:ns376="http://schemas.openxmlformats.org/drawingml/2006/main">
                <ns376:srgbClr val="536B7C"/>
              </ns376:solidFill>
              <ns377:ln xmlns:ns377="http://schemas.openxmlformats.org/drawingml/2006/main" w="0">
                <ns377:noFill/>
              </ns377:ln>
            </c:spPr>
          </c:dPt>
          <c:dPt>
            <c:idx val="187"/>
            <c:spPr>
              <ns378:solidFill xmlns:ns378="http://schemas.openxmlformats.org/drawingml/2006/main">
                <ns378:srgbClr val="536B7C"/>
              </ns378:solidFill>
              <ns379:ln xmlns:ns379="http://schemas.openxmlformats.org/drawingml/2006/main" w="0">
                <ns379:noFill/>
              </ns379:ln>
            </c:spPr>
          </c:dPt>
          <c:dPt>
            <c:idx val="188"/>
            <c:spPr>
              <ns380:solidFill xmlns:ns380="http://schemas.openxmlformats.org/drawingml/2006/main">
                <ns380:srgbClr val="536B7C"/>
              </ns380:solidFill>
              <ns381:ln xmlns:ns381="http://schemas.openxmlformats.org/drawingml/2006/main" w="0">
                <ns381:noFill/>
              </ns381:ln>
            </c:spPr>
          </c:dPt>
          <c:dPt>
            <c:idx val="189"/>
            <c:spPr>
              <ns382:solidFill xmlns:ns382="http://schemas.openxmlformats.org/drawingml/2006/main">
                <ns382:srgbClr val="536B7C"/>
              </ns382:solidFill>
              <ns383:ln xmlns:ns383="http://schemas.openxmlformats.org/drawingml/2006/main" w="0">
                <ns383:noFill/>
              </ns383:ln>
            </c:spPr>
          </c:dPt>
          <c:dPt>
            <c:idx val="190"/>
            <c:spPr>
              <ns384:solidFill xmlns:ns384="http://schemas.openxmlformats.org/drawingml/2006/main">
                <ns384:srgbClr val="536B7C"/>
              </ns384:solidFill>
              <ns385:ln xmlns:ns385="http://schemas.openxmlformats.org/drawingml/2006/main" w="0">
                <ns385:noFill/>
              </ns385:ln>
            </c:spPr>
          </c:dPt>
          <c:dPt>
            <c:idx val="191"/>
            <c:spPr>
              <ns386:solidFill xmlns:ns386="http://schemas.openxmlformats.org/drawingml/2006/main">
                <ns386:srgbClr val="536B7C"/>
              </ns386:solidFill>
              <ns387:ln xmlns:ns387="http://schemas.openxmlformats.org/drawingml/2006/main" w="0">
                <ns387:noFill/>
              </ns387:ln>
            </c:spPr>
          </c:dPt>
          <c:dPt>
            <c:idx val="192"/>
            <c:spPr>
              <ns388:solidFill xmlns:ns388="http://schemas.openxmlformats.org/drawingml/2006/main">
                <ns388:srgbClr val="536B7C"/>
              </ns388:solidFill>
              <ns389:ln xmlns:ns389="http://schemas.openxmlformats.org/drawingml/2006/main" w="0">
                <ns389:noFill/>
              </ns389:ln>
            </c:spPr>
          </c:dPt>
          <c:dPt>
            <c:idx val="193"/>
            <c:spPr>
              <ns390:solidFill xmlns:ns390="http://schemas.openxmlformats.org/drawingml/2006/main">
                <ns390:srgbClr val="536B7C"/>
              </ns390:solidFill>
              <ns391:ln xmlns:ns391="http://schemas.openxmlformats.org/drawingml/2006/main" w="0">
                <ns391:noFill/>
              </ns391:ln>
            </c:spPr>
          </c:dPt>
          <c:dPt>
            <c:idx val="194"/>
            <c:spPr>
              <ns392:solidFill xmlns:ns392="http://schemas.openxmlformats.org/drawingml/2006/main">
                <ns392:srgbClr val="536B7C"/>
              </ns392:solidFill>
              <ns393:ln xmlns:ns393="http://schemas.openxmlformats.org/drawingml/2006/main" w="0">
                <ns393:noFill/>
              </ns393:ln>
            </c:spPr>
          </c:dPt>
          <c:dPt>
            <c:idx val="195"/>
            <c:spPr>
              <ns394:solidFill xmlns:ns394="http://schemas.openxmlformats.org/drawingml/2006/main">
                <ns394:srgbClr val="536B7C"/>
              </ns394:solidFill>
              <ns395:ln xmlns:ns395="http://schemas.openxmlformats.org/drawingml/2006/main" w="0">
                <ns395:noFill/>
              </ns395:ln>
            </c:spPr>
          </c:dPt>
          <c:dPt>
            <c:idx val="196"/>
            <c:spPr>
              <ns396:solidFill xmlns:ns396="http://schemas.openxmlformats.org/drawingml/2006/main">
                <ns396:srgbClr val="536B7C"/>
              </ns396:solidFill>
              <ns397:ln xmlns:ns397="http://schemas.openxmlformats.org/drawingml/2006/main" w="0">
                <ns397:noFill/>
              </ns397:ln>
            </c:spPr>
          </c:dPt>
          <c:dPt>
            <c:idx val="197"/>
            <c:spPr>
              <ns398:solidFill xmlns:ns398="http://schemas.openxmlformats.org/drawingml/2006/main">
                <ns398:srgbClr val="536B7C"/>
              </ns398:solidFill>
              <ns399:ln xmlns:ns399="http://schemas.openxmlformats.org/drawingml/2006/main" w="0">
                <ns399:noFill/>
              </ns399:ln>
            </c:spPr>
          </c:dPt>
          <c:dPt>
            <c:idx val="198"/>
            <c:spPr>
              <ns400:solidFill xmlns:ns400="http://schemas.openxmlformats.org/drawingml/2006/main">
                <ns400:srgbClr val="536B7C"/>
              </ns400:solidFill>
              <ns401:ln xmlns:ns401="http://schemas.openxmlformats.org/drawingml/2006/main" w="0">
                <ns401:noFill/>
              </ns401:ln>
            </c:spPr>
          </c:dPt>
          <c:dPt>
            <c:idx val="199"/>
            <c:spPr>
              <ns402:solidFill xmlns:ns402="http://schemas.openxmlformats.org/drawingml/2006/main">
                <ns402:srgbClr val="536B7C"/>
              </ns402:solidFill>
              <ns403:ln xmlns:ns403="http://schemas.openxmlformats.org/drawingml/2006/main" w="0">
                <ns403:noFill/>
              </ns403:ln>
            </c:spPr>
          </c:dPt>
          <c:dPt>
            <c:idx val="200"/>
            <c:spPr>
              <ns404:solidFill xmlns:ns404="http://schemas.openxmlformats.org/drawingml/2006/main">
                <ns404:srgbClr val="536B7C"/>
              </ns404:solidFill>
              <ns405:ln xmlns:ns405="http://schemas.openxmlformats.org/drawingml/2006/main" w="0">
                <ns405:noFill/>
              </ns405:ln>
            </c:spPr>
          </c:dPt>
          <c:dPt>
            <c:idx val="201"/>
            <c:spPr>
              <ns406:solidFill xmlns:ns406="http://schemas.openxmlformats.org/drawingml/2006/main">
                <ns406:srgbClr val="536B7C"/>
              </ns406:solidFill>
              <ns407:ln xmlns:ns407="http://schemas.openxmlformats.org/drawingml/2006/main" w="0">
                <ns407:noFill/>
              </ns407:ln>
            </c:spPr>
          </c:dPt>
          <c:dPt>
            <c:idx val="202"/>
            <c:spPr>
              <ns408:solidFill xmlns:ns408="http://schemas.openxmlformats.org/drawingml/2006/main">
                <ns408:srgbClr val="536B7C"/>
              </ns408:solidFill>
              <ns409:ln xmlns:ns409="http://schemas.openxmlformats.org/drawingml/2006/main" w="0">
                <ns409:noFill/>
              </ns409:ln>
            </c:spPr>
          </c:dPt>
          <c:dPt>
            <c:idx val="203"/>
            <c:spPr>
              <ns410:solidFill xmlns:ns410="http://schemas.openxmlformats.org/drawingml/2006/main">
                <ns410:srgbClr val="536B7C"/>
              </ns410:solidFill>
              <ns411:ln xmlns:ns411="http://schemas.openxmlformats.org/drawingml/2006/main" w="0">
                <ns411:noFill/>
              </ns411:ln>
            </c:spPr>
          </c:dPt>
          <c:dPt>
            <c:idx val="204"/>
            <c:spPr>
              <ns412:solidFill xmlns:ns412="http://schemas.openxmlformats.org/drawingml/2006/main">
                <ns412:srgbClr val="536B7C"/>
              </ns412:solidFill>
              <ns413:ln xmlns:ns413="http://schemas.openxmlformats.org/drawingml/2006/main" w="0">
                <ns413:noFill/>
              </ns413:ln>
            </c:spPr>
          </c:dPt>
          <c:dPt>
            <c:idx val="205"/>
            <c:spPr>
              <ns414:solidFill xmlns:ns414="http://schemas.openxmlformats.org/drawingml/2006/main">
                <ns414:srgbClr val="536B7C"/>
              </ns414:solidFill>
              <ns415:ln xmlns:ns415="http://schemas.openxmlformats.org/drawingml/2006/main" w="0">
                <ns415:noFill/>
              </ns415:ln>
            </c:spPr>
          </c:dPt>
          <c:dPt>
            <c:idx val="206"/>
            <c:spPr>
              <ns416:solidFill xmlns:ns416="http://schemas.openxmlformats.org/drawingml/2006/main">
                <ns416:srgbClr val="536B7C"/>
              </ns416:solidFill>
              <ns417:ln xmlns:ns417="http://schemas.openxmlformats.org/drawingml/2006/main" w="0">
                <ns417:noFill/>
              </ns417:ln>
            </c:spPr>
          </c:dPt>
          <c:dPt>
            <c:idx val="207"/>
            <c:spPr>
              <ns418:solidFill xmlns:ns418="http://schemas.openxmlformats.org/drawingml/2006/main">
                <ns418:srgbClr val="536B7C"/>
              </ns418:solidFill>
              <ns419:ln xmlns:ns419="http://schemas.openxmlformats.org/drawingml/2006/main" w="0">
                <ns419:noFill/>
              </ns419:ln>
            </c:spPr>
          </c:dPt>
          <c:dPt>
            <c:idx val="208"/>
            <c:spPr>
              <ns420:solidFill xmlns:ns420="http://schemas.openxmlformats.org/drawingml/2006/main">
                <ns420:srgbClr val="536B7C"/>
              </ns420:solidFill>
              <ns421:ln xmlns:ns421="http://schemas.openxmlformats.org/drawingml/2006/main" w="0">
                <ns421:noFill/>
              </ns421:ln>
            </c:spPr>
          </c:dPt>
          <c:dPt>
            <c:idx val="209"/>
            <c:spPr>
              <ns422:solidFill xmlns:ns422="http://schemas.openxmlformats.org/drawingml/2006/main">
                <ns422:srgbClr val="536B7C"/>
              </ns422:solidFill>
              <ns423:ln xmlns:ns423="http://schemas.openxmlformats.org/drawingml/2006/main" w="0">
                <ns423:noFill/>
              </ns423:ln>
            </c:spPr>
          </c:dPt>
          <c:dPt>
            <c:idx val="210"/>
            <c:spPr>
              <ns424:solidFill xmlns:ns424="http://schemas.openxmlformats.org/drawingml/2006/main">
                <ns424:srgbClr val="536B7C"/>
              </ns424:solidFill>
              <ns425:ln xmlns:ns425="http://schemas.openxmlformats.org/drawingml/2006/main" w="0">
                <ns425:noFill/>
              </ns425:ln>
            </c:spPr>
          </c:dPt>
          <c:dPt>
            <c:idx val="211"/>
            <c:spPr>
              <ns426:solidFill xmlns:ns426="http://schemas.openxmlformats.org/drawingml/2006/main">
                <ns426:srgbClr val="536B7C"/>
              </ns426:solidFill>
              <ns427:ln xmlns:ns427="http://schemas.openxmlformats.org/drawingml/2006/main" w="0">
                <ns427:noFill/>
              </ns427:ln>
            </c:spPr>
          </c:dPt>
          <c:dPt>
            <c:idx val="212"/>
            <c:spPr>
              <ns428:solidFill xmlns:ns428="http://schemas.openxmlformats.org/drawingml/2006/main">
                <ns428:srgbClr val="536B7C"/>
              </ns428:solidFill>
              <ns429:ln xmlns:ns429="http://schemas.openxmlformats.org/drawingml/2006/main" w="0">
                <ns429:noFill/>
              </ns429:ln>
            </c:spPr>
          </c:dPt>
          <c:dPt>
            <c:idx val="213"/>
            <c:spPr>
              <ns430:solidFill xmlns:ns430="http://schemas.openxmlformats.org/drawingml/2006/main">
                <ns430:srgbClr val="536B7C"/>
              </ns430:solidFill>
              <ns431:ln xmlns:ns431="http://schemas.openxmlformats.org/drawingml/2006/main" w="0">
                <ns431:noFill/>
              </ns431:ln>
            </c:spPr>
          </c:dPt>
          <c:dPt>
            <c:idx val="214"/>
            <c:spPr>
              <ns432:solidFill xmlns:ns432="http://schemas.openxmlformats.org/drawingml/2006/main">
                <ns432:srgbClr val="536B7C"/>
              </ns432:solidFill>
              <ns433:ln xmlns:ns433="http://schemas.openxmlformats.org/drawingml/2006/main" w="0">
                <ns433:noFill/>
              </ns433:ln>
            </c:spPr>
          </c:dPt>
          <c:dPt>
            <c:idx val="215"/>
            <c:spPr>
              <ns434:solidFill xmlns:ns434="http://schemas.openxmlformats.org/drawingml/2006/main">
                <ns434:srgbClr val="536B7C"/>
              </ns434:solidFill>
              <ns435:ln xmlns:ns435="http://schemas.openxmlformats.org/drawingml/2006/main" w="0">
                <ns435:noFill/>
              </ns435:ln>
            </c:spPr>
          </c:dPt>
          <c:dPt>
            <c:idx val="216"/>
            <c:spPr>
              <ns436:solidFill xmlns:ns436="http://schemas.openxmlformats.org/drawingml/2006/main">
                <ns436:srgbClr val="536B7C"/>
              </ns436:solidFill>
              <ns437:ln xmlns:ns437="http://schemas.openxmlformats.org/drawingml/2006/main" w="0">
                <ns437:noFill/>
              </ns437:ln>
            </c:spPr>
          </c:dPt>
          <c:dPt>
            <c:idx val="217"/>
            <c:spPr>
              <ns438:solidFill xmlns:ns438="http://schemas.openxmlformats.org/drawingml/2006/main">
                <ns438:srgbClr val="536B7C"/>
              </ns438:solidFill>
              <ns439:ln xmlns:ns439="http://schemas.openxmlformats.org/drawingml/2006/main" w="0">
                <ns439:noFill/>
              </ns439:ln>
            </c:spPr>
          </c:dPt>
          <c:dPt>
            <c:idx val="218"/>
            <c:spPr>
              <ns440:solidFill xmlns:ns440="http://schemas.openxmlformats.org/drawingml/2006/main">
                <ns440:srgbClr val="536B7C"/>
              </ns440:solidFill>
              <ns441:ln xmlns:ns441="http://schemas.openxmlformats.org/drawingml/2006/main" w="0">
                <ns441:noFill/>
              </ns441:ln>
            </c:spPr>
          </c:dPt>
          <c:dPt>
            <c:idx val="219"/>
            <c:spPr>
              <ns442:solidFill xmlns:ns442="http://schemas.openxmlformats.org/drawingml/2006/main">
                <ns442:srgbClr val="536B7C"/>
              </ns442:solidFill>
              <ns443:ln xmlns:ns443="http://schemas.openxmlformats.org/drawingml/2006/main" w="0">
                <ns443:noFill/>
              </ns443:ln>
            </c:spPr>
          </c:dPt>
          <c:dPt>
            <c:idx val="220"/>
            <c:spPr>
              <ns444:solidFill xmlns:ns444="http://schemas.openxmlformats.org/drawingml/2006/main">
                <ns444:srgbClr val="536B7C"/>
              </ns444:solidFill>
              <ns445:ln xmlns:ns445="http://schemas.openxmlformats.org/drawingml/2006/main" w="0">
                <ns445:noFill/>
              </ns445:ln>
            </c:spPr>
          </c:dPt>
          <c:dPt>
            <c:idx val="221"/>
            <c:spPr>
              <ns446:solidFill xmlns:ns446="http://schemas.openxmlformats.org/drawingml/2006/main">
                <ns446:srgbClr val="536B7C"/>
              </ns446:solidFill>
              <ns447:ln xmlns:ns447="http://schemas.openxmlformats.org/drawingml/2006/main" w="0">
                <ns447:noFill/>
              </ns447:ln>
            </c:spPr>
          </c:dPt>
          <c:dPt>
            <c:idx val="222"/>
            <c:spPr>
              <ns448:solidFill xmlns:ns448="http://schemas.openxmlformats.org/drawingml/2006/main">
                <ns448:srgbClr val="536B7C"/>
              </ns448:solidFill>
              <ns449:ln xmlns:ns449="http://schemas.openxmlformats.org/drawingml/2006/main" w="0">
                <ns449:noFill/>
              </ns449:ln>
            </c:spPr>
          </c:dPt>
          <c:dPt>
            <c:idx val="223"/>
            <c:spPr>
              <ns450:solidFill xmlns:ns450="http://schemas.openxmlformats.org/drawingml/2006/main">
                <ns450:srgbClr val="536B7C"/>
              </ns450:solidFill>
              <ns451:ln xmlns:ns451="http://schemas.openxmlformats.org/drawingml/2006/main" w="0">
                <ns451:noFill/>
              </ns451:ln>
            </c:spPr>
          </c:dPt>
          <c:dPt>
            <c:idx val="224"/>
            <c:spPr>
              <ns452:solidFill xmlns:ns452="http://schemas.openxmlformats.org/drawingml/2006/main">
                <ns452:srgbClr val="536B7C"/>
              </ns452:solidFill>
              <ns453:ln xmlns:ns453="http://schemas.openxmlformats.org/drawingml/2006/main" w="0">
                <ns453:noFill/>
              </ns453:ln>
            </c:spPr>
          </c:dPt>
          <c:dPt>
            <c:idx val="225"/>
            <c:spPr>
              <ns454:solidFill xmlns:ns454="http://schemas.openxmlformats.org/drawingml/2006/main">
                <ns454:srgbClr val="536B7C"/>
              </ns454:solidFill>
              <ns455:ln xmlns:ns455="http://schemas.openxmlformats.org/drawingml/2006/main" w="0">
                <ns455:noFill/>
              </ns455:ln>
            </c:spPr>
          </c:dPt>
          <c:dPt>
            <c:idx val="226"/>
            <c:spPr>
              <ns456:solidFill xmlns:ns456="http://schemas.openxmlformats.org/drawingml/2006/main">
                <ns456:srgbClr val="536B7C"/>
              </ns456:solidFill>
              <ns457:ln xmlns:ns457="http://schemas.openxmlformats.org/drawingml/2006/main" w="0">
                <ns457:noFill/>
              </ns457:ln>
            </c:spPr>
          </c:dPt>
          <c:dPt>
            <c:idx val="227"/>
            <c:spPr>
              <ns458:solidFill xmlns:ns458="http://schemas.openxmlformats.org/drawingml/2006/main">
                <ns458:srgbClr val="536B7C"/>
              </ns458:solidFill>
              <ns459:ln xmlns:ns459="http://schemas.openxmlformats.org/drawingml/2006/main" w="0">
                <ns459:noFill/>
              </ns459:ln>
            </c:spPr>
          </c:dPt>
          <c:dPt>
            <c:idx val="228"/>
            <c:spPr>
              <ns460:solidFill xmlns:ns460="http://schemas.openxmlformats.org/drawingml/2006/main">
                <ns460:srgbClr val="536B7C"/>
              </ns460:solidFill>
              <ns461:ln xmlns:ns461="http://schemas.openxmlformats.org/drawingml/2006/main" w="0">
                <ns461:noFill/>
              </ns461:ln>
            </c:spPr>
          </c:dPt>
          <c:dPt>
            <c:idx val="229"/>
            <c:spPr>
              <ns462:solidFill xmlns:ns462="http://schemas.openxmlformats.org/drawingml/2006/main">
                <ns462:srgbClr val="536B7C"/>
              </ns462:solidFill>
              <ns463:ln xmlns:ns463="http://schemas.openxmlformats.org/drawingml/2006/main" w="0">
                <ns463:noFill/>
              </ns463:ln>
            </c:spPr>
          </c:dPt>
          <c:dPt>
            <c:idx val="230"/>
            <c:spPr>
              <ns464:solidFill xmlns:ns464="http://schemas.openxmlformats.org/drawingml/2006/main">
                <ns464:srgbClr val="536B7C"/>
              </ns464:solidFill>
              <ns465:ln xmlns:ns465="http://schemas.openxmlformats.org/drawingml/2006/main" w="0">
                <ns465:noFill/>
              </ns465:ln>
            </c:spPr>
          </c:dPt>
          <c:dPt>
            <c:idx val="231"/>
            <c:spPr>
              <ns466:solidFill xmlns:ns466="http://schemas.openxmlformats.org/drawingml/2006/main">
                <ns466:srgbClr val="536B7C"/>
              </ns466:solidFill>
              <ns467:ln xmlns:ns467="http://schemas.openxmlformats.org/drawingml/2006/main" w="0">
                <ns467:noFill/>
              </ns467:ln>
            </c:spPr>
          </c:dPt>
          <c:dPt>
            <c:idx val="232"/>
            <c:spPr>
              <ns468:solidFill xmlns:ns468="http://schemas.openxmlformats.org/drawingml/2006/main">
                <ns468:srgbClr val="536B7C"/>
              </ns468:solidFill>
              <ns469:ln xmlns:ns469="http://schemas.openxmlformats.org/drawingml/2006/main" w="0">
                <ns469:noFill/>
              </ns469:ln>
            </c:spPr>
          </c:dPt>
          <c:dPt>
            <c:idx val="233"/>
            <c:spPr>
              <ns470:solidFill xmlns:ns470="http://schemas.openxmlformats.org/drawingml/2006/main">
                <ns470:srgbClr val="536B7C"/>
              </ns470:solidFill>
              <ns471:ln xmlns:ns471="http://schemas.openxmlformats.org/drawingml/2006/main" w="0">
                <ns471:noFill/>
              </ns471:ln>
            </c:spPr>
          </c:dPt>
          <c:dPt>
            <c:idx val="234"/>
            <c:spPr>
              <ns472:solidFill xmlns:ns472="http://schemas.openxmlformats.org/drawingml/2006/main">
                <ns472:srgbClr val="536B7C"/>
              </ns472:solidFill>
              <ns473:ln xmlns:ns473="http://schemas.openxmlformats.org/drawingml/2006/main" w="0">
                <ns473:noFill/>
              </ns473:ln>
            </c:spPr>
          </c:dPt>
          <c:dPt>
            <c:idx val="235"/>
            <c:spPr>
              <ns474:solidFill xmlns:ns474="http://schemas.openxmlformats.org/drawingml/2006/main">
                <ns474:srgbClr val="536B7C"/>
              </ns474:solidFill>
              <ns475:ln xmlns:ns475="http://schemas.openxmlformats.org/drawingml/2006/main" w="0">
                <ns475:noFill/>
              </ns475:ln>
            </c:spPr>
          </c:dPt>
          <c:dPt>
            <c:idx val="236"/>
            <c:spPr>
              <ns476:solidFill xmlns:ns476="http://schemas.openxmlformats.org/drawingml/2006/main">
                <ns476:srgbClr val="536B7C"/>
              </ns476:solidFill>
              <ns477:ln xmlns:ns477="http://schemas.openxmlformats.org/drawingml/2006/main" w="0">
                <ns477:noFill/>
              </ns477:ln>
            </c:spPr>
          </c:dPt>
          <c:dPt>
            <c:idx val="237"/>
            <c:spPr>
              <ns478:solidFill xmlns:ns478="http://schemas.openxmlformats.org/drawingml/2006/main">
                <ns478:srgbClr val="536B7C"/>
              </ns478:solidFill>
              <ns479:ln xmlns:ns479="http://schemas.openxmlformats.org/drawingml/2006/main" w="0">
                <ns479:noFill/>
              </ns479:ln>
            </c:spPr>
          </c:dPt>
          <c:dPt>
            <c:idx val="238"/>
            <c:spPr>
              <ns480:solidFill xmlns:ns480="http://schemas.openxmlformats.org/drawingml/2006/main">
                <ns480:srgbClr val="536B7C"/>
              </ns480:solidFill>
              <ns481:ln xmlns:ns481="http://schemas.openxmlformats.org/drawingml/2006/main" w="0">
                <ns481:noFill/>
              </ns481:ln>
            </c:spPr>
          </c:dPt>
          <c:dPt>
            <c:idx val="239"/>
            <c:spPr>
              <ns482:solidFill xmlns:ns482="http://schemas.openxmlformats.org/drawingml/2006/main">
                <ns482:srgbClr val="536B7C"/>
              </ns482:solidFill>
              <ns483:ln xmlns:ns483="http://schemas.openxmlformats.org/drawingml/2006/main" w="0">
                <ns483:noFill/>
              </ns483:ln>
            </c:spPr>
          </c:dPt>
          <c:dPt>
            <c:idx val="240"/>
            <c:spPr>
              <ns484:solidFill xmlns:ns484="http://schemas.openxmlformats.org/drawingml/2006/main">
                <ns484:srgbClr val="536B7C"/>
              </ns484:solidFill>
              <ns485:ln xmlns:ns485="http://schemas.openxmlformats.org/drawingml/2006/main" w="0">
                <ns485:noFill/>
              </ns485:ln>
            </c:spPr>
          </c:dPt>
          <c:dPt>
            <c:idx val="241"/>
            <c:spPr>
              <ns486:solidFill xmlns:ns486="http://schemas.openxmlformats.org/drawingml/2006/main">
                <ns486:srgbClr val="536B7C"/>
              </ns486:solidFill>
              <ns487:ln xmlns:ns487="http://schemas.openxmlformats.org/drawingml/2006/main" w="0">
                <ns487:noFill/>
              </ns487:ln>
            </c:spPr>
          </c:dPt>
          <c:dPt>
            <c:idx val="242"/>
            <c:spPr>
              <ns488:solidFill xmlns:ns488="http://schemas.openxmlformats.org/drawingml/2006/main">
                <ns488:srgbClr val="536B7C"/>
              </ns488:solidFill>
              <ns489:ln xmlns:ns489="http://schemas.openxmlformats.org/drawingml/2006/main" w="0">
                <ns489:noFill/>
              </ns489:ln>
            </c:spPr>
          </c:dPt>
          <c:dPt>
            <c:idx val="243"/>
            <c:spPr>
              <ns490:solidFill xmlns:ns490="http://schemas.openxmlformats.org/drawingml/2006/main">
                <ns490:srgbClr val="536B7C"/>
              </ns490:solidFill>
              <ns491:ln xmlns:ns491="http://schemas.openxmlformats.org/drawingml/2006/main" w="0">
                <ns491:noFill/>
              </ns491:ln>
            </c:spPr>
          </c:dPt>
          <c:dPt>
            <c:idx val="244"/>
            <c:spPr>
              <ns492:solidFill xmlns:ns492="http://schemas.openxmlformats.org/drawingml/2006/main">
                <ns492:srgbClr val="536B7C"/>
              </ns492:solidFill>
              <ns493:ln xmlns:ns493="http://schemas.openxmlformats.org/drawingml/2006/main" w="0">
                <ns493:noFill/>
              </ns493:ln>
            </c:spPr>
          </c:dPt>
          <c:dPt>
            <c:idx val="245"/>
            <c:spPr>
              <ns494:solidFill xmlns:ns494="http://schemas.openxmlformats.org/drawingml/2006/main">
                <ns494:srgbClr val="536B7C"/>
              </ns494:solidFill>
              <ns495:ln xmlns:ns495="http://schemas.openxmlformats.org/drawingml/2006/main" w="0">
                <ns495:noFill/>
              </ns495:ln>
            </c:spPr>
          </c:dPt>
          <c:dPt>
            <c:idx val="246"/>
            <c:spPr>
              <ns496:solidFill xmlns:ns496="http://schemas.openxmlformats.org/drawingml/2006/main">
                <ns496:srgbClr val="536B7C"/>
              </ns496:solidFill>
              <ns497:ln xmlns:ns497="http://schemas.openxmlformats.org/drawingml/2006/main" w="0">
                <ns497:noFill/>
              </ns497:ln>
            </c:spPr>
          </c:dPt>
          <c:dPt>
            <c:idx val="247"/>
            <c:spPr>
              <ns498:solidFill xmlns:ns498="http://schemas.openxmlformats.org/drawingml/2006/main">
                <ns498:srgbClr val="536B7C"/>
              </ns498:solidFill>
              <ns499:ln xmlns:ns499="http://schemas.openxmlformats.org/drawingml/2006/main" w="0">
                <ns499:noFill/>
              </ns499:ln>
            </c:spPr>
          </c:dPt>
          <c:dPt>
            <c:idx val="248"/>
            <c:spPr>
              <ns500:solidFill xmlns:ns500="http://schemas.openxmlformats.org/drawingml/2006/main">
                <ns500:srgbClr val="536B7C"/>
              </ns500:solidFill>
              <ns501:ln xmlns:ns501="http://schemas.openxmlformats.org/drawingml/2006/main" w="0">
                <ns501:noFill/>
              </ns501:ln>
            </c:spPr>
          </c:dPt>
          <c:dPt>
            <c:idx val="249"/>
            <c:spPr>
              <ns502:solidFill xmlns:ns502="http://schemas.openxmlformats.org/drawingml/2006/main">
                <ns502:srgbClr val="536B7C"/>
              </ns502:solidFill>
              <ns503:ln xmlns:ns503="http://schemas.openxmlformats.org/drawingml/2006/main" w="0">
                <ns503:noFill/>
              </ns503:ln>
            </c:spPr>
          </c:dPt>
          <c:dPt>
            <c:idx val="250"/>
            <c:spPr>
              <ns504:solidFill xmlns:ns504="http://schemas.openxmlformats.org/drawingml/2006/main">
                <ns504:srgbClr val="536B7C"/>
              </ns504:solidFill>
              <ns505:ln xmlns:ns505="http://schemas.openxmlformats.org/drawingml/2006/main" w="0">
                <ns505:noFill/>
              </ns505:ln>
            </c:spPr>
          </c:dPt>
          <c:dPt>
            <c:idx val="251"/>
            <c:spPr>
              <ns506:solidFill xmlns:ns506="http://schemas.openxmlformats.org/drawingml/2006/main">
                <ns506:srgbClr val="536B7C"/>
              </ns506:solidFill>
              <ns507:ln xmlns:ns507="http://schemas.openxmlformats.org/drawingml/2006/main" w="0">
                <ns507:noFill/>
              </ns507:ln>
            </c:spPr>
          </c:dPt>
          <c:dPt>
            <c:idx val="252"/>
            <c:spPr>
              <ns508:solidFill xmlns:ns508="http://schemas.openxmlformats.org/drawingml/2006/main">
                <ns508:srgbClr val="536B7C"/>
              </ns508:solidFill>
              <ns509:ln xmlns:ns509="http://schemas.openxmlformats.org/drawingml/2006/main" w="0">
                <ns509:noFill/>
              </ns509:ln>
            </c:spPr>
          </c:dPt>
          <c:dPt>
            <c:idx val="253"/>
            <c:spPr>
              <ns510:solidFill xmlns:ns510="http://schemas.openxmlformats.org/drawingml/2006/main">
                <ns510:srgbClr val="536B7C"/>
              </ns510:solidFill>
              <ns511:ln xmlns:ns511="http://schemas.openxmlformats.org/drawingml/2006/main" w="0">
                <ns511:noFill/>
              </ns511:ln>
            </c:spPr>
          </c:dPt>
          <c:dPt>
            <c:idx val="254"/>
            <c:spPr>
              <ns512:solidFill xmlns:ns512="http://schemas.openxmlformats.org/drawingml/2006/main">
                <ns512:srgbClr val="536B7C"/>
              </ns512:solidFill>
              <ns513:ln xmlns:ns513="http://schemas.openxmlformats.org/drawingml/2006/main" w="0">
                <ns513:noFill/>
              </ns513:ln>
            </c:spPr>
          </c:dPt>
          <c:dPt>
            <c:idx val="255"/>
            <c:spPr>
              <ns514:solidFill xmlns:ns514="http://schemas.openxmlformats.org/drawingml/2006/main">
                <ns514:srgbClr val="536B7C"/>
              </ns514:solidFill>
              <ns515:ln xmlns:ns515="http://schemas.openxmlformats.org/drawingml/2006/main" w="0">
                <ns515:noFill/>
              </ns515:ln>
            </c:spPr>
          </c:dPt>
          <c:dPt>
            <c:idx val="256"/>
            <c:spPr>
              <ns516:solidFill xmlns:ns516="http://schemas.openxmlformats.org/drawingml/2006/main">
                <ns516:srgbClr val="536B7C"/>
              </ns516:solidFill>
              <ns517:ln xmlns:ns517="http://schemas.openxmlformats.org/drawingml/2006/main" w="0">
                <ns517:noFill/>
              </ns517:ln>
            </c:spPr>
          </c:dPt>
          <c:dPt>
            <c:idx val="257"/>
            <c:spPr>
              <ns518:solidFill xmlns:ns518="http://schemas.openxmlformats.org/drawingml/2006/main">
                <ns518:srgbClr val="536B7C"/>
              </ns518:solidFill>
              <ns519:ln xmlns:ns519="http://schemas.openxmlformats.org/drawingml/2006/main" w="0">
                <ns519:noFill/>
              </ns519:ln>
            </c:spPr>
          </c:dPt>
          <c:dPt>
            <c:idx val="258"/>
            <c:spPr>
              <ns520:solidFill xmlns:ns520="http://schemas.openxmlformats.org/drawingml/2006/main">
                <ns520:srgbClr val="536B7C"/>
              </ns520:solidFill>
              <ns521:ln xmlns:ns521="http://schemas.openxmlformats.org/drawingml/2006/main" w="0">
                <ns521:noFill/>
              </ns521:ln>
            </c:spPr>
          </c:dPt>
          <c:dPt>
            <c:idx val="259"/>
            <c:spPr>
              <ns522:solidFill xmlns:ns522="http://schemas.openxmlformats.org/drawingml/2006/main">
                <ns522:srgbClr val="536B7C"/>
              </ns522:solidFill>
              <ns523:ln xmlns:ns523="http://schemas.openxmlformats.org/drawingml/2006/main" w="0">
                <ns523:noFill/>
              </ns523:ln>
            </c:spPr>
          </c:dPt>
          <c:dPt>
            <c:idx val="260"/>
            <c:spPr>
              <ns524:solidFill xmlns:ns524="http://schemas.openxmlformats.org/drawingml/2006/main">
                <ns524:srgbClr val="536B7C"/>
              </ns524:solidFill>
              <ns525:ln xmlns:ns525="http://schemas.openxmlformats.org/drawingml/2006/main" w="0">
                <ns525:noFill/>
              </ns525:ln>
            </c:spPr>
          </c:dPt>
          <c:dPt>
            <c:idx val="261"/>
            <c:spPr>
              <ns526:solidFill xmlns:ns526="http://schemas.openxmlformats.org/drawingml/2006/main">
                <ns526:srgbClr val="536B7C"/>
              </ns526:solidFill>
              <ns527:ln xmlns:ns527="http://schemas.openxmlformats.org/drawingml/2006/main" w="0">
                <ns527:noFill/>
              </ns527:ln>
            </c:spPr>
          </c:dPt>
          <c:dPt>
            <c:idx val="262"/>
            <c:spPr>
              <ns528:solidFill xmlns:ns528="http://schemas.openxmlformats.org/drawingml/2006/main">
                <ns528:srgbClr val="536B7C"/>
              </ns528:solidFill>
              <ns529:ln xmlns:ns529="http://schemas.openxmlformats.org/drawingml/2006/main" w="0">
                <ns529:noFill/>
              </ns529:ln>
            </c:spPr>
          </c:dPt>
          <c:dPt>
            <c:idx val="263"/>
            <c:spPr>
              <ns530:solidFill xmlns:ns530="http://schemas.openxmlformats.org/drawingml/2006/main">
                <ns530:srgbClr val="536B7C"/>
              </ns530:solidFill>
              <ns531:ln xmlns:ns531="http://schemas.openxmlformats.org/drawingml/2006/main" w="0">
                <ns531:noFill/>
              </ns531:ln>
            </c:spPr>
          </c:dPt>
          <c:dPt>
            <c:idx val="264"/>
            <c:spPr>
              <ns532:solidFill xmlns:ns532="http://schemas.openxmlformats.org/drawingml/2006/main">
                <ns532:srgbClr val="536B7C"/>
              </ns532:solidFill>
              <ns533:ln xmlns:ns533="http://schemas.openxmlformats.org/drawingml/2006/main" w="0">
                <ns533:noFill/>
              </ns533:ln>
            </c:spPr>
          </c:dPt>
          <c:dPt>
            <c:idx val="265"/>
            <c:spPr>
              <ns534:solidFill xmlns:ns534="http://schemas.openxmlformats.org/drawingml/2006/main">
                <ns534:srgbClr val="536B7C"/>
              </ns534:solidFill>
              <ns535:ln xmlns:ns535="http://schemas.openxmlformats.org/drawingml/2006/main" w="0">
                <ns535:noFill/>
              </ns535:ln>
            </c:spPr>
          </c:dPt>
          <c:dPt>
            <c:idx val="266"/>
            <c:spPr>
              <ns536:solidFill xmlns:ns536="http://schemas.openxmlformats.org/drawingml/2006/main">
                <ns536:srgbClr val="536B7C"/>
              </ns536:solidFill>
              <ns537:ln xmlns:ns537="http://schemas.openxmlformats.org/drawingml/2006/main" w="0">
                <ns537:noFill/>
              </ns537:ln>
            </c:spPr>
          </c:dPt>
          <c:dPt>
            <c:idx val="267"/>
            <c:spPr>
              <ns538:solidFill xmlns:ns538="http://schemas.openxmlformats.org/drawingml/2006/main">
                <ns538:srgbClr val="536B7C"/>
              </ns538:solidFill>
              <ns539:ln xmlns:ns539="http://schemas.openxmlformats.org/drawingml/2006/main" w="0">
                <ns539:noFill/>
              </ns539:ln>
            </c:spPr>
          </c:dPt>
          <c:dPt>
            <c:idx val="268"/>
            <c:spPr>
              <ns540:solidFill xmlns:ns540="http://schemas.openxmlformats.org/drawingml/2006/main">
                <ns540:srgbClr val="536B7C"/>
              </ns540:solidFill>
              <ns541:ln xmlns:ns541="http://schemas.openxmlformats.org/drawingml/2006/main" w="0">
                <ns541:noFill/>
              </ns541:ln>
            </c:spPr>
          </c:dPt>
          <c:dPt>
            <c:idx val="269"/>
            <c:spPr>
              <ns542:solidFill xmlns:ns542="http://schemas.openxmlformats.org/drawingml/2006/main">
                <ns542:srgbClr val="536B7C"/>
              </ns542:solidFill>
              <ns543:ln xmlns:ns543="http://schemas.openxmlformats.org/drawingml/2006/main" w="0">
                <ns543:noFill/>
              </ns543:ln>
            </c:spPr>
          </c:dPt>
          <c:dPt>
            <c:idx val="270"/>
            <c:spPr>
              <ns544:solidFill xmlns:ns544="http://schemas.openxmlformats.org/drawingml/2006/main">
                <ns544:srgbClr val="536B7C"/>
              </ns544:solidFill>
              <ns545:ln xmlns:ns545="http://schemas.openxmlformats.org/drawingml/2006/main" w="0">
                <ns545:noFill/>
              </ns545:ln>
            </c:spPr>
          </c:dPt>
          <c:dPt>
            <c:idx val="271"/>
            <c:spPr>
              <ns546:solidFill xmlns:ns546="http://schemas.openxmlformats.org/drawingml/2006/main">
                <ns546:srgbClr val="536B7C"/>
              </ns546:solidFill>
              <ns547:ln xmlns:ns547="http://schemas.openxmlformats.org/drawingml/2006/main" w="0">
                <ns547:noFill/>
              </ns547:ln>
            </c:spPr>
          </c:dPt>
          <c:dPt>
            <c:idx val="272"/>
            <c:spPr>
              <ns548:solidFill xmlns:ns548="http://schemas.openxmlformats.org/drawingml/2006/main">
                <ns548:srgbClr val="536B7C"/>
              </ns548:solidFill>
              <ns549:ln xmlns:ns549="http://schemas.openxmlformats.org/drawingml/2006/main" w="0">
                <ns549:noFill/>
              </ns549:ln>
            </c:spPr>
          </c:dPt>
          <c:dPt>
            <c:idx val="273"/>
            <c:spPr>
              <ns550:solidFill xmlns:ns550="http://schemas.openxmlformats.org/drawingml/2006/main">
                <ns550:srgbClr val="536B7C"/>
              </ns550:solidFill>
              <ns551:ln xmlns:ns551="http://schemas.openxmlformats.org/drawingml/2006/main" w="0">
                <ns551:noFill/>
              </ns551:ln>
            </c:spPr>
          </c:dPt>
          <c:dPt>
            <c:idx val="274"/>
            <c:spPr>
              <ns552:solidFill xmlns:ns552="http://schemas.openxmlformats.org/drawingml/2006/main">
                <ns552:srgbClr val="536B7C"/>
              </ns552:solidFill>
              <ns553:ln xmlns:ns553="http://schemas.openxmlformats.org/drawingml/2006/main" w="0">
                <ns553:noFill/>
              </ns553:ln>
            </c:spPr>
          </c:dPt>
          <c:dPt>
            <c:idx val="275"/>
            <c:spPr>
              <ns554:solidFill xmlns:ns554="http://schemas.openxmlformats.org/drawingml/2006/main">
                <ns554:srgbClr val="536B7C"/>
              </ns554:solidFill>
              <ns555:ln xmlns:ns555="http://schemas.openxmlformats.org/drawingml/2006/main" w="0">
                <ns555:noFill/>
              </ns555:ln>
            </c:spPr>
          </c:dPt>
          <c:dPt>
            <c:idx val="276"/>
            <c:spPr>
              <ns556:solidFill xmlns:ns556="http://schemas.openxmlformats.org/drawingml/2006/main">
                <ns556:srgbClr val="536B7C"/>
              </ns556:solidFill>
              <ns557:ln xmlns:ns557="http://schemas.openxmlformats.org/drawingml/2006/main" w="0">
                <ns557:noFill/>
              </ns557:ln>
            </c:spPr>
          </c:dPt>
          <c:dPt>
            <c:idx val="277"/>
            <c:spPr>
              <ns558:solidFill xmlns:ns558="http://schemas.openxmlformats.org/drawingml/2006/main">
                <ns558:srgbClr val="536B7C"/>
              </ns558:solidFill>
              <ns559:ln xmlns:ns559="http://schemas.openxmlformats.org/drawingml/2006/main" w="0">
                <ns559:noFill/>
              </ns559:ln>
            </c:spPr>
          </c:dPt>
          <c:dPt>
            <c:idx val="278"/>
            <c:spPr>
              <ns560:solidFill xmlns:ns560="http://schemas.openxmlformats.org/drawingml/2006/main">
                <ns560:srgbClr val="536B7C"/>
              </ns560:solidFill>
              <ns561:ln xmlns:ns561="http://schemas.openxmlformats.org/drawingml/2006/main" w="0">
                <ns561:noFill/>
              </ns561:ln>
            </c:spPr>
          </c:dPt>
          <c:dPt>
            <c:idx val="279"/>
            <c:spPr>
              <ns562:solidFill xmlns:ns562="http://schemas.openxmlformats.org/drawingml/2006/main">
                <ns562:srgbClr val="536B7C"/>
              </ns562:solidFill>
              <ns563:ln xmlns:ns563="http://schemas.openxmlformats.org/drawingml/2006/main" w="0">
                <ns563:noFill/>
              </ns563:ln>
            </c:spPr>
          </c:dPt>
          <c:dPt>
            <c:idx val="280"/>
            <c:spPr>
              <ns564:solidFill xmlns:ns564="http://schemas.openxmlformats.org/drawingml/2006/main">
                <ns564:srgbClr val="536B7C"/>
              </ns564:solidFill>
              <ns565:ln xmlns:ns565="http://schemas.openxmlformats.org/drawingml/2006/main" w="0">
                <ns565:noFill/>
              </ns565:ln>
            </c:spPr>
          </c:dPt>
          <c:dPt>
            <c:idx val="281"/>
            <c:spPr>
              <ns566:solidFill xmlns:ns566="http://schemas.openxmlformats.org/drawingml/2006/main">
                <ns566:srgbClr val="536B7C"/>
              </ns566:solidFill>
              <ns567:ln xmlns:ns567="http://schemas.openxmlformats.org/drawingml/2006/main" w="0">
                <ns567:noFill/>
              </ns567:ln>
            </c:spPr>
          </c:dPt>
          <c:dPt>
            <c:idx val="282"/>
            <c:spPr>
              <ns568:solidFill xmlns:ns568="http://schemas.openxmlformats.org/drawingml/2006/main">
                <ns568:srgbClr val="536B7C"/>
              </ns568:solidFill>
              <ns569:ln xmlns:ns569="http://schemas.openxmlformats.org/drawingml/2006/main" w="0">
                <ns569:noFill/>
              </ns569:ln>
            </c:spPr>
          </c:dPt>
          <c:dPt>
            <c:idx val="283"/>
            <c:spPr>
              <ns570:solidFill xmlns:ns570="http://schemas.openxmlformats.org/drawingml/2006/main">
                <ns570:srgbClr val="536B7C"/>
              </ns570:solidFill>
              <ns571:ln xmlns:ns571="http://schemas.openxmlformats.org/drawingml/2006/main" w="0">
                <ns571:noFill/>
              </ns571:ln>
            </c:spPr>
          </c:dPt>
          <c:dPt>
            <c:idx val="284"/>
            <c:spPr>
              <ns572:solidFill xmlns:ns572="http://schemas.openxmlformats.org/drawingml/2006/main">
                <ns572:srgbClr val="536B7C"/>
              </ns572:solidFill>
              <ns573:ln xmlns:ns573="http://schemas.openxmlformats.org/drawingml/2006/main" w="0">
                <ns573:noFill/>
              </ns573:ln>
            </c:spPr>
          </c:dPt>
          <c:dPt>
            <c:idx val="285"/>
            <c:spPr>
              <ns574:solidFill xmlns:ns574="http://schemas.openxmlformats.org/drawingml/2006/main">
                <ns574:srgbClr val="536B7C"/>
              </ns574:solidFill>
              <ns575:ln xmlns:ns575="http://schemas.openxmlformats.org/drawingml/2006/main" w="0">
                <ns575:noFill/>
              </ns575:ln>
            </c:spPr>
          </c:dPt>
          <c:dPt>
            <c:idx val="286"/>
            <c:spPr>
              <ns576:solidFill xmlns:ns576="http://schemas.openxmlformats.org/drawingml/2006/main">
                <ns576:srgbClr val="536B7C"/>
              </ns576:solidFill>
              <ns577:ln xmlns:ns577="http://schemas.openxmlformats.org/drawingml/2006/main" w="0">
                <ns577:noFill/>
              </ns577:ln>
            </c:spPr>
          </c:dPt>
          <c:dPt>
            <c:idx val="287"/>
            <c:spPr>
              <ns578:solidFill xmlns:ns578="http://schemas.openxmlformats.org/drawingml/2006/main">
                <ns578:srgbClr val="536B7C"/>
              </ns578:solidFill>
              <ns579:ln xmlns:ns579="http://schemas.openxmlformats.org/drawingml/2006/main" w="0">
                <ns579:noFill/>
              </ns579:ln>
            </c:spPr>
          </c:dPt>
          <c:dPt>
            <c:idx val="288"/>
            <c:spPr>
              <ns580:solidFill xmlns:ns580="http://schemas.openxmlformats.org/drawingml/2006/main">
                <ns580:srgbClr val="536B7C"/>
              </ns580:solidFill>
              <ns581:ln xmlns:ns581="http://schemas.openxmlformats.org/drawingml/2006/main" w="0">
                <ns581:noFill/>
              </ns581:ln>
            </c:spPr>
          </c:dPt>
          <c:dPt>
            <c:idx val="289"/>
            <c:spPr>
              <ns582:solidFill xmlns:ns582="http://schemas.openxmlformats.org/drawingml/2006/main">
                <ns582:srgbClr val="536B7C"/>
              </ns582:solidFill>
              <ns583:ln xmlns:ns583="http://schemas.openxmlformats.org/drawingml/2006/main" w="0">
                <ns583:noFill/>
              </ns583:ln>
            </c:spPr>
          </c:dPt>
          <c:dPt>
            <c:idx val="290"/>
            <c:spPr>
              <ns584:solidFill xmlns:ns584="http://schemas.openxmlformats.org/drawingml/2006/main">
                <ns584:srgbClr val="536B7C"/>
              </ns584:solidFill>
              <ns585:ln xmlns:ns585="http://schemas.openxmlformats.org/drawingml/2006/main" w="0">
                <ns585:noFill/>
              </ns585:ln>
            </c:spPr>
          </c:dPt>
          <c:dPt>
            <c:idx val="291"/>
            <c:spPr>
              <ns586:solidFill xmlns:ns586="http://schemas.openxmlformats.org/drawingml/2006/main">
                <ns586:srgbClr val="536B7C"/>
              </ns586:solidFill>
              <ns587:ln xmlns:ns587="http://schemas.openxmlformats.org/drawingml/2006/main" w="0">
                <ns587:noFill/>
              </ns587:ln>
            </c:spPr>
          </c:dPt>
          <c:dPt>
            <c:idx val="292"/>
            <c:spPr>
              <ns588:solidFill xmlns:ns588="http://schemas.openxmlformats.org/drawingml/2006/main">
                <ns588:srgbClr val="536B7C"/>
              </ns588:solidFill>
              <ns589:ln xmlns:ns589="http://schemas.openxmlformats.org/drawingml/2006/main" w="0">
                <ns589:noFill/>
              </ns589:ln>
            </c:spPr>
          </c:dPt>
          <c:dPt>
            <c:idx val="293"/>
            <c:spPr>
              <ns590:solidFill xmlns:ns590="http://schemas.openxmlformats.org/drawingml/2006/main">
                <ns590:srgbClr val="536B7C"/>
              </ns590:solidFill>
              <ns591:ln xmlns:ns591="http://schemas.openxmlformats.org/drawingml/2006/main" w="0">
                <ns591:noFill/>
              </ns591:ln>
            </c:spPr>
          </c:dPt>
          <c:dPt>
            <c:idx val="294"/>
            <c:spPr>
              <ns592:solidFill xmlns:ns592="http://schemas.openxmlformats.org/drawingml/2006/main">
                <ns592:srgbClr val="536B7C"/>
              </ns592:solidFill>
              <ns593:ln xmlns:ns593="http://schemas.openxmlformats.org/drawingml/2006/main" w="0">
                <ns593:noFill/>
              </ns593:ln>
            </c:spPr>
          </c:dPt>
          <c:dPt>
            <c:idx val="295"/>
            <c:spPr>
              <ns594:solidFill xmlns:ns594="http://schemas.openxmlformats.org/drawingml/2006/main">
                <ns594:srgbClr val="536B7C"/>
              </ns594:solidFill>
              <ns595:ln xmlns:ns595="http://schemas.openxmlformats.org/drawingml/2006/main" w="0">
                <ns595:noFill/>
              </ns595:ln>
            </c:spPr>
          </c:dPt>
          <c:dPt>
            <c:idx val="296"/>
            <c:spPr>
              <ns596:solidFill xmlns:ns596="http://schemas.openxmlformats.org/drawingml/2006/main">
                <ns596:srgbClr val="536B7C"/>
              </ns596:solidFill>
              <ns597:ln xmlns:ns597="http://schemas.openxmlformats.org/drawingml/2006/main" w="0">
                <ns597:noFill/>
              </ns597:ln>
            </c:spPr>
          </c:dPt>
          <c:dPt>
            <c:idx val="297"/>
            <c:spPr>
              <ns598:solidFill xmlns:ns598="http://schemas.openxmlformats.org/drawingml/2006/main">
                <ns598:srgbClr val="536B7C"/>
              </ns598:solidFill>
              <ns599:ln xmlns:ns599="http://schemas.openxmlformats.org/drawingml/2006/main" w="0">
                <ns599:noFill/>
              </ns599:ln>
            </c:spPr>
          </c:dPt>
          <c:dPt>
            <c:idx val="298"/>
            <c:spPr>
              <ns600:solidFill xmlns:ns600="http://schemas.openxmlformats.org/drawingml/2006/main">
                <ns600:srgbClr val="536B7C"/>
              </ns600:solidFill>
              <ns601:ln xmlns:ns601="http://schemas.openxmlformats.org/drawingml/2006/main" w="0">
                <ns601:noFill/>
              </ns601:ln>
            </c:spPr>
          </c:dPt>
          <c:dPt>
            <c:idx val="299"/>
            <c:spPr>
              <ns602:solidFill xmlns:ns602="http://schemas.openxmlformats.org/drawingml/2006/main">
                <ns602:srgbClr val="536B7C"/>
              </ns602:solidFill>
              <ns603:ln xmlns:ns603="http://schemas.openxmlformats.org/drawingml/2006/main" w="0">
                <ns603:noFill/>
              </ns603:ln>
            </c:spPr>
          </c:dPt>
          <c:dPt>
            <c:idx val="300"/>
            <c:spPr>
              <ns604:solidFill xmlns:ns604="http://schemas.openxmlformats.org/drawingml/2006/main">
                <ns604:srgbClr val="536B7C"/>
              </ns604:solidFill>
              <ns605:ln xmlns:ns605="http://schemas.openxmlformats.org/drawingml/2006/main" w="0">
                <ns605:noFill/>
              </ns605:ln>
            </c:spPr>
          </c:dPt>
          <c:dPt>
            <c:idx val="301"/>
            <c:spPr>
              <ns606:solidFill xmlns:ns606="http://schemas.openxmlformats.org/drawingml/2006/main">
                <ns606:srgbClr val="536B7C"/>
              </ns606:solidFill>
              <ns607:ln xmlns:ns607="http://schemas.openxmlformats.org/drawingml/2006/main" w="0">
                <ns607:noFill/>
              </ns607:ln>
            </c:spPr>
          </c:dPt>
          <c:dPt>
            <c:idx val="302"/>
            <c:spPr>
              <ns608:solidFill xmlns:ns608="http://schemas.openxmlformats.org/drawingml/2006/main">
                <ns608:srgbClr val="536B7C"/>
              </ns608:solidFill>
              <ns609:ln xmlns:ns609="http://schemas.openxmlformats.org/drawingml/2006/main" w="0">
                <ns609:noFill/>
              </ns609:ln>
            </c:spPr>
          </c:dPt>
          <c:dPt>
            <c:idx val="303"/>
            <c:spPr>
              <ns610:solidFill xmlns:ns610="http://schemas.openxmlformats.org/drawingml/2006/main">
                <ns610:srgbClr val="536B7C"/>
              </ns610:solidFill>
              <ns611:ln xmlns:ns611="http://schemas.openxmlformats.org/drawingml/2006/main" w="0">
                <ns611:noFill/>
              </ns611:ln>
            </c:spPr>
          </c:dPt>
          <c:dPt>
            <c:idx val="304"/>
            <c:spPr>
              <ns612:solidFill xmlns:ns612="http://schemas.openxmlformats.org/drawingml/2006/main">
                <ns612:srgbClr val="536B7C"/>
              </ns612:solidFill>
              <ns613:ln xmlns:ns613="http://schemas.openxmlformats.org/drawingml/2006/main" w="0">
                <ns613:noFill/>
              </ns613:ln>
            </c:spPr>
          </c:dPt>
          <c:dPt>
            <c:idx val="305"/>
            <c:spPr>
              <ns614:solidFill xmlns:ns614="http://schemas.openxmlformats.org/drawingml/2006/main">
                <ns614:srgbClr val="536B7C"/>
              </ns614:solidFill>
              <ns615:ln xmlns:ns615="http://schemas.openxmlformats.org/drawingml/2006/main" w="0">
                <ns615:noFill/>
              </ns615:ln>
            </c:spPr>
          </c:dPt>
          <c:dPt>
            <c:idx val="306"/>
            <c:spPr>
              <ns616:solidFill xmlns:ns616="http://schemas.openxmlformats.org/drawingml/2006/main">
                <ns616:srgbClr val="536B7C"/>
              </ns616:solidFill>
              <ns617:ln xmlns:ns617="http://schemas.openxmlformats.org/drawingml/2006/main" w="0">
                <ns617:noFill/>
              </ns617:ln>
            </c:spPr>
          </c:dPt>
          <c:dPt>
            <c:idx val="307"/>
            <c:spPr>
              <ns618:solidFill xmlns:ns618="http://schemas.openxmlformats.org/drawingml/2006/main">
                <ns618:srgbClr val="536B7C"/>
              </ns618:solidFill>
              <ns619:ln xmlns:ns619="http://schemas.openxmlformats.org/drawingml/2006/main" w="0">
                <ns619:noFill/>
              </ns619:ln>
            </c:spPr>
          </c:dPt>
          <c:dPt>
            <c:idx val="308"/>
            <c:spPr>
              <ns620:solidFill xmlns:ns620="http://schemas.openxmlformats.org/drawingml/2006/main">
                <ns620:srgbClr val="536B7C"/>
              </ns620:solidFill>
              <ns621:ln xmlns:ns621="http://schemas.openxmlformats.org/drawingml/2006/main" w="0">
                <ns621:noFill/>
              </ns621:ln>
            </c:spPr>
          </c:dPt>
          <c:dPt>
            <c:idx val="309"/>
            <c:spPr>
              <ns622:solidFill xmlns:ns622="http://schemas.openxmlformats.org/drawingml/2006/main">
                <ns622:srgbClr val="536B7C"/>
              </ns622:solidFill>
              <ns623:ln xmlns:ns623="http://schemas.openxmlformats.org/drawingml/2006/main" w="0">
                <ns623:noFill/>
              </ns623:ln>
            </c:spPr>
          </c:dPt>
          <c:dPt>
            <c:idx val="310"/>
            <c:spPr>
              <ns624:solidFill xmlns:ns624="http://schemas.openxmlformats.org/drawingml/2006/main">
                <ns624:srgbClr val="536B7C"/>
              </ns624:solidFill>
              <ns625:ln xmlns:ns625="http://schemas.openxmlformats.org/drawingml/2006/main" w="0">
                <ns625:noFill/>
              </ns625:ln>
            </c:spPr>
          </c:dPt>
          <c:dPt>
            <c:idx val="311"/>
            <c:spPr>
              <ns626:solidFill xmlns:ns626="http://schemas.openxmlformats.org/drawingml/2006/main">
                <ns626:srgbClr val="536B7C"/>
              </ns626:solidFill>
              <ns627:ln xmlns:ns627="http://schemas.openxmlformats.org/drawingml/2006/main" w="0">
                <ns627:noFill/>
              </ns627:ln>
            </c:spPr>
          </c:dPt>
          <c:dPt>
            <c:idx val="312"/>
            <c:spPr>
              <ns628:solidFill xmlns:ns628="http://schemas.openxmlformats.org/drawingml/2006/main">
                <ns628:srgbClr val="536B7C"/>
              </ns628:solidFill>
              <ns629:ln xmlns:ns629="http://schemas.openxmlformats.org/drawingml/2006/main" w="0">
                <ns629:noFill/>
              </ns629:ln>
            </c:spPr>
          </c:dPt>
          <c:dPt>
            <c:idx val="313"/>
            <c:spPr>
              <ns630:solidFill xmlns:ns630="http://schemas.openxmlformats.org/drawingml/2006/main">
                <ns630:srgbClr val="536B7C"/>
              </ns630:solidFill>
              <ns631:ln xmlns:ns631="http://schemas.openxmlformats.org/drawingml/2006/main" w="0">
                <ns631:noFill/>
              </ns631:ln>
            </c:spPr>
          </c:dPt>
          <c:dPt>
            <c:idx val="314"/>
            <c:spPr>
              <ns632:solidFill xmlns:ns632="http://schemas.openxmlformats.org/drawingml/2006/main">
                <ns632:srgbClr val="536B7C"/>
              </ns632:solidFill>
              <ns633:ln xmlns:ns633="http://schemas.openxmlformats.org/drawingml/2006/main" w="0">
                <ns633:noFill/>
              </ns633:ln>
            </c:spPr>
          </c:dPt>
          <c:dPt>
            <c:idx val="315"/>
            <c:spPr>
              <ns634:solidFill xmlns:ns634="http://schemas.openxmlformats.org/drawingml/2006/main">
                <ns634:srgbClr val="536B7C"/>
              </ns634:solidFill>
              <ns635:ln xmlns:ns635="http://schemas.openxmlformats.org/drawingml/2006/main" w="0">
                <ns635:noFill/>
              </ns635:ln>
            </c:spPr>
          </c:dPt>
          <c:dPt>
            <c:idx val="316"/>
            <c:spPr>
              <ns636:solidFill xmlns:ns636="http://schemas.openxmlformats.org/drawingml/2006/main">
                <ns636:srgbClr val="536B7C"/>
              </ns636:solidFill>
              <ns637:ln xmlns:ns637="http://schemas.openxmlformats.org/drawingml/2006/main" w="0">
                <ns637:noFill/>
              </ns637:ln>
            </c:spPr>
          </c:dPt>
          <c:dPt>
            <c:idx val="317"/>
            <c:spPr>
              <ns638:solidFill xmlns:ns638="http://schemas.openxmlformats.org/drawingml/2006/main">
                <ns638:srgbClr val="536B7C"/>
              </ns638:solidFill>
              <ns639:ln xmlns:ns639="http://schemas.openxmlformats.org/drawingml/2006/main" w="0">
                <ns639:noFill/>
              </ns639:ln>
            </c:spPr>
          </c:dPt>
          <c:dPt>
            <c:idx val="318"/>
            <c:spPr>
              <ns640:solidFill xmlns:ns640="http://schemas.openxmlformats.org/drawingml/2006/main">
                <ns640:srgbClr val="536B7C"/>
              </ns640:solidFill>
              <ns641:ln xmlns:ns641="http://schemas.openxmlformats.org/drawingml/2006/main" w="0">
                <ns641:noFill/>
              </ns641:ln>
            </c:spPr>
          </c:dPt>
          <c:dPt>
            <c:idx val="319"/>
            <c:spPr>
              <ns642:solidFill xmlns:ns642="http://schemas.openxmlformats.org/drawingml/2006/main">
                <ns642:srgbClr val="536B7C"/>
              </ns642:solidFill>
              <ns643:ln xmlns:ns643="http://schemas.openxmlformats.org/drawingml/2006/main" w="0">
                <ns643:noFill/>
              </ns643:ln>
            </c:spPr>
          </c:dPt>
          <c:dPt>
            <c:idx val="320"/>
            <c:spPr>
              <ns644:solidFill xmlns:ns644="http://schemas.openxmlformats.org/drawingml/2006/main">
                <ns644:srgbClr val="536B7C"/>
              </ns644:solidFill>
              <ns645:ln xmlns:ns645="http://schemas.openxmlformats.org/drawingml/2006/main" w="0">
                <ns645:noFill/>
              </ns645:ln>
            </c:spPr>
          </c:dPt>
          <c:dPt>
            <c:idx val="321"/>
            <c:spPr>
              <ns646:solidFill xmlns:ns646="http://schemas.openxmlformats.org/drawingml/2006/main">
                <ns646:srgbClr val="536B7C"/>
              </ns646:solidFill>
              <ns647:ln xmlns:ns647="http://schemas.openxmlformats.org/drawingml/2006/main" w="0">
                <ns647:noFill/>
              </ns647:ln>
            </c:spPr>
          </c:dPt>
          <c:dPt>
            <c:idx val="322"/>
            <c:spPr>
              <ns648:solidFill xmlns:ns648="http://schemas.openxmlformats.org/drawingml/2006/main">
                <ns648:srgbClr val="536B7C"/>
              </ns648:solidFill>
              <ns649:ln xmlns:ns649="http://schemas.openxmlformats.org/drawingml/2006/main" w="0">
                <ns649:noFill/>
              </ns649:ln>
            </c:spPr>
          </c:dPt>
          <c:dPt>
            <c:idx val="323"/>
            <c:spPr>
              <ns650:solidFill xmlns:ns650="http://schemas.openxmlformats.org/drawingml/2006/main">
                <ns650:srgbClr val="536B7C"/>
              </ns650:solidFill>
              <ns651:ln xmlns:ns651="http://schemas.openxmlformats.org/drawingml/2006/main" w="0">
                <ns651:noFill/>
              </ns651:ln>
            </c:spPr>
          </c:dPt>
          <c:dPt>
            <c:idx val="324"/>
            <c:spPr>
              <ns652:solidFill xmlns:ns652="http://schemas.openxmlformats.org/drawingml/2006/main">
                <ns652:srgbClr val="536B7C"/>
              </ns652:solidFill>
              <ns653:ln xmlns:ns653="http://schemas.openxmlformats.org/drawingml/2006/main" w="0">
                <ns653:noFill/>
              </ns653:ln>
            </c:spPr>
          </c:dPt>
          <c:dPt>
            <c:idx val="325"/>
            <c:spPr>
              <ns654:solidFill xmlns:ns654="http://schemas.openxmlformats.org/drawingml/2006/main">
                <ns654:srgbClr val="536B7C"/>
              </ns654:solidFill>
              <ns655:ln xmlns:ns655="http://schemas.openxmlformats.org/drawingml/2006/main" w="0">
                <ns655:noFill/>
              </ns655:ln>
            </c:spPr>
          </c:dPt>
          <c:dPt>
            <c:idx val="326"/>
            <c:spPr>
              <ns656:solidFill xmlns:ns656="http://schemas.openxmlformats.org/drawingml/2006/main">
                <ns656:srgbClr val="536B7C"/>
              </ns656:solidFill>
              <ns657:ln xmlns:ns657="http://schemas.openxmlformats.org/drawingml/2006/main" w="0">
                <ns657:noFill/>
              </ns657:ln>
            </c:spPr>
          </c:dPt>
          <c:dPt>
            <c:idx val="327"/>
            <c:spPr>
              <ns658:solidFill xmlns:ns658="http://schemas.openxmlformats.org/drawingml/2006/main">
                <ns658:srgbClr val="536B7C"/>
              </ns658:solidFill>
              <ns659:ln xmlns:ns659="http://schemas.openxmlformats.org/drawingml/2006/main" w="0">
                <ns659:noFill/>
              </ns659:ln>
            </c:spPr>
          </c:dPt>
          <c:dPt>
            <c:idx val="328"/>
            <c:spPr>
              <ns660:solidFill xmlns:ns660="http://schemas.openxmlformats.org/drawingml/2006/main">
                <ns660:srgbClr val="536B7C"/>
              </ns660:solidFill>
              <ns661:ln xmlns:ns661="http://schemas.openxmlformats.org/drawingml/2006/main" w="0">
                <ns661:noFill/>
              </ns661:ln>
            </c:spPr>
          </c:dPt>
          <c:dPt>
            <c:idx val="329"/>
            <c:spPr>
              <ns662:solidFill xmlns:ns662="http://schemas.openxmlformats.org/drawingml/2006/main">
                <ns662:srgbClr val="536B7C"/>
              </ns662:solidFill>
              <ns663:ln xmlns:ns663="http://schemas.openxmlformats.org/drawingml/2006/main" w="0">
                <ns663:noFill/>
              </ns663:ln>
            </c:spPr>
          </c:dPt>
          <c:dPt>
            <c:idx val="330"/>
            <c:spPr>
              <ns664:solidFill xmlns:ns664="http://schemas.openxmlformats.org/drawingml/2006/main">
                <ns664:srgbClr val="536B7C"/>
              </ns664:solidFill>
              <ns665:ln xmlns:ns665="http://schemas.openxmlformats.org/drawingml/2006/main" w="0">
                <ns665:noFill/>
              </ns665:ln>
            </c:spPr>
          </c:dPt>
          <c:dPt>
            <c:idx val="331"/>
            <c:spPr>
              <ns666:solidFill xmlns:ns666="http://schemas.openxmlformats.org/drawingml/2006/main">
                <ns666:srgbClr val="536B7C"/>
              </ns666:solidFill>
              <ns667:ln xmlns:ns667="http://schemas.openxmlformats.org/drawingml/2006/main" w="0">
                <ns667:noFill/>
              </ns667:ln>
            </c:spPr>
          </c:dPt>
          <c:dPt>
            <c:idx val="332"/>
            <c:spPr>
              <ns668:solidFill xmlns:ns668="http://schemas.openxmlformats.org/drawingml/2006/main">
                <ns668:srgbClr val="536B7C"/>
              </ns668:solidFill>
              <ns669:ln xmlns:ns669="http://schemas.openxmlformats.org/drawingml/2006/main" w="0">
                <ns669:noFill/>
              </ns669:ln>
            </c:spPr>
          </c:dPt>
          <c:dPt>
            <c:idx val="333"/>
            <c:spPr>
              <ns670:solidFill xmlns:ns670="http://schemas.openxmlformats.org/drawingml/2006/main">
                <ns670:srgbClr val="536B7C"/>
              </ns670:solidFill>
              <ns671:ln xmlns:ns671="http://schemas.openxmlformats.org/drawingml/2006/main" w="0">
                <ns671:noFill/>
              </ns671:ln>
            </c:spPr>
          </c:dPt>
          <c:dPt>
            <c:idx val="334"/>
            <c:spPr>
              <ns672:solidFill xmlns:ns672="http://schemas.openxmlformats.org/drawingml/2006/main">
                <ns672:srgbClr val="536B7C"/>
              </ns672:solidFill>
              <ns673:ln xmlns:ns673="http://schemas.openxmlformats.org/drawingml/2006/main" w="0">
                <ns673:noFill/>
              </ns673:ln>
            </c:spPr>
          </c:dPt>
          <c:dPt>
            <c:idx val="335"/>
            <c:spPr>
              <ns674:solidFill xmlns:ns674="http://schemas.openxmlformats.org/drawingml/2006/main">
                <ns674:srgbClr val="536B7C"/>
              </ns674:solidFill>
              <ns675:ln xmlns:ns675="http://schemas.openxmlformats.org/drawingml/2006/main" w="0">
                <ns675:noFill/>
              </ns675:ln>
            </c:spPr>
          </c:dPt>
          <c:dPt>
            <c:idx val="336"/>
            <c:spPr>
              <ns676:solidFill xmlns:ns676="http://schemas.openxmlformats.org/drawingml/2006/main">
                <ns676:srgbClr val="536B7C"/>
              </ns676:solidFill>
              <ns677:ln xmlns:ns677="http://schemas.openxmlformats.org/drawingml/2006/main" w="0">
                <ns677:noFill/>
              </ns677:ln>
            </c:spPr>
          </c:dPt>
          <c:dPt>
            <c:idx val="337"/>
            <c:spPr>
              <ns678:solidFill xmlns:ns678="http://schemas.openxmlformats.org/drawingml/2006/main">
                <ns678:srgbClr val="536B7C"/>
              </ns678:solidFill>
              <ns679:ln xmlns:ns679="http://schemas.openxmlformats.org/drawingml/2006/main" w="0">
                <ns679:noFill/>
              </ns679:ln>
            </c:spPr>
          </c:dPt>
          <c:dPt>
            <c:idx val="338"/>
            <c:spPr>
              <ns680:solidFill xmlns:ns680="http://schemas.openxmlformats.org/drawingml/2006/main">
                <ns680:srgbClr val="536B7C"/>
              </ns680:solidFill>
              <ns681:ln xmlns:ns681="http://schemas.openxmlformats.org/drawingml/2006/main" w="0">
                <ns681:noFill/>
              </ns681:ln>
            </c:spPr>
          </c:dPt>
          <c:dPt>
            <c:idx val="339"/>
            <c:spPr>
              <ns682:solidFill xmlns:ns682="http://schemas.openxmlformats.org/drawingml/2006/main">
                <ns682:srgbClr val="536B7C"/>
              </ns682:solidFill>
              <ns683:ln xmlns:ns683="http://schemas.openxmlformats.org/drawingml/2006/main" w="0">
                <ns683:noFill/>
              </ns683:ln>
            </c:spPr>
          </c:dPt>
          <c:dPt>
            <c:idx val="340"/>
            <c:spPr>
              <ns684:solidFill xmlns:ns684="http://schemas.openxmlformats.org/drawingml/2006/main">
                <ns684:srgbClr val="536B7C"/>
              </ns684:solidFill>
              <ns685:ln xmlns:ns685="http://schemas.openxmlformats.org/drawingml/2006/main" w="0">
                <ns685:noFill/>
              </ns685:ln>
            </c:spPr>
          </c:dPt>
          <c:dPt>
            <c:idx val="341"/>
            <c:spPr>
              <ns686:solidFill xmlns:ns686="http://schemas.openxmlformats.org/drawingml/2006/main">
                <ns686:srgbClr val="536B7C"/>
              </ns686:solidFill>
              <ns687:ln xmlns:ns687="http://schemas.openxmlformats.org/drawingml/2006/main" w="0">
                <ns687:noFill/>
              </ns687:ln>
            </c:spPr>
          </c:dPt>
          <c:dPt>
            <c:idx val="342"/>
            <c:spPr>
              <ns688:solidFill xmlns:ns688="http://schemas.openxmlformats.org/drawingml/2006/main">
                <ns688:srgbClr val="536B7C"/>
              </ns688:solidFill>
              <ns689:ln xmlns:ns689="http://schemas.openxmlformats.org/drawingml/2006/main" w="0">
                <ns689:noFill/>
              </ns689:ln>
            </c:spPr>
          </c:dPt>
          <c:dPt>
            <c:idx val="343"/>
            <c:spPr>
              <ns690:solidFill xmlns:ns690="http://schemas.openxmlformats.org/drawingml/2006/main">
                <ns690:srgbClr val="536B7C"/>
              </ns690:solidFill>
              <ns691:ln xmlns:ns691="http://schemas.openxmlformats.org/drawingml/2006/main" w="0">
                <ns691:noFill/>
              </ns691:ln>
            </c:spPr>
          </c:dPt>
          <c:dPt>
            <c:idx val="344"/>
            <c:spPr>
              <ns692:solidFill xmlns:ns692="http://schemas.openxmlformats.org/drawingml/2006/main">
                <ns692:srgbClr val="536B7C"/>
              </ns692:solidFill>
              <ns693:ln xmlns:ns693="http://schemas.openxmlformats.org/drawingml/2006/main" w="0">
                <ns693:noFill/>
              </ns693:ln>
            </c:spPr>
          </c:dPt>
          <c:dPt>
            <c:idx val="345"/>
            <c:spPr>
              <ns694:solidFill xmlns:ns694="http://schemas.openxmlformats.org/drawingml/2006/main">
                <ns694:srgbClr val="536B7C"/>
              </ns694:solidFill>
              <ns695:ln xmlns:ns695="http://schemas.openxmlformats.org/drawingml/2006/main" w="0">
                <ns695:noFill/>
              </ns695:ln>
            </c:spPr>
          </c:dPt>
          <c:dPt>
            <c:idx val="346"/>
            <c:spPr>
              <ns696:solidFill xmlns:ns696="http://schemas.openxmlformats.org/drawingml/2006/main">
                <ns696:srgbClr val="536B7C"/>
              </ns696:solidFill>
              <ns697:ln xmlns:ns697="http://schemas.openxmlformats.org/drawingml/2006/main" w="0">
                <ns697:noFill/>
              </ns697:ln>
            </c:spPr>
          </c:dPt>
          <c:dPt>
            <c:idx val="347"/>
            <c:spPr>
              <ns698:solidFill xmlns:ns698="http://schemas.openxmlformats.org/drawingml/2006/main">
                <ns698:srgbClr val="536B7C"/>
              </ns698:solidFill>
              <ns699:ln xmlns:ns699="http://schemas.openxmlformats.org/drawingml/2006/main" w="0">
                <ns699:noFill/>
              </ns699:ln>
            </c:spPr>
          </c:dPt>
          <c:dPt>
            <c:idx val="348"/>
            <c:spPr>
              <ns700:solidFill xmlns:ns700="http://schemas.openxmlformats.org/drawingml/2006/main">
                <ns700:srgbClr val="536B7C"/>
              </ns700:solidFill>
              <ns701:ln xmlns:ns701="http://schemas.openxmlformats.org/drawingml/2006/main" w="0">
                <ns701:noFill/>
              </ns701:ln>
            </c:spPr>
          </c:dPt>
          <c:dPt>
            <c:idx val="349"/>
            <c:spPr>
              <ns702:solidFill xmlns:ns702="http://schemas.openxmlformats.org/drawingml/2006/main">
                <ns702:srgbClr val="536B7C"/>
              </ns702:solidFill>
              <ns703:ln xmlns:ns703="http://schemas.openxmlformats.org/drawingml/2006/main" w="0">
                <ns703:noFill/>
              </ns703:ln>
            </c:spPr>
          </c:dPt>
          <c:dPt>
            <c:idx val="350"/>
            <c:spPr>
              <ns704:solidFill xmlns:ns704="http://schemas.openxmlformats.org/drawingml/2006/main">
                <ns704:srgbClr val="536B7C"/>
              </ns704:solidFill>
              <ns705:ln xmlns:ns705="http://schemas.openxmlformats.org/drawingml/2006/main" w="0">
                <ns705:noFill/>
              </ns705:ln>
            </c:spPr>
          </c:dPt>
          <c:dPt>
            <c:idx val="351"/>
            <c:spPr>
              <ns706:solidFill xmlns:ns706="http://schemas.openxmlformats.org/drawingml/2006/main">
                <ns706:srgbClr val="536B7C"/>
              </ns706:solidFill>
              <ns707:ln xmlns:ns707="http://schemas.openxmlformats.org/drawingml/2006/main" w="0">
                <ns707:noFill/>
              </ns707:ln>
            </c:spPr>
          </c:dPt>
          <c:dPt>
            <c:idx val="352"/>
            <c:spPr>
              <ns708:solidFill xmlns:ns708="http://schemas.openxmlformats.org/drawingml/2006/main">
                <ns708:srgbClr val="536B7C"/>
              </ns708:solidFill>
              <ns709:ln xmlns:ns709="http://schemas.openxmlformats.org/drawingml/2006/main" w="0">
                <ns709:noFill/>
              </ns709:ln>
            </c:spPr>
          </c:dPt>
          <c:dPt>
            <c:idx val="353"/>
            <c:spPr>
              <ns710:solidFill xmlns:ns710="http://schemas.openxmlformats.org/drawingml/2006/main">
                <ns710:srgbClr val="536B7C"/>
              </ns710:solidFill>
              <ns711:ln xmlns:ns711="http://schemas.openxmlformats.org/drawingml/2006/main" w="0">
                <ns711:noFill/>
              </ns711:ln>
            </c:spPr>
          </c:dPt>
          <c:dPt>
            <c:idx val="354"/>
            <c:spPr>
              <ns712:solidFill xmlns:ns712="http://schemas.openxmlformats.org/drawingml/2006/main">
                <ns712:srgbClr val="536B7C"/>
              </ns712:solidFill>
              <ns713:ln xmlns:ns713="http://schemas.openxmlformats.org/drawingml/2006/main" w="0">
                <ns713:noFill/>
              </ns713:ln>
            </c:spPr>
          </c:dPt>
          <c:dPt>
            <c:idx val="355"/>
            <c:spPr>
              <ns714:solidFill xmlns:ns714="http://schemas.openxmlformats.org/drawingml/2006/main">
                <ns714:srgbClr val="536B7C"/>
              </ns714:solidFill>
              <ns715:ln xmlns:ns715="http://schemas.openxmlformats.org/drawingml/2006/main" w="0">
                <ns715:noFill/>
              </ns715:ln>
            </c:spPr>
          </c:dPt>
          <c:dPt>
            <c:idx val="356"/>
            <c:spPr>
              <ns716:solidFill xmlns:ns716="http://schemas.openxmlformats.org/drawingml/2006/main">
                <ns716:srgbClr val="536B7C"/>
              </ns716:solidFill>
              <ns717:ln xmlns:ns717="http://schemas.openxmlformats.org/drawingml/2006/main" w="0">
                <ns717:noFill/>
              </ns717:ln>
            </c:spPr>
          </c:dPt>
          <c:dPt>
            <c:idx val="357"/>
            <c:spPr>
              <ns718:solidFill xmlns:ns718="http://schemas.openxmlformats.org/drawingml/2006/main">
                <ns718:srgbClr val="536B7C"/>
              </ns718:solidFill>
              <ns719:ln xmlns:ns719="http://schemas.openxmlformats.org/drawingml/2006/main" w="0">
                <ns719:noFill/>
              </ns719:ln>
            </c:spPr>
          </c:dPt>
          <c:dPt>
            <c:idx val="358"/>
            <c:spPr>
              <ns720:solidFill xmlns:ns720="http://schemas.openxmlformats.org/drawingml/2006/main">
                <ns720:srgbClr val="536B7C"/>
              </ns720:solidFill>
              <ns721:ln xmlns:ns721="http://schemas.openxmlformats.org/drawingml/2006/main" w="0">
                <ns721:noFill/>
              </ns721:ln>
            </c:spPr>
          </c:dPt>
          <c:dPt>
            <c:idx val="359"/>
            <c:spPr>
              <ns722:solidFill xmlns:ns722="http://schemas.openxmlformats.org/drawingml/2006/main">
                <ns722:srgbClr val="536B7C"/>
              </ns722:solidFill>
              <ns723:ln xmlns:ns723="http://schemas.openxmlformats.org/drawingml/2006/main" w="0">
                <ns723:noFill/>
              </ns723:ln>
            </c:spPr>
          </c:dPt>
          <c:dPt>
            <c:idx val="360"/>
            <c:spPr>
              <ns724:solidFill xmlns:ns724="http://schemas.openxmlformats.org/drawingml/2006/main">
                <ns724:srgbClr val="536B7C"/>
              </ns724:solidFill>
              <ns725:ln xmlns:ns725="http://schemas.openxmlformats.org/drawingml/2006/main" w="0">
                <ns725:noFill/>
              </ns725:ln>
            </c:spPr>
          </c:dPt>
          <c:dPt>
            <c:idx val="361"/>
            <c:spPr>
              <ns726:solidFill xmlns:ns726="http://schemas.openxmlformats.org/drawingml/2006/main">
                <ns726:srgbClr val="536B7C"/>
              </ns726:solidFill>
              <ns727:ln xmlns:ns727="http://schemas.openxmlformats.org/drawingml/2006/main" w="0">
                <ns727:noFill/>
              </ns727:ln>
            </c:spPr>
          </c:dPt>
          <c:dPt>
            <c:idx val="362"/>
            <c:spPr>
              <ns728:solidFill xmlns:ns728="http://schemas.openxmlformats.org/drawingml/2006/main">
                <ns728:srgbClr val="536B7C"/>
              </ns728:solidFill>
              <ns729:ln xmlns:ns729="http://schemas.openxmlformats.org/drawingml/2006/main" w="0">
                <ns729:noFill/>
              </ns729:ln>
            </c:spPr>
          </c:dPt>
          <c:dPt>
            <c:idx val="363"/>
            <c:spPr>
              <ns730:solidFill xmlns:ns730="http://schemas.openxmlformats.org/drawingml/2006/main">
                <ns730:srgbClr val="536B7C"/>
              </ns730:solidFill>
              <ns731:ln xmlns:ns731="http://schemas.openxmlformats.org/drawingml/2006/main" w="0">
                <ns731:noFill/>
              </ns731:ln>
            </c:spPr>
          </c:dPt>
          <c:dPt>
            <c:idx val="364"/>
            <c:spPr>
              <ns732:solidFill xmlns:ns732="http://schemas.openxmlformats.org/drawingml/2006/main">
                <ns732:srgbClr val="536B7C"/>
              </ns732:solidFill>
              <ns733:ln xmlns:ns733="http://schemas.openxmlformats.org/drawingml/2006/main" w="0">
                <ns733:noFill/>
              </ns733:ln>
            </c:spPr>
          </c:dPt>
          <c:dPt>
            <c:idx val="365"/>
            <c:spPr>
              <ns734:solidFill xmlns:ns734="http://schemas.openxmlformats.org/drawingml/2006/main">
                <ns734:srgbClr val="536B7C"/>
              </ns734:solidFill>
              <ns735:ln xmlns:ns735="http://schemas.openxmlformats.org/drawingml/2006/main" w="0">
                <ns735:noFill/>
              </ns735:ln>
            </c:spPr>
          </c:dPt>
          <c:dPt>
            <c:idx val="366"/>
            <c:spPr>
              <ns736:solidFill xmlns:ns736="http://schemas.openxmlformats.org/drawingml/2006/main">
                <ns736:srgbClr val="536B7C"/>
              </ns736:solidFill>
              <ns737:ln xmlns:ns737="http://schemas.openxmlformats.org/drawingml/2006/main" w="0">
                <ns737:noFill/>
              </ns737:ln>
            </c:spPr>
          </c:dPt>
          <c:dPt>
            <c:idx val="367"/>
            <c:spPr>
              <ns738:solidFill xmlns:ns738="http://schemas.openxmlformats.org/drawingml/2006/main">
                <ns738:srgbClr val="536B7C"/>
              </ns738:solidFill>
              <ns739:ln xmlns:ns739="http://schemas.openxmlformats.org/drawingml/2006/main" w="0">
                <ns739:noFill/>
              </ns739:ln>
            </c:spPr>
          </c:dPt>
          <c:dPt>
            <c:idx val="368"/>
            <c:spPr>
              <ns740:solidFill xmlns:ns740="http://schemas.openxmlformats.org/drawingml/2006/main">
                <ns740:srgbClr val="536B7C"/>
              </ns740:solidFill>
              <ns741:ln xmlns:ns741="http://schemas.openxmlformats.org/drawingml/2006/main" w="0">
                <ns741:noFill/>
              </ns741:ln>
            </c:spPr>
          </c:dPt>
          <c:dPt>
            <c:idx val="369"/>
            <c:spPr>
              <ns742:solidFill xmlns:ns742="http://schemas.openxmlformats.org/drawingml/2006/main">
                <ns742:srgbClr val="536B7C"/>
              </ns742:solidFill>
              <ns743:ln xmlns:ns743="http://schemas.openxmlformats.org/drawingml/2006/main" w="0">
                <ns743:noFill/>
              </ns743:ln>
            </c:spPr>
          </c:dPt>
          <c:dPt>
            <c:idx val="370"/>
            <c:spPr>
              <ns744:solidFill xmlns:ns744="http://schemas.openxmlformats.org/drawingml/2006/main">
                <ns744:srgbClr val="536B7C"/>
              </ns744:solidFill>
              <ns745:ln xmlns:ns745="http://schemas.openxmlformats.org/drawingml/2006/main" w="0">
                <ns745:noFill/>
              </ns745:ln>
            </c:spPr>
          </c:dPt>
          <c:dPt>
            <c:idx val="371"/>
            <c:spPr>
              <ns746:solidFill xmlns:ns746="http://schemas.openxmlformats.org/drawingml/2006/main">
                <ns746:srgbClr val="536B7C"/>
              </ns746:solidFill>
              <ns747:ln xmlns:ns747="http://schemas.openxmlformats.org/drawingml/2006/main" w="0">
                <ns747:noFill/>
              </ns747:ln>
            </c:spPr>
          </c:dPt>
          <c:dPt>
            <c:idx val="372"/>
            <c:spPr>
              <ns748:solidFill xmlns:ns748="http://schemas.openxmlformats.org/drawingml/2006/main">
                <ns748:srgbClr val="536B7C"/>
              </ns748:solidFill>
              <ns749:ln xmlns:ns749="http://schemas.openxmlformats.org/drawingml/2006/main" w="0">
                <ns749:noFill/>
              </ns749:ln>
            </c:spPr>
          </c:dPt>
          <c:dPt>
            <c:idx val="373"/>
            <c:spPr>
              <ns750:solidFill xmlns:ns750="http://schemas.openxmlformats.org/drawingml/2006/main">
                <ns750:srgbClr val="536B7C"/>
              </ns750:solidFill>
              <ns751:ln xmlns:ns751="http://schemas.openxmlformats.org/drawingml/2006/main" w="0">
                <ns751:noFill/>
              </ns751:ln>
            </c:spPr>
          </c:dPt>
          <c:dPt>
            <c:idx val="374"/>
            <c:spPr>
              <ns752:solidFill xmlns:ns752="http://schemas.openxmlformats.org/drawingml/2006/main">
                <ns752:srgbClr val="536B7C"/>
              </ns752:solidFill>
              <ns753:ln xmlns:ns753="http://schemas.openxmlformats.org/drawingml/2006/main" w="0">
                <ns753:noFill/>
              </ns753:ln>
            </c:spPr>
          </c:dPt>
          <c:dPt>
            <c:idx val="375"/>
            <c:spPr>
              <ns754:solidFill xmlns:ns754="http://schemas.openxmlformats.org/drawingml/2006/main">
                <ns754:srgbClr val="536B7C"/>
              </ns754:solidFill>
              <ns755:ln xmlns:ns755="http://schemas.openxmlformats.org/drawingml/2006/main" w="0">
                <ns755:noFill/>
              </ns755:ln>
            </c:spPr>
          </c:dPt>
          <c:dPt>
            <c:idx val="376"/>
            <c:spPr>
              <ns756:solidFill xmlns:ns756="http://schemas.openxmlformats.org/drawingml/2006/main">
                <ns756:srgbClr val="536B7C"/>
              </ns756:solidFill>
              <ns757:ln xmlns:ns757="http://schemas.openxmlformats.org/drawingml/2006/main" w="0">
                <ns757:noFill/>
              </ns757:ln>
            </c:spPr>
          </c:dPt>
          <c:dPt>
            <c:idx val="377"/>
            <c:spPr>
              <ns758:solidFill xmlns:ns758="http://schemas.openxmlformats.org/drawingml/2006/main">
                <ns758:srgbClr val="536B7C"/>
              </ns758:solidFill>
              <ns759:ln xmlns:ns759="http://schemas.openxmlformats.org/drawingml/2006/main" w="0">
                <ns759:noFill/>
              </ns759:ln>
            </c:spPr>
          </c:dPt>
          <c:dPt>
            <c:idx val="378"/>
            <c:spPr>
              <ns760:solidFill xmlns:ns760="http://schemas.openxmlformats.org/drawingml/2006/main">
                <ns760:srgbClr val="536B7C"/>
              </ns760:solidFill>
              <ns761:ln xmlns:ns761="http://schemas.openxmlformats.org/drawingml/2006/main" w="0">
                <ns761:noFill/>
              </ns761:ln>
            </c:spPr>
          </c:dPt>
          <c:dPt>
            <c:idx val="379"/>
            <c:spPr>
              <ns762:solidFill xmlns:ns762="http://schemas.openxmlformats.org/drawingml/2006/main">
                <ns762:srgbClr val="536B7C"/>
              </ns762:solidFill>
              <ns763:ln xmlns:ns763="http://schemas.openxmlformats.org/drawingml/2006/main" w="0">
                <ns763:noFill/>
              </ns763:ln>
            </c:spPr>
          </c:dPt>
          <c:xVal>
            <c:numRef>
              <c:f>'Chart Data'!$Q$2:$Q$381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Data'!$R$2:$R$381</c:f>
              <c:numCache>
                <c:formatCode>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</c:ser>
        <c:ser>
          <c:idx val="9"/>
          <c:order val="9"/>
          <c:tx>
            <c:v>短思考（380条，空心）（空心中心，共用数据）</c:v>
          </c:tx>
          <c:spPr>
            <ns0:solidFill xmlns:ns0="http://schemas.openxmlformats.org/drawingml/2006/main">
              <ns0:srgbClr val="FFFFFF"/>
            </ns0:solidFill>
            <ns1:ln xmlns:ns1="http://schemas.openxmlformats.org/drawingml/2006/main" w="0">
              <ns1:noFill/>
            </ns1:ln>
          </c:spPr>
          <c:marker>
            <c:symbol val="circle"/>
            <c:size val="3"/>
            <c:spPr>
              <ns2:solidFill xmlns:ns2="http://schemas.openxmlformats.org/drawingml/2006/main">
                <ns2:srgbClr val="FFFFFF"/>
              </ns2:solidFill>
              <ns3:ln xmlns:ns3="http://schemas.openxmlformats.org/drawingml/2006/main" w="0">
                <ns3:noFill/>
              </ns3:ln>
            </c:spPr>
          </c:marker>
          <c:dPt>
            <c:idx val="0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0">
                <ns5:noFill/>
              </ns5:ln>
            </c:spPr>
          </c:dPt>
          <c:dPt>
            <c:idx val="1"/>
            <c:spPr>
              <ns6:solidFill xmlns:ns6="http://schemas.openxmlformats.org/drawingml/2006/main">
                <ns6:srgbClr val="FFFFFF"/>
              </ns6:solidFill>
              <ns7:ln xmlns:ns7="http://schemas.openxmlformats.org/drawingml/2006/main" w="0">
                <ns7:noFill/>
              </ns7:ln>
            </c:spPr>
          </c:dPt>
          <c:dPt>
            <c:idx val="2"/>
            <c:spPr>
              <ns8:solidFill xmlns:ns8="http://schemas.openxmlformats.org/drawingml/2006/main">
                <ns8:srgbClr val="FFFFFF"/>
              </ns8:solidFill>
              <ns9:ln xmlns:ns9="http://schemas.openxmlformats.org/drawingml/2006/main" w="0">
                <ns9:noFill/>
              </ns9:ln>
            </c:spPr>
          </c:dPt>
          <c:dPt>
            <c:idx val="3"/>
            <c:spPr>
              <ns10:solidFill xmlns:ns10="http://schemas.openxmlformats.org/drawingml/2006/main">
                <ns10:srgbClr val="FFFFFF"/>
              </ns10:solidFill>
              <ns11:ln xmlns:ns11="http://schemas.openxmlformats.org/drawingml/2006/main" w="0">
                <ns11:noFill/>
              </ns11:ln>
            </c:spPr>
          </c:dPt>
          <c:dPt>
            <c:idx val="4"/>
            <c:spPr>
              <ns12:solidFill xmlns:ns12="http://schemas.openxmlformats.org/drawingml/2006/main">
                <ns12:srgbClr val="FFFFFF"/>
              </ns12:solidFill>
              <ns13:ln xmlns:ns13="http://schemas.openxmlformats.org/drawingml/2006/main" w="0">
                <ns13:noFill/>
              </ns13:ln>
            </c:spPr>
          </c:dPt>
          <c:dPt>
            <c:idx val="5"/>
            <c:spPr>
              <ns14:solidFill xmlns:ns14="http://schemas.openxmlformats.org/drawingml/2006/main">
                <ns14:srgbClr val="FFFFFF"/>
              </ns14:solidFill>
              <ns15:ln xmlns:ns15="http://schemas.openxmlformats.org/drawingml/2006/main" w="0">
                <ns15:noFill/>
              </ns15:ln>
            </c:spPr>
          </c:dPt>
          <c:dPt>
            <c:idx val="6"/>
            <c:spPr>
              <ns16:solidFill xmlns:ns16="http://schemas.openxmlformats.org/drawingml/2006/main">
                <ns16:srgbClr val="FFFFFF"/>
              </ns16:solidFill>
              <ns17:ln xmlns:ns17="http://schemas.openxmlformats.org/drawingml/2006/main" w="0">
                <ns17:noFill/>
              </ns17:ln>
            </c:spPr>
          </c:dPt>
          <c:dPt>
            <c:idx val="7"/>
            <c:spPr>
              <ns18:solidFill xmlns:ns18="http://schemas.openxmlformats.org/drawingml/2006/main">
                <ns18:srgbClr val="FFFFFF"/>
              </ns18:solidFill>
              <ns19:ln xmlns:ns19="http://schemas.openxmlformats.org/drawingml/2006/main" w="0">
                <ns19:noFill/>
              </ns19:ln>
            </c:spPr>
          </c:dPt>
          <c:dPt>
            <c:idx val="8"/>
            <c:spPr>
              <ns20:solidFill xmlns:ns20="http://schemas.openxmlformats.org/drawingml/2006/main">
                <ns20:srgbClr val="FFFFFF"/>
              </ns20:solidFill>
              <ns21:ln xmlns:ns21="http://schemas.openxmlformats.org/drawingml/2006/main" w="0">
                <ns21:noFill/>
              </ns21:ln>
            </c:spPr>
          </c:dPt>
          <c:dPt>
            <c:idx val="9"/>
            <c:spPr>
              <ns22:solidFill xmlns:ns22="http://schemas.openxmlformats.org/drawingml/2006/main">
                <ns22:srgbClr val="FFFFFF"/>
              </ns22:solidFill>
              <ns23:ln xmlns:ns23="http://schemas.openxmlformats.org/drawingml/2006/main" w="0">
                <ns23:noFill/>
              </ns23:ln>
            </c:spPr>
          </c:dPt>
          <c:dPt>
            <c:idx val="10"/>
            <c:spPr>
              <ns24:solidFill xmlns:ns24="http://schemas.openxmlformats.org/drawingml/2006/main">
                <ns24:srgbClr val="FFFFFF"/>
              </ns24:solidFill>
              <ns25:ln xmlns:ns25="http://schemas.openxmlformats.org/drawingml/2006/main" w="0">
                <ns25:noFill/>
              </ns25:ln>
            </c:spPr>
          </c:dPt>
          <c:dPt>
            <c:idx val="11"/>
            <c:spPr>
              <ns26:solidFill xmlns:ns26="http://schemas.openxmlformats.org/drawingml/2006/main">
                <ns26:srgbClr val="FFFFFF"/>
              </ns26:solidFill>
              <ns27:ln xmlns:ns27="http://schemas.openxmlformats.org/drawingml/2006/main" w="0">
                <ns27:noFill/>
              </ns27:ln>
            </c:spPr>
          </c:dPt>
          <c:dPt>
            <c:idx val="12"/>
            <c:spPr>
              <ns28:solidFill xmlns:ns28="http://schemas.openxmlformats.org/drawingml/2006/main">
                <ns28:srgbClr val="FFFFFF"/>
              </ns28:solidFill>
              <ns29:ln xmlns:ns29="http://schemas.openxmlformats.org/drawingml/2006/main" w="0">
                <ns29:noFill/>
              </ns29:ln>
            </c:spPr>
          </c:dPt>
          <c:dPt>
            <c:idx val="13"/>
            <c:spPr>
              <ns30:solidFill xmlns:ns30="http://schemas.openxmlformats.org/drawingml/2006/main">
                <ns30:srgbClr val="FFFFFF"/>
              </ns30:solidFill>
              <ns31:ln xmlns:ns31="http://schemas.openxmlformats.org/drawingml/2006/main" w="0">
                <ns31:noFill/>
              </ns31:ln>
            </c:spPr>
          </c:dPt>
          <c:dPt>
            <c:idx val="14"/>
            <c:spPr>
              <ns32:solidFill xmlns:ns32="http://schemas.openxmlformats.org/drawingml/2006/main">
                <ns32:srgbClr val="FFFFFF"/>
              </ns32:solidFill>
              <ns33:ln xmlns:ns33="http://schemas.openxmlformats.org/drawingml/2006/main" w="0">
                <ns33:noFill/>
              </ns33:ln>
            </c:spPr>
          </c:dPt>
          <c:dPt>
            <c:idx val="15"/>
            <c:spPr>
              <ns34:solidFill xmlns:ns34="http://schemas.openxmlformats.org/drawingml/2006/main">
                <ns34:srgbClr val="FFFFFF"/>
              </ns34:solidFill>
              <ns35:ln xmlns:ns35="http://schemas.openxmlformats.org/drawingml/2006/main" w="0">
                <ns35:noFill/>
              </ns35:ln>
            </c:spPr>
          </c:dPt>
          <c:dPt>
            <c:idx val="16"/>
            <c:spPr>
              <ns36:solidFill xmlns:ns36="http://schemas.openxmlformats.org/drawingml/2006/main">
                <ns36:srgbClr val="FFFFFF"/>
              </ns36:solidFill>
              <ns37:ln xmlns:ns37="http://schemas.openxmlformats.org/drawingml/2006/main" w="0">
                <ns37:noFill/>
              </ns37:ln>
            </c:spPr>
          </c:dPt>
          <c:dPt>
            <c:idx val="17"/>
            <c:spPr>
              <ns38:solidFill xmlns:ns38="http://schemas.openxmlformats.org/drawingml/2006/main">
                <ns38:srgbClr val="FFFFFF"/>
              </ns38:solidFill>
              <ns39:ln xmlns:ns39="http://schemas.openxmlformats.org/drawingml/2006/main" w="0">
                <ns39:noFill/>
              </ns39:ln>
            </c:spPr>
          </c:dPt>
          <c:dPt>
            <c:idx val="18"/>
            <c:spPr>
              <ns40:solidFill xmlns:ns40="http://schemas.openxmlformats.org/drawingml/2006/main">
                <ns40:srgbClr val="FFFFFF"/>
              </ns40:solidFill>
              <ns41:ln xmlns:ns41="http://schemas.openxmlformats.org/drawingml/2006/main" w="0">
                <ns41:noFill/>
              </ns41:ln>
            </c:spPr>
          </c:dPt>
          <c:dPt>
            <c:idx val="19"/>
            <c:spPr>
              <ns42:solidFill xmlns:ns42="http://schemas.openxmlformats.org/drawingml/2006/main">
                <ns42:srgbClr val="FFFFFF"/>
              </ns42:solidFill>
              <ns43:ln xmlns:ns43="http://schemas.openxmlformats.org/drawingml/2006/main" w="0">
                <ns43:noFill/>
              </ns43:ln>
            </c:spPr>
          </c:dPt>
          <c:dPt>
            <c:idx val="20"/>
            <c:spPr>
              <ns44:solidFill xmlns:ns44="http://schemas.openxmlformats.org/drawingml/2006/main">
                <ns44:srgbClr val="FFFFFF"/>
              </ns44:solidFill>
              <ns45:ln xmlns:ns45="http://schemas.openxmlformats.org/drawingml/2006/main" w="0">
                <ns45:noFill/>
              </ns45:ln>
            </c:spPr>
          </c:dPt>
          <c:dPt>
            <c:idx val="21"/>
            <c:spPr>
              <ns46:solidFill xmlns:ns46="http://schemas.openxmlformats.org/drawingml/2006/main">
                <ns46:srgbClr val="FFFFFF"/>
              </ns46:solidFill>
              <ns47:ln xmlns:ns47="http://schemas.openxmlformats.org/drawingml/2006/main" w="0">
                <ns47:noFill/>
              </ns47:ln>
            </c:spPr>
          </c:dPt>
          <c:dPt>
            <c:idx val="22"/>
            <c:spPr>
              <ns48:solidFill xmlns:ns48="http://schemas.openxmlformats.org/drawingml/2006/main">
                <ns48:srgbClr val="FFFFFF"/>
              </ns48:solidFill>
              <ns49:ln xmlns:ns49="http://schemas.openxmlformats.org/drawingml/2006/main" w="0">
                <ns49:noFill/>
              </ns49:ln>
            </c:spPr>
          </c:dPt>
          <c:dPt>
            <c:idx val="23"/>
            <c:spPr>
              <ns50:solidFill xmlns:ns50="http://schemas.openxmlformats.org/drawingml/2006/main">
                <ns50:srgbClr val="FFFFFF"/>
              </ns50:solidFill>
              <ns51:ln xmlns:ns51="http://schemas.openxmlformats.org/drawingml/2006/main" w="0">
                <ns51:noFill/>
              </ns51:ln>
            </c:spPr>
          </c:dPt>
          <c:dPt>
            <c:idx val="24"/>
            <c:spPr>
              <ns52:solidFill xmlns:ns52="http://schemas.openxmlformats.org/drawingml/2006/main">
                <ns52:srgbClr val="FFFFFF"/>
              </ns52:solidFill>
              <ns53:ln xmlns:ns53="http://schemas.openxmlformats.org/drawingml/2006/main" w="0">
                <ns53:noFill/>
              </ns53:ln>
            </c:spPr>
          </c:dPt>
          <c:dPt>
            <c:idx val="25"/>
            <c:spPr>
              <ns54:solidFill xmlns:ns54="http://schemas.openxmlformats.org/drawingml/2006/main">
                <ns54:srgbClr val="FFFFFF"/>
              </ns54:solidFill>
              <ns55:ln xmlns:ns55="http://schemas.openxmlformats.org/drawingml/2006/main" w="0">
                <ns55:noFill/>
              </ns55:ln>
            </c:spPr>
          </c:dPt>
          <c:dPt>
            <c:idx val="26"/>
            <c:spPr>
              <ns56:solidFill xmlns:ns56="http://schemas.openxmlformats.org/drawingml/2006/main">
                <ns56:srgbClr val="FFFFFF"/>
              </ns56:solidFill>
              <ns57:ln xmlns:ns57="http://schemas.openxmlformats.org/drawingml/2006/main" w="0">
                <ns57:noFill/>
              </ns57:ln>
            </c:spPr>
          </c:dPt>
          <c:dPt>
            <c:idx val="27"/>
            <c:spPr>
              <ns58:solidFill xmlns:ns58="http://schemas.openxmlformats.org/drawingml/2006/main">
                <ns58:srgbClr val="FFFFFF"/>
              </ns58:solidFill>
              <ns59:ln xmlns:ns59="http://schemas.openxmlformats.org/drawingml/2006/main" w="0">
                <ns59:noFill/>
              </ns59:ln>
            </c:spPr>
          </c:dPt>
          <c:dPt>
            <c:idx val="28"/>
            <c:spPr>
              <ns60:solidFill xmlns:ns60="http://schemas.openxmlformats.org/drawingml/2006/main">
                <ns60:srgbClr val="FFFFFF"/>
              </ns60:solidFill>
              <ns61:ln xmlns:ns61="http://schemas.openxmlformats.org/drawingml/2006/main" w="0">
                <ns61:noFill/>
              </ns61:ln>
            </c:spPr>
          </c:dPt>
          <c:dPt>
            <c:idx val="29"/>
            <c:spPr>
              <ns62:solidFill xmlns:ns62="http://schemas.openxmlformats.org/drawingml/2006/main">
                <ns62:srgbClr val="FFFFFF"/>
              </ns62:solidFill>
              <ns63:ln xmlns:ns63="http://schemas.openxmlformats.org/drawingml/2006/main" w="0">
                <ns63:noFill/>
              </ns63:ln>
            </c:spPr>
          </c:dPt>
          <c:dPt>
            <c:idx val="30"/>
            <c:spPr>
              <ns64:solidFill xmlns:ns64="http://schemas.openxmlformats.org/drawingml/2006/main">
                <ns64:srgbClr val="FFFFFF"/>
              </ns64:solidFill>
              <ns65:ln xmlns:ns65="http://schemas.openxmlformats.org/drawingml/2006/main" w="0">
                <ns65:noFill/>
              </ns65:ln>
            </c:spPr>
          </c:dPt>
          <c:dPt>
            <c:idx val="31"/>
            <c:spPr>
              <ns66:solidFill xmlns:ns66="http://schemas.openxmlformats.org/drawingml/2006/main">
                <ns66:srgbClr val="FFFFFF"/>
              </ns66:solidFill>
              <ns67:ln xmlns:ns67="http://schemas.openxmlformats.org/drawingml/2006/main" w="0">
                <ns67:noFill/>
              </ns67:ln>
            </c:spPr>
          </c:dPt>
          <c:dPt>
            <c:idx val="32"/>
            <c:spPr>
              <ns68:solidFill xmlns:ns68="http://schemas.openxmlformats.org/drawingml/2006/main">
                <ns68:srgbClr val="FFFFFF"/>
              </ns68:solidFill>
              <ns69:ln xmlns:ns69="http://schemas.openxmlformats.org/drawingml/2006/main" w="0">
                <ns69:noFill/>
              </ns69:ln>
            </c:spPr>
          </c:dPt>
          <c:dPt>
            <c:idx val="33"/>
            <c:spPr>
              <ns70:solidFill xmlns:ns70="http://schemas.openxmlformats.org/drawingml/2006/main">
                <ns70:srgbClr val="FFFFFF"/>
              </ns70:solidFill>
              <ns71:ln xmlns:ns71="http://schemas.openxmlformats.org/drawingml/2006/main" w="0">
                <ns71:noFill/>
              </ns71:ln>
            </c:spPr>
          </c:dPt>
          <c:dPt>
            <c:idx val="34"/>
            <c:spPr>
              <ns72:solidFill xmlns:ns72="http://schemas.openxmlformats.org/drawingml/2006/main">
                <ns72:srgbClr val="FFFFFF"/>
              </ns72:solidFill>
              <ns73:ln xmlns:ns73="http://schemas.openxmlformats.org/drawingml/2006/main" w="0">
                <ns73:noFill/>
              </ns73:ln>
            </c:spPr>
          </c:dPt>
          <c:dPt>
            <c:idx val="35"/>
            <c:spPr>
              <ns74:solidFill xmlns:ns74="http://schemas.openxmlformats.org/drawingml/2006/main">
                <ns74:srgbClr val="FFFFFF"/>
              </ns74:solidFill>
              <ns75:ln xmlns:ns75="http://schemas.openxmlformats.org/drawingml/2006/main" w="0">
                <ns75:noFill/>
              </ns75:ln>
            </c:spPr>
          </c:dPt>
          <c:dPt>
            <c:idx val="36"/>
            <c:spPr>
              <ns76:solidFill xmlns:ns76="http://schemas.openxmlformats.org/drawingml/2006/main">
                <ns76:srgbClr val="FFFFFF"/>
              </ns76:solidFill>
              <ns77:ln xmlns:ns77="http://schemas.openxmlformats.org/drawingml/2006/main" w="0">
                <ns77:noFill/>
              </ns77:ln>
            </c:spPr>
          </c:dPt>
          <c:dPt>
            <c:idx val="37"/>
            <c:spPr>
              <ns78:solidFill xmlns:ns78="http://schemas.openxmlformats.org/drawingml/2006/main">
                <ns78:srgbClr val="FFFFFF"/>
              </ns78:solidFill>
              <ns79:ln xmlns:ns79="http://schemas.openxmlformats.org/drawingml/2006/main" w="0">
                <ns79:noFill/>
              </ns79:ln>
            </c:spPr>
          </c:dPt>
          <c:dPt>
            <c:idx val="38"/>
            <c:spPr>
              <ns80:solidFill xmlns:ns80="http://schemas.openxmlformats.org/drawingml/2006/main">
                <ns80:srgbClr val="FFFFFF"/>
              </ns80:solidFill>
              <ns81:ln xmlns:ns81="http://schemas.openxmlformats.org/drawingml/2006/main" w="0">
                <ns81:noFill/>
              </ns81:ln>
            </c:spPr>
          </c:dPt>
          <c:dPt>
            <c:idx val="39"/>
            <c:spPr>
              <ns82:solidFill xmlns:ns82="http://schemas.openxmlformats.org/drawingml/2006/main">
                <ns82:srgbClr val="FFFFFF"/>
              </ns82:solidFill>
              <ns83:ln xmlns:ns83="http://schemas.openxmlformats.org/drawingml/2006/main" w="0">
                <ns83:noFill/>
              </ns83:ln>
            </c:spPr>
          </c:dPt>
          <c:dPt>
            <c:idx val="40"/>
            <c:spPr>
              <ns84:solidFill xmlns:ns84="http://schemas.openxmlformats.org/drawingml/2006/main">
                <ns84:srgbClr val="FFFFFF"/>
              </ns84:solidFill>
              <ns85:ln xmlns:ns85="http://schemas.openxmlformats.org/drawingml/2006/main" w="0">
                <ns85:noFill/>
              </ns85:ln>
            </c:spPr>
          </c:dPt>
          <c:dPt>
            <c:idx val="41"/>
            <c:spPr>
              <ns86:solidFill xmlns:ns86="http://schemas.openxmlformats.org/drawingml/2006/main">
                <ns86:srgbClr val="FFFFFF"/>
              </ns86:solidFill>
              <ns87:ln xmlns:ns87="http://schemas.openxmlformats.org/drawingml/2006/main" w="0">
                <ns87:noFill/>
              </ns87:ln>
            </c:spPr>
          </c:dPt>
          <c:dPt>
            <c:idx val="42"/>
            <c:spPr>
              <ns88:solidFill xmlns:ns88="http://schemas.openxmlformats.org/drawingml/2006/main">
                <ns88:srgbClr val="FFFFFF"/>
              </ns88:solidFill>
              <ns89:ln xmlns:ns89="http://schemas.openxmlformats.org/drawingml/2006/main" w="0">
                <ns89:noFill/>
              </ns89:ln>
            </c:spPr>
          </c:dPt>
          <c:dPt>
            <c:idx val="43"/>
            <c:spPr>
              <ns90:solidFill xmlns:ns90="http://schemas.openxmlformats.org/drawingml/2006/main">
                <ns90:srgbClr val="FFFFFF"/>
              </ns90:solidFill>
              <ns91:ln xmlns:ns91="http://schemas.openxmlformats.org/drawingml/2006/main" w="0">
                <ns91:noFill/>
              </ns91:ln>
            </c:spPr>
          </c:dPt>
          <c:dPt>
            <c:idx val="44"/>
            <c:spPr>
              <ns92:solidFill xmlns:ns92="http://schemas.openxmlformats.org/drawingml/2006/main">
                <ns92:srgbClr val="FFFFFF"/>
              </ns92:solidFill>
              <ns93:ln xmlns:ns93="http://schemas.openxmlformats.org/drawingml/2006/main" w="0">
                <ns93:noFill/>
              </ns93:ln>
            </c:spPr>
          </c:dPt>
          <c:dPt>
            <c:idx val="45"/>
            <c:spPr>
              <ns94:solidFill xmlns:ns94="http://schemas.openxmlformats.org/drawingml/2006/main">
                <ns94:srgbClr val="FFFFFF"/>
              </ns94:solidFill>
              <ns95:ln xmlns:ns95="http://schemas.openxmlformats.org/drawingml/2006/main" w="0">
                <ns95:noFill/>
              </ns95:ln>
            </c:spPr>
          </c:dPt>
          <c:dPt>
            <c:idx val="46"/>
            <c:spPr>
              <ns96:solidFill xmlns:ns96="http://schemas.openxmlformats.org/drawingml/2006/main">
                <ns96:srgbClr val="FFFFFF"/>
              </ns96:solidFill>
              <ns97:ln xmlns:ns97="http://schemas.openxmlformats.org/drawingml/2006/main" w="0">
                <ns97:noFill/>
              </ns97:ln>
            </c:spPr>
          </c:dPt>
          <c:dPt>
            <c:idx val="47"/>
            <c:spPr>
              <ns98:solidFill xmlns:ns98="http://schemas.openxmlformats.org/drawingml/2006/main">
                <ns98:srgbClr val="FFFFFF"/>
              </ns98:solidFill>
              <ns99:ln xmlns:ns99="http://schemas.openxmlformats.org/drawingml/2006/main" w="0">
                <ns99:noFill/>
              </ns99:ln>
            </c:spPr>
          </c:dPt>
          <c:dPt>
            <c:idx val="48"/>
            <c:spPr>
              <ns100:solidFill xmlns:ns100="http://schemas.openxmlformats.org/drawingml/2006/main">
                <ns100:srgbClr val="FFFFFF"/>
              </ns100:solidFill>
              <ns101:ln xmlns:ns101="http://schemas.openxmlformats.org/drawingml/2006/main" w="0">
                <ns101:noFill/>
              </ns101:ln>
            </c:spPr>
          </c:dPt>
          <c:dPt>
            <c:idx val="49"/>
            <c:spPr>
              <ns102:solidFill xmlns:ns102="http://schemas.openxmlformats.org/drawingml/2006/main">
                <ns102:srgbClr val="FFFFFF"/>
              </ns102:solidFill>
              <ns103:ln xmlns:ns103="http://schemas.openxmlformats.org/drawingml/2006/main" w="0">
                <ns103:noFill/>
              </ns103:ln>
            </c:spPr>
          </c:dPt>
          <c:dPt>
            <c:idx val="50"/>
            <c:spPr>
              <ns104:solidFill xmlns:ns104="http://schemas.openxmlformats.org/drawingml/2006/main">
                <ns104:srgbClr val="FFFFFF"/>
              </ns104:solidFill>
              <ns105:ln xmlns:ns105="http://schemas.openxmlformats.org/drawingml/2006/main" w="0">
                <ns105:noFill/>
              </ns105:ln>
            </c:spPr>
          </c:dPt>
          <c:dPt>
            <c:idx val="51"/>
            <c:spPr>
              <ns106:solidFill xmlns:ns106="http://schemas.openxmlformats.org/drawingml/2006/main">
                <ns106:srgbClr val="FFFFFF"/>
              </ns106:solidFill>
              <ns107:ln xmlns:ns107="http://schemas.openxmlformats.org/drawingml/2006/main" w="0">
                <ns107:noFill/>
              </ns107:ln>
            </c:spPr>
          </c:dPt>
          <c:dPt>
            <c:idx val="52"/>
            <c:spPr>
              <ns108:solidFill xmlns:ns108="http://schemas.openxmlformats.org/drawingml/2006/main">
                <ns108:srgbClr val="FFFFFF"/>
              </ns108:solidFill>
              <ns109:ln xmlns:ns109="http://schemas.openxmlformats.org/drawingml/2006/main" w="0">
                <ns109:noFill/>
              </ns109:ln>
            </c:spPr>
          </c:dPt>
          <c:dPt>
            <c:idx val="53"/>
            <c:spPr>
              <ns110:solidFill xmlns:ns110="http://schemas.openxmlformats.org/drawingml/2006/main">
                <ns110:srgbClr val="FFFFFF"/>
              </ns110:solidFill>
              <ns111:ln xmlns:ns111="http://schemas.openxmlformats.org/drawingml/2006/main" w="0">
                <ns111:noFill/>
              </ns111:ln>
            </c:spPr>
          </c:dPt>
          <c:dPt>
            <c:idx val="54"/>
            <c:spPr>
              <ns112:solidFill xmlns:ns112="http://schemas.openxmlformats.org/drawingml/2006/main">
                <ns112:srgbClr val="FFFFFF"/>
              </ns112:solidFill>
              <ns113:ln xmlns:ns113="http://schemas.openxmlformats.org/drawingml/2006/main" w="0">
                <ns113:noFill/>
              </ns113:ln>
            </c:spPr>
          </c:dPt>
          <c:dPt>
            <c:idx val="55"/>
            <c:spPr>
              <ns114:solidFill xmlns:ns114="http://schemas.openxmlformats.org/drawingml/2006/main">
                <ns114:srgbClr val="FFFFFF"/>
              </ns114:solidFill>
              <ns115:ln xmlns:ns115="http://schemas.openxmlformats.org/drawingml/2006/main" w="0">
                <ns115:noFill/>
              </ns115:ln>
            </c:spPr>
          </c:dPt>
          <c:dPt>
            <c:idx val="56"/>
            <c:spPr>
              <ns116:solidFill xmlns:ns116="http://schemas.openxmlformats.org/drawingml/2006/main">
                <ns116:srgbClr val="FFFFFF"/>
              </ns116:solidFill>
              <ns117:ln xmlns:ns117="http://schemas.openxmlformats.org/drawingml/2006/main" w="0">
                <ns117:noFill/>
              </ns117:ln>
            </c:spPr>
          </c:dPt>
          <c:dPt>
            <c:idx val="57"/>
            <c:spPr>
              <ns118:solidFill xmlns:ns118="http://schemas.openxmlformats.org/drawingml/2006/main">
                <ns118:srgbClr val="FFFFFF"/>
              </ns118:solidFill>
              <ns119:ln xmlns:ns119="http://schemas.openxmlformats.org/drawingml/2006/main" w="0">
                <ns119:noFill/>
              </ns119:ln>
            </c:spPr>
          </c:dPt>
          <c:dPt>
            <c:idx val="58"/>
            <c:spPr>
              <ns120:solidFill xmlns:ns120="http://schemas.openxmlformats.org/drawingml/2006/main">
                <ns120:srgbClr val="FFFFFF"/>
              </ns120:solidFill>
              <ns121:ln xmlns:ns121="http://schemas.openxmlformats.org/drawingml/2006/main" w="0">
                <ns121:noFill/>
              </ns121:ln>
            </c:spPr>
          </c:dPt>
          <c:dPt>
            <c:idx val="59"/>
            <c:spPr>
              <ns122:solidFill xmlns:ns122="http://schemas.openxmlformats.org/drawingml/2006/main">
                <ns122:srgbClr val="FFFFFF"/>
              </ns122:solidFill>
              <ns123:ln xmlns:ns123="http://schemas.openxmlformats.org/drawingml/2006/main" w="0">
                <ns123:noFill/>
              </ns123:ln>
            </c:spPr>
          </c:dPt>
          <c:dPt>
            <c:idx val="60"/>
            <c:spPr>
              <ns124:solidFill xmlns:ns124="http://schemas.openxmlformats.org/drawingml/2006/main">
                <ns124:srgbClr val="FFFFFF"/>
              </ns124:solidFill>
              <ns125:ln xmlns:ns125="http://schemas.openxmlformats.org/drawingml/2006/main" w="0">
                <ns125:noFill/>
              </ns125:ln>
            </c:spPr>
          </c:dPt>
          <c:dPt>
            <c:idx val="61"/>
            <c:spPr>
              <ns126:solidFill xmlns:ns126="http://schemas.openxmlformats.org/drawingml/2006/main">
                <ns126:srgbClr val="FFFFFF"/>
              </ns126:solidFill>
              <ns127:ln xmlns:ns127="http://schemas.openxmlformats.org/drawingml/2006/main" w="0">
                <ns127:noFill/>
              </ns127:ln>
            </c:spPr>
          </c:dPt>
          <c:dPt>
            <c:idx val="62"/>
            <c:spPr>
              <ns128:solidFill xmlns:ns128="http://schemas.openxmlformats.org/drawingml/2006/main">
                <ns128:srgbClr val="FFFFFF"/>
              </ns128:solidFill>
              <ns129:ln xmlns:ns129="http://schemas.openxmlformats.org/drawingml/2006/main" w="0">
                <ns129:noFill/>
              </ns129:ln>
            </c:spPr>
          </c:dPt>
          <c:dPt>
            <c:idx val="63"/>
            <c:spPr>
              <ns130:solidFill xmlns:ns130="http://schemas.openxmlformats.org/drawingml/2006/main">
                <ns130:srgbClr val="FFFFFF"/>
              </ns130:solidFill>
              <ns131:ln xmlns:ns131="http://schemas.openxmlformats.org/drawingml/2006/main" w="0">
                <ns131:noFill/>
              </ns131:ln>
            </c:spPr>
          </c:dPt>
          <c:dPt>
            <c:idx val="64"/>
            <c:spPr>
              <ns132:solidFill xmlns:ns132="http://schemas.openxmlformats.org/drawingml/2006/main">
                <ns132:srgbClr val="FFFFFF"/>
              </ns132:solidFill>
              <ns133:ln xmlns:ns133="http://schemas.openxmlformats.org/drawingml/2006/main" w="0">
                <ns133:noFill/>
              </ns133:ln>
            </c:spPr>
          </c:dPt>
          <c:dPt>
            <c:idx val="65"/>
            <c:spPr>
              <ns134:solidFill xmlns:ns134="http://schemas.openxmlformats.org/drawingml/2006/main">
                <ns134:srgbClr val="FFFFFF"/>
              </ns134:solidFill>
              <ns135:ln xmlns:ns135="http://schemas.openxmlformats.org/drawingml/2006/main" w="0">
                <ns135:noFill/>
              </ns135:ln>
            </c:spPr>
          </c:dPt>
          <c:dPt>
            <c:idx val="66"/>
            <c:spPr>
              <ns136:solidFill xmlns:ns136="http://schemas.openxmlformats.org/drawingml/2006/main">
                <ns136:srgbClr val="FFFFFF"/>
              </ns136:solidFill>
              <ns137:ln xmlns:ns137="http://schemas.openxmlformats.org/drawingml/2006/main" w="0">
                <ns137:noFill/>
              </ns137:ln>
            </c:spPr>
          </c:dPt>
          <c:dPt>
            <c:idx val="67"/>
            <c:spPr>
              <ns138:solidFill xmlns:ns138="http://schemas.openxmlformats.org/drawingml/2006/main">
                <ns138:srgbClr val="FFFFFF"/>
              </ns138:solidFill>
              <ns139:ln xmlns:ns139="http://schemas.openxmlformats.org/drawingml/2006/main" w="0">
                <ns139:noFill/>
              </ns139:ln>
            </c:spPr>
          </c:dPt>
          <c:dPt>
            <c:idx val="68"/>
            <c:spPr>
              <ns140:solidFill xmlns:ns140="http://schemas.openxmlformats.org/drawingml/2006/main">
                <ns140:srgbClr val="FFFFFF"/>
              </ns140:solidFill>
              <ns141:ln xmlns:ns141="http://schemas.openxmlformats.org/drawingml/2006/main" w="0">
                <ns141:noFill/>
              </ns141:ln>
            </c:spPr>
          </c:dPt>
          <c:dPt>
            <c:idx val="69"/>
            <c:spPr>
              <ns142:solidFill xmlns:ns142="http://schemas.openxmlformats.org/drawingml/2006/main">
                <ns142:srgbClr val="FFFFFF"/>
              </ns142:solidFill>
              <ns143:ln xmlns:ns143="http://schemas.openxmlformats.org/drawingml/2006/main" w="0">
                <ns143:noFill/>
              </ns143:ln>
            </c:spPr>
          </c:dPt>
          <c:dPt>
            <c:idx val="70"/>
            <c:spPr>
              <ns144:solidFill xmlns:ns144="http://schemas.openxmlformats.org/drawingml/2006/main">
                <ns144:srgbClr val="FFFFFF"/>
              </ns144:solidFill>
              <ns145:ln xmlns:ns145="http://schemas.openxmlformats.org/drawingml/2006/main" w="0">
                <ns145:noFill/>
              </ns145:ln>
            </c:spPr>
          </c:dPt>
          <c:dPt>
            <c:idx val="71"/>
            <c:spPr>
              <ns146:solidFill xmlns:ns146="http://schemas.openxmlformats.org/drawingml/2006/main">
                <ns146:srgbClr val="FFFFFF"/>
              </ns146:solidFill>
              <ns147:ln xmlns:ns147="http://schemas.openxmlformats.org/drawingml/2006/main" w="0">
                <ns147:noFill/>
              </ns147:ln>
            </c:spPr>
          </c:dPt>
          <c:dPt>
            <c:idx val="72"/>
            <c:spPr>
              <ns148:solidFill xmlns:ns148="http://schemas.openxmlformats.org/drawingml/2006/main">
                <ns148:srgbClr val="FFFFFF"/>
              </ns148:solidFill>
              <ns149:ln xmlns:ns149="http://schemas.openxmlformats.org/drawingml/2006/main" w="0">
                <ns149:noFill/>
              </ns149:ln>
            </c:spPr>
          </c:dPt>
          <c:dPt>
            <c:idx val="73"/>
            <c:spPr>
              <ns150:solidFill xmlns:ns150="http://schemas.openxmlformats.org/drawingml/2006/main">
                <ns150:srgbClr val="FFFFFF"/>
              </ns150:solidFill>
              <ns151:ln xmlns:ns151="http://schemas.openxmlformats.org/drawingml/2006/main" w="0">
                <ns151:noFill/>
              </ns151:ln>
            </c:spPr>
          </c:dPt>
          <c:dPt>
            <c:idx val="74"/>
            <c:spPr>
              <ns152:solidFill xmlns:ns152="http://schemas.openxmlformats.org/drawingml/2006/main">
                <ns152:srgbClr val="FFFFFF"/>
              </ns152:solidFill>
              <ns153:ln xmlns:ns153="http://schemas.openxmlformats.org/drawingml/2006/main" w="0">
                <ns153:noFill/>
              </ns153:ln>
            </c:spPr>
          </c:dPt>
          <c:dPt>
            <c:idx val="75"/>
            <c:spPr>
              <ns154:solidFill xmlns:ns154="http://schemas.openxmlformats.org/drawingml/2006/main">
                <ns154:srgbClr val="FFFFFF"/>
              </ns154:solidFill>
              <ns155:ln xmlns:ns155="http://schemas.openxmlformats.org/drawingml/2006/main" w="0">
                <ns155:noFill/>
              </ns155:ln>
            </c:spPr>
          </c:dPt>
          <c:dPt>
            <c:idx val="76"/>
            <c:spPr>
              <ns156:solidFill xmlns:ns156="http://schemas.openxmlformats.org/drawingml/2006/main">
                <ns156:srgbClr val="FFFFFF"/>
              </ns156:solidFill>
              <ns157:ln xmlns:ns157="http://schemas.openxmlformats.org/drawingml/2006/main" w="0">
                <ns157:noFill/>
              </ns157:ln>
            </c:spPr>
          </c:dPt>
          <c:dPt>
            <c:idx val="77"/>
            <c:spPr>
              <ns158:solidFill xmlns:ns158="http://schemas.openxmlformats.org/drawingml/2006/main">
                <ns158:srgbClr val="FFFFFF"/>
              </ns158:solidFill>
              <ns159:ln xmlns:ns159="http://schemas.openxmlformats.org/drawingml/2006/main" w="0">
                <ns159:noFill/>
              </ns159:ln>
            </c:spPr>
          </c:dPt>
          <c:dPt>
            <c:idx val="78"/>
            <c:spPr>
              <ns160:solidFill xmlns:ns160="http://schemas.openxmlformats.org/drawingml/2006/main">
                <ns160:srgbClr val="FFFFFF"/>
              </ns160:solidFill>
              <ns161:ln xmlns:ns161="http://schemas.openxmlformats.org/drawingml/2006/main" w="0">
                <ns161:noFill/>
              </ns161:ln>
            </c:spPr>
          </c:dPt>
          <c:dPt>
            <c:idx val="79"/>
            <c:spPr>
              <ns162:solidFill xmlns:ns162="http://schemas.openxmlformats.org/drawingml/2006/main">
                <ns162:srgbClr val="FFFFFF"/>
              </ns162:solidFill>
              <ns163:ln xmlns:ns163="http://schemas.openxmlformats.org/drawingml/2006/main" w="0">
                <ns163:noFill/>
              </ns163:ln>
            </c:spPr>
          </c:dPt>
          <c:dPt>
            <c:idx val="80"/>
            <c:spPr>
              <ns164:solidFill xmlns:ns164="http://schemas.openxmlformats.org/drawingml/2006/main">
                <ns164:srgbClr val="FFFFFF"/>
              </ns164:solidFill>
              <ns165:ln xmlns:ns165="http://schemas.openxmlformats.org/drawingml/2006/main" w="0">
                <ns165:noFill/>
              </ns165:ln>
            </c:spPr>
          </c:dPt>
          <c:dPt>
            <c:idx val="81"/>
            <c:spPr>
              <ns166:solidFill xmlns:ns166="http://schemas.openxmlformats.org/drawingml/2006/main">
                <ns166:srgbClr val="FFFFFF"/>
              </ns166:solidFill>
              <ns167:ln xmlns:ns167="http://schemas.openxmlformats.org/drawingml/2006/main" w="0">
                <ns167:noFill/>
              </ns167:ln>
            </c:spPr>
          </c:dPt>
          <c:dPt>
            <c:idx val="82"/>
            <c:spPr>
              <ns168:solidFill xmlns:ns168="http://schemas.openxmlformats.org/drawingml/2006/main">
                <ns168:srgbClr val="FFFFFF"/>
              </ns168:solidFill>
              <ns169:ln xmlns:ns169="http://schemas.openxmlformats.org/drawingml/2006/main" w="0">
                <ns169:noFill/>
              </ns169:ln>
            </c:spPr>
          </c:dPt>
          <c:dPt>
            <c:idx val="83"/>
            <c:spPr>
              <ns170:solidFill xmlns:ns170="http://schemas.openxmlformats.org/drawingml/2006/main">
                <ns170:srgbClr val="FFFFFF"/>
              </ns170:solidFill>
              <ns171:ln xmlns:ns171="http://schemas.openxmlformats.org/drawingml/2006/main" w="0">
                <ns171:noFill/>
              </ns171:ln>
            </c:spPr>
          </c:dPt>
          <c:dPt>
            <c:idx val="84"/>
            <c:spPr>
              <ns172:solidFill xmlns:ns172="http://schemas.openxmlformats.org/drawingml/2006/main">
                <ns172:srgbClr val="FFFFFF"/>
              </ns172:solidFill>
              <ns173:ln xmlns:ns173="http://schemas.openxmlformats.org/drawingml/2006/main" w="0">
                <ns173:noFill/>
              </ns173:ln>
            </c:spPr>
          </c:dPt>
          <c:dPt>
            <c:idx val="85"/>
            <c:spPr>
              <ns174:solidFill xmlns:ns174="http://schemas.openxmlformats.org/drawingml/2006/main">
                <ns174:srgbClr val="FFFFFF"/>
              </ns174:solidFill>
              <ns175:ln xmlns:ns175="http://schemas.openxmlformats.org/drawingml/2006/main" w="0">
                <ns175:noFill/>
              </ns175:ln>
            </c:spPr>
          </c:dPt>
          <c:dPt>
            <c:idx val="86"/>
            <c:spPr>
              <ns176:solidFill xmlns:ns176="http://schemas.openxmlformats.org/drawingml/2006/main">
                <ns176:srgbClr val="FFFFFF"/>
              </ns176:solidFill>
              <ns177:ln xmlns:ns177="http://schemas.openxmlformats.org/drawingml/2006/main" w="0">
                <ns177:noFill/>
              </ns177:ln>
            </c:spPr>
          </c:dPt>
          <c:dPt>
            <c:idx val="87"/>
            <c:spPr>
              <ns178:solidFill xmlns:ns178="http://schemas.openxmlformats.org/drawingml/2006/main">
                <ns178:srgbClr val="FFFFFF"/>
              </ns178:solidFill>
              <ns179:ln xmlns:ns179="http://schemas.openxmlformats.org/drawingml/2006/main" w="0">
                <ns179:noFill/>
              </ns179:ln>
            </c:spPr>
          </c:dPt>
          <c:dPt>
            <c:idx val="88"/>
            <c:spPr>
              <ns180:solidFill xmlns:ns180="http://schemas.openxmlformats.org/drawingml/2006/main">
                <ns180:srgbClr val="FFFFFF"/>
              </ns180:solidFill>
              <ns181:ln xmlns:ns181="http://schemas.openxmlformats.org/drawingml/2006/main" w="0">
                <ns181:noFill/>
              </ns181:ln>
            </c:spPr>
          </c:dPt>
          <c:dPt>
            <c:idx val="89"/>
            <c:spPr>
              <ns182:solidFill xmlns:ns182="http://schemas.openxmlformats.org/drawingml/2006/main">
                <ns182:srgbClr val="FFFFFF"/>
              </ns182:solidFill>
              <ns183:ln xmlns:ns183="http://schemas.openxmlformats.org/drawingml/2006/main" w="0">
                <ns183:noFill/>
              </ns183:ln>
            </c:spPr>
          </c:dPt>
          <c:dPt>
            <c:idx val="90"/>
            <c:spPr>
              <ns184:solidFill xmlns:ns184="http://schemas.openxmlformats.org/drawingml/2006/main">
                <ns184:srgbClr val="FFFFFF"/>
              </ns184:solidFill>
              <ns185:ln xmlns:ns185="http://schemas.openxmlformats.org/drawingml/2006/main" w="0">
                <ns185:noFill/>
              </ns185:ln>
            </c:spPr>
          </c:dPt>
          <c:dPt>
            <c:idx val="91"/>
            <c:spPr>
              <ns186:solidFill xmlns:ns186="http://schemas.openxmlformats.org/drawingml/2006/main">
                <ns186:srgbClr val="FFFFFF"/>
              </ns186:solidFill>
              <ns187:ln xmlns:ns187="http://schemas.openxmlformats.org/drawingml/2006/main" w="0">
                <ns187:noFill/>
              </ns187:ln>
            </c:spPr>
          </c:dPt>
          <c:dPt>
            <c:idx val="92"/>
            <c:spPr>
              <ns188:solidFill xmlns:ns188="http://schemas.openxmlformats.org/drawingml/2006/main">
                <ns188:srgbClr val="FFFFFF"/>
              </ns188:solidFill>
              <ns189:ln xmlns:ns189="http://schemas.openxmlformats.org/drawingml/2006/main" w="0">
                <ns189:noFill/>
              </ns189:ln>
            </c:spPr>
          </c:dPt>
          <c:dPt>
            <c:idx val="93"/>
            <c:spPr>
              <ns190:solidFill xmlns:ns190="http://schemas.openxmlformats.org/drawingml/2006/main">
                <ns190:srgbClr val="FFFFFF"/>
              </ns190:solidFill>
              <ns191:ln xmlns:ns191="http://schemas.openxmlformats.org/drawingml/2006/main" w="0">
                <ns191:noFill/>
              </ns191:ln>
            </c:spPr>
          </c:dPt>
          <c:dPt>
            <c:idx val="94"/>
            <c:spPr>
              <ns192:solidFill xmlns:ns192="http://schemas.openxmlformats.org/drawingml/2006/main">
                <ns192:srgbClr val="FFFFFF"/>
              </ns192:solidFill>
              <ns193:ln xmlns:ns193="http://schemas.openxmlformats.org/drawingml/2006/main" w="0">
                <ns193:noFill/>
              </ns193:ln>
            </c:spPr>
          </c:dPt>
          <c:dPt>
            <c:idx val="95"/>
            <c:spPr>
              <ns194:solidFill xmlns:ns194="http://schemas.openxmlformats.org/drawingml/2006/main">
                <ns194:srgbClr val="FFFFFF"/>
              </ns194:solidFill>
              <ns195:ln xmlns:ns195="http://schemas.openxmlformats.org/drawingml/2006/main" w="0">
                <ns195:noFill/>
              </ns195:ln>
            </c:spPr>
          </c:dPt>
          <c:dPt>
            <c:idx val="96"/>
            <c:spPr>
              <ns196:solidFill xmlns:ns196="http://schemas.openxmlformats.org/drawingml/2006/main">
                <ns196:srgbClr val="FFFFFF"/>
              </ns196:solidFill>
              <ns197:ln xmlns:ns197="http://schemas.openxmlformats.org/drawingml/2006/main" w="0">
                <ns197:noFill/>
              </ns197:ln>
            </c:spPr>
          </c:dPt>
          <c:dPt>
            <c:idx val="97"/>
            <c:spPr>
              <ns198:solidFill xmlns:ns198="http://schemas.openxmlformats.org/drawingml/2006/main">
                <ns198:srgbClr val="FFFFFF"/>
              </ns198:solidFill>
              <ns199:ln xmlns:ns199="http://schemas.openxmlformats.org/drawingml/2006/main" w="0">
                <ns199:noFill/>
              </ns199:ln>
            </c:spPr>
          </c:dPt>
          <c:dPt>
            <c:idx val="98"/>
            <c:spPr>
              <ns200:solidFill xmlns:ns200="http://schemas.openxmlformats.org/drawingml/2006/main">
                <ns200:srgbClr val="FFFFFF"/>
              </ns200:solidFill>
              <ns201:ln xmlns:ns201="http://schemas.openxmlformats.org/drawingml/2006/main" w="0">
                <ns201:noFill/>
              </ns201:ln>
            </c:spPr>
          </c:dPt>
          <c:dPt>
            <c:idx val="99"/>
            <c:spPr>
              <ns202:solidFill xmlns:ns202="http://schemas.openxmlformats.org/drawingml/2006/main">
                <ns202:srgbClr val="FFFFFF"/>
              </ns202:solidFill>
              <ns203:ln xmlns:ns203="http://schemas.openxmlformats.org/drawingml/2006/main" w="0">
                <ns203:noFill/>
              </ns203:ln>
            </c:spPr>
          </c:dPt>
          <c:dPt>
            <c:idx val="100"/>
            <c:spPr>
              <ns204:solidFill xmlns:ns204="http://schemas.openxmlformats.org/drawingml/2006/main">
                <ns204:srgbClr val="FFFFFF"/>
              </ns204:solidFill>
              <ns205:ln xmlns:ns205="http://schemas.openxmlformats.org/drawingml/2006/main" w="0">
                <ns205:noFill/>
              </ns205:ln>
            </c:spPr>
          </c:dPt>
          <c:dPt>
            <c:idx val="101"/>
            <c:spPr>
              <ns206:solidFill xmlns:ns206="http://schemas.openxmlformats.org/drawingml/2006/main">
                <ns206:srgbClr val="FFFFFF"/>
              </ns206:solidFill>
              <ns207:ln xmlns:ns207="http://schemas.openxmlformats.org/drawingml/2006/main" w="0">
                <ns207:noFill/>
              </ns207:ln>
            </c:spPr>
          </c:dPt>
          <c:dPt>
            <c:idx val="102"/>
            <c:spPr>
              <ns208:solidFill xmlns:ns208="http://schemas.openxmlformats.org/drawingml/2006/main">
                <ns208:srgbClr val="FFFFFF"/>
              </ns208:solidFill>
              <ns209:ln xmlns:ns209="http://schemas.openxmlformats.org/drawingml/2006/main" w="0">
                <ns209:noFill/>
              </ns209:ln>
            </c:spPr>
          </c:dPt>
          <c:dPt>
            <c:idx val="103"/>
            <c:spPr>
              <ns210:solidFill xmlns:ns210="http://schemas.openxmlformats.org/drawingml/2006/main">
                <ns210:srgbClr val="FFFFFF"/>
              </ns210:solidFill>
              <ns211:ln xmlns:ns211="http://schemas.openxmlformats.org/drawingml/2006/main" w="0">
                <ns211:noFill/>
              </ns211:ln>
            </c:spPr>
          </c:dPt>
          <c:dPt>
            <c:idx val="104"/>
            <c:spPr>
              <ns212:solidFill xmlns:ns212="http://schemas.openxmlformats.org/drawingml/2006/main">
                <ns212:srgbClr val="FFFFFF"/>
              </ns212:solidFill>
              <ns213:ln xmlns:ns213="http://schemas.openxmlformats.org/drawingml/2006/main" w="0">
                <ns213:noFill/>
              </ns213:ln>
            </c:spPr>
          </c:dPt>
          <c:dPt>
            <c:idx val="105"/>
            <c:spPr>
              <ns214:solidFill xmlns:ns214="http://schemas.openxmlformats.org/drawingml/2006/main">
                <ns214:srgbClr val="FFFFFF"/>
              </ns214:solidFill>
              <ns215:ln xmlns:ns215="http://schemas.openxmlformats.org/drawingml/2006/main" w="0">
                <ns215:noFill/>
              </ns215:ln>
            </c:spPr>
          </c:dPt>
          <c:dPt>
            <c:idx val="106"/>
            <c:spPr>
              <ns216:solidFill xmlns:ns216="http://schemas.openxmlformats.org/drawingml/2006/main">
                <ns216:srgbClr val="FFFFFF"/>
              </ns216:solidFill>
              <ns217:ln xmlns:ns217="http://schemas.openxmlformats.org/drawingml/2006/main" w="0">
                <ns217:noFill/>
              </ns217:ln>
            </c:spPr>
          </c:dPt>
          <c:dPt>
            <c:idx val="107"/>
            <c:spPr>
              <ns218:solidFill xmlns:ns218="http://schemas.openxmlformats.org/drawingml/2006/main">
                <ns218:srgbClr val="FFFFFF"/>
              </ns218:solidFill>
              <ns219:ln xmlns:ns219="http://schemas.openxmlformats.org/drawingml/2006/main" w="0">
                <ns219:noFill/>
              </ns219:ln>
            </c:spPr>
          </c:dPt>
          <c:dPt>
            <c:idx val="108"/>
            <c:spPr>
              <ns220:solidFill xmlns:ns220="http://schemas.openxmlformats.org/drawingml/2006/main">
                <ns220:srgbClr val="FFFFFF"/>
              </ns220:solidFill>
              <ns221:ln xmlns:ns221="http://schemas.openxmlformats.org/drawingml/2006/main" w="0">
                <ns221:noFill/>
              </ns221:ln>
            </c:spPr>
          </c:dPt>
          <c:dPt>
            <c:idx val="109"/>
            <c:spPr>
              <ns222:solidFill xmlns:ns222="http://schemas.openxmlformats.org/drawingml/2006/main">
                <ns222:srgbClr val="FFFFFF"/>
              </ns222:solidFill>
              <ns223:ln xmlns:ns223="http://schemas.openxmlformats.org/drawingml/2006/main" w="0">
                <ns223:noFill/>
              </ns223:ln>
            </c:spPr>
          </c:dPt>
          <c:dPt>
            <c:idx val="110"/>
            <c:spPr>
              <ns224:solidFill xmlns:ns224="http://schemas.openxmlformats.org/drawingml/2006/main">
                <ns224:srgbClr val="FFFFFF"/>
              </ns224:solidFill>
              <ns225:ln xmlns:ns225="http://schemas.openxmlformats.org/drawingml/2006/main" w="0">
                <ns225:noFill/>
              </ns225:ln>
            </c:spPr>
          </c:dPt>
          <c:dPt>
            <c:idx val="111"/>
            <c:spPr>
              <ns226:solidFill xmlns:ns226="http://schemas.openxmlformats.org/drawingml/2006/main">
                <ns226:srgbClr val="FFFFFF"/>
              </ns226:solidFill>
              <ns227:ln xmlns:ns227="http://schemas.openxmlformats.org/drawingml/2006/main" w="0">
                <ns227:noFill/>
              </ns227:ln>
            </c:spPr>
          </c:dPt>
          <c:dPt>
            <c:idx val="112"/>
            <c:spPr>
              <ns228:solidFill xmlns:ns228="http://schemas.openxmlformats.org/drawingml/2006/main">
                <ns228:srgbClr val="FFFFFF"/>
              </ns228:solidFill>
              <ns229:ln xmlns:ns229="http://schemas.openxmlformats.org/drawingml/2006/main" w="0">
                <ns229:noFill/>
              </ns229:ln>
            </c:spPr>
          </c:dPt>
          <c:dPt>
            <c:idx val="113"/>
            <c:spPr>
              <ns230:solidFill xmlns:ns230="http://schemas.openxmlformats.org/drawingml/2006/main">
                <ns230:srgbClr val="FFFFFF"/>
              </ns230:solidFill>
              <ns231:ln xmlns:ns231="http://schemas.openxmlformats.org/drawingml/2006/main" w="0">
                <ns231:noFill/>
              </ns231:ln>
            </c:spPr>
          </c:dPt>
          <c:dPt>
            <c:idx val="114"/>
            <c:spPr>
              <ns232:solidFill xmlns:ns232="http://schemas.openxmlformats.org/drawingml/2006/main">
                <ns232:srgbClr val="FFFFFF"/>
              </ns232:solidFill>
              <ns233:ln xmlns:ns233="http://schemas.openxmlformats.org/drawingml/2006/main" w="0">
                <ns233:noFill/>
              </ns233:ln>
            </c:spPr>
          </c:dPt>
          <c:dPt>
            <c:idx val="115"/>
            <c:spPr>
              <ns234:solidFill xmlns:ns234="http://schemas.openxmlformats.org/drawingml/2006/main">
                <ns234:srgbClr val="FFFFFF"/>
              </ns234:solidFill>
              <ns235:ln xmlns:ns235="http://schemas.openxmlformats.org/drawingml/2006/main" w="0">
                <ns235:noFill/>
              </ns235:ln>
            </c:spPr>
          </c:dPt>
          <c:dPt>
            <c:idx val="116"/>
            <c:spPr>
              <ns236:solidFill xmlns:ns236="http://schemas.openxmlformats.org/drawingml/2006/main">
                <ns236:srgbClr val="FFFFFF"/>
              </ns236:solidFill>
              <ns237:ln xmlns:ns237="http://schemas.openxmlformats.org/drawingml/2006/main" w="0">
                <ns237:noFill/>
              </ns237:ln>
            </c:spPr>
          </c:dPt>
          <c:dPt>
            <c:idx val="117"/>
            <c:spPr>
              <ns238:solidFill xmlns:ns238="http://schemas.openxmlformats.org/drawingml/2006/main">
                <ns238:srgbClr val="FFFFFF"/>
              </ns238:solidFill>
              <ns239:ln xmlns:ns239="http://schemas.openxmlformats.org/drawingml/2006/main" w="0">
                <ns239:noFill/>
              </ns239:ln>
            </c:spPr>
          </c:dPt>
          <c:dPt>
            <c:idx val="118"/>
            <c:spPr>
              <ns240:solidFill xmlns:ns240="http://schemas.openxmlformats.org/drawingml/2006/main">
                <ns240:srgbClr val="FFFFFF"/>
              </ns240:solidFill>
              <ns241:ln xmlns:ns241="http://schemas.openxmlformats.org/drawingml/2006/main" w="0">
                <ns241:noFill/>
              </ns241:ln>
            </c:spPr>
          </c:dPt>
          <c:dPt>
            <c:idx val="119"/>
            <c:spPr>
              <ns242:solidFill xmlns:ns242="http://schemas.openxmlformats.org/drawingml/2006/main">
                <ns242:srgbClr val="FFFFFF"/>
              </ns242:solidFill>
              <ns243:ln xmlns:ns243="http://schemas.openxmlformats.org/drawingml/2006/main" w="0">
                <ns243:noFill/>
              </ns243:ln>
            </c:spPr>
          </c:dPt>
          <c:dPt>
            <c:idx val="120"/>
            <c:spPr>
              <ns244:solidFill xmlns:ns244="http://schemas.openxmlformats.org/drawingml/2006/main">
                <ns244:srgbClr val="FFFFFF"/>
              </ns244:solidFill>
              <ns245:ln xmlns:ns245="http://schemas.openxmlformats.org/drawingml/2006/main" w="0">
                <ns245:noFill/>
              </ns245:ln>
            </c:spPr>
          </c:dPt>
          <c:dPt>
            <c:idx val="121"/>
            <c:spPr>
              <ns246:solidFill xmlns:ns246="http://schemas.openxmlformats.org/drawingml/2006/main">
                <ns246:srgbClr val="FFFFFF"/>
              </ns246:solidFill>
              <ns247:ln xmlns:ns247="http://schemas.openxmlformats.org/drawingml/2006/main" w="0">
                <ns247:noFill/>
              </ns247:ln>
            </c:spPr>
          </c:dPt>
          <c:dPt>
            <c:idx val="122"/>
            <c:spPr>
              <ns248:solidFill xmlns:ns248="http://schemas.openxmlformats.org/drawingml/2006/main">
                <ns248:srgbClr val="FFFFFF"/>
              </ns248:solidFill>
              <ns249:ln xmlns:ns249="http://schemas.openxmlformats.org/drawingml/2006/main" w="0">
                <ns249:noFill/>
              </ns249:ln>
            </c:spPr>
          </c:dPt>
          <c:dPt>
            <c:idx val="123"/>
            <c:spPr>
              <ns250:solidFill xmlns:ns250="http://schemas.openxmlformats.org/drawingml/2006/main">
                <ns250:srgbClr val="FFFFFF"/>
              </ns250:solidFill>
              <ns251:ln xmlns:ns251="http://schemas.openxmlformats.org/drawingml/2006/main" w="0">
                <ns251:noFill/>
              </ns251:ln>
            </c:spPr>
          </c:dPt>
          <c:dPt>
            <c:idx val="124"/>
            <c:spPr>
              <ns252:solidFill xmlns:ns252="http://schemas.openxmlformats.org/drawingml/2006/main">
                <ns252:srgbClr val="FFFFFF"/>
              </ns252:solidFill>
              <ns253:ln xmlns:ns253="http://schemas.openxmlformats.org/drawingml/2006/main" w="0">
                <ns253:noFill/>
              </ns253:ln>
            </c:spPr>
          </c:dPt>
          <c:dPt>
            <c:idx val="125"/>
            <c:spPr>
              <ns254:solidFill xmlns:ns254="http://schemas.openxmlformats.org/drawingml/2006/main">
                <ns254:srgbClr val="FFFFFF"/>
              </ns254:solidFill>
              <ns255:ln xmlns:ns255="http://schemas.openxmlformats.org/drawingml/2006/main" w="0">
                <ns255:noFill/>
              </ns255:ln>
            </c:spPr>
          </c:dPt>
          <c:dPt>
            <c:idx val="126"/>
            <c:spPr>
              <ns256:solidFill xmlns:ns256="http://schemas.openxmlformats.org/drawingml/2006/main">
                <ns256:srgbClr val="FFFFFF"/>
              </ns256:solidFill>
              <ns257:ln xmlns:ns257="http://schemas.openxmlformats.org/drawingml/2006/main" w="0">
                <ns257:noFill/>
              </ns257:ln>
            </c:spPr>
          </c:dPt>
          <c:dPt>
            <c:idx val="127"/>
            <c:spPr>
              <ns258:solidFill xmlns:ns258="http://schemas.openxmlformats.org/drawingml/2006/main">
                <ns258:srgbClr val="FFFFFF"/>
              </ns258:solidFill>
              <ns259:ln xmlns:ns259="http://schemas.openxmlformats.org/drawingml/2006/main" w="0">
                <ns259:noFill/>
              </ns259:ln>
            </c:spPr>
          </c:dPt>
          <c:dPt>
            <c:idx val="128"/>
            <c:spPr>
              <ns260:solidFill xmlns:ns260="http://schemas.openxmlformats.org/drawingml/2006/main">
                <ns260:srgbClr val="FFFFFF"/>
              </ns260:solidFill>
              <ns261:ln xmlns:ns261="http://schemas.openxmlformats.org/drawingml/2006/main" w="0">
                <ns261:noFill/>
              </ns261:ln>
            </c:spPr>
          </c:dPt>
          <c:dPt>
            <c:idx val="129"/>
            <c:spPr>
              <ns262:solidFill xmlns:ns262="http://schemas.openxmlformats.org/drawingml/2006/main">
                <ns262:srgbClr val="FFFFFF"/>
              </ns262:solidFill>
              <ns263:ln xmlns:ns263="http://schemas.openxmlformats.org/drawingml/2006/main" w="0">
                <ns263:noFill/>
              </ns263:ln>
            </c:spPr>
          </c:dPt>
          <c:dPt>
            <c:idx val="130"/>
            <c:spPr>
              <ns264:solidFill xmlns:ns264="http://schemas.openxmlformats.org/drawingml/2006/main">
                <ns264:srgbClr val="FFFFFF"/>
              </ns264:solidFill>
              <ns265:ln xmlns:ns265="http://schemas.openxmlformats.org/drawingml/2006/main" w="0">
                <ns265:noFill/>
              </ns265:ln>
            </c:spPr>
          </c:dPt>
          <c:dPt>
            <c:idx val="131"/>
            <c:spPr>
              <ns266:solidFill xmlns:ns266="http://schemas.openxmlformats.org/drawingml/2006/main">
                <ns266:srgbClr val="FFFFFF"/>
              </ns266:solidFill>
              <ns267:ln xmlns:ns267="http://schemas.openxmlformats.org/drawingml/2006/main" w="0">
                <ns267:noFill/>
              </ns267:ln>
            </c:spPr>
          </c:dPt>
          <c:dPt>
            <c:idx val="132"/>
            <c:spPr>
              <ns268:solidFill xmlns:ns268="http://schemas.openxmlformats.org/drawingml/2006/main">
                <ns268:srgbClr val="FFFFFF"/>
              </ns268:solidFill>
              <ns269:ln xmlns:ns269="http://schemas.openxmlformats.org/drawingml/2006/main" w="0">
                <ns269:noFill/>
              </ns269:ln>
            </c:spPr>
          </c:dPt>
          <c:dPt>
            <c:idx val="133"/>
            <c:spPr>
              <ns270:solidFill xmlns:ns270="http://schemas.openxmlformats.org/drawingml/2006/main">
                <ns270:srgbClr val="FFFFFF"/>
              </ns270:solidFill>
              <ns271:ln xmlns:ns271="http://schemas.openxmlformats.org/drawingml/2006/main" w="0">
                <ns271:noFill/>
              </ns271:ln>
            </c:spPr>
          </c:dPt>
          <c:dPt>
            <c:idx val="134"/>
            <c:spPr>
              <ns272:solidFill xmlns:ns272="http://schemas.openxmlformats.org/drawingml/2006/main">
                <ns272:srgbClr val="FFFFFF"/>
              </ns272:solidFill>
              <ns273:ln xmlns:ns273="http://schemas.openxmlformats.org/drawingml/2006/main" w="0">
                <ns273:noFill/>
              </ns273:ln>
            </c:spPr>
          </c:dPt>
          <c:dPt>
            <c:idx val="135"/>
            <c:spPr>
              <ns274:solidFill xmlns:ns274="http://schemas.openxmlformats.org/drawingml/2006/main">
                <ns274:srgbClr val="FFFFFF"/>
              </ns274:solidFill>
              <ns275:ln xmlns:ns275="http://schemas.openxmlformats.org/drawingml/2006/main" w="0">
                <ns275:noFill/>
              </ns275:ln>
            </c:spPr>
          </c:dPt>
          <c:dPt>
            <c:idx val="136"/>
            <c:spPr>
              <ns276:solidFill xmlns:ns276="http://schemas.openxmlformats.org/drawingml/2006/main">
                <ns276:srgbClr val="FFFFFF"/>
              </ns276:solidFill>
              <ns277:ln xmlns:ns277="http://schemas.openxmlformats.org/drawingml/2006/main" w="0">
                <ns277:noFill/>
              </ns277:ln>
            </c:spPr>
          </c:dPt>
          <c:dPt>
            <c:idx val="137"/>
            <c:spPr>
              <ns278:solidFill xmlns:ns278="http://schemas.openxmlformats.org/drawingml/2006/main">
                <ns278:srgbClr val="FFFFFF"/>
              </ns278:solidFill>
              <ns279:ln xmlns:ns279="http://schemas.openxmlformats.org/drawingml/2006/main" w="0">
                <ns279:noFill/>
              </ns279:ln>
            </c:spPr>
          </c:dPt>
          <c:dPt>
            <c:idx val="138"/>
            <c:spPr>
              <ns280:solidFill xmlns:ns280="http://schemas.openxmlformats.org/drawingml/2006/main">
                <ns280:srgbClr val="FFFFFF"/>
              </ns280:solidFill>
              <ns281:ln xmlns:ns281="http://schemas.openxmlformats.org/drawingml/2006/main" w="0">
                <ns281:noFill/>
              </ns281:ln>
            </c:spPr>
          </c:dPt>
          <c:dPt>
            <c:idx val="139"/>
            <c:spPr>
              <ns282:solidFill xmlns:ns282="http://schemas.openxmlformats.org/drawingml/2006/main">
                <ns282:srgbClr val="FFFFFF"/>
              </ns282:solidFill>
              <ns283:ln xmlns:ns283="http://schemas.openxmlformats.org/drawingml/2006/main" w="0">
                <ns283:noFill/>
              </ns283:ln>
            </c:spPr>
          </c:dPt>
          <c:dPt>
            <c:idx val="140"/>
            <c:spPr>
              <ns284:solidFill xmlns:ns284="http://schemas.openxmlformats.org/drawingml/2006/main">
                <ns284:srgbClr val="FFFFFF"/>
              </ns284:solidFill>
              <ns285:ln xmlns:ns285="http://schemas.openxmlformats.org/drawingml/2006/main" w="0">
                <ns285:noFill/>
              </ns285:ln>
            </c:spPr>
          </c:dPt>
          <c:dPt>
            <c:idx val="141"/>
            <c:spPr>
              <ns286:solidFill xmlns:ns286="http://schemas.openxmlformats.org/drawingml/2006/main">
                <ns286:srgbClr val="FFFFFF"/>
              </ns286:solidFill>
              <ns287:ln xmlns:ns287="http://schemas.openxmlformats.org/drawingml/2006/main" w="0">
                <ns287:noFill/>
              </ns287:ln>
            </c:spPr>
          </c:dPt>
          <c:dPt>
            <c:idx val="142"/>
            <c:spPr>
              <ns288:solidFill xmlns:ns288="http://schemas.openxmlformats.org/drawingml/2006/main">
                <ns288:srgbClr val="FFFFFF"/>
              </ns288:solidFill>
              <ns289:ln xmlns:ns289="http://schemas.openxmlformats.org/drawingml/2006/main" w="0">
                <ns289:noFill/>
              </ns289:ln>
            </c:spPr>
          </c:dPt>
          <c:dPt>
            <c:idx val="143"/>
            <c:spPr>
              <ns290:solidFill xmlns:ns290="http://schemas.openxmlformats.org/drawingml/2006/main">
                <ns290:srgbClr val="FFFFFF"/>
              </ns290:solidFill>
              <ns291:ln xmlns:ns291="http://schemas.openxmlformats.org/drawingml/2006/main" w="0">
                <ns291:noFill/>
              </ns291:ln>
            </c:spPr>
          </c:dPt>
          <c:dPt>
            <c:idx val="144"/>
            <c:spPr>
              <ns292:solidFill xmlns:ns292="http://schemas.openxmlformats.org/drawingml/2006/main">
                <ns292:srgbClr val="FFFFFF"/>
              </ns292:solidFill>
              <ns293:ln xmlns:ns293="http://schemas.openxmlformats.org/drawingml/2006/main" w="0">
                <ns293:noFill/>
              </ns293:ln>
            </c:spPr>
          </c:dPt>
          <c:dPt>
            <c:idx val="145"/>
            <c:spPr>
              <ns294:solidFill xmlns:ns294="http://schemas.openxmlformats.org/drawingml/2006/main">
                <ns294:srgbClr val="FFFFFF"/>
              </ns294:solidFill>
              <ns295:ln xmlns:ns295="http://schemas.openxmlformats.org/drawingml/2006/main" w="0">
                <ns295:noFill/>
              </ns295:ln>
            </c:spPr>
          </c:dPt>
          <c:dPt>
            <c:idx val="146"/>
            <c:spPr>
              <ns296:solidFill xmlns:ns296="http://schemas.openxmlformats.org/drawingml/2006/main">
                <ns296:srgbClr val="FFFFFF"/>
              </ns296:solidFill>
              <ns297:ln xmlns:ns297="http://schemas.openxmlformats.org/drawingml/2006/main" w="0">
                <ns297:noFill/>
              </ns297:ln>
            </c:spPr>
          </c:dPt>
          <c:dPt>
            <c:idx val="147"/>
            <c:spPr>
              <ns298:solidFill xmlns:ns298="http://schemas.openxmlformats.org/drawingml/2006/main">
                <ns298:srgbClr val="FFFFFF"/>
              </ns298:solidFill>
              <ns299:ln xmlns:ns299="http://schemas.openxmlformats.org/drawingml/2006/main" w="0">
                <ns299:noFill/>
              </ns299:ln>
            </c:spPr>
          </c:dPt>
          <c:dPt>
            <c:idx val="148"/>
            <c:spPr>
              <ns300:solidFill xmlns:ns300="http://schemas.openxmlformats.org/drawingml/2006/main">
                <ns300:srgbClr val="FFFFFF"/>
              </ns300:solidFill>
              <ns301:ln xmlns:ns301="http://schemas.openxmlformats.org/drawingml/2006/main" w="0">
                <ns301:noFill/>
              </ns301:ln>
            </c:spPr>
          </c:dPt>
          <c:dPt>
            <c:idx val="149"/>
            <c:spPr>
              <ns302:solidFill xmlns:ns302="http://schemas.openxmlformats.org/drawingml/2006/main">
                <ns302:srgbClr val="FFFFFF"/>
              </ns302:solidFill>
              <ns303:ln xmlns:ns303="http://schemas.openxmlformats.org/drawingml/2006/main" w="0">
                <ns303:noFill/>
              </ns303:ln>
            </c:spPr>
          </c:dPt>
          <c:dPt>
            <c:idx val="150"/>
            <c:spPr>
              <ns304:solidFill xmlns:ns304="http://schemas.openxmlformats.org/drawingml/2006/main">
                <ns304:srgbClr val="FFFFFF"/>
              </ns304:solidFill>
              <ns305:ln xmlns:ns305="http://schemas.openxmlformats.org/drawingml/2006/main" w="0">
                <ns305:noFill/>
              </ns305:ln>
            </c:spPr>
          </c:dPt>
          <c:dPt>
            <c:idx val="151"/>
            <c:spPr>
              <ns306:solidFill xmlns:ns306="http://schemas.openxmlformats.org/drawingml/2006/main">
                <ns306:srgbClr val="FFFFFF"/>
              </ns306:solidFill>
              <ns307:ln xmlns:ns307="http://schemas.openxmlformats.org/drawingml/2006/main" w="0">
                <ns307:noFill/>
              </ns307:ln>
            </c:spPr>
          </c:dPt>
          <c:dPt>
            <c:idx val="152"/>
            <c:spPr>
              <ns308:solidFill xmlns:ns308="http://schemas.openxmlformats.org/drawingml/2006/main">
                <ns308:srgbClr val="FFFFFF"/>
              </ns308:solidFill>
              <ns309:ln xmlns:ns309="http://schemas.openxmlformats.org/drawingml/2006/main" w="0">
                <ns309:noFill/>
              </ns309:ln>
            </c:spPr>
          </c:dPt>
          <c:dPt>
            <c:idx val="153"/>
            <c:spPr>
              <ns310:solidFill xmlns:ns310="http://schemas.openxmlformats.org/drawingml/2006/main">
                <ns310:srgbClr val="FFFFFF"/>
              </ns310:solidFill>
              <ns311:ln xmlns:ns311="http://schemas.openxmlformats.org/drawingml/2006/main" w="0">
                <ns311:noFill/>
              </ns311:ln>
            </c:spPr>
          </c:dPt>
          <c:dPt>
            <c:idx val="154"/>
            <c:spPr>
              <ns312:solidFill xmlns:ns312="http://schemas.openxmlformats.org/drawingml/2006/main">
                <ns312:srgbClr val="FFFFFF"/>
              </ns312:solidFill>
              <ns313:ln xmlns:ns313="http://schemas.openxmlformats.org/drawingml/2006/main" w="0">
                <ns313:noFill/>
              </ns313:ln>
            </c:spPr>
          </c:dPt>
          <c:dPt>
            <c:idx val="155"/>
            <c:spPr>
              <ns314:solidFill xmlns:ns314="http://schemas.openxmlformats.org/drawingml/2006/main">
                <ns314:srgbClr val="FFFFFF"/>
              </ns314:solidFill>
              <ns315:ln xmlns:ns315="http://schemas.openxmlformats.org/drawingml/2006/main" w="0">
                <ns315:noFill/>
              </ns315:ln>
            </c:spPr>
          </c:dPt>
          <c:dPt>
            <c:idx val="156"/>
            <c:spPr>
              <ns316:solidFill xmlns:ns316="http://schemas.openxmlformats.org/drawingml/2006/main">
                <ns316:srgbClr val="FFFFFF"/>
              </ns316:solidFill>
              <ns317:ln xmlns:ns317="http://schemas.openxmlformats.org/drawingml/2006/main" w="0">
                <ns317:noFill/>
              </ns317:ln>
            </c:spPr>
          </c:dPt>
          <c:dPt>
            <c:idx val="157"/>
            <c:spPr>
              <ns318:solidFill xmlns:ns318="http://schemas.openxmlformats.org/drawingml/2006/main">
                <ns318:srgbClr val="FFFFFF"/>
              </ns318:solidFill>
              <ns319:ln xmlns:ns319="http://schemas.openxmlformats.org/drawingml/2006/main" w="0">
                <ns319:noFill/>
              </ns319:ln>
            </c:spPr>
          </c:dPt>
          <c:dPt>
            <c:idx val="158"/>
            <c:spPr>
              <ns320:solidFill xmlns:ns320="http://schemas.openxmlformats.org/drawingml/2006/main">
                <ns320:srgbClr val="FFFFFF"/>
              </ns320:solidFill>
              <ns321:ln xmlns:ns321="http://schemas.openxmlformats.org/drawingml/2006/main" w="0">
                <ns321:noFill/>
              </ns321:ln>
            </c:spPr>
          </c:dPt>
          <c:dPt>
            <c:idx val="159"/>
            <c:spPr>
              <ns322:solidFill xmlns:ns322="http://schemas.openxmlformats.org/drawingml/2006/main">
                <ns322:srgbClr val="FFFFFF"/>
              </ns322:solidFill>
              <ns323:ln xmlns:ns323="http://schemas.openxmlformats.org/drawingml/2006/main" w="0">
                <ns323:noFill/>
              </ns323:ln>
            </c:spPr>
          </c:dPt>
          <c:dPt>
            <c:idx val="160"/>
            <c:spPr>
              <ns324:solidFill xmlns:ns324="http://schemas.openxmlformats.org/drawingml/2006/main">
                <ns324:srgbClr val="FFFFFF"/>
              </ns324:solidFill>
              <ns325:ln xmlns:ns325="http://schemas.openxmlformats.org/drawingml/2006/main" w="0">
                <ns325:noFill/>
              </ns325:ln>
            </c:spPr>
          </c:dPt>
          <c:dPt>
            <c:idx val="161"/>
            <c:spPr>
              <ns326:solidFill xmlns:ns326="http://schemas.openxmlformats.org/drawingml/2006/main">
                <ns326:srgbClr val="FFFFFF"/>
              </ns326:solidFill>
              <ns327:ln xmlns:ns327="http://schemas.openxmlformats.org/drawingml/2006/main" w="0">
                <ns327:noFill/>
              </ns327:ln>
            </c:spPr>
          </c:dPt>
          <c:dPt>
            <c:idx val="162"/>
            <c:spPr>
              <ns328:solidFill xmlns:ns328="http://schemas.openxmlformats.org/drawingml/2006/main">
                <ns328:srgbClr val="FFFFFF"/>
              </ns328:solidFill>
              <ns329:ln xmlns:ns329="http://schemas.openxmlformats.org/drawingml/2006/main" w="0">
                <ns329:noFill/>
              </ns329:ln>
            </c:spPr>
          </c:dPt>
          <c:dPt>
            <c:idx val="163"/>
            <c:spPr>
              <ns330:solidFill xmlns:ns330="http://schemas.openxmlformats.org/drawingml/2006/main">
                <ns330:srgbClr val="FFFFFF"/>
              </ns330:solidFill>
              <ns331:ln xmlns:ns331="http://schemas.openxmlformats.org/drawingml/2006/main" w="0">
                <ns331:noFill/>
              </ns331:ln>
            </c:spPr>
          </c:dPt>
          <c:dPt>
            <c:idx val="164"/>
            <c:spPr>
              <ns332:solidFill xmlns:ns332="http://schemas.openxmlformats.org/drawingml/2006/main">
                <ns332:srgbClr val="FFFFFF"/>
              </ns332:solidFill>
              <ns333:ln xmlns:ns333="http://schemas.openxmlformats.org/drawingml/2006/main" w="0">
                <ns333:noFill/>
              </ns333:ln>
            </c:spPr>
          </c:dPt>
          <c:dPt>
            <c:idx val="165"/>
            <c:spPr>
              <ns334:solidFill xmlns:ns334="http://schemas.openxmlformats.org/drawingml/2006/main">
                <ns334:srgbClr val="FFFFFF"/>
              </ns334:solidFill>
              <ns335:ln xmlns:ns335="http://schemas.openxmlformats.org/drawingml/2006/main" w="0">
                <ns335:noFill/>
              </ns335:ln>
            </c:spPr>
          </c:dPt>
          <c:dPt>
            <c:idx val="166"/>
            <c:spPr>
              <ns336:solidFill xmlns:ns336="http://schemas.openxmlformats.org/drawingml/2006/main">
                <ns336:srgbClr val="FFFFFF"/>
              </ns336:solidFill>
              <ns337:ln xmlns:ns337="http://schemas.openxmlformats.org/drawingml/2006/main" w="0">
                <ns337:noFill/>
              </ns337:ln>
            </c:spPr>
          </c:dPt>
          <c:dPt>
            <c:idx val="167"/>
            <c:spPr>
              <ns338:solidFill xmlns:ns338="http://schemas.openxmlformats.org/drawingml/2006/main">
                <ns338:srgbClr val="FFFFFF"/>
              </ns338:solidFill>
              <ns339:ln xmlns:ns339="http://schemas.openxmlformats.org/drawingml/2006/main" w="0">
                <ns339:noFill/>
              </ns339:ln>
            </c:spPr>
          </c:dPt>
          <c:dPt>
            <c:idx val="168"/>
            <c:spPr>
              <ns340:solidFill xmlns:ns340="http://schemas.openxmlformats.org/drawingml/2006/main">
                <ns340:srgbClr val="FFFFFF"/>
              </ns340:solidFill>
              <ns341:ln xmlns:ns341="http://schemas.openxmlformats.org/drawingml/2006/main" w="0">
                <ns341:noFill/>
              </ns341:ln>
            </c:spPr>
          </c:dPt>
          <c:dPt>
            <c:idx val="169"/>
            <c:spPr>
              <ns342:solidFill xmlns:ns342="http://schemas.openxmlformats.org/drawingml/2006/main">
                <ns342:srgbClr val="FFFFFF"/>
              </ns342:solidFill>
              <ns343:ln xmlns:ns343="http://schemas.openxmlformats.org/drawingml/2006/main" w="0">
                <ns343:noFill/>
              </ns343:ln>
            </c:spPr>
          </c:dPt>
          <c:dPt>
            <c:idx val="170"/>
            <c:spPr>
              <ns344:solidFill xmlns:ns344="http://schemas.openxmlformats.org/drawingml/2006/main">
                <ns344:srgbClr val="FFFFFF"/>
              </ns344:solidFill>
              <ns345:ln xmlns:ns345="http://schemas.openxmlformats.org/drawingml/2006/main" w="0">
                <ns345:noFill/>
              </ns345:ln>
            </c:spPr>
          </c:dPt>
          <c:dPt>
            <c:idx val="171"/>
            <c:spPr>
              <ns346:solidFill xmlns:ns346="http://schemas.openxmlformats.org/drawingml/2006/main">
                <ns346:srgbClr val="FFFFFF"/>
              </ns346:solidFill>
              <ns347:ln xmlns:ns347="http://schemas.openxmlformats.org/drawingml/2006/main" w="0">
                <ns347:noFill/>
              </ns347:ln>
            </c:spPr>
          </c:dPt>
          <c:dPt>
            <c:idx val="172"/>
            <c:spPr>
              <ns348:solidFill xmlns:ns348="http://schemas.openxmlformats.org/drawingml/2006/main">
                <ns348:srgbClr val="FFFFFF"/>
              </ns348:solidFill>
              <ns349:ln xmlns:ns349="http://schemas.openxmlformats.org/drawingml/2006/main" w="0">
                <ns349:noFill/>
              </ns349:ln>
            </c:spPr>
          </c:dPt>
          <c:dPt>
            <c:idx val="173"/>
            <c:spPr>
              <ns350:solidFill xmlns:ns350="http://schemas.openxmlformats.org/drawingml/2006/main">
                <ns350:srgbClr val="FFFFFF"/>
              </ns350:solidFill>
              <ns351:ln xmlns:ns351="http://schemas.openxmlformats.org/drawingml/2006/main" w="0">
                <ns351:noFill/>
              </ns351:ln>
            </c:spPr>
          </c:dPt>
          <c:dPt>
            <c:idx val="174"/>
            <c:spPr>
              <ns352:solidFill xmlns:ns352="http://schemas.openxmlformats.org/drawingml/2006/main">
                <ns352:srgbClr val="FFFFFF"/>
              </ns352:solidFill>
              <ns353:ln xmlns:ns353="http://schemas.openxmlformats.org/drawingml/2006/main" w="0">
                <ns353:noFill/>
              </ns353:ln>
            </c:spPr>
          </c:dPt>
          <c:dPt>
            <c:idx val="175"/>
            <c:spPr>
              <ns354:solidFill xmlns:ns354="http://schemas.openxmlformats.org/drawingml/2006/main">
                <ns354:srgbClr val="FFFFFF"/>
              </ns354:solidFill>
              <ns355:ln xmlns:ns355="http://schemas.openxmlformats.org/drawingml/2006/main" w="0">
                <ns355:noFill/>
              </ns355:ln>
            </c:spPr>
          </c:dPt>
          <c:dPt>
            <c:idx val="176"/>
            <c:spPr>
              <ns356:solidFill xmlns:ns356="http://schemas.openxmlformats.org/drawingml/2006/main">
                <ns356:srgbClr val="FFFFFF"/>
              </ns356:solidFill>
              <ns357:ln xmlns:ns357="http://schemas.openxmlformats.org/drawingml/2006/main" w="0">
                <ns357:noFill/>
              </ns357:ln>
            </c:spPr>
          </c:dPt>
          <c:dPt>
            <c:idx val="177"/>
            <c:spPr>
              <ns358:solidFill xmlns:ns358="http://schemas.openxmlformats.org/drawingml/2006/main">
                <ns358:srgbClr val="FFFFFF"/>
              </ns358:solidFill>
              <ns359:ln xmlns:ns359="http://schemas.openxmlformats.org/drawingml/2006/main" w="0">
                <ns359:noFill/>
              </ns359:ln>
            </c:spPr>
          </c:dPt>
          <c:dPt>
            <c:idx val="178"/>
            <c:spPr>
              <ns360:solidFill xmlns:ns360="http://schemas.openxmlformats.org/drawingml/2006/main">
                <ns360:srgbClr val="FFFFFF"/>
              </ns360:solidFill>
              <ns361:ln xmlns:ns361="http://schemas.openxmlformats.org/drawingml/2006/main" w="0">
                <ns361:noFill/>
              </ns361:ln>
            </c:spPr>
          </c:dPt>
          <c:dPt>
            <c:idx val="179"/>
            <c:spPr>
              <ns362:solidFill xmlns:ns362="http://schemas.openxmlformats.org/drawingml/2006/main">
                <ns362:srgbClr val="FFFFFF"/>
              </ns362:solidFill>
              <ns363:ln xmlns:ns363="http://schemas.openxmlformats.org/drawingml/2006/main" w="0">
                <ns363:noFill/>
              </ns363:ln>
            </c:spPr>
          </c:dPt>
          <c:dPt>
            <c:idx val="180"/>
            <c:spPr>
              <ns364:solidFill xmlns:ns364="http://schemas.openxmlformats.org/drawingml/2006/main">
                <ns364:srgbClr val="FFFFFF"/>
              </ns364:solidFill>
              <ns365:ln xmlns:ns365="http://schemas.openxmlformats.org/drawingml/2006/main" w="0">
                <ns365:noFill/>
              </ns365:ln>
            </c:spPr>
          </c:dPt>
          <c:dPt>
            <c:idx val="181"/>
            <c:spPr>
              <ns366:solidFill xmlns:ns366="http://schemas.openxmlformats.org/drawingml/2006/main">
                <ns366:srgbClr val="FFFFFF"/>
              </ns366:solidFill>
              <ns367:ln xmlns:ns367="http://schemas.openxmlformats.org/drawingml/2006/main" w="0">
                <ns367:noFill/>
              </ns367:ln>
            </c:spPr>
          </c:dPt>
          <c:dPt>
            <c:idx val="182"/>
            <c:spPr>
              <ns368:solidFill xmlns:ns368="http://schemas.openxmlformats.org/drawingml/2006/main">
                <ns368:srgbClr val="FFFFFF"/>
              </ns368:solidFill>
              <ns369:ln xmlns:ns369="http://schemas.openxmlformats.org/drawingml/2006/main" w="0">
                <ns369:noFill/>
              </ns369:ln>
            </c:spPr>
          </c:dPt>
          <c:dPt>
            <c:idx val="183"/>
            <c:spPr>
              <ns370:solidFill xmlns:ns370="http://schemas.openxmlformats.org/drawingml/2006/main">
                <ns370:srgbClr val="FFFFFF"/>
              </ns370:solidFill>
              <ns371:ln xmlns:ns371="http://schemas.openxmlformats.org/drawingml/2006/main" w="0">
                <ns371:noFill/>
              </ns371:ln>
            </c:spPr>
          </c:dPt>
          <c:dPt>
            <c:idx val="184"/>
            <c:spPr>
              <ns372:solidFill xmlns:ns372="http://schemas.openxmlformats.org/drawingml/2006/main">
                <ns372:srgbClr val="FFFFFF"/>
              </ns372:solidFill>
              <ns373:ln xmlns:ns373="http://schemas.openxmlformats.org/drawingml/2006/main" w="0">
                <ns373:noFill/>
              </ns373:ln>
            </c:spPr>
          </c:dPt>
          <c:dPt>
            <c:idx val="185"/>
            <c:spPr>
              <ns374:solidFill xmlns:ns374="http://schemas.openxmlformats.org/drawingml/2006/main">
                <ns374:srgbClr val="FFFFFF"/>
              </ns374:solidFill>
              <ns375:ln xmlns:ns375="http://schemas.openxmlformats.org/drawingml/2006/main" w="0">
                <ns375:noFill/>
              </ns375:ln>
            </c:spPr>
          </c:dPt>
          <c:dPt>
            <c:idx val="186"/>
            <c:spPr>
              <ns376:solidFill xmlns:ns376="http://schemas.openxmlformats.org/drawingml/2006/main">
                <ns376:srgbClr val="FFFFFF"/>
              </ns376:solidFill>
              <ns377:ln xmlns:ns377="http://schemas.openxmlformats.org/drawingml/2006/main" w="0">
                <ns377:noFill/>
              </ns377:ln>
            </c:spPr>
          </c:dPt>
          <c:dPt>
            <c:idx val="187"/>
            <c:spPr>
              <ns378:solidFill xmlns:ns378="http://schemas.openxmlformats.org/drawingml/2006/main">
                <ns378:srgbClr val="FFFFFF"/>
              </ns378:solidFill>
              <ns379:ln xmlns:ns379="http://schemas.openxmlformats.org/drawingml/2006/main" w="0">
                <ns379:noFill/>
              </ns379:ln>
            </c:spPr>
          </c:dPt>
          <c:dPt>
            <c:idx val="188"/>
            <c:spPr>
              <ns380:solidFill xmlns:ns380="http://schemas.openxmlformats.org/drawingml/2006/main">
                <ns380:srgbClr val="FFFFFF"/>
              </ns380:solidFill>
              <ns381:ln xmlns:ns381="http://schemas.openxmlformats.org/drawingml/2006/main" w="0">
                <ns381:noFill/>
              </ns381:ln>
            </c:spPr>
          </c:dPt>
          <c:dPt>
            <c:idx val="189"/>
            <c:spPr>
              <ns382:solidFill xmlns:ns382="http://schemas.openxmlformats.org/drawingml/2006/main">
                <ns382:srgbClr val="FFFFFF"/>
              </ns382:solidFill>
              <ns383:ln xmlns:ns383="http://schemas.openxmlformats.org/drawingml/2006/main" w="0">
                <ns383:noFill/>
              </ns383:ln>
            </c:spPr>
          </c:dPt>
          <c:dPt>
            <c:idx val="190"/>
            <c:spPr>
              <ns384:solidFill xmlns:ns384="http://schemas.openxmlformats.org/drawingml/2006/main">
                <ns384:srgbClr val="FFFFFF"/>
              </ns384:solidFill>
              <ns385:ln xmlns:ns385="http://schemas.openxmlformats.org/drawingml/2006/main" w="0">
                <ns385:noFill/>
              </ns385:ln>
            </c:spPr>
          </c:dPt>
          <c:dPt>
            <c:idx val="191"/>
            <c:spPr>
              <ns386:solidFill xmlns:ns386="http://schemas.openxmlformats.org/drawingml/2006/main">
                <ns386:srgbClr val="FFFFFF"/>
              </ns386:solidFill>
              <ns387:ln xmlns:ns387="http://schemas.openxmlformats.org/drawingml/2006/main" w="0">
                <ns387:noFill/>
              </ns387:ln>
            </c:spPr>
          </c:dPt>
          <c:dPt>
            <c:idx val="192"/>
            <c:spPr>
              <ns388:solidFill xmlns:ns388="http://schemas.openxmlformats.org/drawingml/2006/main">
                <ns388:srgbClr val="FFFFFF"/>
              </ns388:solidFill>
              <ns389:ln xmlns:ns389="http://schemas.openxmlformats.org/drawingml/2006/main" w="0">
                <ns389:noFill/>
              </ns389:ln>
            </c:spPr>
          </c:dPt>
          <c:dPt>
            <c:idx val="193"/>
            <c:spPr>
              <ns390:solidFill xmlns:ns390="http://schemas.openxmlformats.org/drawingml/2006/main">
                <ns390:srgbClr val="FFFFFF"/>
              </ns390:solidFill>
              <ns391:ln xmlns:ns391="http://schemas.openxmlformats.org/drawingml/2006/main" w="0">
                <ns391:noFill/>
              </ns391:ln>
            </c:spPr>
          </c:dPt>
          <c:dPt>
            <c:idx val="194"/>
            <c:spPr>
              <ns392:solidFill xmlns:ns392="http://schemas.openxmlformats.org/drawingml/2006/main">
                <ns392:srgbClr val="FFFFFF"/>
              </ns392:solidFill>
              <ns393:ln xmlns:ns393="http://schemas.openxmlformats.org/drawingml/2006/main" w="0">
                <ns393:noFill/>
              </ns393:ln>
            </c:spPr>
          </c:dPt>
          <c:dPt>
            <c:idx val="195"/>
            <c:spPr>
              <ns394:solidFill xmlns:ns394="http://schemas.openxmlformats.org/drawingml/2006/main">
                <ns394:srgbClr val="FFFFFF"/>
              </ns394:solidFill>
              <ns395:ln xmlns:ns395="http://schemas.openxmlformats.org/drawingml/2006/main" w="0">
                <ns395:noFill/>
              </ns395:ln>
            </c:spPr>
          </c:dPt>
          <c:dPt>
            <c:idx val="196"/>
            <c:spPr>
              <ns396:solidFill xmlns:ns396="http://schemas.openxmlformats.org/drawingml/2006/main">
                <ns396:srgbClr val="FFFFFF"/>
              </ns396:solidFill>
              <ns397:ln xmlns:ns397="http://schemas.openxmlformats.org/drawingml/2006/main" w="0">
                <ns397:noFill/>
              </ns397:ln>
            </c:spPr>
          </c:dPt>
          <c:dPt>
            <c:idx val="197"/>
            <c:spPr>
              <ns398:solidFill xmlns:ns398="http://schemas.openxmlformats.org/drawingml/2006/main">
                <ns398:srgbClr val="FFFFFF"/>
              </ns398:solidFill>
              <ns399:ln xmlns:ns399="http://schemas.openxmlformats.org/drawingml/2006/main" w="0">
                <ns399:noFill/>
              </ns399:ln>
            </c:spPr>
          </c:dPt>
          <c:dPt>
            <c:idx val="198"/>
            <c:spPr>
              <ns400:solidFill xmlns:ns400="http://schemas.openxmlformats.org/drawingml/2006/main">
                <ns400:srgbClr val="FFFFFF"/>
              </ns400:solidFill>
              <ns401:ln xmlns:ns401="http://schemas.openxmlformats.org/drawingml/2006/main" w="0">
                <ns401:noFill/>
              </ns401:ln>
            </c:spPr>
          </c:dPt>
          <c:dPt>
            <c:idx val="199"/>
            <c:spPr>
              <ns402:solidFill xmlns:ns402="http://schemas.openxmlformats.org/drawingml/2006/main">
                <ns402:srgbClr val="FFFFFF"/>
              </ns402:solidFill>
              <ns403:ln xmlns:ns403="http://schemas.openxmlformats.org/drawingml/2006/main" w="0">
                <ns403:noFill/>
              </ns403:ln>
            </c:spPr>
          </c:dPt>
          <c:dPt>
            <c:idx val="200"/>
            <c:spPr>
              <ns404:solidFill xmlns:ns404="http://schemas.openxmlformats.org/drawingml/2006/main">
                <ns404:srgbClr val="FFFFFF"/>
              </ns404:solidFill>
              <ns405:ln xmlns:ns405="http://schemas.openxmlformats.org/drawingml/2006/main" w="0">
                <ns405:noFill/>
              </ns405:ln>
            </c:spPr>
          </c:dPt>
          <c:dPt>
            <c:idx val="201"/>
            <c:spPr>
              <ns406:solidFill xmlns:ns406="http://schemas.openxmlformats.org/drawingml/2006/main">
                <ns406:srgbClr val="FFFFFF"/>
              </ns406:solidFill>
              <ns407:ln xmlns:ns407="http://schemas.openxmlformats.org/drawingml/2006/main" w="0">
                <ns407:noFill/>
              </ns407:ln>
            </c:spPr>
          </c:dPt>
          <c:dPt>
            <c:idx val="202"/>
            <c:spPr>
              <ns408:solidFill xmlns:ns408="http://schemas.openxmlformats.org/drawingml/2006/main">
                <ns408:srgbClr val="FFFFFF"/>
              </ns408:solidFill>
              <ns409:ln xmlns:ns409="http://schemas.openxmlformats.org/drawingml/2006/main" w="0">
                <ns409:noFill/>
              </ns409:ln>
            </c:spPr>
          </c:dPt>
          <c:dPt>
            <c:idx val="203"/>
            <c:spPr>
              <ns410:solidFill xmlns:ns410="http://schemas.openxmlformats.org/drawingml/2006/main">
                <ns410:srgbClr val="FFFFFF"/>
              </ns410:solidFill>
              <ns411:ln xmlns:ns411="http://schemas.openxmlformats.org/drawingml/2006/main" w="0">
                <ns411:noFill/>
              </ns411:ln>
            </c:spPr>
          </c:dPt>
          <c:dPt>
            <c:idx val="204"/>
            <c:spPr>
              <ns412:solidFill xmlns:ns412="http://schemas.openxmlformats.org/drawingml/2006/main">
                <ns412:srgbClr val="FFFFFF"/>
              </ns412:solidFill>
              <ns413:ln xmlns:ns413="http://schemas.openxmlformats.org/drawingml/2006/main" w="0">
                <ns413:noFill/>
              </ns413:ln>
            </c:spPr>
          </c:dPt>
          <c:dPt>
            <c:idx val="205"/>
            <c:spPr>
              <ns414:solidFill xmlns:ns414="http://schemas.openxmlformats.org/drawingml/2006/main">
                <ns414:srgbClr val="FFFFFF"/>
              </ns414:solidFill>
              <ns415:ln xmlns:ns415="http://schemas.openxmlformats.org/drawingml/2006/main" w="0">
                <ns415:noFill/>
              </ns415:ln>
            </c:spPr>
          </c:dPt>
          <c:dPt>
            <c:idx val="206"/>
            <c:spPr>
              <ns416:solidFill xmlns:ns416="http://schemas.openxmlformats.org/drawingml/2006/main">
                <ns416:srgbClr val="FFFFFF"/>
              </ns416:solidFill>
              <ns417:ln xmlns:ns417="http://schemas.openxmlformats.org/drawingml/2006/main" w="0">
                <ns417:noFill/>
              </ns417:ln>
            </c:spPr>
          </c:dPt>
          <c:dPt>
            <c:idx val="207"/>
            <c:spPr>
              <ns418:solidFill xmlns:ns418="http://schemas.openxmlformats.org/drawingml/2006/main">
                <ns418:srgbClr val="FFFFFF"/>
              </ns418:solidFill>
              <ns419:ln xmlns:ns419="http://schemas.openxmlformats.org/drawingml/2006/main" w="0">
                <ns419:noFill/>
              </ns419:ln>
            </c:spPr>
          </c:dPt>
          <c:dPt>
            <c:idx val="208"/>
            <c:spPr>
              <ns420:solidFill xmlns:ns420="http://schemas.openxmlformats.org/drawingml/2006/main">
                <ns420:srgbClr val="FFFFFF"/>
              </ns420:solidFill>
              <ns421:ln xmlns:ns421="http://schemas.openxmlformats.org/drawingml/2006/main" w="0">
                <ns421:noFill/>
              </ns421:ln>
            </c:spPr>
          </c:dPt>
          <c:dPt>
            <c:idx val="209"/>
            <c:spPr>
              <ns422:solidFill xmlns:ns422="http://schemas.openxmlformats.org/drawingml/2006/main">
                <ns422:srgbClr val="FFFFFF"/>
              </ns422:solidFill>
              <ns423:ln xmlns:ns423="http://schemas.openxmlformats.org/drawingml/2006/main" w="0">
                <ns423:noFill/>
              </ns423:ln>
            </c:spPr>
          </c:dPt>
          <c:dPt>
            <c:idx val="210"/>
            <c:spPr>
              <ns424:solidFill xmlns:ns424="http://schemas.openxmlformats.org/drawingml/2006/main">
                <ns424:srgbClr val="FFFFFF"/>
              </ns424:solidFill>
              <ns425:ln xmlns:ns425="http://schemas.openxmlformats.org/drawingml/2006/main" w="0">
                <ns425:noFill/>
              </ns425:ln>
            </c:spPr>
          </c:dPt>
          <c:dPt>
            <c:idx val="211"/>
            <c:spPr>
              <ns426:solidFill xmlns:ns426="http://schemas.openxmlformats.org/drawingml/2006/main">
                <ns426:srgbClr val="FFFFFF"/>
              </ns426:solidFill>
              <ns427:ln xmlns:ns427="http://schemas.openxmlformats.org/drawingml/2006/main" w="0">
                <ns427:noFill/>
              </ns427:ln>
            </c:spPr>
          </c:dPt>
          <c:dPt>
            <c:idx val="212"/>
            <c:spPr>
              <ns428:solidFill xmlns:ns428="http://schemas.openxmlformats.org/drawingml/2006/main">
                <ns428:srgbClr val="FFFFFF"/>
              </ns428:solidFill>
              <ns429:ln xmlns:ns429="http://schemas.openxmlformats.org/drawingml/2006/main" w="0">
                <ns429:noFill/>
              </ns429:ln>
            </c:spPr>
          </c:dPt>
          <c:dPt>
            <c:idx val="213"/>
            <c:spPr>
              <ns430:solidFill xmlns:ns430="http://schemas.openxmlformats.org/drawingml/2006/main">
                <ns430:srgbClr val="FFFFFF"/>
              </ns430:solidFill>
              <ns431:ln xmlns:ns431="http://schemas.openxmlformats.org/drawingml/2006/main" w="0">
                <ns431:noFill/>
              </ns431:ln>
            </c:spPr>
          </c:dPt>
          <c:dPt>
            <c:idx val="214"/>
            <c:spPr>
              <ns432:solidFill xmlns:ns432="http://schemas.openxmlformats.org/drawingml/2006/main">
                <ns432:srgbClr val="FFFFFF"/>
              </ns432:solidFill>
              <ns433:ln xmlns:ns433="http://schemas.openxmlformats.org/drawingml/2006/main" w="0">
                <ns433:noFill/>
              </ns433:ln>
            </c:spPr>
          </c:dPt>
          <c:dPt>
            <c:idx val="215"/>
            <c:spPr>
              <ns434:solidFill xmlns:ns434="http://schemas.openxmlformats.org/drawingml/2006/main">
                <ns434:srgbClr val="FFFFFF"/>
              </ns434:solidFill>
              <ns435:ln xmlns:ns435="http://schemas.openxmlformats.org/drawingml/2006/main" w="0">
                <ns435:noFill/>
              </ns435:ln>
            </c:spPr>
          </c:dPt>
          <c:dPt>
            <c:idx val="216"/>
            <c:spPr>
              <ns436:solidFill xmlns:ns436="http://schemas.openxmlformats.org/drawingml/2006/main">
                <ns436:srgbClr val="FFFFFF"/>
              </ns436:solidFill>
              <ns437:ln xmlns:ns437="http://schemas.openxmlformats.org/drawingml/2006/main" w="0">
                <ns437:noFill/>
              </ns437:ln>
            </c:spPr>
          </c:dPt>
          <c:dPt>
            <c:idx val="217"/>
            <c:spPr>
              <ns438:solidFill xmlns:ns438="http://schemas.openxmlformats.org/drawingml/2006/main">
                <ns438:srgbClr val="FFFFFF"/>
              </ns438:solidFill>
              <ns439:ln xmlns:ns439="http://schemas.openxmlformats.org/drawingml/2006/main" w="0">
                <ns439:noFill/>
              </ns439:ln>
            </c:spPr>
          </c:dPt>
          <c:dPt>
            <c:idx val="218"/>
            <c:spPr>
              <ns440:solidFill xmlns:ns440="http://schemas.openxmlformats.org/drawingml/2006/main">
                <ns440:srgbClr val="FFFFFF"/>
              </ns440:solidFill>
              <ns441:ln xmlns:ns441="http://schemas.openxmlformats.org/drawingml/2006/main" w="0">
                <ns441:noFill/>
              </ns441:ln>
            </c:spPr>
          </c:dPt>
          <c:dPt>
            <c:idx val="219"/>
            <c:spPr>
              <ns442:solidFill xmlns:ns442="http://schemas.openxmlformats.org/drawingml/2006/main">
                <ns442:srgbClr val="FFFFFF"/>
              </ns442:solidFill>
              <ns443:ln xmlns:ns443="http://schemas.openxmlformats.org/drawingml/2006/main" w="0">
                <ns443:noFill/>
              </ns443:ln>
            </c:spPr>
          </c:dPt>
          <c:dPt>
            <c:idx val="220"/>
            <c:spPr>
              <ns444:solidFill xmlns:ns444="http://schemas.openxmlformats.org/drawingml/2006/main">
                <ns444:srgbClr val="FFFFFF"/>
              </ns444:solidFill>
              <ns445:ln xmlns:ns445="http://schemas.openxmlformats.org/drawingml/2006/main" w="0">
                <ns445:noFill/>
              </ns445:ln>
            </c:spPr>
          </c:dPt>
          <c:dPt>
            <c:idx val="221"/>
            <c:spPr>
              <ns446:solidFill xmlns:ns446="http://schemas.openxmlformats.org/drawingml/2006/main">
                <ns446:srgbClr val="FFFFFF"/>
              </ns446:solidFill>
              <ns447:ln xmlns:ns447="http://schemas.openxmlformats.org/drawingml/2006/main" w="0">
                <ns447:noFill/>
              </ns447:ln>
            </c:spPr>
          </c:dPt>
          <c:dPt>
            <c:idx val="222"/>
            <c:spPr>
              <ns448:solidFill xmlns:ns448="http://schemas.openxmlformats.org/drawingml/2006/main">
                <ns448:srgbClr val="FFFFFF"/>
              </ns448:solidFill>
              <ns449:ln xmlns:ns449="http://schemas.openxmlformats.org/drawingml/2006/main" w="0">
                <ns449:noFill/>
              </ns449:ln>
            </c:spPr>
          </c:dPt>
          <c:dPt>
            <c:idx val="223"/>
            <c:spPr>
              <ns450:solidFill xmlns:ns450="http://schemas.openxmlformats.org/drawingml/2006/main">
                <ns450:srgbClr val="FFFFFF"/>
              </ns450:solidFill>
              <ns451:ln xmlns:ns451="http://schemas.openxmlformats.org/drawingml/2006/main" w="0">
                <ns451:noFill/>
              </ns451:ln>
            </c:spPr>
          </c:dPt>
          <c:dPt>
            <c:idx val="224"/>
            <c:spPr>
              <ns452:solidFill xmlns:ns452="http://schemas.openxmlformats.org/drawingml/2006/main">
                <ns452:srgbClr val="FFFFFF"/>
              </ns452:solidFill>
              <ns453:ln xmlns:ns453="http://schemas.openxmlformats.org/drawingml/2006/main" w="0">
                <ns453:noFill/>
              </ns453:ln>
            </c:spPr>
          </c:dPt>
          <c:dPt>
            <c:idx val="225"/>
            <c:spPr>
              <ns454:solidFill xmlns:ns454="http://schemas.openxmlformats.org/drawingml/2006/main">
                <ns454:srgbClr val="FFFFFF"/>
              </ns454:solidFill>
              <ns455:ln xmlns:ns455="http://schemas.openxmlformats.org/drawingml/2006/main" w="0">
                <ns455:noFill/>
              </ns455:ln>
            </c:spPr>
          </c:dPt>
          <c:dPt>
            <c:idx val="226"/>
            <c:spPr>
              <ns456:solidFill xmlns:ns456="http://schemas.openxmlformats.org/drawingml/2006/main">
                <ns456:srgbClr val="FFFFFF"/>
              </ns456:solidFill>
              <ns457:ln xmlns:ns457="http://schemas.openxmlformats.org/drawingml/2006/main" w="0">
                <ns457:noFill/>
              </ns457:ln>
            </c:spPr>
          </c:dPt>
          <c:dPt>
            <c:idx val="227"/>
            <c:spPr>
              <ns458:solidFill xmlns:ns458="http://schemas.openxmlformats.org/drawingml/2006/main">
                <ns458:srgbClr val="FFFFFF"/>
              </ns458:solidFill>
              <ns459:ln xmlns:ns459="http://schemas.openxmlformats.org/drawingml/2006/main" w="0">
                <ns459:noFill/>
              </ns459:ln>
            </c:spPr>
          </c:dPt>
          <c:dPt>
            <c:idx val="228"/>
            <c:spPr>
              <ns460:solidFill xmlns:ns460="http://schemas.openxmlformats.org/drawingml/2006/main">
                <ns460:srgbClr val="FFFFFF"/>
              </ns460:solidFill>
              <ns461:ln xmlns:ns461="http://schemas.openxmlformats.org/drawingml/2006/main" w="0">
                <ns461:noFill/>
              </ns461:ln>
            </c:spPr>
          </c:dPt>
          <c:dPt>
            <c:idx val="229"/>
            <c:spPr>
              <ns462:solidFill xmlns:ns462="http://schemas.openxmlformats.org/drawingml/2006/main">
                <ns462:srgbClr val="FFFFFF"/>
              </ns462:solidFill>
              <ns463:ln xmlns:ns463="http://schemas.openxmlformats.org/drawingml/2006/main" w="0">
                <ns463:noFill/>
              </ns463:ln>
            </c:spPr>
          </c:dPt>
          <c:dPt>
            <c:idx val="230"/>
            <c:spPr>
              <ns464:solidFill xmlns:ns464="http://schemas.openxmlformats.org/drawingml/2006/main">
                <ns464:srgbClr val="FFFFFF"/>
              </ns464:solidFill>
              <ns465:ln xmlns:ns465="http://schemas.openxmlformats.org/drawingml/2006/main" w="0">
                <ns465:noFill/>
              </ns465:ln>
            </c:spPr>
          </c:dPt>
          <c:dPt>
            <c:idx val="231"/>
            <c:spPr>
              <ns466:solidFill xmlns:ns466="http://schemas.openxmlformats.org/drawingml/2006/main">
                <ns466:srgbClr val="FFFFFF"/>
              </ns466:solidFill>
              <ns467:ln xmlns:ns467="http://schemas.openxmlformats.org/drawingml/2006/main" w="0">
                <ns467:noFill/>
              </ns467:ln>
            </c:spPr>
          </c:dPt>
          <c:dPt>
            <c:idx val="232"/>
            <c:spPr>
              <ns468:solidFill xmlns:ns468="http://schemas.openxmlformats.org/drawingml/2006/main">
                <ns468:srgbClr val="FFFFFF"/>
              </ns468:solidFill>
              <ns469:ln xmlns:ns469="http://schemas.openxmlformats.org/drawingml/2006/main" w="0">
                <ns469:noFill/>
              </ns469:ln>
            </c:spPr>
          </c:dPt>
          <c:dPt>
            <c:idx val="233"/>
            <c:spPr>
              <ns470:solidFill xmlns:ns470="http://schemas.openxmlformats.org/drawingml/2006/main">
                <ns470:srgbClr val="FFFFFF"/>
              </ns470:solidFill>
              <ns471:ln xmlns:ns471="http://schemas.openxmlformats.org/drawingml/2006/main" w="0">
                <ns471:noFill/>
              </ns471:ln>
            </c:spPr>
          </c:dPt>
          <c:dPt>
            <c:idx val="234"/>
            <c:spPr>
              <ns472:solidFill xmlns:ns472="http://schemas.openxmlformats.org/drawingml/2006/main">
                <ns472:srgbClr val="FFFFFF"/>
              </ns472:solidFill>
              <ns473:ln xmlns:ns473="http://schemas.openxmlformats.org/drawingml/2006/main" w="0">
                <ns473:noFill/>
              </ns473:ln>
            </c:spPr>
          </c:dPt>
          <c:dPt>
            <c:idx val="235"/>
            <c:spPr>
              <ns474:solidFill xmlns:ns474="http://schemas.openxmlformats.org/drawingml/2006/main">
                <ns474:srgbClr val="FFFFFF"/>
              </ns474:solidFill>
              <ns475:ln xmlns:ns475="http://schemas.openxmlformats.org/drawingml/2006/main" w="0">
                <ns475:noFill/>
              </ns475:ln>
            </c:spPr>
          </c:dPt>
          <c:dPt>
            <c:idx val="236"/>
            <c:spPr>
              <ns476:solidFill xmlns:ns476="http://schemas.openxmlformats.org/drawingml/2006/main">
                <ns476:srgbClr val="FFFFFF"/>
              </ns476:solidFill>
              <ns477:ln xmlns:ns477="http://schemas.openxmlformats.org/drawingml/2006/main" w="0">
                <ns477:noFill/>
              </ns477:ln>
            </c:spPr>
          </c:dPt>
          <c:dPt>
            <c:idx val="237"/>
            <c:spPr>
              <ns478:solidFill xmlns:ns478="http://schemas.openxmlformats.org/drawingml/2006/main">
                <ns478:srgbClr val="FFFFFF"/>
              </ns478:solidFill>
              <ns479:ln xmlns:ns479="http://schemas.openxmlformats.org/drawingml/2006/main" w="0">
                <ns479:noFill/>
              </ns479:ln>
            </c:spPr>
          </c:dPt>
          <c:dPt>
            <c:idx val="238"/>
            <c:spPr>
              <ns480:solidFill xmlns:ns480="http://schemas.openxmlformats.org/drawingml/2006/main">
                <ns480:srgbClr val="FFFFFF"/>
              </ns480:solidFill>
              <ns481:ln xmlns:ns481="http://schemas.openxmlformats.org/drawingml/2006/main" w="0">
                <ns481:noFill/>
              </ns481:ln>
            </c:spPr>
          </c:dPt>
          <c:dPt>
            <c:idx val="239"/>
            <c:spPr>
              <ns482:solidFill xmlns:ns482="http://schemas.openxmlformats.org/drawingml/2006/main">
                <ns482:srgbClr val="FFFFFF"/>
              </ns482:solidFill>
              <ns483:ln xmlns:ns483="http://schemas.openxmlformats.org/drawingml/2006/main" w="0">
                <ns483:noFill/>
              </ns483:ln>
            </c:spPr>
          </c:dPt>
          <c:dPt>
            <c:idx val="240"/>
            <c:spPr>
              <ns484:solidFill xmlns:ns484="http://schemas.openxmlformats.org/drawingml/2006/main">
                <ns484:srgbClr val="FFFFFF"/>
              </ns484:solidFill>
              <ns485:ln xmlns:ns485="http://schemas.openxmlformats.org/drawingml/2006/main" w="0">
                <ns485:noFill/>
              </ns485:ln>
            </c:spPr>
          </c:dPt>
          <c:dPt>
            <c:idx val="241"/>
            <c:spPr>
              <ns486:solidFill xmlns:ns486="http://schemas.openxmlformats.org/drawingml/2006/main">
                <ns486:srgbClr val="FFFFFF"/>
              </ns486:solidFill>
              <ns487:ln xmlns:ns487="http://schemas.openxmlformats.org/drawingml/2006/main" w="0">
                <ns487:noFill/>
              </ns487:ln>
            </c:spPr>
          </c:dPt>
          <c:dPt>
            <c:idx val="242"/>
            <c:spPr>
              <ns488:solidFill xmlns:ns488="http://schemas.openxmlformats.org/drawingml/2006/main">
                <ns488:srgbClr val="FFFFFF"/>
              </ns488:solidFill>
              <ns489:ln xmlns:ns489="http://schemas.openxmlformats.org/drawingml/2006/main" w="0">
                <ns489:noFill/>
              </ns489:ln>
            </c:spPr>
          </c:dPt>
          <c:dPt>
            <c:idx val="243"/>
            <c:spPr>
              <ns490:solidFill xmlns:ns490="http://schemas.openxmlformats.org/drawingml/2006/main">
                <ns490:srgbClr val="FFFFFF"/>
              </ns490:solidFill>
              <ns491:ln xmlns:ns491="http://schemas.openxmlformats.org/drawingml/2006/main" w="0">
                <ns491:noFill/>
              </ns491:ln>
            </c:spPr>
          </c:dPt>
          <c:dPt>
            <c:idx val="244"/>
            <c:spPr>
              <ns492:solidFill xmlns:ns492="http://schemas.openxmlformats.org/drawingml/2006/main">
                <ns492:srgbClr val="FFFFFF"/>
              </ns492:solidFill>
              <ns493:ln xmlns:ns493="http://schemas.openxmlformats.org/drawingml/2006/main" w="0">
                <ns493:noFill/>
              </ns493:ln>
            </c:spPr>
          </c:dPt>
          <c:dPt>
            <c:idx val="245"/>
            <c:spPr>
              <ns494:solidFill xmlns:ns494="http://schemas.openxmlformats.org/drawingml/2006/main">
                <ns494:srgbClr val="FFFFFF"/>
              </ns494:solidFill>
              <ns495:ln xmlns:ns495="http://schemas.openxmlformats.org/drawingml/2006/main" w="0">
                <ns495:noFill/>
              </ns495:ln>
            </c:spPr>
          </c:dPt>
          <c:dPt>
            <c:idx val="246"/>
            <c:spPr>
              <ns496:solidFill xmlns:ns496="http://schemas.openxmlformats.org/drawingml/2006/main">
                <ns496:srgbClr val="FFFFFF"/>
              </ns496:solidFill>
              <ns497:ln xmlns:ns497="http://schemas.openxmlformats.org/drawingml/2006/main" w="0">
                <ns497:noFill/>
              </ns497:ln>
            </c:spPr>
          </c:dPt>
          <c:dPt>
            <c:idx val="247"/>
            <c:spPr>
              <ns498:solidFill xmlns:ns498="http://schemas.openxmlformats.org/drawingml/2006/main">
                <ns498:srgbClr val="FFFFFF"/>
              </ns498:solidFill>
              <ns499:ln xmlns:ns499="http://schemas.openxmlformats.org/drawingml/2006/main" w="0">
                <ns499:noFill/>
              </ns499:ln>
            </c:spPr>
          </c:dPt>
          <c:dPt>
            <c:idx val="248"/>
            <c:spPr>
              <ns500:solidFill xmlns:ns500="http://schemas.openxmlformats.org/drawingml/2006/main">
                <ns500:srgbClr val="FFFFFF"/>
              </ns500:solidFill>
              <ns501:ln xmlns:ns501="http://schemas.openxmlformats.org/drawingml/2006/main" w="0">
                <ns501:noFill/>
              </ns501:ln>
            </c:spPr>
          </c:dPt>
          <c:dPt>
            <c:idx val="249"/>
            <c:spPr>
              <ns502:solidFill xmlns:ns502="http://schemas.openxmlformats.org/drawingml/2006/main">
                <ns502:srgbClr val="FFFFFF"/>
              </ns502:solidFill>
              <ns503:ln xmlns:ns503="http://schemas.openxmlformats.org/drawingml/2006/main" w="0">
                <ns503:noFill/>
              </ns503:ln>
            </c:spPr>
          </c:dPt>
          <c:dPt>
            <c:idx val="250"/>
            <c:spPr>
              <ns504:solidFill xmlns:ns504="http://schemas.openxmlformats.org/drawingml/2006/main">
                <ns504:srgbClr val="FFFFFF"/>
              </ns504:solidFill>
              <ns505:ln xmlns:ns505="http://schemas.openxmlformats.org/drawingml/2006/main" w="0">
                <ns505:noFill/>
              </ns505:ln>
            </c:spPr>
          </c:dPt>
          <c:dPt>
            <c:idx val="251"/>
            <c:spPr>
              <ns506:solidFill xmlns:ns506="http://schemas.openxmlformats.org/drawingml/2006/main">
                <ns506:srgbClr val="FFFFFF"/>
              </ns506:solidFill>
              <ns507:ln xmlns:ns507="http://schemas.openxmlformats.org/drawingml/2006/main" w="0">
                <ns507:noFill/>
              </ns507:ln>
            </c:spPr>
          </c:dPt>
          <c:dPt>
            <c:idx val="252"/>
            <c:spPr>
              <ns508:solidFill xmlns:ns508="http://schemas.openxmlformats.org/drawingml/2006/main">
                <ns508:srgbClr val="FFFFFF"/>
              </ns508:solidFill>
              <ns509:ln xmlns:ns509="http://schemas.openxmlformats.org/drawingml/2006/main" w="0">
                <ns509:noFill/>
              </ns509:ln>
            </c:spPr>
          </c:dPt>
          <c:dPt>
            <c:idx val="253"/>
            <c:spPr>
              <ns510:solidFill xmlns:ns510="http://schemas.openxmlformats.org/drawingml/2006/main">
                <ns510:srgbClr val="FFFFFF"/>
              </ns510:solidFill>
              <ns511:ln xmlns:ns511="http://schemas.openxmlformats.org/drawingml/2006/main" w="0">
                <ns511:noFill/>
              </ns511:ln>
            </c:spPr>
          </c:dPt>
          <c:dPt>
            <c:idx val="254"/>
            <c:spPr>
              <ns512:solidFill xmlns:ns512="http://schemas.openxmlformats.org/drawingml/2006/main">
                <ns512:srgbClr val="FFFFFF"/>
              </ns512:solidFill>
              <ns513:ln xmlns:ns513="http://schemas.openxmlformats.org/drawingml/2006/main" w="0">
                <ns513:noFill/>
              </ns513:ln>
            </c:spPr>
          </c:dPt>
          <c:dPt>
            <c:idx val="255"/>
            <c:spPr>
              <ns514:solidFill xmlns:ns514="http://schemas.openxmlformats.org/drawingml/2006/main">
                <ns514:srgbClr val="FFFFFF"/>
              </ns514:solidFill>
              <ns515:ln xmlns:ns515="http://schemas.openxmlformats.org/drawingml/2006/main" w="0">
                <ns515:noFill/>
              </ns515:ln>
            </c:spPr>
          </c:dPt>
          <c:dPt>
            <c:idx val="256"/>
            <c:spPr>
              <ns516:solidFill xmlns:ns516="http://schemas.openxmlformats.org/drawingml/2006/main">
                <ns516:srgbClr val="FFFFFF"/>
              </ns516:solidFill>
              <ns517:ln xmlns:ns517="http://schemas.openxmlformats.org/drawingml/2006/main" w="0">
                <ns517:noFill/>
              </ns517:ln>
            </c:spPr>
          </c:dPt>
          <c:dPt>
            <c:idx val="257"/>
            <c:spPr>
              <ns518:solidFill xmlns:ns518="http://schemas.openxmlformats.org/drawingml/2006/main">
                <ns518:srgbClr val="FFFFFF"/>
              </ns518:solidFill>
              <ns519:ln xmlns:ns519="http://schemas.openxmlformats.org/drawingml/2006/main" w="0">
                <ns519:noFill/>
              </ns519:ln>
            </c:spPr>
          </c:dPt>
          <c:dPt>
            <c:idx val="258"/>
            <c:spPr>
              <ns520:solidFill xmlns:ns520="http://schemas.openxmlformats.org/drawingml/2006/main">
                <ns520:srgbClr val="FFFFFF"/>
              </ns520:solidFill>
              <ns521:ln xmlns:ns521="http://schemas.openxmlformats.org/drawingml/2006/main" w="0">
                <ns521:noFill/>
              </ns521:ln>
            </c:spPr>
          </c:dPt>
          <c:dPt>
            <c:idx val="259"/>
            <c:spPr>
              <ns522:solidFill xmlns:ns522="http://schemas.openxmlformats.org/drawingml/2006/main">
                <ns522:srgbClr val="FFFFFF"/>
              </ns522:solidFill>
              <ns523:ln xmlns:ns523="http://schemas.openxmlformats.org/drawingml/2006/main" w="0">
                <ns523:noFill/>
              </ns523:ln>
            </c:spPr>
          </c:dPt>
          <c:dPt>
            <c:idx val="260"/>
            <c:spPr>
              <ns524:solidFill xmlns:ns524="http://schemas.openxmlformats.org/drawingml/2006/main">
                <ns524:srgbClr val="FFFFFF"/>
              </ns524:solidFill>
              <ns525:ln xmlns:ns525="http://schemas.openxmlformats.org/drawingml/2006/main" w="0">
                <ns525:noFill/>
              </ns525:ln>
            </c:spPr>
          </c:dPt>
          <c:dPt>
            <c:idx val="261"/>
            <c:spPr>
              <ns526:solidFill xmlns:ns526="http://schemas.openxmlformats.org/drawingml/2006/main">
                <ns526:srgbClr val="FFFFFF"/>
              </ns526:solidFill>
              <ns527:ln xmlns:ns527="http://schemas.openxmlformats.org/drawingml/2006/main" w="0">
                <ns527:noFill/>
              </ns527:ln>
            </c:spPr>
          </c:dPt>
          <c:dPt>
            <c:idx val="262"/>
            <c:spPr>
              <ns528:solidFill xmlns:ns528="http://schemas.openxmlformats.org/drawingml/2006/main">
                <ns528:srgbClr val="FFFFFF"/>
              </ns528:solidFill>
              <ns529:ln xmlns:ns529="http://schemas.openxmlformats.org/drawingml/2006/main" w="0">
                <ns529:noFill/>
              </ns529:ln>
            </c:spPr>
          </c:dPt>
          <c:dPt>
            <c:idx val="263"/>
            <c:spPr>
              <ns530:solidFill xmlns:ns530="http://schemas.openxmlformats.org/drawingml/2006/main">
                <ns530:srgbClr val="FFFFFF"/>
              </ns530:solidFill>
              <ns531:ln xmlns:ns531="http://schemas.openxmlformats.org/drawingml/2006/main" w="0">
                <ns531:noFill/>
              </ns531:ln>
            </c:spPr>
          </c:dPt>
          <c:dPt>
            <c:idx val="264"/>
            <c:spPr>
              <ns532:solidFill xmlns:ns532="http://schemas.openxmlformats.org/drawingml/2006/main">
                <ns532:srgbClr val="FFFFFF"/>
              </ns532:solidFill>
              <ns533:ln xmlns:ns533="http://schemas.openxmlformats.org/drawingml/2006/main" w="0">
                <ns533:noFill/>
              </ns533:ln>
            </c:spPr>
          </c:dPt>
          <c:dPt>
            <c:idx val="265"/>
            <c:spPr>
              <ns534:solidFill xmlns:ns534="http://schemas.openxmlformats.org/drawingml/2006/main">
                <ns534:srgbClr val="FFFFFF"/>
              </ns534:solidFill>
              <ns535:ln xmlns:ns535="http://schemas.openxmlformats.org/drawingml/2006/main" w="0">
                <ns535:noFill/>
              </ns535:ln>
            </c:spPr>
          </c:dPt>
          <c:dPt>
            <c:idx val="266"/>
            <c:spPr>
              <ns536:solidFill xmlns:ns536="http://schemas.openxmlformats.org/drawingml/2006/main">
                <ns536:srgbClr val="FFFFFF"/>
              </ns536:solidFill>
              <ns537:ln xmlns:ns537="http://schemas.openxmlformats.org/drawingml/2006/main" w="0">
                <ns537:noFill/>
              </ns537:ln>
            </c:spPr>
          </c:dPt>
          <c:dPt>
            <c:idx val="267"/>
            <c:spPr>
              <ns538:solidFill xmlns:ns538="http://schemas.openxmlformats.org/drawingml/2006/main">
                <ns538:srgbClr val="FFFFFF"/>
              </ns538:solidFill>
              <ns539:ln xmlns:ns539="http://schemas.openxmlformats.org/drawingml/2006/main" w="0">
                <ns539:noFill/>
              </ns539:ln>
            </c:spPr>
          </c:dPt>
          <c:dPt>
            <c:idx val="268"/>
            <c:spPr>
              <ns540:solidFill xmlns:ns540="http://schemas.openxmlformats.org/drawingml/2006/main">
                <ns540:srgbClr val="FFFFFF"/>
              </ns540:solidFill>
              <ns541:ln xmlns:ns541="http://schemas.openxmlformats.org/drawingml/2006/main" w="0">
                <ns541:noFill/>
              </ns541:ln>
            </c:spPr>
          </c:dPt>
          <c:dPt>
            <c:idx val="269"/>
            <c:spPr>
              <ns542:solidFill xmlns:ns542="http://schemas.openxmlformats.org/drawingml/2006/main">
                <ns542:srgbClr val="FFFFFF"/>
              </ns542:solidFill>
              <ns543:ln xmlns:ns543="http://schemas.openxmlformats.org/drawingml/2006/main" w="0">
                <ns543:noFill/>
              </ns543:ln>
            </c:spPr>
          </c:dPt>
          <c:dPt>
            <c:idx val="270"/>
            <c:spPr>
              <ns544:solidFill xmlns:ns544="http://schemas.openxmlformats.org/drawingml/2006/main">
                <ns544:srgbClr val="FFFFFF"/>
              </ns544:solidFill>
              <ns545:ln xmlns:ns545="http://schemas.openxmlformats.org/drawingml/2006/main" w="0">
                <ns545:noFill/>
              </ns545:ln>
            </c:spPr>
          </c:dPt>
          <c:dPt>
            <c:idx val="271"/>
            <c:spPr>
              <ns546:solidFill xmlns:ns546="http://schemas.openxmlformats.org/drawingml/2006/main">
                <ns546:srgbClr val="FFFFFF"/>
              </ns546:solidFill>
              <ns547:ln xmlns:ns547="http://schemas.openxmlformats.org/drawingml/2006/main" w="0">
                <ns547:noFill/>
              </ns547:ln>
            </c:spPr>
          </c:dPt>
          <c:dPt>
            <c:idx val="272"/>
            <c:spPr>
              <ns548:solidFill xmlns:ns548="http://schemas.openxmlformats.org/drawingml/2006/main">
                <ns548:srgbClr val="FFFFFF"/>
              </ns548:solidFill>
              <ns549:ln xmlns:ns549="http://schemas.openxmlformats.org/drawingml/2006/main" w="0">
                <ns549:noFill/>
              </ns549:ln>
            </c:spPr>
          </c:dPt>
          <c:dPt>
            <c:idx val="273"/>
            <c:spPr>
              <ns550:solidFill xmlns:ns550="http://schemas.openxmlformats.org/drawingml/2006/main">
                <ns550:srgbClr val="FFFFFF"/>
              </ns550:solidFill>
              <ns551:ln xmlns:ns551="http://schemas.openxmlformats.org/drawingml/2006/main" w="0">
                <ns551:noFill/>
              </ns551:ln>
            </c:spPr>
          </c:dPt>
          <c:dPt>
            <c:idx val="274"/>
            <c:spPr>
              <ns552:solidFill xmlns:ns552="http://schemas.openxmlformats.org/drawingml/2006/main">
                <ns552:srgbClr val="FFFFFF"/>
              </ns552:solidFill>
              <ns553:ln xmlns:ns553="http://schemas.openxmlformats.org/drawingml/2006/main" w="0">
                <ns553:noFill/>
              </ns553:ln>
            </c:spPr>
          </c:dPt>
          <c:dPt>
            <c:idx val="275"/>
            <c:spPr>
              <ns554:solidFill xmlns:ns554="http://schemas.openxmlformats.org/drawingml/2006/main">
                <ns554:srgbClr val="FFFFFF"/>
              </ns554:solidFill>
              <ns555:ln xmlns:ns555="http://schemas.openxmlformats.org/drawingml/2006/main" w="0">
                <ns555:noFill/>
              </ns555:ln>
            </c:spPr>
          </c:dPt>
          <c:dPt>
            <c:idx val="276"/>
            <c:spPr>
              <ns556:solidFill xmlns:ns556="http://schemas.openxmlformats.org/drawingml/2006/main">
                <ns556:srgbClr val="FFFFFF"/>
              </ns556:solidFill>
              <ns557:ln xmlns:ns557="http://schemas.openxmlformats.org/drawingml/2006/main" w="0">
                <ns557:noFill/>
              </ns557:ln>
            </c:spPr>
          </c:dPt>
          <c:dPt>
            <c:idx val="277"/>
            <c:spPr>
              <ns558:solidFill xmlns:ns558="http://schemas.openxmlformats.org/drawingml/2006/main">
                <ns558:srgbClr val="FFFFFF"/>
              </ns558:solidFill>
              <ns559:ln xmlns:ns559="http://schemas.openxmlformats.org/drawingml/2006/main" w="0">
                <ns559:noFill/>
              </ns559:ln>
            </c:spPr>
          </c:dPt>
          <c:dPt>
            <c:idx val="278"/>
            <c:spPr>
              <ns560:solidFill xmlns:ns560="http://schemas.openxmlformats.org/drawingml/2006/main">
                <ns560:srgbClr val="FFFFFF"/>
              </ns560:solidFill>
              <ns561:ln xmlns:ns561="http://schemas.openxmlformats.org/drawingml/2006/main" w="0">
                <ns561:noFill/>
              </ns561:ln>
            </c:spPr>
          </c:dPt>
          <c:dPt>
            <c:idx val="279"/>
            <c:spPr>
              <ns562:solidFill xmlns:ns562="http://schemas.openxmlformats.org/drawingml/2006/main">
                <ns562:srgbClr val="FFFFFF"/>
              </ns562:solidFill>
              <ns563:ln xmlns:ns563="http://schemas.openxmlformats.org/drawingml/2006/main" w="0">
                <ns563:noFill/>
              </ns563:ln>
            </c:spPr>
          </c:dPt>
          <c:dPt>
            <c:idx val="280"/>
            <c:spPr>
              <ns564:solidFill xmlns:ns564="http://schemas.openxmlformats.org/drawingml/2006/main">
                <ns564:srgbClr val="FFFFFF"/>
              </ns564:solidFill>
              <ns565:ln xmlns:ns565="http://schemas.openxmlformats.org/drawingml/2006/main" w="0">
                <ns565:noFill/>
              </ns565:ln>
            </c:spPr>
          </c:dPt>
          <c:dPt>
            <c:idx val="281"/>
            <c:spPr>
              <ns566:solidFill xmlns:ns566="http://schemas.openxmlformats.org/drawingml/2006/main">
                <ns566:srgbClr val="FFFFFF"/>
              </ns566:solidFill>
              <ns567:ln xmlns:ns567="http://schemas.openxmlformats.org/drawingml/2006/main" w="0">
                <ns567:noFill/>
              </ns567:ln>
            </c:spPr>
          </c:dPt>
          <c:dPt>
            <c:idx val="282"/>
            <c:spPr>
              <ns568:solidFill xmlns:ns568="http://schemas.openxmlformats.org/drawingml/2006/main">
                <ns568:srgbClr val="FFFFFF"/>
              </ns568:solidFill>
              <ns569:ln xmlns:ns569="http://schemas.openxmlformats.org/drawingml/2006/main" w="0">
                <ns569:noFill/>
              </ns569:ln>
            </c:spPr>
          </c:dPt>
          <c:dPt>
            <c:idx val="283"/>
            <c:spPr>
              <ns570:solidFill xmlns:ns570="http://schemas.openxmlformats.org/drawingml/2006/main">
                <ns570:srgbClr val="FFFFFF"/>
              </ns570:solidFill>
              <ns571:ln xmlns:ns571="http://schemas.openxmlformats.org/drawingml/2006/main" w="0">
                <ns571:noFill/>
              </ns571:ln>
            </c:spPr>
          </c:dPt>
          <c:dPt>
            <c:idx val="284"/>
            <c:spPr>
              <ns572:solidFill xmlns:ns572="http://schemas.openxmlformats.org/drawingml/2006/main">
                <ns572:srgbClr val="FFFFFF"/>
              </ns572:solidFill>
              <ns573:ln xmlns:ns573="http://schemas.openxmlformats.org/drawingml/2006/main" w="0">
                <ns573:noFill/>
              </ns573:ln>
            </c:spPr>
          </c:dPt>
          <c:dPt>
            <c:idx val="285"/>
            <c:spPr>
              <ns574:solidFill xmlns:ns574="http://schemas.openxmlformats.org/drawingml/2006/main">
                <ns574:srgbClr val="FFFFFF"/>
              </ns574:solidFill>
              <ns575:ln xmlns:ns575="http://schemas.openxmlformats.org/drawingml/2006/main" w="0">
                <ns575:noFill/>
              </ns575:ln>
            </c:spPr>
          </c:dPt>
          <c:dPt>
            <c:idx val="286"/>
            <c:spPr>
              <ns576:solidFill xmlns:ns576="http://schemas.openxmlformats.org/drawingml/2006/main">
                <ns576:srgbClr val="FFFFFF"/>
              </ns576:solidFill>
              <ns577:ln xmlns:ns577="http://schemas.openxmlformats.org/drawingml/2006/main" w="0">
                <ns577:noFill/>
              </ns577:ln>
            </c:spPr>
          </c:dPt>
          <c:dPt>
            <c:idx val="287"/>
            <c:spPr>
              <ns578:solidFill xmlns:ns578="http://schemas.openxmlformats.org/drawingml/2006/main">
                <ns578:srgbClr val="FFFFFF"/>
              </ns578:solidFill>
              <ns579:ln xmlns:ns579="http://schemas.openxmlformats.org/drawingml/2006/main" w="0">
                <ns579:noFill/>
              </ns579:ln>
            </c:spPr>
          </c:dPt>
          <c:dPt>
            <c:idx val="288"/>
            <c:spPr>
              <ns580:solidFill xmlns:ns580="http://schemas.openxmlformats.org/drawingml/2006/main">
                <ns580:srgbClr val="FFFFFF"/>
              </ns580:solidFill>
              <ns581:ln xmlns:ns581="http://schemas.openxmlformats.org/drawingml/2006/main" w="0">
                <ns581:noFill/>
              </ns581:ln>
            </c:spPr>
          </c:dPt>
          <c:dPt>
            <c:idx val="289"/>
            <c:spPr>
              <ns582:solidFill xmlns:ns582="http://schemas.openxmlformats.org/drawingml/2006/main">
                <ns582:srgbClr val="FFFFFF"/>
              </ns582:solidFill>
              <ns583:ln xmlns:ns583="http://schemas.openxmlformats.org/drawingml/2006/main" w="0">
                <ns583:noFill/>
              </ns583:ln>
            </c:spPr>
          </c:dPt>
          <c:dPt>
            <c:idx val="290"/>
            <c:spPr>
              <ns584:solidFill xmlns:ns584="http://schemas.openxmlformats.org/drawingml/2006/main">
                <ns584:srgbClr val="FFFFFF"/>
              </ns584:solidFill>
              <ns585:ln xmlns:ns585="http://schemas.openxmlformats.org/drawingml/2006/main" w="0">
                <ns585:noFill/>
              </ns585:ln>
            </c:spPr>
          </c:dPt>
          <c:dPt>
            <c:idx val="291"/>
            <c:spPr>
              <ns586:solidFill xmlns:ns586="http://schemas.openxmlformats.org/drawingml/2006/main">
                <ns586:srgbClr val="FFFFFF"/>
              </ns586:solidFill>
              <ns587:ln xmlns:ns587="http://schemas.openxmlformats.org/drawingml/2006/main" w="0">
                <ns587:noFill/>
              </ns587:ln>
            </c:spPr>
          </c:dPt>
          <c:dPt>
            <c:idx val="292"/>
            <c:spPr>
              <ns588:solidFill xmlns:ns588="http://schemas.openxmlformats.org/drawingml/2006/main">
                <ns588:srgbClr val="FFFFFF"/>
              </ns588:solidFill>
              <ns589:ln xmlns:ns589="http://schemas.openxmlformats.org/drawingml/2006/main" w="0">
                <ns589:noFill/>
              </ns589:ln>
            </c:spPr>
          </c:dPt>
          <c:dPt>
            <c:idx val="293"/>
            <c:spPr>
              <ns590:solidFill xmlns:ns590="http://schemas.openxmlformats.org/drawingml/2006/main">
                <ns590:srgbClr val="FFFFFF"/>
              </ns590:solidFill>
              <ns591:ln xmlns:ns591="http://schemas.openxmlformats.org/drawingml/2006/main" w="0">
                <ns591:noFill/>
              </ns591:ln>
            </c:spPr>
          </c:dPt>
          <c:dPt>
            <c:idx val="294"/>
            <c:spPr>
              <ns592:solidFill xmlns:ns592="http://schemas.openxmlformats.org/drawingml/2006/main">
                <ns592:srgbClr val="FFFFFF"/>
              </ns592:solidFill>
              <ns593:ln xmlns:ns593="http://schemas.openxmlformats.org/drawingml/2006/main" w="0">
                <ns593:noFill/>
              </ns593:ln>
            </c:spPr>
          </c:dPt>
          <c:dPt>
            <c:idx val="295"/>
            <c:spPr>
              <ns594:solidFill xmlns:ns594="http://schemas.openxmlformats.org/drawingml/2006/main">
                <ns594:srgbClr val="FFFFFF"/>
              </ns594:solidFill>
              <ns595:ln xmlns:ns595="http://schemas.openxmlformats.org/drawingml/2006/main" w="0">
                <ns595:noFill/>
              </ns595:ln>
            </c:spPr>
          </c:dPt>
          <c:dPt>
            <c:idx val="296"/>
            <c:spPr>
              <ns596:solidFill xmlns:ns596="http://schemas.openxmlformats.org/drawingml/2006/main">
                <ns596:srgbClr val="FFFFFF"/>
              </ns596:solidFill>
              <ns597:ln xmlns:ns597="http://schemas.openxmlformats.org/drawingml/2006/main" w="0">
                <ns597:noFill/>
              </ns597:ln>
            </c:spPr>
          </c:dPt>
          <c:dPt>
            <c:idx val="297"/>
            <c:spPr>
              <ns598:solidFill xmlns:ns598="http://schemas.openxmlformats.org/drawingml/2006/main">
                <ns598:srgbClr val="FFFFFF"/>
              </ns598:solidFill>
              <ns599:ln xmlns:ns599="http://schemas.openxmlformats.org/drawingml/2006/main" w="0">
                <ns599:noFill/>
              </ns599:ln>
            </c:spPr>
          </c:dPt>
          <c:dPt>
            <c:idx val="298"/>
            <c:spPr>
              <ns600:solidFill xmlns:ns600="http://schemas.openxmlformats.org/drawingml/2006/main">
                <ns600:srgbClr val="FFFFFF"/>
              </ns600:solidFill>
              <ns601:ln xmlns:ns601="http://schemas.openxmlformats.org/drawingml/2006/main" w="0">
                <ns601:noFill/>
              </ns601:ln>
            </c:spPr>
          </c:dPt>
          <c:dPt>
            <c:idx val="299"/>
            <c:spPr>
              <ns602:solidFill xmlns:ns602="http://schemas.openxmlformats.org/drawingml/2006/main">
                <ns602:srgbClr val="FFFFFF"/>
              </ns602:solidFill>
              <ns603:ln xmlns:ns603="http://schemas.openxmlformats.org/drawingml/2006/main" w="0">
                <ns603:noFill/>
              </ns603:ln>
            </c:spPr>
          </c:dPt>
          <c:dPt>
            <c:idx val="300"/>
            <c:spPr>
              <ns604:solidFill xmlns:ns604="http://schemas.openxmlformats.org/drawingml/2006/main">
                <ns604:srgbClr val="FFFFFF"/>
              </ns604:solidFill>
              <ns605:ln xmlns:ns605="http://schemas.openxmlformats.org/drawingml/2006/main" w="0">
                <ns605:noFill/>
              </ns605:ln>
            </c:spPr>
          </c:dPt>
          <c:dPt>
            <c:idx val="301"/>
            <c:spPr>
              <ns606:solidFill xmlns:ns606="http://schemas.openxmlformats.org/drawingml/2006/main">
                <ns606:srgbClr val="FFFFFF"/>
              </ns606:solidFill>
              <ns607:ln xmlns:ns607="http://schemas.openxmlformats.org/drawingml/2006/main" w="0">
                <ns607:noFill/>
              </ns607:ln>
            </c:spPr>
          </c:dPt>
          <c:dPt>
            <c:idx val="302"/>
            <c:spPr>
              <ns608:solidFill xmlns:ns608="http://schemas.openxmlformats.org/drawingml/2006/main">
                <ns608:srgbClr val="FFFFFF"/>
              </ns608:solidFill>
              <ns609:ln xmlns:ns609="http://schemas.openxmlformats.org/drawingml/2006/main" w="0">
                <ns609:noFill/>
              </ns609:ln>
            </c:spPr>
          </c:dPt>
          <c:dPt>
            <c:idx val="303"/>
            <c:spPr>
              <ns610:solidFill xmlns:ns610="http://schemas.openxmlformats.org/drawingml/2006/main">
                <ns610:srgbClr val="FFFFFF"/>
              </ns610:solidFill>
              <ns611:ln xmlns:ns611="http://schemas.openxmlformats.org/drawingml/2006/main" w="0">
                <ns611:noFill/>
              </ns611:ln>
            </c:spPr>
          </c:dPt>
          <c:dPt>
            <c:idx val="304"/>
            <c:spPr>
              <ns612:solidFill xmlns:ns612="http://schemas.openxmlformats.org/drawingml/2006/main">
                <ns612:srgbClr val="FFFFFF"/>
              </ns612:solidFill>
              <ns613:ln xmlns:ns613="http://schemas.openxmlformats.org/drawingml/2006/main" w="0">
                <ns613:noFill/>
              </ns613:ln>
            </c:spPr>
          </c:dPt>
          <c:dPt>
            <c:idx val="305"/>
            <c:spPr>
              <ns614:solidFill xmlns:ns614="http://schemas.openxmlformats.org/drawingml/2006/main">
                <ns614:srgbClr val="FFFFFF"/>
              </ns614:solidFill>
              <ns615:ln xmlns:ns615="http://schemas.openxmlformats.org/drawingml/2006/main" w="0">
                <ns615:noFill/>
              </ns615:ln>
            </c:spPr>
          </c:dPt>
          <c:dPt>
            <c:idx val="306"/>
            <c:spPr>
              <ns616:solidFill xmlns:ns616="http://schemas.openxmlformats.org/drawingml/2006/main">
                <ns616:srgbClr val="FFFFFF"/>
              </ns616:solidFill>
              <ns617:ln xmlns:ns617="http://schemas.openxmlformats.org/drawingml/2006/main" w="0">
                <ns617:noFill/>
              </ns617:ln>
            </c:spPr>
          </c:dPt>
          <c:dPt>
            <c:idx val="307"/>
            <c:spPr>
              <ns618:solidFill xmlns:ns618="http://schemas.openxmlformats.org/drawingml/2006/main">
                <ns618:srgbClr val="FFFFFF"/>
              </ns618:solidFill>
              <ns619:ln xmlns:ns619="http://schemas.openxmlformats.org/drawingml/2006/main" w="0">
                <ns619:noFill/>
              </ns619:ln>
            </c:spPr>
          </c:dPt>
          <c:dPt>
            <c:idx val="308"/>
            <c:spPr>
              <ns620:solidFill xmlns:ns620="http://schemas.openxmlformats.org/drawingml/2006/main">
                <ns620:srgbClr val="FFFFFF"/>
              </ns620:solidFill>
              <ns621:ln xmlns:ns621="http://schemas.openxmlformats.org/drawingml/2006/main" w="0">
                <ns621:noFill/>
              </ns621:ln>
            </c:spPr>
          </c:dPt>
          <c:dPt>
            <c:idx val="309"/>
            <c:spPr>
              <ns622:solidFill xmlns:ns622="http://schemas.openxmlformats.org/drawingml/2006/main">
                <ns622:srgbClr val="FFFFFF"/>
              </ns622:solidFill>
              <ns623:ln xmlns:ns623="http://schemas.openxmlformats.org/drawingml/2006/main" w="0">
                <ns623:noFill/>
              </ns623:ln>
            </c:spPr>
          </c:dPt>
          <c:dPt>
            <c:idx val="310"/>
            <c:spPr>
              <ns624:solidFill xmlns:ns624="http://schemas.openxmlformats.org/drawingml/2006/main">
                <ns624:srgbClr val="FFFFFF"/>
              </ns624:solidFill>
              <ns625:ln xmlns:ns625="http://schemas.openxmlformats.org/drawingml/2006/main" w="0">
                <ns625:noFill/>
              </ns625:ln>
            </c:spPr>
          </c:dPt>
          <c:dPt>
            <c:idx val="311"/>
            <c:spPr>
              <ns626:solidFill xmlns:ns626="http://schemas.openxmlformats.org/drawingml/2006/main">
                <ns626:srgbClr val="FFFFFF"/>
              </ns626:solidFill>
              <ns627:ln xmlns:ns627="http://schemas.openxmlformats.org/drawingml/2006/main" w="0">
                <ns627:noFill/>
              </ns627:ln>
            </c:spPr>
          </c:dPt>
          <c:dPt>
            <c:idx val="312"/>
            <c:spPr>
              <ns628:solidFill xmlns:ns628="http://schemas.openxmlformats.org/drawingml/2006/main">
                <ns628:srgbClr val="FFFFFF"/>
              </ns628:solidFill>
              <ns629:ln xmlns:ns629="http://schemas.openxmlformats.org/drawingml/2006/main" w="0">
                <ns629:noFill/>
              </ns629:ln>
            </c:spPr>
          </c:dPt>
          <c:dPt>
            <c:idx val="313"/>
            <c:spPr>
              <ns630:solidFill xmlns:ns630="http://schemas.openxmlformats.org/drawingml/2006/main">
                <ns630:srgbClr val="FFFFFF"/>
              </ns630:solidFill>
              <ns631:ln xmlns:ns631="http://schemas.openxmlformats.org/drawingml/2006/main" w="0">
                <ns631:noFill/>
              </ns631:ln>
            </c:spPr>
          </c:dPt>
          <c:dPt>
            <c:idx val="314"/>
            <c:spPr>
              <ns632:solidFill xmlns:ns632="http://schemas.openxmlformats.org/drawingml/2006/main">
                <ns632:srgbClr val="FFFFFF"/>
              </ns632:solidFill>
              <ns633:ln xmlns:ns633="http://schemas.openxmlformats.org/drawingml/2006/main" w="0">
                <ns633:noFill/>
              </ns633:ln>
            </c:spPr>
          </c:dPt>
          <c:dPt>
            <c:idx val="315"/>
            <c:spPr>
              <ns634:solidFill xmlns:ns634="http://schemas.openxmlformats.org/drawingml/2006/main">
                <ns634:srgbClr val="FFFFFF"/>
              </ns634:solidFill>
              <ns635:ln xmlns:ns635="http://schemas.openxmlformats.org/drawingml/2006/main" w="0">
                <ns635:noFill/>
              </ns635:ln>
            </c:spPr>
          </c:dPt>
          <c:dPt>
            <c:idx val="316"/>
            <c:spPr>
              <ns636:solidFill xmlns:ns636="http://schemas.openxmlformats.org/drawingml/2006/main">
                <ns636:srgbClr val="FFFFFF"/>
              </ns636:solidFill>
              <ns637:ln xmlns:ns637="http://schemas.openxmlformats.org/drawingml/2006/main" w="0">
                <ns637:noFill/>
              </ns637:ln>
            </c:spPr>
          </c:dPt>
          <c:dPt>
            <c:idx val="317"/>
            <c:spPr>
              <ns638:solidFill xmlns:ns638="http://schemas.openxmlformats.org/drawingml/2006/main">
                <ns638:srgbClr val="FFFFFF"/>
              </ns638:solidFill>
              <ns639:ln xmlns:ns639="http://schemas.openxmlformats.org/drawingml/2006/main" w="0">
                <ns639:noFill/>
              </ns639:ln>
            </c:spPr>
          </c:dPt>
          <c:dPt>
            <c:idx val="318"/>
            <c:spPr>
              <ns640:solidFill xmlns:ns640="http://schemas.openxmlformats.org/drawingml/2006/main">
                <ns640:srgbClr val="FFFFFF"/>
              </ns640:solidFill>
              <ns641:ln xmlns:ns641="http://schemas.openxmlformats.org/drawingml/2006/main" w="0">
                <ns641:noFill/>
              </ns641:ln>
            </c:spPr>
          </c:dPt>
          <c:dPt>
            <c:idx val="319"/>
            <c:spPr>
              <ns642:solidFill xmlns:ns642="http://schemas.openxmlformats.org/drawingml/2006/main">
                <ns642:srgbClr val="FFFFFF"/>
              </ns642:solidFill>
              <ns643:ln xmlns:ns643="http://schemas.openxmlformats.org/drawingml/2006/main" w="0">
                <ns643:noFill/>
              </ns643:ln>
            </c:spPr>
          </c:dPt>
          <c:dPt>
            <c:idx val="320"/>
            <c:spPr>
              <ns644:solidFill xmlns:ns644="http://schemas.openxmlformats.org/drawingml/2006/main">
                <ns644:srgbClr val="FFFFFF"/>
              </ns644:solidFill>
              <ns645:ln xmlns:ns645="http://schemas.openxmlformats.org/drawingml/2006/main" w="0">
                <ns645:noFill/>
              </ns645:ln>
            </c:spPr>
          </c:dPt>
          <c:dPt>
            <c:idx val="321"/>
            <c:spPr>
              <ns646:solidFill xmlns:ns646="http://schemas.openxmlformats.org/drawingml/2006/main">
                <ns646:srgbClr val="FFFFFF"/>
              </ns646:solidFill>
              <ns647:ln xmlns:ns647="http://schemas.openxmlformats.org/drawingml/2006/main" w="0">
                <ns647:noFill/>
              </ns647:ln>
            </c:spPr>
          </c:dPt>
          <c:dPt>
            <c:idx val="322"/>
            <c:spPr>
              <ns648:solidFill xmlns:ns648="http://schemas.openxmlformats.org/drawingml/2006/main">
                <ns648:srgbClr val="FFFFFF"/>
              </ns648:solidFill>
              <ns649:ln xmlns:ns649="http://schemas.openxmlformats.org/drawingml/2006/main" w="0">
                <ns649:noFill/>
              </ns649:ln>
            </c:spPr>
          </c:dPt>
          <c:dPt>
            <c:idx val="323"/>
            <c:spPr>
              <ns650:solidFill xmlns:ns650="http://schemas.openxmlformats.org/drawingml/2006/main">
                <ns650:srgbClr val="FFFFFF"/>
              </ns650:solidFill>
              <ns651:ln xmlns:ns651="http://schemas.openxmlformats.org/drawingml/2006/main" w="0">
                <ns651:noFill/>
              </ns651:ln>
            </c:spPr>
          </c:dPt>
          <c:dPt>
            <c:idx val="324"/>
            <c:spPr>
              <ns652:solidFill xmlns:ns652="http://schemas.openxmlformats.org/drawingml/2006/main">
                <ns652:srgbClr val="FFFFFF"/>
              </ns652:solidFill>
              <ns653:ln xmlns:ns653="http://schemas.openxmlformats.org/drawingml/2006/main" w="0">
                <ns653:noFill/>
              </ns653:ln>
            </c:spPr>
          </c:dPt>
          <c:dPt>
            <c:idx val="325"/>
            <c:spPr>
              <ns654:solidFill xmlns:ns654="http://schemas.openxmlformats.org/drawingml/2006/main">
                <ns654:srgbClr val="FFFFFF"/>
              </ns654:solidFill>
              <ns655:ln xmlns:ns655="http://schemas.openxmlformats.org/drawingml/2006/main" w="0">
                <ns655:noFill/>
              </ns655:ln>
            </c:spPr>
          </c:dPt>
          <c:dPt>
            <c:idx val="326"/>
            <c:spPr>
              <ns656:solidFill xmlns:ns656="http://schemas.openxmlformats.org/drawingml/2006/main">
                <ns656:srgbClr val="FFFFFF"/>
              </ns656:solidFill>
              <ns657:ln xmlns:ns657="http://schemas.openxmlformats.org/drawingml/2006/main" w="0">
                <ns657:noFill/>
              </ns657:ln>
            </c:spPr>
          </c:dPt>
          <c:dPt>
            <c:idx val="327"/>
            <c:spPr>
              <ns658:solidFill xmlns:ns658="http://schemas.openxmlformats.org/drawingml/2006/main">
                <ns658:srgbClr val="FFFFFF"/>
              </ns658:solidFill>
              <ns659:ln xmlns:ns659="http://schemas.openxmlformats.org/drawingml/2006/main" w="0">
                <ns659:noFill/>
              </ns659:ln>
            </c:spPr>
          </c:dPt>
          <c:dPt>
            <c:idx val="328"/>
            <c:spPr>
              <ns660:solidFill xmlns:ns660="http://schemas.openxmlformats.org/drawingml/2006/main">
                <ns660:srgbClr val="FFFFFF"/>
              </ns660:solidFill>
              <ns661:ln xmlns:ns661="http://schemas.openxmlformats.org/drawingml/2006/main" w="0">
                <ns661:noFill/>
              </ns661:ln>
            </c:spPr>
          </c:dPt>
          <c:dPt>
            <c:idx val="329"/>
            <c:spPr>
              <ns662:solidFill xmlns:ns662="http://schemas.openxmlformats.org/drawingml/2006/main">
                <ns662:srgbClr val="FFFFFF"/>
              </ns662:solidFill>
              <ns663:ln xmlns:ns663="http://schemas.openxmlformats.org/drawingml/2006/main" w="0">
                <ns663:noFill/>
              </ns663:ln>
            </c:spPr>
          </c:dPt>
          <c:dPt>
            <c:idx val="330"/>
            <c:spPr>
              <ns664:solidFill xmlns:ns664="http://schemas.openxmlformats.org/drawingml/2006/main">
                <ns664:srgbClr val="FFFFFF"/>
              </ns664:solidFill>
              <ns665:ln xmlns:ns665="http://schemas.openxmlformats.org/drawingml/2006/main" w="0">
                <ns665:noFill/>
              </ns665:ln>
            </c:spPr>
          </c:dPt>
          <c:dPt>
            <c:idx val="331"/>
            <c:spPr>
              <ns666:solidFill xmlns:ns666="http://schemas.openxmlformats.org/drawingml/2006/main">
                <ns666:srgbClr val="FFFFFF"/>
              </ns666:solidFill>
              <ns667:ln xmlns:ns667="http://schemas.openxmlformats.org/drawingml/2006/main" w="0">
                <ns667:noFill/>
              </ns667:ln>
            </c:spPr>
          </c:dPt>
          <c:dPt>
            <c:idx val="332"/>
            <c:spPr>
              <ns668:solidFill xmlns:ns668="http://schemas.openxmlformats.org/drawingml/2006/main">
                <ns668:srgbClr val="FFFFFF"/>
              </ns668:solidFill>
              <ns669:ln xmlns:ns669="http://schemas.openxmlformats.org/drawingml/2006/main" w="0">
                <ns669:noFill/>
              </ns669:ln>
            </c:spPr>
          </c:dPt>
          <c:dPt>
            <c:idx val="333"/>
            <c:spPr>
              <ns670:solidFill xmlns:ns670="http://schemas.openxmlformats.org/drawingml/2006/main">
                <ns670:srgbClr val="FFFFFF"/>
              </ns670:solidFill>
              <ns671:ln xmlns:ns671="http://schemas.openxmlformats.org/drawingml/2006/main" w="0">
                <ns671:noFill/>
              </ns671:ln>
            </c:spPr>
          </c:dPt>
          <c:dPt>
            <c:idx val="334"/>
            <c:spPr>
              <ns672:solidFill xmlns:ns672="http://schemas.openxmlformats.org/drawingml/2006/main">
                <ns672:srgbClr val="FFFFFF"/>
              </ns672:solidFill>
              <ns673:ln xmlns:ns673="http://schemas.openxmlformats.org/drawingml/2006/main" w="0">
                <ns673:noFill/>
              </ns673:ln>
            </c:spPr>
          </c:dPt>
          <c:dPt>
            <c:idx val="335"/>
            <c:spPr>
              <ns674:solidFill xmlns:ns674="http://schemas.openxmlformats.org/drawingml/2006/main">
                <ns674:srgbClr val="FFFFFF"/>
              </ns674:solidFill>
              <ns675:ln xmlns:ns675="http://schemas.openxmlformats.org/drawingml/2006/main" w="0">
                <ns675:noFill/>
              </ns675:ln>
            </c:spPr>
          </c:dPt>
          <c:dPt>
            <c:idx val="336"/>
            <c:spPr>
              <ns676:solidFill xmlns:ns676="http://schemas.openxmlformats.org/drawingml/2006/main">
                <ns676:srgbClr val="FFFFFF"/>
              </ns676:solidFill>
              <ns677:ln xmlns:ns677="http://schemas.openxmlformats.org/drawingml/2006/main" w="0">
                <ns677:noFill/>
              </ns677:ln>
            </c:spPr>
          </c:dPt>
          <c:dPt>
            <c:idx val="337"/>
            <c:spPr>
              <ns678:solidFill xmlns:ns678="http://schemas.openxmlformats.org/drawingml/2006/main">
                <ns678:srgbClr val="FFFFFF"/>
              </ns678:solidFill>
              <ns679:ln xmlns:ns679="http://schemas.openxmlformats.org/drawingml/2006/main" w="0">
                <ns679:noFill/>
              </ns679:ln>
            </c:spPr>
          </c:dPt>
          <c:dPt>
            <c:idx val="338"/>
            <c:spPr>
              <ns680:solidFill xmlns:ns680="http://schemas.openxmlformats.org/drawingml/2006/main">
                <ns680:srgbClr val="FFFFFF"/>
              </ns680:solidFill>
              <ns681:ln xmlns:ns681="http://schemas.openxmlformats.org/drawingml/2006/main" w="0">
                <ns681:noFill/>
              </ns681:ln>
            </c:spPr>
          </c:dPt>
          <c:dPt>
            <c:idx val="339"/>
            <c:spPr>
              <ns682:solidFill xmlns:ns682="http://schemas.openxmlformats.org/drawingml/2006/main">
                <ns682:srgbClr val="FFFFFF"/>
              </ns682:solidFill>
              <ns683:ln xmlns:ns683="http://schemas.openxmlformats.org/drawingml/2006/main" w="0">
                <ns683:noFill/>
              </ns683:ln>
            </c:spPr>
          </c:dPt>
          <c:dPt>
            <c:idx val="340"/>
            <c:spPr>
              <ns684:solidFill xmlns:ns684="http://schemas.openxmlformats.org/drawingml/2006/main">
                <ns684:srgbClr val="FFFFFF"/>
              </ns684:solidFill>
              <ns685:ln xmlns:ns685="http://schemas.openxmlformats.org/drawingml/2006/main" w="0">
                <ns685:noFill/>
              </ns685:ln>
            </c:spPr>
          </c:dPt>
          <c:dPt>
            <c:idx val="341"/>
            <c:spPr>
              <ns686:solidFill xmlns:ns686="http://schemas.openxmlformats.org/drawingml/2006/main">
                <ns686:srgbClr val="FFFFFF"/>
              </ns686:solidFill>
              <ns687:ln xmlns:ns687="http://schemas.openxmlformats.org/drawingml/2006/main" w="0">
                <ns687:noFill/>
              </ns687:ln>
            </c:spPr>
          </c:dPt>
          <c:dPt>
            <c:idx val="342"/>
            <c:spPr>
              <ns688:solidFill xmlns:ns688="http://schemas.openxmlformats.org/drawingml/2006/main">
                <ns688:srgbClr val="FFFFFF"/>
              </ns688:solidFill>
              <ns689:ln xmlns:ns689="http://schemas.openxmlformats.org/drawingml/2006/main" w="0">
                <ns689:noFill/>
              </ns689:ln>
            </c:spPr>
          </c:dPt>
          <c:dPt>
            <c:idx val="343"/>
            <c:spPr>
              <ns690:solidFill xmlns:ns690="http://schemas.openxmlformats.org/drawingml/2006/main">
                <ns690:srgbClr val="FFFFFF"/>
              </ns690:solidFill>
              <ns691:ln xmlns:ns691="http://schemas.openxmlformats.org/drawingml/2006/main" w="0">
                <ns691:noFill/>
              </ns691:ln>
            </c:spPr>
          </c:dPt>
          <c:dPt>
            <c:idx val="344"/>
            <c:spPr>
              <ns692:solidFill xmlns:ns692="http://schemas.openxmlformats.org/drawingml/2006/main">
                <ns692:srgbClr val="FFFFFF"/>
              </ns692:solidFill>
              <ns693:ln xmlns:ns693="http://schemas.openxmlformats.org/drawingml/2006/main" w="0">
                <ns693:noFill/>
              </ns693:ln>
            </c:spPr>
          </c:dPt>
          <c:dPt>
            <c:idx val="345"/>
            <c:spPr>
              <ns694:solidFill xmlns:ns694="http://schemas.openxmlformats.org/drawingml/2006/main">
                <ns694:srgbClr val="FFFFFF"/>
              </ns694:solidFill>
              <ns695:ln xmlns:ns695="http://schemas.openxmlformats.org/drawingml/2006/main" w="0">
                <ns695:noFill/>
              </ns695:ln>
            </c:spPr>
          </c:dPt>
          <c:dPt>
            <c:idx val="346"/>
            <c:spPr>
              <ns696:solidFill xmlns:ns696="http://schemas.openxmlformats.org/drawingml/2006/main">
                <ns696:srgbClr val="FFFFFF"/>
              </ns696:solidFill>
              <ns697:ln xmlns:ns697="http://schemas.openxmlformats.org/drawingml/2006/main" w="0">
                <ns697:noFill/>
              </ns697:ln>
            </c:spPr>
          </c:dPt>
          <c:dPt>
            <c:idx val="347"/>
            <c:spPr>
              <ns698:solidFill xmlns:ns698="http://schemas.openxmlformats.org/drawingml/2006/main">
                <ns698:srgbClr val="FFFFFF"/>
              </ns698:solidFill>
              <ns699:ln xmlns:ns699="http://schemas.openxmlformats.org/drawingml/2006/main" w="0">
                <ns699:noFill/>
              </ns699:ln>
            </c:spPr>
          </c:dPt>
          <c:dPt>
            <c:idx val="348"/>
            <c:spPr>
              <ns700:solidFill xmlns:ns700="http://schemas.openxmlformats.org/drawingml/2006/main">
                <ns700:srgbClr val="FFFFFF"/>
              </ns700:solidFill>
              <ns701:ln xmlns:ns701="http://schemas.openxmlformats.org/drawingml/2006/main" w="0">
                <ns701:noFill/>
              </ns701:ln>
            </c:spPr>
          </c:dPt>
          <c:dPt>
            <c:idx val="349"/>
            <c:spPr>
              <ns702:solidFill xmlns:ns702="http://schemas.openxmlformats.org/drawingml/2006/main">
                <ns702:srgbClr val="FFFFFF"/>
              </ns702:solidFill>
              <ns703:ln xmlns:ns703="http://schemas.openxmlformats.org/drawingml/2006/main" w="0">
                <ns703:noFill/>
              </ns703:ln>
            </c:spPr>
          </c:dPt>
          <c:dPt>
            <c:idx val="350"/>
            <c:spPr>
              <ns704:solidFill xmlns:ns704="http://schemas.openxmlformats.org/drawingml/2006/main">
                <ns704:srgbClr val="FFFFFF"/>
              </ns704:solidFill>
              <ns705:ln xmlns:ns705="http://schemas.openxmlformats.org/drawingml/2006/main" w="0">
                <ns705:noFill/>
              </ns705:ln>
            </c:spPr>
          </c:dPt>
          <c:dPt>
            <c:idx val="351"/>
            <c:spPr>
              <ns706:solidFill xmlns:ns706="http://schemas.openxmlformats.org/drawingml/2006/main">
                <ns706:srgbClr val="FFFFFF"/>
              </ns706:solidFill>
              <ns707:ln xmlns:ns707="http://schemas.openxmlformats.org/drawingml/2006/main" w="0">
                <ns707:noFill/>
              </ns707:ln>
            </c:spPr>
          </c:dPt>
          <c:dPt>
            <c:idx val="352"/>
            <c:spPr>
              <ns708:solidFill xmlns:ns708="http://schemas.openxmlformats.org/drawingml/2006/main">
                <ns708:srgbClr val="FFFFFF"/>
              </ns708:solidFill>
              <ns709:ln xmlns:ns709="http://schemas.openxmlformats.org/drawingml/2006/main" w="0">
                <ns709:noFill/>
              </ns709:ln>
            </c:spPr>
          </c:dPt>
          <c:dPt>
            <c:idx val="353"/>
            <c:spPr>
              <ns710:solidFill xmlns:ns710="http://schemas.openxmlformats.org/drawingml/2006/main">
                <ns710:srgbClr val="FFFFFF"/>
              </ns710:solidFill>
              <ns711:ln xmlns:ns711="http://schemas.openxmlformats.org/drawingml/2006/main" w="0">
                <ns711:noFill/>
              </ns711:ln>
            </c:spPr>
          </c:dPt>
          <c:dPt>
            <c:idx val="354"/>
            <c:spPr>
              <ns712:solidFill xmlns:ns712="http://schemas.openxmlformats.org/drawingml/2006/main">
                <ns712:srgbClr val="FFFFFF"/>
              </ns712:solidFill>
              <ns713:ln xmlns:ns713="http://schemas.openxmlformats.org/drawingml/2006/main" w="0">
                <ns713:noFill/>
              </ns713:ln>
            </c:spPr>
          </c:dPt>
          <c:dPt>
            <c:idx val="355"/>
            <c:spPr>
              <ns714:solidFill xmlns:ns714="http://schemas.openxmlformats.org/drawingml/2006/main">
                <ns714:srgbClr val="FFFFFF"/>
              </ns714:solidFill>
              <ns715:ln xmlns:ns715="http://schemas.openxmlformats.org/drawingml/2006/main" w="0">
                <ns715:noFill/>
              </ns715:ln>
            </c:spPr>
          </c:dPt>
          <c:dPt>
            <c:idx val="356"/>
            <c:spPr>
              <ns716:solidFill xmlns:ns716="http://schemas.openxmlformats.org/drawingml/2006/main">
                <ns716:srgbClr val="FFFFFF"/>
              </ns716:solidFill>
              <ns717:ln xmlns:ns717="http://schemas.openxmlformats.org/drawingml/2006/main" w="0">
                <ns717:noFill/>
              </ns717:ln>
            </c:spPr>
          </c:dPt>
          <c:dPt>
            <c:idx val="357"/>
            <c:spPr>
              <ns718:solidFill xmlns:ns718="http://schemas.openxmlformats.org/drawingml/2006/main">
                <ns718:srgbClr val="FFFFFF"/>
              </ns718:solidFill>
              <ns719:ln xmlns:ns719="http://schemas.openxmlformats.org/drawingml/2006/main" w="0">
                <ns719:noFill/>
              </ns719:ln>
            </c:spPr>
          </c:dPt>
          <c:dPt>
            <c:idx val="358"/>
            <c:spPr>
              <ns720:solidFill xmlns:ns720="http://schemas.openxmlformats.org/drawingml/2006/main">
                <ns720:srgbClr val="FFFFFF"/>
              </ns720:solidFill>
              <ns721:ln xmlns:ns721="http://schemas.openxmlformats.org/drawingml/2006/main" w="0">
                <ns721:noFill/>
              </ns721:ln>
            </c:spPr>
          </c:dPt>
          <c:dPt>
            <c:idx val="359"/>
            <c:spPr>
              <ns722:solidFill xmlns:ns722="http://schemas.openxmlformats.org/drawingml/2006/main">
                <ns722:srgbClr val="FFFFFF"/>
              </ns722:solidFill>
              <ns723:ln xmlns:ns723="http://schemas.openxmlformats.org/drawingml/2006/main" w="0">
                <ns723:noFill/>
              </ns723:ln>
            </c:spPr>
          </c:dPt>
          <c:dPt>
            <c:idx val="360"/>
            <c:spPr>
              <ns724:solidFill xmlns:ns724="http://schemas.openxmlformats.org/drawingml/2006/main">
                <ns724:srgbClr val="FFFFFF"/>
              </ns724:solidFill>
              <ns725:ln xmlns:ns725="http://schemas.openxmlformats.org/drawingml/2006/main" w="0">
                <ns725:noFill/>
              </ns725:ln>
            </c:spPr>
          </c:dPt>
          <c:dPt>
            <c:idx val="361"/>
            <c:spPr>
              <ns726:solidFill xmlns:ns726="http://schemas.openxmlformats.org/drawingml/2006/main">
                <ns726:srgbClr val="FFFFFF"/>
              </ns726:solidFill>
              <ns727:ln xmlns:ns727="http://schemas.openxmlformats.org/drawingml/2006/main" w="0">
                <ns727:noFill/>
              </ns727:ln>
            </c:spPr>
          </c:dPt>
          <c:dPt>
            <c:idx val="362"/>
            <c:spPr>
              <ns728:solidFill xmlns:ns728="http://schemas.openxmlformats.org/drawingml/2006/main">
                <ns728:srgbClr val="FFFFFF"/>
              </ns728:solidFill>
              <ns729:ln xmlns:ns729="http://schemas.openxmlformats.org/drawingml/2006/main" w="0">
                <ns729:noFill/>
              </ns729:ln>
            </c:spPr>
          </c:dPt>
          <c:dPt>
            <c:idx val="363"/>
            <c:spPr>
              <ns730:solidFill xmlns:ns730="http://schemas.openxmlformats.org/drawingml/2006/main">
                <ns730:srgbClr val="FFFFFF"/>
              </ns730:solidFill>
              <ns731:ln xmlns:ns731="http://schemas.openxmlformats.org/drawingml/2006/main" w="0">
                <ns731:noFill/>
              </ns731:ln>
            </c:spPr>
          </c:dPt>
          <c:dPt>
            <c:idx val="364"/>
            <c:spPr>
              <ns732:solidFill xmlns:ns732="http://schemas.openxmlformats.org/drawingml/2006/main">
                <ns732:srgbClr val="FFFFFF"/>
              </ns732:solidFill>
              <ns733:ln xmlns:ns733="http://schemas.openxmlformats.org/drawingml/2006/main" w="0">
                <ns733:noFill/>
              </ns733:ln>
            </c:spPr>
          </c:dPt>
          <c:dPt>
            <c:idx val="365"/>
            <c:spPr>
              <ns734:solidFill xmlns:ns734="http://schemas.openxmlformats.org/drawingml/2006/main">
                <ns734:srgbClr val="FFFFFF"/>
              </ns734:solidFill>
              <ns735:ln xmlns:ns735="http://schemas.openxmlformats.org/drawingml/2006/main" w="0">
                <ns735:noFill/>
              </ns735:ln>
            </c:spPr>
          </c:dPt>
          <c:dPt>
            <c:idx val="366"/>
            <c:spPr>
              <ns736:solidFill xmlns:ns736="http://schemas.openxmlformats.org/drawingml/2006/main">
                <ns736:srgbClr val="FFFFFF"/>
              </ns736:solidFill>
              <ns737:ln xmlns:ns737="http://schemas.openxmlformats.org/drawingml/2006/main" w="0">
                <ns737:noFill/>
              </ns737:ln>
            </c:spPr>
          </c:dPt>
          <c:dPt>
            <c:idx val="367"/>
            <c:spPr>
              <ns738:solidFill xmlns:ns738="http://schemas.openxmlformats.org/drawingml/2006/main">
                <ns738:srgbClr val="FFFFFF"/>
              </ns738:solidFill>
              <ns739:ln xmlns:ns739="http://schemas.openxmlformats.org/drawingml/2006/main" w="0">
                <ns739:noFill/>
              </ns739:ln>
            </c:spPr>
          </c:dPt>
          <c:dPt>
            <c:idx val="368"/>
            <c:spPr>
              <ns740:solidFill xmlns:ns740="http://schemas.openxmlformats.org/drawingml/2006/main">
                <ns740:srgbClr val="FFFFFF"/>
              </ns740:solidFill>
              <ns741:ln xmlns:ns741="http://schemas.openxmlformats.org/drawingml/2006/main" w="0">
                <ns741:noFill/>
              </ns741:ln>
            </c:spPr>
          </c:dPt>
          <c:dPt>
            <c:idx val="369"/>
            <c:spPr>
              <ns742:solidFill xmlns:ns742="http://schemas.openxmlformats.org/drawingml/2006/main">
                <ns742:srgbClr val="FFFFFF"/>
              </ns742:solidFill>
              <ns743:ln xmlns:ns743="http://schemas.openxmlformats.org/drawingml/2006/main" w="0">
                <ns743:noFill/>
              </ns743:ln>
            </c:spPr>
          </c:dPt>
          <c:dPt>
            <c:idx val="370"/>
            <c:spPr>
              <ns744:solidFill xmlns:ns744="http://schemas.openxmlformats.org/drawingml/2006/main">
                <ns744:srgbClr val="FFFFFF"/>
              </ns744:solidFill>
              <ns745:ln xmlns:ns745="http://schemas.openxmlformats.org/drawingml/2006/main" w="0">
                <ns745:noFill/>
              </ns745:ln>
            </c:spPr>
          </c:dPt>
          <c:dPt>
            <c:idx val="371"/>
            <c:spPr>
              <ns746:solidFill xmlns:ns746="http://schemas.openxmlformats.org/drawingml/2006/main">
                <ns746:srgbClr val="FFFFFF"/>
              </ns746:solidFill>
              <ns747:ln xmlns:ns747="http://schemas.openxmlformats.org/drawingml/2006/main" w="0">
                <ns747:noFill/>
              </ns747:ln>
            </c:spPr>
          </c:dPt>
          <c:dPt>
            <c:idx val="372"/>
            <c:spPr>
              <ns748:solidFill xmlns:ns748="http://schemas.openxmlformats.org/drawingml/2006/main">
                <ns748:srgbClr val="FFFFFF"/>
              </ns748:solidFill>
              <ns749:ln xmlns:ns749="http://schemas.openxmlformats.org/drawingml/2006/main" w="0">
                <ns749:noFill/>
              </ns749:ln>
            </c:spPr>
          </c:dPt>
          <c:dPt>
            <c:idx val="373"/>
            <c:spPr>
              <ns750:solidFill xmlns:ns750="http://schemas.openxmlformats.org/drawingml/2006/main">
                <ns750:srgbClr val="FFFFFF"/>
              </ns750:solidFill>
              <ns751:ln xmlns:ns751="http://schemas.openxmlformats.org/drawingml/2006/main" w="0">
                <ns751:noFill/>
              </ns751:ln>
            </c:spPr>
          </c:dPt>
          <c:dPt>
            <c:idx val="374"/>
            <c:spPr>
              <ns752:solidFill xmlns:ns752="http://schemas.openxmlformats.org/drawingml/2006/main">
                <ns752:srgbClr val="FFFFFF"/>
              </ns752:solidFill>
              <ns753:ln xmlns:ns753="http://schemas.openxmlformats.org/drawingml/2006/main" w="0">
                <ns753:noFill/>
              </ns753:ln>
            </c:spPr>
          </c:dPt>
          <c:dPt>
            <c:idx val="375"/>
            <c:spPr>
              <ns754:solidFill xmlns:ns754="http://schemas.openxmlformats.org/drawingml/2006/main">
                <ns754:srgbClr val="FFFFFF"/>
              </ns754:solidFill>
              <ns755:ln xmlns:ns755="http://schemas.openxmlformats.org/drawingml/2006/main" w="0">
                <ns755:noFill/>
              </ns755:ln>
            </c:spPr>
          </c:dPt>
          <c:dPt>
            <c:idx val="376"/>
            <c:spPr>
              <ns756:solidFill xmlns:ns756="http://schemas.openxmlformats.org/drawingml/2006/main">
                <ns756:srgbClr val="FFFFFF"/>
              </ns756:solidFill>
              <ns757:ln xmlns:ns757="http://schemas.openxmlformats.org/drawingml/2006/main" w="0">
                <ns757:noFill/>
              </ns757:ln>
            </c:spPr>
          </c:dPt>
          <c:dPt>
            <c:idx val="377"/>
            <c:spPr>
              <ns758:solidFill xmlns:ns758="http://schemas.openxmlformats.org/drawingml/2006/main">
                <ns758:srgbClr val="FFFFFF"/>
              </ns758:solidFill>
              <ns759:ln xmlns:ns759="http://schemas.openxmlformats.org/drawingml/2006/main" w="0">
                <ns759:noFill/>
              </ns759:ln>
            </c:spPr>
          </c:dPt>
          <c:dPt>
            <c:idx val="378"/>
            <c:spPr>
              <ns760:solidFill xmlns:ns760="http://schemas.openxmlformats.org/drawingml/2006/main">
                <ns760:srgbClr val="FFFFFF"/>
              </ns760:solidFill>
              <ns761:ln xmlns:ns761="http://schemas.openxmlformats.org/drawingml/2006/main" w="0">
                <ns761:noFill/>
              </ns761:ln>
            </c:spPr>
          </c:dPt>
          <c:dPt>
            <c:idx val="379"/>
            <c:spPr>
              <ns762:solidFill xmlns:ns762="http://schemas.openxmlformats.org/drawingml/2006/main">
                <ns762:srgbClr val="FFFFFF"/>
              </ns762:solidFill>
              <ns763:ln xmlns:ns763="http://schemas.openxmlformats.org/drawingml/2006/main" w="0">
                <ns763:noFill/>
              </ns763:ln>
            </c:spPr>
          </c:dPt>
          <c:xVal>
            <c:numRef>
              <c:f>'Chart Data'!$Q$2:$Q$381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Data'!$R$2:$R$381</c:f>
              <c:numCache>
                <c:formatCode>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</c:ser>
        <c:ser>
          <c:idx val="10"/>
          <c:order val="10"/>
          <c:tx>
            <c:v>850 token 阈值</c:v>
          </c:tx>
          <c:spPr>
            <a:ln xmlns:a="http://schemas.openxmlformats.org/drawingml/2006/main"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长尾1</c:v>
          </c:tx>
          <c:spPr>
            <a:solidFill xmlns:a="http://schemas.openxmlformats.org/drawingml/2006/main">
              <a:srgbClr val="087F7C"/>
            </a:solidFill>
            <a:ln xmlns:a="http://schemas.openxmlformats.org/drawingml/2006/main" w="28575">
              <a:solidFill>
                <a:srgbClr val="087F7C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#,##0</c:formatCode>
                <c:ptCount val="2"/>
                <c:pt idx="0">
                  <c:v>850</c:v>
                </c:pt>
                <c:pt idx="1">
                  <c:v>1037</c:v>
                </c:pt>
              </c:numCache>
            </c:numRef>
          </c:yVal>
        </c:ser>
        <c:ser>
          <c:idx val="1"/>
          <c:order val="1"/>
          <c:tx>
            <c:v>长尾2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850</c:v>
                </c:pt>
                <c:pt idx="1">
                  <c:v>1097</c:v>
                </c:pt>
              </c:numCache>
            </c:numRef>
          </c:yVal>
        </c:ser>
        <c:ser>
          <c:idx val="2"/>
          <c:order val="2"/>
          <c:tx>
            <c:v>长尾3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850</c:v>
                </c:pt>
                <c:pt idx="1">
                  <c:v>1216</c:v>
                </c:pt>
              </c:numCache>
            </c:numRef>
          </c:yVal>
        </c:ser>
        <c:ser>
          <c:idx val="3"/>
          <c:order val="3"/>
          <c:tx>
            <c:v>长尾4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xVal>
          <c:yVal>
            <c:numRef>
              <c:f>'Chart Data'!$H$2:$H$3</c:f>
              <c:numCache>
                <c:formatCode>#,##0</c:formatCode>
                <c:ptCount val="2"/>
                <c:pt idx="0">
                  <c:v>850</c:v>
                </c:pt>
                <c:pt idx="1">
                  <c:v>1364</c:v>
                </c:pt>
              </c:numCache>
            </c:numRef>
          </c:yVal>
        </c:ser>
        <c:ser>
          <c:idx val="4"/>
          <c:order val="4"/>
          <c:tx>
            <c:v>长尾5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xVal>
          <c:yVal>
            <c:numRef>
              <c:f>'Chart Data'!$J$2:$J$3</c:f>
              <c:numCache>
                <c:formatCode>#,##0</c:formatCode>
                <c:ptCount val="2"/>
                <c:pt idx="0">
                  <c:v>850</c:v>
                </c:pt>
                <c:pt idx="1">
                  <c:v>1569</c:v>
                </c:pt>
              </c:numCache>
            </c:numRef>
          </c:yVal>
        </c:ser>
        <c:ser>
          <c:idx val="5"/>
          <c:order val="5"/>
          <c:tx>
            <c:v>长尾6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xVal>
          <c:yVal>
            <c:numRef>
              <c:f>'Chart Data'!$L$2:$L$3</c:f>
              <c:numCache>
                <c:formatCode>#,##0</c:formatCode>
                <c:ptCount val="2"/>
                <c:pt idx="0">
                  <c:v>850</c:v>
                </c:pt>
                <c:pt idx="1">
                  <c:v>1585</c:v>
                </c:pt>
              </c:numCache>
            </c:numRef>
          </c:yVal>
        </c:ser>
        <c:ser>
          <c:idx val="6"/>
          <c:order val="6"/>
          <c:tx>
            <c:v>长尾7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xVal>
          <c:yVal>
            <c:numRef>
              <c:f>'Chart Data'!$N$2:$N$3</c:f>
              <c:numCache>
                <c:formatCode>#,##0</c:formatCode>
                <c:ptCount val="2"/>
                <c:pt idx="0">
                  <c:v>850</c:v>
                </c:pt>
                <c:pt idx="1">
                  <c:v>1788</c:v>
                </c:pt>
              </c:numCache>
            </c:numRef>
          </c:yVal>
        </c:ser>
        <c:ser>
          <c:idx val="7"/>
          <c:order val="7"/>
          <c:tx>
            <c:v>长尾8</c:v>
          </c:tx>
          <c:spPr>
            <a:solidFill xmlns:a="http://schemas.openxmlformats.org/drawingml/2006/main">
              <a:srgbClr val="087F7C"/>
            </a:solidFill>
            <a:ln xmlns:a="http://schemas.openxmlformats.org/drawingml/2006/main" w="28575">
              <a:solidFill>
                <a:srgbClr val="087F7C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8</c:v>
                </c:pt>
                <c:pt idx="1">
                  <c:v>8</c:v>
                </c:pt>
              </c:numCache>
            </c:numRef>
          </c:xVal>
          <c:yVal>
            <c:numRef>
              <c:f>'Chart Data'!$P$2:$P$3</c:f>
              <c:numCache>
                <c:formatCode>#,##0</c:formatCode>
                <c:ptCount val="2"/>
                <c:pt idx="0">
                  <c:v>850</c:v>
                </c:pt>
                <c:pt idx="1">
                  <c:v>1885</c:v>
                </c:pt>
              </c:numCache>
            </c:numRef>
          </c:yVal>
        </c:ser>
        <c:ser>
          <c:idx val="8"/>
          <c:order val="8"/>
          <c:tx>
            <c:v>长尾9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9</c:v>
                </c:pt>
                <c:pt idx="1">
                  <c:v>9</c:v>
                </c:pt>
              </c:numCache>
            </c:numRef>
          </c:xVal>
          <c:yVal>
            <c:numRef>
              <c:f>'Chart Data'!$R$2:$R$3</c:f>
              <c:numCache>
                <c:formatCode>#,##0</c:formatCode>
                <c:ptCount val="2"/>
                <c:pt idx="0">
                  <c:v>850</c:v>
                </c:pt>
                <c:pt idx="1">
                  <c:v>2237</c:v>
                </c:pt>
              </c:numCache>
            </c:numRef>
          </c:yVal>
        </c:ser>
        <c:ser>
          <c:idx val="9"/>
          <c:order val="9"/>
          <c:tx>
            <c:v>长尾10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xVal>
          <c:yVal>
            <c:numRef>
              <c:f>'Chart Data'!$T$2:$T$3</c:f>
              <c:numCache>
                <c:formatCode>#,##0</c:formatCode>
                <c:ptCount val="2"/>
                <c:pt idx="0">
                  <c:v>850</c:v>
                </c:pt>
                <c:pt idx="1">
                  <c:v>3003</c:v>
                </c:pt>
              </c:numCache>
            </c:numRef>
          </c:yVal>
        </c:ser>
        <c:ser>
          <c:idx val="10"/>
          <c:order val="10"/>
          <c:tx>
            <c:v>长尾11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2857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11</c:v>
                </c:pt>
                <c:pt idx="1">
                  <c:v>11</c:v>
                </c:pt>
              </c:numCache>
            </c:numRef>
          </c:xVal>
          <c:yVal>
            <c:numRef>
              <c:f>'Chart Data'!$V$2:$V$3</c:f>
              <c:numCache>
                <c:formatCode>#,##0</c:formatCode>
                <c:ptCount val="2"/>
                <c:pt idx="0">
                  <c:v>850</c:v>
                </c:pt>
                <c:pt idx="1">
                  <c:v>3482</c:v>
                </c:pt>
              </c:numCache>
            </c:numRef>
          </c:yVal>
        </c:ser>
        <c:ser>
          <c:idx val="11"/>
          <c:order val="11"/>
          <c:tx>
            <c:v>长尾原始长度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ns11:solidFill xmlns:ns11="http://schemas.openxmlformats.org/drawingml/2006/main">
                <ns11:srgbClr val="B16A16"/>
              </ns11:solidFill>
              <ns12:ln xmlns:ns12="http://schemas.openxmlformats.org/drawingml/2006/main" w="0">
                <ns12:noFill/>
              </ns12:ln>
            </c:spPr>
          </c:marker>
          <c:dPt>
            <c:idx val="0"/>
            <c:spPr>
              <a:solidFill xmlns:a="http://schemas.openxmlformats.org/drawingml/2006/main">
                <a:srgbClr val="087F7C"/>
              </a:solidFill>
              <ns0:ln xmlns:ns0="http://schemas.openxmlformats.org/drawingml/2006/main" w="0">
                <ns0:noFill/>
              </ns0:ln>
            </c:spPr>
          </c:dPt>
          <c:dPt>
            <c:idx val="1"/>
            <c:spPr>
              <a:solidFill xmlns:a="http://schemas.openxmlformats.org/drawingml/2006/main">
                <a:srgbClr val="B16A16"/>
              </a:solidFill>
              <ns1:ln xmlns:ns1="http://schemas.openxmlformats.org/drawingml/2006/main" w="0">
                <ns1:noFill/>
              </ns1:ln>
            </c:spPr>
          </c:dPt>
          <c:dPt>
            <c:idx val="2"/>
            <c:spPr>
              <a:solidFill xmlns:a="http://schemas.openxmlformats.org/drawingml/2006/main">
                <a:srgbClr val="B16A16"/>
              </a:solidFill>
              <ns2:ln xmlns:ns2="http://schemas.openxmlformats.org/drawingml/2006/main" w="0">
                <ns2:noFill/>
              </ns2:ln>
            </c:spPr>
          </c:dPt>
          <c:dPt>
            <c:idx val="3"/>
            <c:spPr>
              <a:solidFill xmlns:a="http://schemas.openxmlformats.org/drawingml/2006/main">
                <a:srgbClr val="B16A16"/>
              </a:solidFill>
              <ns3:ln xmlns:ns3="http://schemas.openxmlformats.org/drawingml/2006/main" w="0">
                <ns3:noFill/>
              </ns3:ln>
            </c:spPr>
          </c:dPt>
          <c:dPt>
            <c:idx val="4"/>
            <c:spPr>
              <a:solidFill xmlns:a="http://schemas.openxmlformats.org/drawingml/2006/main">
                <a:srgbClr val="B16A16"/>
              </a:solidFill>
              <ns4:ln xmlns:ns4="http://schemas.openxmlformats.org/drawingml/2006/main" w="0">
                <ns4:noFill/>
              </ns4:ln>
            </c:spPr>
          </c:dPt>
          <c:dPt>
            <c:idx val="5"/>
            <c:spPr>
              <a:solidFill xmlns:a="http://schemas.openxmlformats.org/drawingml/2006/main">
                <a:srgbClr val="B16A16"/>
              </a:solidFill>
              <ns5:ln xmlns:ns5="http://schemas.openxmlformats.org/drawingml/2006/main" w="0">
                <ns5:noFill/>
              </ns5:ln>
            </c:spPr>
          </c:dPt>
          <c:dPt>
            <c:idx val="6"/>
            <c:spPr>
              <a:solidFill xmlns:a="http://schemas.openxmlformats.org/drawingml/2006/main">
                <a:srgbClr val="B16A16"/>
              </a:solidFill>
              <ns6:ln xmlns:ns6="http://schemas.openxmlformats.org/drawingml/2006/main" w="0">
                <ns6:noFill/>
              </ns6:ln>
            </c:spPr>
          </c:dPt>
          <c:dPt>
            <c:idx val="7"/>
            <c:spPr>
              <a:solidFill xmlns:a="http://schemas.openxmlformats.org/drawingml/2006/main">
                <a:srgbClr val="087F7C"/>
              </a:solidFill>
              <ns7:ln xmlns:ns7="http://schemas.openxmlformats.org/drawingml/2006/main" w="0">
                <ns7:noFill/>
              </ns7:ln>
            </c:spPr>
          </c:dPt>
          <c:dPt>
            <c:idx val="8"/>
            <c:spPr>
              <a:solidFill xmlns:a="http://schemas.openxmlformats.org/drawingml/2006/main">
                <a:srgbClr val="B16A16"/>
              </a:solidFill>
              <ns8:ln xmlns:ns8="http://schemas.openxmlformats.org/drawingml/2006/main" w="0">
                <ns8:noFill/>
              </ns8:ln>
            </c:spPr>
          </c:dPt>
          <c:dPt>
            <c:idx val="9"/>
            <c:spPr>
              <a:solidFill xmlns:a="http://schemas.openxmlformats.org/drawingml/2006/main">
                <a:srgbClr val="B16A16"/>
              </a:solidFill>
              <ns9:ln xmlns:ns9="http://schemas.openxmlformats.org/drawingml/2006/main" w="0">
                <ns9:noFill/>
              </ns9:ln>
            </c:spPr>
          </c:dPt>
          <c:dPt>
            <c:idx val="10"/>
            <c:spPr>
              <a:solidFill xmlns:a="http://schemas.openxmlformats.org/drawingml/2006/main">
                <a:srgbClr val="B16A16"/>
              </a:solidFill>
              <ns10:ln xmlns:ns10="http://schemas.openxmlformats.org/drawingml/2006/main" w="0">
                <ns10:noFill/>
              </ns10:ln>
            </c:spPr>
          </c:dPt>
          <c:xVal>
            <c:numRef>
              <c:f>'Chart Data'!$W$2:$W$12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'Chart Data'!$X$2:$X$12</c:f>
              <c:numCache>
                <c:formatCode>#,##0</c:formatCode>
                <c:ptCount val="11"/>
                <c:pt idx="0">
                  <c:v>1037</c:v>
                </c:pt>
                <c:pt idx="1">
                  <c:v>1097</c:v>
                </c:pt>
                <c:pt idx="2">
                  <c:v>1216</c:v>
                </c:pt>
                <c:pt idx="3">
                  <c:v>1364</c:v>
                </c:pt>
                <c:pt idx="4">
                  <c:v>1569</c:v>
                </c:pt>
                <c:pt idx="5">
                  <c:v>1585</c:v>
                </c:pt>
                <c:pt idx="6">
                  <c:v>1788</c:v>
                </c:pt>
                <c:pt idx="7">
                  <c:v>1885</c:v>
                </c:pt>
                <c:pt idx="8">
                  <c:v>2237</c:v>
                </c:pt>
                <c:pt idx="9">
                  <c:v>3003</c:v>
                </c:pt>
                <c:pt idx="10">
                  <c:v>3482</c:v>
                </c:pt>
              </c:numCache>
            </c:numRef>
          </c:yVal>
        </c:ser>
        <c:ser>
          <c:idx val="12"/>
          <c:order val="12"/>
          <c:tx>
            <c:v>850 token 介入阈值</c:v>
          </c:tx>
          <c:spPr>
            <a:ln xmlns:a="http://schemas.openxmlformats.org/drawingml/2006/main"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0.5</c:v>
                </c:pt>
                <c:pt idx="1">
                  <c:v>11.5</c:v>
                </c:pt>
              </c:numCache>
            </c:numRef>
          </c:xVal>
          <c:yVal>
            <c:numRef>
              <c:f>'Chart Data'!$Z$2:$Z$3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12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850 token 将介入集中在少量长尾请求">
            <a:extLst xmlns:a="http://schemas.openxmlformats.org/drawingml/2006/main">
              <a:ext uri="{FF2B5EF4-FFF2-40B4-BE49-F238E27FC236}">
                <a16:creationId xmlns:a16="http://schemas.microsoft.com/office/drawing/2014/main" id="{8712A1ED-1AA0-4578-944D-88F49F5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90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850 token 将介入集中在少量长尾请求</a:t>
            </a:r>
          </a:p>
        </p:txBody>
      </p:sp>
      <p:sp>
        <p:nvSpPr>
          <p:cNvPr id="2" name="Vanilla-06：391 条有效请求，52,112 reasoning token；空">
            <a:extLst xmlns:a="http://schemas.openxmlformats.org/drawingml/2006/main">
              <a:ext uri="{FF2B5EF4-FFF2-40B4-BE49-F238E27FC236}">
                <a16:creationId xmlns:a16="http://schemas.microsoft.com/office/drawing/2014/main" id="{7212CF69-9475-460F-BAFC-4D2E090E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390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Vanilla-06：391 条有效请求，52,112 reasoning token；空心点显示密集短请求</a:t>
            </a:r>
          </a:p>
        </p:txBody>
      </p:sp>
      <p:sp>
        <p:nvSpPr>
          <p:cNvPr id="3" name="全部请求：按实际发起时间枚举">
            <a:extLst xmlns:a="http://schemas.openxmlformats.org/drawingml/2006/main">
              <a:ext uri="{FF2B5EF4-FFF2-40B4-BE49-F238E27FC236}">
                <a16:creationId xmlns:a16="http://schemas.microsoft.com/office/drawing/2014/main" id="{07212B90-2243-40F5-AFE8-646603E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240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全部请求：按实际发起时间枚举</a:t>
            </a:r>
          </a:p>
        </p:txBody>
      </p:sp>
      <p:sp>
        <p:nvSpPr>
          <p:cNvPr id="4" name="放大 11 条长尾&#10;线段为阈值以上部分">
            <a:extLst xmlns:a="http://schemas.openxmlformats.org/drawingml/2006/main">
              <a:ext uri="{FF2B5EF4-FFF2-40B4-BE49-F238E27FC236}">
                <a16:creationId xmlns:a16="http://schemas.microsoft.com/office/drawing/2014/main" id="{22A8B5C0-B715-4502-8795-33E7DC3E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9240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放大 11 条长尾</a:t>
            </a:r>
          </a:p>
          <a:p xmlns:a="http://schemas.openxmlformats.org/drawingml/2006/main">
            <a:pPr>
              <a:defRPr sz="21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线段为阈值以上部分</a:t>
            </a:r>
          </a:p>
        </p:txBody>
      </p:sp>
      <p:sp>
        <p:nvSpPr>
          <p:cNvPr id="5" name="reasoning token  /  顶部为任务编号；上段至 3,500">
            <a:extLst xmlns:a="http://schemas.openxmlformats.org/drawingml/2006/main">
              <a:ext uri="{FF2B5EF4-FFF2-40B4-BE49-F238E27FC236}">
                <a16:creationId xmlns:a16="http://schemas.microsoft.com/office/drawing/2014/main" id="{90EE8E76-9119-4C1F-8992-E8814F8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288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reasoning token  /  顶部为任务编号；上段至 3,500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590550" y="3038475"/>
          <a:ext xmlns:a="http://schemas.openxmlformats.org/drawingml/2006/main" cx="9172575" cy="1514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5f2f74631441b2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95325" y="4705350"/>
          <a:ext xmlns:a="http://schemas.openxmlformats.org/drawingml/2006/main" cx="9067800" cy="2114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06bfc8cc4246c1"/>
          </a:graphicData>
        </a:graphic>
      </p:graphicFrame>
      <p:sp>
        <p:nvSpPr>
          <p:cNvPr id="8" name="29">
            <a:extLst xmlns:a="http://schemas.openxmlformats.org/drawingml/2006/main">
              <a:ext uri="{FF2B5EF4-FFF2-40B4-BE49-F238E27FC236}">
                <a16:creationId xmlns:a16="http://schemas.microsoft.com/office/drawing/2014/main" id="{2234A91A-0622-4475-B6FD-533D606C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504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9" name="26">
            <a:extLst xmlns:a="http://schemas.openxmlformats.org/drawingml/2006/main">
              <a:ext uri="{FF2B5EF4-FFF2-40B4-BE49-F238E27FC236}">
                <a16:creationId xmlns:a16="http://schemas.microsoft.com/office/drawing/2014/main" id="{1DCF1B95-66A7-45F9-BAC6-AB86DB9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36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0" name="36">
            <a:extLst xmlns:a="http://schemas.openxmlformats.org/drawingml/2006/main">
              <a:ext uri="{FF2B5EF4-FFF2-40B4-BE49-F238E27FC236}">
                <a16:creationId xmlns:a16="http://schemas.microsoft.com/office/drawing/2014/main" id="{79847166-0CE5-4323-8781-DCB7B2C0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556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11" name="35">
            <a:extLst xmlns:a="http://schemas.openxmlformats.org/drawingml/2006/main">
              <a:ext uri="{FF2B5EF4-FFF2-40B4-BE49-F238E27FC236}">
                <a16:creationId xmlns:a16="http://schemas.microsoft.com/office/drawing/2014/main" id="{7DF60731-EB2F-49B1-AF2A-DFFE20C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2" name="34">
            <a:extLst xmlns:a="http://schemas.openxmlformats.org/drawingml/2006/main">
              <a:ext uri="{FF2B5EF4-FFF2-40B4-BE49-F238E27FC236}">
                <a16:creationId xmlns:a16="http://schemas.microsoft.com/office/drawing/2014/main" id="{51E3D949-42DA-4CAC-9EFF-E37045F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043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3" name="2">
            <a:extLst xmlns:a="http://schemas.openxmlformats.org/drawingml/2006/main">
              <a:ext uri="{FF2B5EF4-FFF2-40B4-BE49-F238E27FC236}">
                <a16:creationId xmlns:a16="http://schemas.microsoft.com/office/drawing/2014/main" id="{FA360A07-5083-4B8A-8A22-F1A553D8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19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3">
            <a:extLst xmlns:a="http://schemas.openxmlformats.org/drawingml/2006/main">
              <a:ext uri="{FF2B5EF4-FFF2-40B4-BE49-F238E27FC236}">
                <a16:creationId xmlns:a16="http://schemas.microsoft.com/office/drawing/2014/main" id="{D80694FF-8005-4F66-9594-D962D27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561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28">
            <a:extLst xmlns:a="http://schemas.openxmlformats.org/drawingml/2006/main">
              <a:ext uri="{FF2B5EF4-FFF2-40B4-BE49-F238E27FC236}">
                <a16:creationId xmlns:a16="http://schemas.microsoft.com/office/drawing/2014/main" id="{91034E33-AAE1-4CF9-8A86-FFA67C6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793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6" name="37">
            <a:extLst xmlns:a="http://schemas.openxmlformats.org/drawingml/2006/main">
              <a:ext uri="{FF2B5EF4-FFF2-40B4-BE49-F238E27FC236}">
                <a16:creationId xmlns:a16="http://schemas.microsoft.com/office/drawing/2014/main" id="{7DF3890C-EF2C-4C3D-9C75-026CFEB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756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17" name="最大 3,482">
            <a:extLst xmlns:a="http://schemas.openxmlformats.org/drawingml/2006/main">
              <a:ext uri="{FF2B5EF4-FFF2-40B4-BE49-F238E27FC236}">
                <a16:creationId xmlns:a16="http://schemas.microsoft.com/office/drawing/2014/main" id="{42CF2562-9461-4692-9E2A-57774FF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最大 3,482</a:t>
            </a:r>
          </a:p>
        </p:txBody>
      </p:sp>
      <p:sp>
        <p:nvSpPr>
          <p:cNvPr id="18" name="850 · 此处分段变尺度">
            <a:extLst xmlns:a="http://schemas.openxmlformats.org/drawingml/2006/main">
              <a:ext uri="{FF2B5EF4-FFF2-40B4-BE49-F238E27FC236}">
                <a16:creationId xmlns:a16="http://schemas.microsoft.com/office/drawing/2014/main" id="{817681BD-C47C-4F8F-9404-5998F0A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831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850 · 此处分段变尺度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9944100" y="2895600"/>
          <a:ext xmlns:a="http://schemas.openxmlformats.org/drawingml/2006/main" cx="47720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234ca98508476b"/>
          </a:graphicData>
        </a:graphic>
      </p:graphicFrame>
      <p:sp>
        <p:nvSpPr>
          <p:cNvPr id="20" name="请求发起序号（每点 1 条；上下纵轴刻度不同）">
            <a:extLst xmlns:a="http://schemas.openxmlformats.org/drawingml/2006/main">
              <a:ext uri="{FF2B5EF4-FFF2-40B4-BE49-F238E27FC236}">
                <a16:creationId xmlns:a16="http://schemas.microsoft.com/office/drawing/2014/main" id="{8CF10848-F8C9-4897-80C5-2AEA159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8580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请求发起序号（每点 1 条；上下纵轴刻度不同）</a:t>
            </a:r>
          </a:p>
        </p:txBody>
      </p:sp>
      <p:sp>
        <p:nvSpPr>
          <p:cNvPr id="21" name="380 条（97.19%）低于阈值，无需触发试答">
            <a:extLst xmlns:a="http://schemas.openxmlformats.org/drawingml/2006/main">
              <a:ext uri="{FF2B5EF4-FFF2-40B4-BE49-F238E27FC236}">
                <a16:creationId xmlns:a16="http://schemas.microsoft.com/office/drawing/2014/main" id="{53A1957E-1EDA-4CB5-A511-E568369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23900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380 条（97.19%）低于阈值，无需触发试答</a:t>
            </a:r>
          </a:p>
        </p:txBody>
      </p:sp>
      <p:sp>
        <p:nvSpPr>
          <p:cNvPr id="22" name="长尾内部排序&#10;9 条标题，2 条业务（绿色）">
            <a:extLst xmlns:a="http://schemas.openxmlformats.org/drawingml/2006/main">
              <a:ext uri="{FF2B5EF4-FFF2-40B4-BE49-F238E27FC236}">
                <a16:creationId xmlns:a16="http://schemas.microsoft.com/office/drawing/2014/main" id="{BFDBC2AF-B2BF-497A-99AA-4EBDA44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858000"/>
            <a:ext cx="4857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长尾内部排序</a:t>
            </a:r>
          </a:p>
          <a:p xmlns:a="http://schemas.openxmlformats.org/drawingml/2006/main">
            <a:pPr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 条标题，2 条业务（绿色）</a:t>
            </a:r>
          </a:p>
        </p:txBody>
      </p:sp>
      <p:sp>
        <p:nvSpPr>
          <p:cNvPr id="23" name="2.81% 的长尾请求">
            <a:extLst xmlns:a="http://schemas.openxmlformats.org/drawingml/2006/main">
              <a:ext uri="{FF2B5EF4-FFF2-40B4-BE49-F238E27FC236}">
                <a16:creationId xmlns:a16="http://schemas.microsoft.com/office/drawing/2014/main" id="{61AC5072-FF8F-447C-B423-38F50E19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2.81% 的长尾请求</a:t>
            </a:r>
          </a:p>
        </p:txBody>
      </p:sp>
      <p:sp>
        <p:nvSpPr>
          <p:cNvPr id="24" name="占 38.88% 的 reasoning token">
            <a:extLst xmlns:a="http://schemas.openxmlformats.org/drawingml/2006/main">
              <a:ext uri="{FF2B5EF4-FFF2-40B4-BE49-F238E27FC236}">
                <a16:creationId xmlns:a16="http://schemas.microsoft.com/office/drawing/2014/main" id="{0CB67FC0-1CC4-4E03-A0E1-D1E7D91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81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占 38.88% 的 reasoning token</a:t>
            </a:r>
          </a:p>
        </p:txBody>
      </p:sp>
      <p:sp>
        <p:nvSpPr>
          <p:cNvPr id="25" name="阈值以上：10,913 token">
            <a:extLst xmlns:a="http://schemas.openxmlformats.org/drawingml/2006/main">
              <a:ext uri="{FF2B5EF4-FFF2-40B4-BE49-F238E27FC236}">
                <a16:creationId xmlns:a16="http://schemas.microsoft.com/office/drawing/2014/main" id="{16EEAD89-7681-49C8-91CB-A5CF202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7152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阈值以上：10,913 token</a:t>
            </a:r>
          </a:p>
        </p:txBody>
      </p:sp>
      <p:sp>
        <p:nvSpPr>
          <p:cNvPr id="26" name="占全部思考的 20.94%&#10;需要试答与质量验证的潜在优化空间">
            <a:extLst xmlns:a="http://schemas.openxmlformats.org/drawingml/2006/main">
              <a:ext uri="{FF2B5EF4-FFF2-40B4-BE49-F238E27FC236}">
                <a16:creationId xmlns:a16="http://schemas.microsoft.com/office/drawing/2014/main" id="{1CB3DA10-A668-4256-9548-25BA3BF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2867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占全部思考的 20.94%</a:t>
            </a:r>
          </a:p>
          <a:p xmlns:a="http://schemas.openxmlformats.org/drawingml/2006/main">
            <a:pPr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需要试答与质量验证的潜在优化空间</a:t>
            </a:r>
          </a:p>
        </p:txBody>
      </p:sp>
      <p:sp>
        <p:nvSpPr>
          <p:cNvPr id="27" name="数据说明：长尾总思考 20,263 token；扣除 11×850 后为 10,913。达">
            <a:extLst xmlns:a="http://schemas.openxmlformats.org/drawingml/2006/main">
              <a:ext uri="{FF2B5EF4-FFF2-40B4-BE49-F238E27FC236}">
                <a16:creationId xmlns:a16="http://schemas.microsoft.com/office/drawing/2014/main" id="{1CCAE74B-07FA-405A-AA25-9382007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67800"/>
            <a:ext cx="1390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数据说明：长尾总思考 20,263 token；扣除 11×850 后为 10,913。达到阈值且仍在思考才考虑介入。分布支持 850 作为候选，不证明其最优或可全部删除尾部。</a:t>
            </a:r>
          </a:p>
        </p:txBody>
      </p:sp>
    </p:spTree>
    <p:extLst>
      <p:ext uri="{BB962C8B-B14F-4D97-AF65-F5344CB8AC3E}">
        <p14:creationId xmlns:p14="http://schemas.microsoft.com/office/powerpoint/2010/main" val="790293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2026-09-15T02:01:20.4530000Z</dcterms:created>
  <dcterms:modified xsi:type="dcterms:W3CDTF">2026-09-15T02:01:20.4530000Z</dcterms:modified>
</coreProperties>
</file>