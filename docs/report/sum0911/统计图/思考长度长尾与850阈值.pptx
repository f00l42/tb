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5240000" cy="9525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-2484" y="-37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任务 26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57.5</c:v>
                </c:pt>
                <c:pt idx="1">
                  <c:v>57.5</c:v>
                </c:pt>
              </c:numCache>
            </c:numRef>
          </c:xVal>
          <c:yVal>
            <c:numRef>
              <c:f>'Chart Data'!$B$2:$B$3</c:f>
              <c:numCache>
                <c:formatCode>0</c:formatCode>
                <c:ptCount val="2"/>
                <c:pt idx="0">
                  <c:v>850</c:v>
                </c:pt>
                <c:pt idx="1">
                  <c:v>3500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8D51-4604-B4A4-445575CE5DD1}"/>
            </c:ext>
          </c:extLst>
        </c:ser>
        <c:ser>
          <c:idx val="1"/>
          <c:order val="1"/>
          <c:tx>
            <c:v>任务 36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Data'!$C$2:$C$3</c:f>
              <c:numCache>
                <c:formatCode>General</c:formatCode>
                <c:ptCount val="2"/>
                <c:pt idx="0">
                  <c:v>86.5</c:v>
                </c:pt>
                <c:pt idx="1">
                  <c:v>86.5</c:v>
                </c:pt>
              </c:numCache>
            </c:numRef>
          </c:xVal>
          <c:yVal>
            <c:numRef>
              <c:f>'Chart Data'!$D$2:$D$3</c:f>
              <c:numCache>
                <c:formatCode>0</c:formatCode>
                <c:ptCount val="2"/>
                <c:pt idx="0">
                  <c:v>850</c:v>
                </c:pt>
                <c:pt idx="1">
                  <c:v>3500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8D51-4604-B4A4-445575CE5DD1}"/>
            </c:ext>
          </c:extLst>
        </c:ser>
        <c:ser>
          <c:idx val="2"/>
          <c:order val="2"/>
          <c:tx>
            <c:v>任务 35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Data'!$E$2:$E$3</c:f>
              <c:numCache>
                <c:formatCode>General</c:formatCode>
                <c:ptCount val="2"/>
                <c:pt idx="0">
                  <c:v>128.5</c:v>
                </c:pt>
                <c:pt idx="1">
                  <c:v>128.5</c:v>
                </c:pt>
              </c:numCache>
            </c:numRef>
          </c:xVal>
          <c:yVal>
            <c:numRef>
              <c:f>'Chart Data'!$F$2:$F$3</c:f>
              <c:numCache>
                <c:formatCode>0</c:formatCode>
                <c:ptCount val="2"/>
                <c:pt idx="0">
                  <c:v>850</c:v>
                </c:pt>
                <c:pt idx="1">
                  <c:v>3500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8D51-4604-B4A4-445575CE5DD1}"/>
            </c:ext>
          </c:extLst>
        </c:ser>
        <c:ser>
          <c:idx val="3"/>
          <c:order val="3"/>
          <c:tx>
            <c:v>任务 34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Data'!$G$2:$G$3</c:f>
              <c:numCache>
                <c:formatCode>General</c:formatCode>
                <c:ptCount val="2"/>
                <c:pt idx="0">
                  <c:v>191.5</c:v>
                </c:pt>
                <c:pt idx="1">
                  <c:v>191.5</c:v>
                </c:pt>
              </c:numCache>
            </c:numRef>
          </c:xVal>
          <c:yVal>
            <c:numRef>
              <c:f>'Chart Data'!$H$2:$H$3</c:f>
              <c:numCache>
                <c:formatCode>0</c:formatCode>
                <c:ptCount val="2"/>
                <c:pt idx="0">
                  <c:v>850</c:v>
                </c:pt>
                <c:pt idx="1">
                  <c:v>3500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8D51-4604-B4A4-445575CE5DD1}"/>
            </c:ext>
          </c:extLst>
        </c:ser>
        <c:ser>
          <c:idx val="4"/>
          <c:order val="4"/>
          <c:tx>
            <c:v>任务 2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Data'!$I$2:$I$3</c:f>
              <c:numCache>
                <c:formatCode>General</c:formatCode>
                <c:ptCount val="2"/>
                <c:pt idx="0">
                  <c:v>220.5</c:v>
                </c:pt>
                <c:pt idx="1">
                  <c:v>220.5</c:v>
                </c:pt>
              </c:numCache>
            </c:numRef>
          </c:xVal>
          <c:yVal>
            <c:numRef>
              <c:f>'Chart Data'!$J$2:$J$3</c:f>
              <c:numCache>
                <c:formatCode>0</c:formatCode>
                <c:ptCount val="2"/>
                <c:pt idx="0">
                  <c:v>850</c:v>
                </c:pt>
                <c:pt idx="1">
                  <c:v>3500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8D51-4604-B4A4-445575CE5DD1}"/>
            </c:ext>
          </c:extLst>
        </c:ser>
        <c:ser>
          <c:idx val="5"/>
          <c:order val="5"/>
          <c:tx>
            <c:v>任务 3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Data'!$K$2:$K$3</c:f>
              <c:numCache>
                <c:formatCode>General</c:formatCode>
                <c:ptCount val="2"/>
                <c:pt idx="0">
                  <c:v>258.5</c:v>
                </c:pt>
                <c:pt idx="1">
                  <c:v>258.5</c:v>
                </c:pt>
              </c:numCache>
            </c:numRef>
          </c:xVal>
          <c:yVal>
            <c:numRef>
              <c:f>'Chart Data'!$L$2:$L$3</c:f>
              <c:numCache>
                <c:formatCode>0</c:formatCode>
                <c:ptCount val="2"/>
                <c:pt idx="0">
                  <c:v>850</c:v>
                </c:pt>
                <c:pt idx="1">
                  <c:v>3500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8D51-4604-B4A4-445575CE5DD1}"/>
            </c:ext>
          </c:extLst>
        </c:ser>
        <c:ser>
          <c:idx val="6"/>
          <c:order val="6"/>
          <c:tx>
            <c:v>任务 28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Data'!$M$2:$M$3</c:f>
              <c:numCache>
                <c:formatCode>General</c:formatCode>
                <c:ptCount val="2"/>
                <c:pt idx="0">
                  <c:v>293.5</c:v>
                </c:pt>
                <c:pt idx="1">
                  <c:v>293.5</c:v>
                </c:pt>
              </c:numCache>
            </c:numRef>
          </c:xVal>
          <c:yVal>
            <c:numRef>
              <c:f>'Chart Data'!$N$2:$N$3</c:f>
              <c:numCache>
                <c:formatCode>0</c:formatCode>
                <c:ptCount val="2"/>
                <c:pt idx="0">
                  <c:v>850</c:v>
                </c:pt>
                <c:pt idx="1">
                  <c:v>3500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6-8D51-4604-B4A4-445575CE5DD1}"/>
            </c:ext>
          </c:extLst>
        </c:ser>
        <c:ser>
          <c:idx val="7"/>
          <c:order val="7"/>
          <c:tx>
            <c:v>任务 37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Data'!$O$2:$O$3</c:f>
              <c:numCache>
                <c:formatCode>General</c:formatCode>
                <c:ptCount val="2"/>
                <c:pt idx="0">
                  <c:v>344.5</c:v>
                </c:pt>
                <c:pt idx="1">
                  <c:v>344.5</c:v>
                </c:pt>
              </c:numCache>
            </c:numRef>
          </c:xVal>
          <c:yVal>
            <c:numRef>
              <c:f>'Chart Data'!$P$2:$P$3</c:f>
              <c:numCache>
                <c:formatCode>0</c:formatCode>
                <c:ptCount val="2"/>
                <c:pt idx="0">
                  <c:v>850</c:v>
                </c:pt>
                <c:pt idx="1">
                  <c:v>3500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7-8D51-4604-B4A4-445575CE5DD1}"/>
            </c:ext>
          </c:extLst>
        </c:ser>
        <c:ser>
          <c:idx val="8"/>
          <c:order val="8"/>
          <c:tx>
            <c:v>长思考（11条）</c:v>
          </c:tx>
          <c:spPr>
            <a:ln w="0">
              <a:noFill/>
            </a:ln>
          </c:spPr>
          <c:marker>
            <c:symbol val="circle"/>
            <c:size val="8"/>
            <c:spPr>
              <a:solidFill>
                <a:srgbClr val="B16A16"/>
              </a:solidFill>
              <a:ln w="0">
                <a:noFill/>
              </a:ln>
            </c:spPr>
          </c:marker>
          <c:dPt>
            <c:idx val="0"/>
            <c:bubble3D val="0"/>
            <c:extLst>
              <c:ext xmlns:c16="http://schemas.microsoft.com/office/drawing/2014/chart" uri="{C3380CC4-5D6E-409C-BE32-E72D297353CC}">
                <c16:uniqueId val="{00000009-8D51-4604-B4A4-445575CE5DD1}"/>
              </c:ext>
            </c:extLst>
          </c:dPt>
          <c:dPt>
            <c:idx val="1"/>
            <c:bubble3D val="0"/>
            <c:extLst>
              <c:ext xmlns:c16="http://schemas.microsoft.com/office/drawing/2014/chart" uri="{C3380CC4-5D6E-409C-BE32-E72D297353CC}">
                <c16:uniqueId val="{0000000B-8D51-4604-B4A4-445575CE5DD1}"/>
              </c:ext>
            </c:extLst>
          </c:dPt>
          <c:dPt>
            <c:idx val="2"/>
            <c:bubble3D val="0"/>
            <c:extLst>
              <c:ext xmlns:c16="http://schemas.microsoft.com/office/drawing/2014/chart" uri="{C3380CC4-5D6E-409C-BE32-E72D297353CC}">
                <c16:uniqueId val="{0000000D-8D51-4604-B4A4-445575CE5DD1}"/>
              </c:ext>
            </c:extLst>
          </c:dPt>
          <c:dPt>
            <c:idx val="3"/>
            <c:bubble3D val="0"/>
            <c:extLst>
              <c:ext xmlns:c16="http://schemas.microsoft.com/office/drawing/2014/chart" uri="{C3380CC4-5D6E-409C-BE32-E72D297353CC}">
                <c16:uniqueId val="{0000000F-8D51-4604-B4A4-445575CE5DD1}"/>
              </c:ext>
            </c:extLst>
          </c:dPt>
          <c:dPt>
            <c:idx val="4"/>
            <c:bubble3D val="0"/>
            <c:extLst>
              <c:ext xmlns:c16="http://schemas.microsoft.com/office/drawing/2014/chart" uri="{C3380CC4-5D6E-409C-BE32-E72D297353CC}">
                <c16:uniqueId val="{00000011-8D51-4604-B4A4-445575CE5DD1}"/>
              </c:ext>
            </c:extLst>
          </c:dPt>
          <c:dPt>
            <c:idx val="5"/>
            <c:bubble3D val="0"/>
            <c:extLst>
              <c:ext xmlns:c16="http://schemas.microsoft.com/office/drawing/2014/chart" uri="{C3380CC4-5D6E-409C-BE32-E72D297353CC}">
                <c16:uniqueId val="{00000013-8D51-4604-B4A4-445575CE5DD1}"/>
              </c:ext>
            </c:extLst>
          </c:dPt>
          <c:dPt>
            <c:idx val="6"/>
            <c:bubble3D val="0"/>
            <c:extLst>
              <c:ext xmlns:c16="http://schemas.microsoft.com/office/drawing/2014/chart" uri="{C3380CC4-5D6E-409C-BE32-E72D297353CC}">
                <c16:uniqueId val="{00000015-8D51-4604-B4A4-445575CE5DD1}"/>
              </c:ext>
            </c:extLst>
          </c:dPt>
          <c:dPt>
            <c:idx val="7"/>
            <c:bubble3D val="0"/>
            <c:extLst>
              <c:ext xmlns:c16="http://schemas.microsoft.com/office/drawing/2014/chart" uri="{C3380CC4-5D6E-409C-BE32-E72D297353CC}">
                <c16:uniqueId val="{00000017-8D51-4604-B4A4-445575CE5DD1}"/>
              </c:ext>
            </c:extLst>
          </c:dPt>
          <c:dPt>
            <c:idx val="8"/>
            <c:bubble3D val="0"/>
            <c:extLst>
              <c:ext xmlns:c16="http://schemas.microsoft.com/office/drawing/2014/chart" uri="{C3380CC4-5D6E-409C-BE32-E72D297353CC}">
                <c16:uniqueId val="{00000019-8D51-4604-B4A4-445575CE5DD1}"/>
              </c:ext>
            </c:extLst>
          </c:dPt>
          <c:dPt>
            <c:idx val="9"/>
            <c:bubble3D val="0"/>
            <c:extLst>
              <c:ext xmlns:c16="http://schemas.microsoft.com/office/drawing/2014/chart" uri="{C3380CC4-5D6E-409C-BE32-E72D297353CC}">
                <c16:uniqueId val="{0000001B-8D51-4604-B4A4-445575CE5DD1}"/>
              </c:ext>
            </c:extLst>
          </c:dPt>
          <c:dPt>
            <c:idx val="10"/>
            <c:bubble3D val="0"/>
            <c:extLst>
              <c:ext xmlns:c16="http://schemas.microsoft.com/office/drawing/2014/chart" uri="{C3380CC4-5D6E-409C-BE32-E72D297353CC}">
                <c16:uniqueId val="{0000001D-8D51-4604-B4A4-445575CE5DD1}"/>
              </c:ext>
            </c:extLst>
          </c:dPt>
          <c:xVal>
            <c:numRef>
              <c:f>'Chart Data'!$Q$2:$Q$12</c:f>
              <c:numCache>
                <c:formatCode>General</c:formatCode>
                <c:ptCount val="11"/>
                <c:pt idx="0">
                  <c:v>1</c:v>
                </c:pt>
                <c:pt idx="1">
                  <c:v>11</c:v>
                </c:pt>
                <c:pt idx="2">
                  <c:v>58</c:v>
                </c:pt>
                <c:pt idx="3">
                  <c:v>87</c:v>
                </c:pt>
                <c:pt idx="4">
                  <c:v>129</c:v>
                </c:pt>
                <c:pt idx="5">
                  <c:v>192</c:v>
                </c:pt>
                <c:pt idx="6">
                  <c:v>221</c:v>
                </c:pt>
                <c:pt idx="7">
                  <c:v>259</c:v>
                </c:pt>
                <c:pt idx="8">
                  <c:v>294</c:v>
                </c:pt>
                <c:pt idx="9">
                  <c:v>345</c:v>
                </c:pt>
                <c:pt idx="10">
                  <c:v>387</c:v>
                </c:pt>
              </c:numCache>
            </c:numRef>
          </c:xVal>
          <c:yVal>
            <c:numRef>
              <c:f>'Chart Data'!$R$2:$R$12</c:f>
              <c:numCache>
                <c:formatCode>0</c:formatCode>
                <c:ptCount val="11"/>
                <c:pt idx="0">
                  <c:v>3482</c:v>
                </c:pt>
                <c:pt idx="1">
                  <c:v>1037</c:v>
                </c:pt>
                <c:pt idx="2">
                  <c:v>1097</c:v>
                </c:pt>
                <c:pt idx="3">
                  <c:v>1216</c:v>
                </c:pt>
                <c:pt idx="4">
                  <c:v>3003</c:v>
                </c:pt>
                <c:pt idx="5">
                  <c:v>1585</c:v>
                </c:pt>
                <c:pt idx="6">
                  <c:v>1364</c:v>
                </c:pt>
                <c:pt idx="7">
                  <c:v>1569</c:v>
                </c:pt>
                <c:pt idx="8">
                  <c:v>1788</c:v>
                </c:pt>
                <c:pt idx="9">
                  <c:v>2237</c:v>
                </c:pt>
                <c:pt idx="10">
                  <c:v>1885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1E-8D51-4604-B4A4-445575CE5DD1}"/>
            </c:ext>
          </c:extLst>
        </c:ser>
        <c:ser>
          <c:idx val="9"/>
          <c:order val="9"/>
          <c:tx>
            <c:v>850 token 阈值</c:v>
          </c:tx>
          <c:spPr>
            <a:ln w="19050">
              <a:solidFill>
                <a:srgbClr val="B16A16"/>
              </a:solidFill>
            </a:ln>
          </c:spPr>
          <c:marker>
            <c:symbol val="none"/>
          </c:marker>
          <c:xVal>
            <c:numRef>
              <c:f>'Chart Data'!$S$2:$S$3</c:f>
              <c:numCache>
                <c:formatCode>General</c:formatCode>
                <c:ptCount val="2"/>
                <c:pt idx="0">
                  <c:v>0</c:v>
                </c:pt>
                <c:pt idx="1">
                  <c:v>400</c:v>
                </c:pt>
              </c:numCache>
            </c:numRef>
          </c:xVal>
          <c:yVal>
            <c:numRef>
              <c:f>'Chart Data'!$T$2:$T$3</c:f>
              <c:numCache>
                <c:formatCode>0</c:formatCode>
                <c:ptCount val="2"/>
                <c:pt idx="0">
                  <c:v>850</c:v>
                </c:pt>
                <c:pt idx="1">
                  <c:v>850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1F-8D51-4604-B4A4-445575CE5DD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3500"/>
          <c:min val="850"/>
        </c:scaling>
        <c:delete val="0"/>
        <c:axPos val="l"/>
        <c:majorGridlines>
          <c:spPr>
            <a:ln w="9525">
              <a:solidFill>
                <a:srgbClr val="EDF1F4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9525">
            <a:solidFill>
              <a:srgbClr val="CDD8DE"/>
            </a:solidFill>
          </a:ln>
        </c:spPr>
        <c:txPr>
          <a:bodyPr anchorCtr="1"/>
          <a:lstStyle/>
          <a:p>
            <a:pPr>
              <a:defRPr sz="135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50112"/>
        <c:crosses val="autoZero"/>
        <c:crossBetween val="midCat"/>
        <c:majorUnit val="1000"/>
      </c:valAx>
      <c:valAx>
        <c:axId val="48650112"/>
        <c:scaling>
          <c:orientation val="minMax"/>
          <c:max val="400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CDD8DE"/>
            </a:solidFill>
          </a:ln>
        </c:spPr>
        <c:txPr>
          <a:bodyPr anchorCtr="1"/>
          <a:lstStyle/>
          <a:p>
            <a:pPr>
              <a:defRPr sz="135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crossBetween val="midCat"/>
        <c:majorUnit val="100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FFFFF"/>
    </a:solidFill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任务 26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57.5</c:v>
                </c:pt>
                <c:pt idx="1">
                  <c:v>57.5</c:v>
                </c:pt>
              </c:numCache>
            </c:numRef>
          </c:xVal>
          <c:yVal>
            <c:numRef>
              <c:f>'Chart Data'!$B$2:$B$3</c:f>
              <c:numCache>
                <c:formatCode>0</c:formatCode>
                <c:ptCount val="2"/>
                <c:pt idx="0">
                  <c:v>0</c:v>
                </c:pt>
                <c:pt idx="1">
                  <c:v>850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C214-4F69-A723-505DF60252CB}"/>
            </c:ext>
          </c:extLst>
        </c:ser>
        <c:ser>
          <c:idx val="1"/>
          <c:order val="1"/>
          <c:tx>
            <c:v>任务 36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Data'!$C$2:$C$3</c:f>
              <c:numCache>
                <c:formatCode>General</c:formatCode>
                <c:ptCount val="2"/>
                <c:pt idx="0">
                  <c:v>86.5</c:v>
                </c:pt>
                <c:pt idx="1">
                  <c:v>86.5</c:v>
                </c:pt>
              </c:numCache>
            </c:numRef>
          </c:xVal>
          <c:yVal>
            <c:numRef>
              <c:f>'Chart Data'!$D$2:$D$3</c:f>
              <c:numCache>
                <c:formatCode>0</c:formatCode>
                <c:ptCount val="2"/>
                <c:pt idx="0">
                  <c:v>0</c:v>
                </c:pt>
                <c:pt idx="1">
                  <c:v>850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C214-4F69-A723-505DF60252CB}"/>
            </c:ext>
          </c:extLst>
        </c:ser>
        <c:ser>
          <c:idx val="2"/>
          <c:order val="2"/>
          <c:tx>
            <c:v>任务 35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Data'!$E$2:$E$3</c:f>
              <c:numCache>
                <c:formatCode>General</c:formatCode>
                <c:ptCount val="2"/>
                <c:pt idx="0">
                  <c:v>128.5</c:v>
                </c:pt>
                <c:pt idx="1">
                  <c:v>128.5</c:v>
                </c:pt>
              </c:numCache>
            </c:numRef>
          </c:xVal>
          <c:yVal>
            <c:numRef>
              <c:f>'Chart Data'!$F$2:$F$3</c:f>
              <c:numCache>
                <c:formatCode>0</c:formatCode>
                <c:ptCount val="2"/>
                <c:pt idx="0">
                  <c:v>0</c:v>
                </c:pt>
                <c:pt idx="1">
                  <c:v>850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C214-4F69-A723-505DF60252CB}"/>
            </c:ext>
          </c:extLst>
        </c:ser>
        <c:ser>
          <c:idx val="3"/>
          <c:order val="3"/>
          <c:tx>
            <c:v>任务 34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Data'!$G$2:$G$3</c:f>
              <c:numCache>
                <c:formatCode>General</c:formatCode>
                <c:ptCount val="2"/>
                <c:pt idx="0">
                  <c:v>191.5</c:v>
                </c:pt>
                <c:pt idx="1">
                  <c:v>191.5</c:v>
                </c:pt>
              </c:numCache>
            </c:numRef>
          </c:xVal>
          <c:yVal>
            <c:numRef>
              <c:f>'Chart Data'!$H$2:$H$3</c:f>
              <c:numCache>
                <c:formatCode>0</c:formatCode>
                <c:ptCount val="2"/>
                <c:pt idx="0">
                  <c:v>0</c:v>
                </c:pt>
                <c:pt idx="1">
                  <c:v>850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C214-4F69-A723-505DF60252CB}"/>
            </c:ext>
          </c:extLst>
        </c:ser>
        <c:ser>
          <c:idx val="4"/>
          <c:order val="4"/>
          <c:tx>
            <c:v>任务 2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Data'!$I$2:$I$3</c:f>
              <c:numCache>
                <c:formatCode>General</c:formatCode>
                <c:ptCount val="2"/>
                <c:pt idx="0">
                  <c:v>220.5</c:v>
                </c:pt>
                <c:pt idx="1">
                  <c:v>220.5</c:v>
                </c:pt>
              </c:numCache>
            </c:numRef>
          </c:xVal>
          <c:yVal>
            <c:numRef>
              <c:f>'Chart Data'!$J$2:$J$3</c:f>
              <c:numCache>
                <c:formatCode>0</c:formatCode>
                <c:ptCount val="2"/>
                <c:pt idx="0">
                  <c:v>0</c:v>
                </c:pt>
                <c:pt idx="1">
                  <c:v>850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C214-4F69-A723-505DF60252CB}"/>
            </c:ext>
          </c:extLst>
        </c:ser>
        <c:ser>
          <c:idx val="5"/>
          <c:order val="5"/>
          <c:tx>
            <c:v>任务 3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Data'!$K$2:$K$3</c:f>
              <c:numCache>
                <c:formatCode>General</c:formatCode>
                <c:ptCount val="2"/>
                <c:pt idx="0">
                  <c:v>258.5</c:v>
                </c:pt>
                <c:pt idx="1">
                  <c:v>258.5</c:v>
                </c:pt>
              </c:numCache>
            </c:numRef>
          </c:xVal>
          <c:yVal>
            <c:numRef>
              <c:f>'Chart Data'!$L$2:$L$3</c:f>
              <c:numCache>
                <c:formatCode>0</c:formatCode>
                <c:ptCount val="2"/>
                <c:pt idx="0">
                  <c:v>0</c:v>
                </c:pt>
                <c:pt idx="1">
                  <c:v>850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C214-4F69-A723-505DF60252CB}"/>
            </c:ext>
          </c:extLst>
        </c:ser>
        <c:ser>
          <c:idx val="6"/>
          <c:order val="6"/>
          <c:tx>
            <c:v>任务 28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Data'!$M$2:$M$3</c:f>
              <c:numCache>
                <c:formatCode>General</c:formatCode>
                <c:ptCount val="2"/>
                <c:pt idx="0">
                  <c:v>293.5</c:v>
                </c:pt>
                <c:pt idx="1">
                  <c:v>293.5</c:v>
                </c:pt>
              </c:numCache>
            </c:numRef>
          </c:xVal>
          <c:yVal>
            <c:numRef>
              <c:f>'Chart Data'!$N$2:$N$3</c:f>
              <c:numCache>
                <c:formatCode>0</c:formatCode>
                <c:ptCount val="2"/>
                <c:pt idx="0">
                  <c:v>0</c:v>
                </c:pt>
                <c:pt idx="1">
                  <c:v>850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6-C214-4F69-A723-505DF60252CB}"/>
            </c:ext>
          </c:extLst>
        </c:ser>
        <c:ser>
          <c:idx val="7"/>
          <c:order val="7"/>
          <c:tx>
            <c:v>任务 37 开始</c:v>
          </c:tx>
          <c:spPr>
            <a:ln w="9525">
              <a:solidFill>
                <a:srgbClr val="DFE6EB"/>
              </a:solidFill>
            </a:ln>
          </c:spPr>
          <c:marker>
            <c:symbol val="none"/>
          </c:marker>
          <c:xVal>
            <c:numRef>
              <c:f>'Chart Data'!$O$2:$O$3</c:f>
              <c:numCache>
                <c:formatCode>General</c:formatCode>
                <c:ptCount val="2"/>
                <c:pt idx="0">
                  <c:v>344.5</c:v>
                </c:pt>
                <c:pt idx="1">
                  <c:v>344.5</c:v>
                </c:pt>
              </c:numCache>
            </c:numRef>
          </c:xVal>
          <c:yVal>
            <c:numRef>
              <c:f>'Chart Data'!$P$2:$P$3</c:f>
              <c:numCache>
                <c:formatCode>0</c:formatCode>
                <c:ptCount val="2"/>
                <c:pt idx="0">
                  <c:v>0</c:v>
                </c:pt>
                <c:pt idx="1">
                  <c:v>850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7-C214-4F69-A723-505DF60252CB}"/>
            </c:ext>
          </c:extLst>
        </c:ser>
        <c:ser>
          <c:idx val="8"/>
          <c:order val="8"/>
          <c:tx>
            <c:v>短思考（380条，空心）</c:v>
          </c:tx>
          <c:spPr>
            <a:ln w="0">
              <a:noFill/>
            </a:ln>
          </c:spPr>
          <c:marker>
            <c:symbol val="circle"/>
            <c:size val="5"/>
            <c:spPr>
              <a:solidFill>
                <a:srgbClr val="536B7C"/>
              </a:solidFill>
              <a:ln w="0">
                <a:noFill/>
              </a:ln>
            </c:spPr>
          </c:marker>
          <c:dPt>
            <c:idx val="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9-C214-4F69-A723-505DF60252CB}"/>
              </c:ext>
            </c:extLst>
          </c:dPt>
          <c:dPt>
            <c:idx val="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B-C214-4F69-A723-505DF60252CB}"/>
              </c:ext>
            </c:extLst>
          </c:dPt>
          <c:dPt>
            <c:idx val="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D-C214-4F69-A723-505DF60252CB}"/>
              </c:ext>
            </c:extLst>
          </c:dPt>
          <c:dPt>
            <c:idx val="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F-C214-4F69-A723-505DF60252CB}"/>
              </c:ext>
            </c:extLst>
          </c:dPt>
          <c:dPt>
            <c:idx val="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11-C214-4F69-A723-505DF60252CB}"/>
              </c:ext>
            </c:extLst>
          </c:dPt>
          <c:dPt>
            <c:idx val="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13-C214-4F69-A723-505DF60252CB}"/>
              </c:ext>
            </c:extLst>
          </c:dPt>
          <c:dPt>
            <c:idx val="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15-C214-4F69-A723-505DF60252CB}"/>
              </c:ext>
            </c:extLst>
          </c:dPt>
          <c:dPt>
            <c:idx val="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17-C214-4F69-A723-505DF60252CB}"/>
              </c:ext>
            </c:extLst>
          </c:dPt>
          <c:dPt>
            <c:idx val="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19-C214-4F69-A723-505DF60252CB}"/>
              </c:ext>
            </c:extLst>
          </c:dPt>
          <c:dPt>
            <c:idx val="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1B-C214-4F69-A723-505DF60252CB}"/>
              </c:ext>
            </c:extLst>
          </c:dPt>
          <c:dPt>
            <c:idx val="1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1D-C214-4F69-A723-505DF60252CB}"/>
              </c:ext>
            </c:extLst>
          </c:dPt>
          <c:dPt>
            <c:idx val="1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1F-C214-4F69-A723-505DF60252CB}"/>
              </c:ext>
            </c:extLst>
          </c:dPt>
          <c:dPt>
            <c:idx val="1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21-C214-4F69-A723-505DF60252CB}"/>
              </c:ext>
            </c:extLst>
          </c:dPt>
          <c:dPt>
            <c:idx val="1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23-C214-4F69-A723-505DF60252CB}"/>
              </c:ext>
            </c:extLst>
          </c:dPt>
          <c:dPt>
            <c:idx val="1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25-C214-4F69-A723-505DF60252CB}"/>
              </c:ext>
            </c:extLst>
          </c:dPt>
          <c:dPt>
            <c:idx val="1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27-C214-4F69-A723-505DF60252CB}"/>
              </c:ext>
            </c:extLst>
          </c:dPt>
          <c:dPt>
            <c:idx val="1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29-C214-4F69-A723-505DF60252CB}"/>
              </c:ext>
            </c:extLst>
          </c:dPt>
          <c:dPt>
            <c:idx val="1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2B-C214-4F69-A723-505DF60252CB}"/>
              </c:ext>
            </c:extLst>
          </c:dPt>
          <c:dPt>
            <c:idx val="1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2D-C214-4F69-A723-505DF60252CB}"/>
              </c:ext>
            </c:extLst>
          </c:dPt>
          <c:dPt>
            <c:idx val="1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2F-C214-4F69-A723-505DF60252CB}"/>
              </c:ext>
            </c:extLst>
          </c:dPt>
          <c:dPt>
            <c:idx val="2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31-C214-4F69-A723-505DF60252CB}"/>
              </c:ext>
            </c:extLst>
          </c:dPt>
          <c:dPt>
            <c:idx val="2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33-C214-4F69-A723-505DF60252CB}"/>
              </c:ext>
            </c:extLst>
          </c:dPt>
          <c:dPt>
            <c:idx val="2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35-C214-4F69-A723-505DF60252CB}"/>
              </c:ext>
            </c:extLst>
          </c:dPt>
          <c:dPt>
            <c:idx val="2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37-C214-4F69-A723-505DF60252CB}"/>
              </c:ext>
            </c:extLst>
          </c:dPt>
          <c:dPt>
            <c:idx val="2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39-C214-4F69-A723-505DF60252CB}"/>
              </c:ext>
            </c:extLst>
          </c:dPt>
          <c:dPt>
            <c:idx val="2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3B-C214-4F69-A723-505DF60252CB}"/>
              </c:ext>
            </c:extLst>
          </c:dPt>
          <c:dPt>
            <c:idx val="2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3D-C214-4F69-A723-505DF60252CB}"/>
              </c:ext>
            </c:extLst>
          </c:dPt>
          <c:dPt>
            <c:idx val="2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3F-C214-4F69-A723-505DF60252CB}"/>
              </c:ext>
            </c:extLst>
          </c:dPt>
          <c:dPt>
            <c:idx val="2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41-C214-4F69-A723-505DF60252CB}"/>
              </c:ext>
            </c:extLst>
          </c:dPt>
          <c:dPt>
            <c:idx val="2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43-C214-4F69-A723-505DF60252CB}"/>
              </c:ext>
            </c:extLst>
          </c:dPt>
          <c:dPt>
            <c:idx val="3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45-C214-4F69-A723-505DF60252CB}"/>
              </c:ext>
            </c:extLst>
          </c:dPt>
          <c:dPt>
            <c:idx val="3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47-C214-4F69-A723-505DF60252CB}"/>
              </c:ext>
            </c:extLst>
          </c:dPt>
          <c:dPt>
            <c:idx val="3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49-C214-4F69-A723-505DF60252CB}"/>
              </c:ext>
            </c:extLst>
          </c:dPt>
          <c:dPt>
            <c:idx val="3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4B-C214-4F69-A723-505DF60252CB}"/>
              </c:ext>
            </c:extLst>
          </c:dPt>
          <c:dPt>
            <c:idx val="3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4D-C214-4F69-A723-505DF60252CB}"/>
              </c:ext>
            </c:extLst>
          </c:dPt>
          <c:dPt>
            <c:idx val="3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4F-C214-4F69-A723-505DF60252CB}"/>
              </c:ext>
            </c:extLst>
          </c:dPt>
          <c:dPt>
            <c:idx val="3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51-C214-4F69-A723-505DF60252CB}"/>
              </c:ext>
            </c:extLst>
          </c:dPt>
          <c:dPt>
            <c:idx val="3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53-C214-4F69-A723-505DF60252CB}"/>
              </c:ext>
            </c:extLst>
          </c:dPt>
          <c:dPt>
            <c:idx val="3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55-C214-4F69-A723-505DF60252CB}"/>
              </c:ext>
            </c:extLst>
          </c:dPt>
          <c:dPt>
            <c:idx val="3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57-C214-4F69-A723-505DF60252CB}"/>
              </c:ext>
            </c:extLst>
          </c:dPt>
          <c:dPt>
            <c:idx val="4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59-C214-4F69-A723-505DF60252CB}"/>
              </c:ext>
            </c:extLst>
          </c:dPt>
          <c:dPt>
            <c:idx val="4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5B-C214-4F69-A723-505DF60252CB}"/>
              </c:ext>
            </c:extLst>
          </c:dPt>
          <c:dPt>
            <c:idx val="4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5D-C214-4F69-A723-505DF60252CB}"/>
              </c:ext>
            </c:extLst>
          </c:dPt>
          <c:dPt>
            <c:idx val="4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5F-C214-4F69-A723-505DF60252CB}"/>
              </c:ext>
            </c:extLst>
          </c:dPt>
          <c:dPt>
            <c:idx val="4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61-C214-4F69-A723-505DF60252CB}"/>
              </c:ext>
            </c:extLst>
          </c:dPt>
          <c:dPt>
            <c:idx val="4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63-C214-4F69-A723-505DF60252CB}"/>
              </c:ext>
            </c:extLst>
          </c:dPt>
          <c:dPt>
            <c:idx val="4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65-C214-4F69-A723-505DF60252CB}"/>
              </c:ext>
            </c:extLst>
          </c:dPt>
          <c:dPt>
            <c:idx val="4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67-C214-4F69-A723-505DF60252CB}"/>
              </c:ext>
            </c:extLst>
          </c:dPt>
          <c:dPt>
            <c:idx val="4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69-C214-4F69-A723-505DF60252CB}"/>
              </c:ext>
            </c:extLst>
          </c:dPt>
          <c:dPt>
            <c:idx val="4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6B-C214-4F69-A723-505DF60252CB}"/>
              </c:ext>
            </c:extLst>
          </c:dPt>
          <c:dPt>
            <c:idx val="5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6D-C214-4F69-A723-505DF60252CB}"/>
              </c:ext>
            </c:extLst>
          </c:dPt>
          <c:dPt>
            <c:idx val="5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6F-C214-4F69-A723-505DF60252CB}"/>
              </c:ext>
            </c:extLst>
          </c:dPt>
          <c:dPt>
            <c:idx val="5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71-C214-4F69-A723-505DF60252CB}"/>
              </c:ext>
            </c:extLst>
          </c:dPt>
          <c:dPt>
            <c:idx val="5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73-C214-4F69-A723-505DF60252CB}"/>
              </c:ext>
            </c:extLst>
          </c:dPt>
          <c:dPt>
            <c:idx val="5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75-C214-4F69-A723-505DF60252CB}"/>
              </c:ext>
            </c:extLst>
          </c:dPt>
          <c:dPt>
            <c:idx val="5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77-C214-4F69-A723-505DF60252CB}"/>
              </c:ext>
            </c:extLst>
          </c:dPt>
          <c:dPt>
            <c:idx val="5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79-C214-4F69-A723-505DF60252CB}"/>
              </c:ext>
            </c:extLst>
          </c:dPt>
          <c:dPt>
            <c:idx val="5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7B-C214-4F69-A723-505DF60252CB}"/>
              </c:ext>
            </c:extLst>
          </c:dPt>
          <c:dPt>
            <c:idx val="5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7D-C214-4F69-A723-505DF60252CB}"/>
              </c:ext>
            </c:extLst>
          </c:dPt>
          <c:dPt>
            <c:idx val="5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7F-C214-4F69-A723-505DF60252CB}"/>
              </c:ext>
            </c:extLst>
          </c:dPt>
          <c:dPt>
            <c:idx val="6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81-C214-4F69-A723-505DF60252CB}"/>
              </c:ext>
            </c:extLst>
          </c:dPt>
          <c:dPt>
            <c:idx val="6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83-C214-4F69-A723-505DF60252CB}"/>
              </c:ext>
            </c:extLst>
          </c:dPt>
          <c:dPt>
            <c:idx val="6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85-C214-4F69-A723-505DF60252CB}"/>
              </c:ext>
            </c:extLst>
          </c:dPt>
          <c:dPt>
            <c:idx val="6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87-C214-4F69-A723-505DF60252CB}"/>
              </c:ext>
            </c:extLst>
          </c:dPt>
          <c:dPt>
            <c:idx val="6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89-C214-4F69-A723-505DF60252CB}"/>
              </c:ext>
            </c:extLst>
          </c:dPt>
          <c:dPt>
            <c:idx val="6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8B-C214-4F69-A723-505DF60252CB}"/>
              </c:ext>
            </c:extLst>
          </c:dPt>
          <c:dPt>
            <c:idx val="6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8D-C214-4F69-A723-505DF60252CB}"/>
              </c:ext>
            </c:extLst>
          </c:dPt>
          <c:dPt>
            <c:idx val="6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8F-C214-4F69-A723-505DF60252CB}"/>
              </c:ext>
            </c:extLst>
          </c:dPt>
          <c:dPt>
            <c:idx val="6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91-C214-4F69-A723-505DF60252CB}"/>
              </c:ext>
            </c:extLst>
          </c:dPt>
          <c:dPt>
            <c:idx val="6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93-C214-4F69-A723-505DF60252CB}"/>
              </c:ext>
            </c:extLst>
          </c:dPt>
          <c:dPt>
            <c:idx val="7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95-C214-4F69-A723-505DF60252CB}"/>
              </c:ext>
            </c:extLst>
          </c:dPt>
          <c:dPt>
            <c:idx val="7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97-C214-4F69-A723-505DF60252CB}"/>
              </c:ext>
            </c:extLst>
          </c:dPt>
          <c:dPt>
            <c:idx val="7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99-C214-4F69-A723-505DF60252CB}"/>
              </c:ext>
            </c:extLst>
          </c:dPt>
          <c:dPt>
            <c:idx val="7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9B-C214-4F69-A723-505DF60252CB}"/>
              </c:ext>
            </c:extLst>
          </c:dPt>
          <c:dPt>
            <c:idx val="7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9D-C214-4F69-A723-505DF60252CB}"/>
              </c:ext>
            </c:extLst>
          </c:dPt>
          <c:dPt>
            <c:idx val="7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9F-C214-4F69-A723-505DF60252CB}"/>
              </c:ext>
            </c:extLst>
          </c:dPt>
          <c:dPt>
            <c:idx val="7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A1-C214-4F69-A723-505DF60252CB}"/>
              </c:ext>
            </c:extLst>
          </c:dPt>
          <c:dPt>
            <c:idx val="7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A3-C214-4F69-A723-505DF60252CB}"/>
              </c:ext>
            </c:extLst>
          </c:dPt>
          <c:dPt>
            <c:idx val="7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A5-C214-4F69-A723-505DF60252CB}"/>
              </c:ext>
            </c:extLst>
          </c:dPt>
          <c:dPt>
            <c:idx val="7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A7-C214-4F69-A723-505DF60252CB}"/>
              </c:ext>
            </c:extLst>
          </c:dPt>
          <c:dPt>
            <c:idx val="8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A9-C214-4F69-A723-505DF60252CB}"/>
              </c:ext>
            </c:extLst>
          </c:dPt>
          <c:dPt>
            <c:idx val="8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AB-C214-4F69-A723-505DF60252CB}"/>
              </c:ext>
            </c:extLst>
          </c:dPt>
          <c:dPt>
            <c:idx val="8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AD-C214-4F69-A723-505DF60252CB}"/>
              </c:ext>
            </c:extLst>
          </c:dPt>
          <c:dPt>
            <c:idx val="8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AF-C214-4F69-A723-505DF60252CB}"/>
              </c:ext>
            </c:extLst>
          </c:dPt>
          <c:dPt>
            <c:idx val="8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B1-C214-4F69-A723-505DF60252CB}"/>
              </c:ext>
            </c:extLst>
          </c:dPt>
          <c:dPt>
            <c:idx val="8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B3-C214-4F69-A723-505DF60252CB}"/>
              </c:ext>
            </c:extLst>
          </c:dPt>
          <c:dPt>
            <c:idx val="8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B5-C214-4F69-A723-505DF60252CB}"/>
              </c:ext>
            </c:extLst>
          </c:dPt>
          <c:dPt>
            <c:idx val="8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B7-C214-4F69-A723-505DF60252CB}"/>
              </c:ext>
            </c:extLst>
          </c:dPt>
          <c:dPt>
            <c:idx val="8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B9-C214-4F69-A723-505DF60252CB}"/>
              </c:ext>
            </c:extLst>
          </c:dPt>
          <c:dPt>
            <c:idx val="8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BB-C214-4F69-A723-505DF60252CB}"/>
              </c:ext>
            </c:extLst>
          </c:dPt>
          <c:dPt>
            <c:idx val="9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BD-C214-4F69-A723-505DF60252CB}"/>
              </c:ext>
            </c:extLst>
          </c:dPt>
          <c:dPt>
            <c:idx val="9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BF-C214-4F69-A723-505DF60252CB}"/>
              </c:ext>
            </c:extLst>
          </c:dPt>
          <c:dPt>
            <c:idx val="9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C1-C214-4F69-A723-505DF60252CB}"/>
              </c:ext>
            </c:extLst>
          </c:dPt>
          <c:dPt>
            <c:idx val="9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C3-C214-4F69-A723-505DF60252CB}"/>
              </c:ext>
            </c:extLst>
          </c:dPt>
          <c:dPt>
            <c:idx val="9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C5-C214-4F69-A723-505DF60252CB}"/>
              </c:ext>
            </c:extLst>
          </c:dPt>
          <c:dPt>
            <c:idx val="9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C7-C214-4F69-A723-505DF60252CB}"/>
              </c:ext>
            </c:extLst>
          </c:dPt>
          <c:dPt>
            <c:idx val="9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C9-C214-4F69-A723-505DF60252CB}"/>
              </c:ext>
            </c:extLst>
          </c:dPt>
          <c:dPt>
            <c:idx val="9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CB-C214-4F69-A723-505DF60252CB}"/>
              </c:ext>
            </c:extLst>
          </c:dPt>
          <c:dPt>
            <c:idx val="9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CD-C214-4F69-A723-505DF60252CB}"/>
              </c:ext>
            </c:extLst>
          </c:dPt>
          <c:dPt>
            <c:idx val="9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CF-C214-4F69-A723-505DF60252CB}"/>
              </c:ext>
            </c:extLst>
          </c:dPt>
          <c:dPt>
            <c:idx val="10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D1-C214-4F69-A723-505DF60252CB}"/>
              </c:ext>
            </c:extLst>
          </c:dPt>
          <c:dPt>
            <c:idx val="10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D3-C214-4F69-A723-505DF60252CB}"/>
              </c:ext>
            </c:extLst>
          </c:dPt>
          <c:dPt>
            <c:idx val="10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D5-C214-4F69-A723-505DF60252CB}"/>
              </c:ext>
            </c:extLst>
          </c:dPt>
          <c:dPt>
            <c:idx val="10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D7-C214-4F69-A723-505DF60252CB}"/>
              </c:ext>
            </c:extLst>
          </c:dPt>
          <c:dPt>
            <c:idx val="10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D9-C214-4F69-A723-505DF60252CB}"/>
              </c:ext>
            </c:extLst>
          </c:dPt>
          <c:dPt>
            <c:idx val="10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DB-C214-4F69-A723-505DF60252CB}"/>
              </c:ext>
            </c:extLst>
          </c:dPt>
          <c:dPt>
            <c:idx val="10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DD-C214-4F69-A723-505DF60252CB}"/>
              </c:ext>
            </c:extLst>
          </c:dPt>
          <c:dPt>
            <c:idx val="10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DF-C214-4F69-A723-505DF60252CB}"/>
              </c:ext>
            </c:extLst>
          </c:dPt>
          <c:dPt>
            <c:idx val="10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E1-C214-4F69-A723-505DF60252CB}"/>
              </c:ext>
            </c:extLst>
          </c:dPt>
          <c:dPt>
            <c:idx val="10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E3-C214-4F69-A723-505DF60252CB}"/>
              </c:ext>
            </c:extLst>
          </c:dPt>
          <c:dPt>
            <c:idx val="11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E5-C214-4F69-A723-505DF60252CB}"/>
              </c:ext>
            </c:extLst>
          </c:dPt>
          <c:dPt>
            <c:idx val="11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E7-C214-4F69-A723-505DF60252CB}"/>
              </c:ext>
            </c:extLst>
          </c:dPt>
          <c:dPt>
            <c:idx val="11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E9-C214-4F69-A723-505DF60252CB}"/>
              </c:ext>
            </c:extLst>
          </c:dPt>
          <c:dPt>
            <c:idx val="11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EB-C214-4F69-A723-505DF60252CB}"/>
              </c:ext>
            </c:extLst>
          </c:dPt>
          <c:dPt>
            <c:idx val="11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ED-C214-4F69-A723-505DF60252CB}"/>
              </c:ext>
            </c:extLst>
          </c:dPt>
          <c:dPt>
            <c:idx val="11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EF-C214-4F69-A723-505DF60252CB}"/>
              </c:ext>
            </c:extLst>
          </c:dPt>
          <c:dPt>
            <c:idx val="11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F1-C214-4F69-A723-505DF60252CB}"/>
              </c:ext>
            </c:extLst>
          </c:dPt>
          <c:dPt>
            <c:idx val="11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F3-C214-4F69-A723-505DF60252CB}"/>
              </c:ext>
            </c:extLst>
          </c:dPt>
          <c:dPt>
            <c:idx val="11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F5-C214-4F69-A723-505DF60252CB}"/>
              </c:ext>
            </c:extLst>
          </c:dPt>
          <c:dPt>
            <c:idx val="11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F7-C214-4F69-A723-505DF60252CB}"/>
              </c:ext>
            </c:extLst>
          </c:dPt>
          <c:dPt>
            <c:idx val="12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F9-C214-4F69-A723-505DF60252CB}"/>
              </c:ext>
            </c:extLst>
          </c:dPt>
          <c:dPt>
            <c:idx val="12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FB-C214-4F69-A723-505DF60252CB}"/>
              </c:ext>
            </c:extLst>
          </c:dPt>
          <c:dPt>
            <c:idx val="12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FD-C214-4F69-A723-505DF60252CB}"/>
              </c:ext>
            </c:extLst>
          </c:dPt>
          <c:dPt>
            <c:idx val="12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FF-C214-4F69-A723-505DF60252CB}"/>
              </c:ext>
            </c:extLst>
          </c:dPt>
          <c:dPt>
            <c:idx val="12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01-C214-4F69-A723-505DF60252CB}"/>
              </c:ext>
            </c:extLst>
          </c:dPt>
          <c:dPt>
            <c:idx val="12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03-C214-4F69-A723-505DF60252CB}"/>
              </c:ext>
            </c:extLst>
          </c:dPt>
          <c:dPt>
            <c:idx val="12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05-C214-4F69-A723-505DF60252CB}"/>
              </c:ext>
            </c:extLst>
          </c:dPt>
          <c:dPt>
            <c:idx val="12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07-C214-4F69-A723-505DF60252CB}"/>
              </c:ext>
            </c:extLst>
          </c:dPt>
          <c:dPt>
            <c:idx val="12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09-C214-4F69-A723-505DF60252CB}"/>
              </c:ext>
            </c:extLst>
          </c:dPt>
          <c:dPt>
            <c:idx val="12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0B-C214-4F69-A723-505DF60252CB}"/>
              </c:ext>
            </c:extLst>
          </c:dPt>
          <c:dPt>
            <c:idx val="13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0D-C214-4F69-A723-505DF60252CB}"/>
              </c:ext>
            </c:extLst>
          </c:dPt>
          <c:dPt>
            <c:idx val="13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0F-C214-4F69-A723-505DF60252CB}"/>
              </c:ext>
            </c:extLst>
          </c:dPt>
          <c:dPt>
            <c:idx val="13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11-C214-4F69-A723-505DF60252CB}"/>
              </c:ext>
            </c:extLst>
          </c:dPt>
          <c:dPt>
            <c:idx val="13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13-C214-4F69-A723-505DF60252CB}"/>
              </c:ext>
            </c:extLst>
          </c:dPt>
          <c:dPt>
            <c:idx val="13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15-C214-4F69-A723-505DF60252CB}"/>
              </c:ext>
            </c:extLst>
          </c:dPt>
          <c:dPt>
            <c:idx val="13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17-C214-4F69-A723-505DF60252CB}"/>
              </c:ext>
            </c:extLst>
          </c:dPt>
          <c:dPt>
            <c:idx val="13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19-C214-4F69-A723-505DF60252CB}"/>
              </c:ext>
            </c:extLst>
          </c:dPt>
          <c:dPt>
            <c:idx val="13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1B-C214-4F69-A723-505DF60252CB}"/>
              </c:ext>
            </c:extLst>
          </c:dPt>
          <c:dPt>
            <c:idx val="13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1D-C214-4F69-A723-505DF60252CB}"/>
              </c:ext>
            </c:extLst>
          </c:dPt>
          <c:dPt>
            <c:idx val="13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1F-C214-4F69-A723-505DF60252CB}"/>
              </c:ext>
            </c:extLst>
          </c:dPt>
          <c:dPt>
            <c:idx val="14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21-C214-4F69-A723-505DF60252CB}"/>
              </c:ext>
            </c:extLst>
          </c:dPt>
          <c:dPt>
            <c:idx val="14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23-C214-4F69-A723-505DF60252CB}"/>
              </c:ext>
            </c:extLst>
          </c:dPt>
          <c:dPt>
            <c:idx val="14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25-C214-4F69-A723-505DF60252CB}"/>
              </c:ext>
            </c:extLst>
          </c:dPt>
          <c:dPt>
            <c:idx val="14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27-C214-4F69-A723-505DF60252CB}"/>
              </c:ext>
            </c:extLst>
          </c:dPt>
          <c:dPt>
            <c:idx val="14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29-C214-4F69-A723-505DF60252CB}"/>
              </c:ext>
            </c:extLst>
          </c:dPt>
          <c:dPt>
            <c:idx val="14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2B-C214-4F69-A723-505DF60252CB}"/>
              </c:ext>
            </c:extLst>
          </c:dPt>
          <c:dPt>
            <c:idx val="14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2D-C214-4F69-A723-505DF60252CB}"/>
              </c:ext>
            </c:extLst>
          </c:dPt>
          <c:dPt>
            <c:idx val="14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2F-C214-4F69-A723-505DF60252CB}"/>
              </c:ext>
            </c:extLst>
          </c:dPt>
          <c:dPt>
            <c:idx val="14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31-C214-4F69-A723-505DF60252CB}"/>
              </c:ext>
            </c:extLst>
          </c:dPt>
          <c:dPt>
            <c:idx val="14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33-C214-4F69-A723-505DF60252CB}"/>
              </c:ext>
            </c:extLst>
          </c:dPt>
          <c:dPt>
            <c:idx val="15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35-C214-4F69-A723-505DF60252CB}"/>
              </c:ext>
            </c:extLst>
          </c:dPt>
          <c:dPt>
            <c:idx val="15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37-C214-4F69-A723-505DF60252CB}"/>
              </c:ext>
            </c:extLst>
          </c:dPt>
          <c:dPt>
            <c:idx val="15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39-C214-4F69-A723-505DF60252CB}"/>
              </c:ext>
            </c:extLst>
          </c:dPt>
          <c:dPt>
            <c:idx val="15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3B-C214-4F69-A723-505DF60252CB}"/>
              </c:ext>
            </c:extLst>
          </c:dPt>
          <c:dPt>
            <c:idx val="15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3D-C214-4F69-A723-505DF60252CB}"/>
              </c:ext>
            </c:extLst>
          </c:dPt>
          <c:dPt>
            <c:idx val="15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3F-C214-4F69-A723-505DF60252CB}"/>
              </c:ext>
            </c:extLst>
          </c:dPt>
          <c:dPt>
            <c:idx val="15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41-C214-4F69-A723-505DF60252CB}"/>
              </c:ext>
            </c:extLst>
          </c:dPt>
          <c:dPt>
            <c:idx val="15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43-C214-4F69-A723-505DF60252CB}"/>
              </c:ext>
            </c:extLst>
          </c:dPt>
          <c:dPt>
            <c:idx val="15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45-C214-4F69-A723-505DF60252CB}"/>
              </c:ext>
            </c:extLst>
          </c:dPt>
          <c:dPt>
            <c:idx val="15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47-C214-4F69-A723-505DF60252CB}"/>
              </c:ext>
            </c:extLst>
          </c:dPt>
          <c:dPt>
            <c:idx val="16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49-C214-4F69-A723-505DF60252CB}"/>
              </c:ext>
            </c:extLst>
          </c:dPt>
          <c:dPt>
            <c:idx val="16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4B-C214-4F69-A723-505DF60252CB}"/>
              </c:ext>
            </c:extLst>
          </c:dPt>
          <c:dPt>
            <c:idx val="16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4D-C214-4F69-A723-505DF60252CB}"/>
              </c:ext>
            </c:extLst>
          </c:dPt>
          <c:dPt>
            <c:idx val="16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4F-C214-4F69-A723-505DF60252CB}"/>
              </c:ext>
            </c:extLst>
          </c:dPt>
          <c:dPt>
            <c:idx val="16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51-C214-4F69-A723-505DF60252CB}"/>
              </c:ext>
            </c:extLst>
          </c:dPt>
          <c:dPt>
            <c:idx val="16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53-C214-4F69-A723-505DF60252CB}"/>
              </c:ext>
            </c:extLst>
          </c:dPt>
          <c:dPt>
            <c:idx val="16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55-C214-4F69-A723-505DF60252CB}"/>
              </c:ext>
            </c:extLst>
          </c:dPt>
          <c:dPt>
            <c:idx val="16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57-C214-4F69-A723-505DF60252CB}"/>
              </c:ext>
            </c:extLst>
          </c:dPt>
          <c:dPt>
            <c:idx val="16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59-C214-4F69-A723-505DF60252CB}"/>
              </c:ext>
            </c:extLst>
          </c:dPt>
          <c:dPt>
            <c:idx val="16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5B-C214-4F69-A723-505DF60252CB}"/>
              </c:ext>
            </c:extLst>
          </c:dPt>
          <c:dPt>
            <c:idx val="17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5D-C214-4F69-A723-505DF60252CB}"/>
              </c:ext>
            </c:extLst>
          </c:dPt>
          <c:dPt>
            <c:idx val="17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5F-C214-4F69-A723-505DF60252CB}"/>
              </c:ext>
            </c:extLst>
          </c:dPt>
          <c:dPt>
            <c:idx val="17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61-C214-4F69-A723-505DF60252CB}"/>
              </c:ext>
            </c:extLst>
          </c:dPt>
          <c:dPt>
            <c:idx val="17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63-C214-4F69-A723-505DF60252CB}"/>
              </c:ext>
            </c:extLst>
          </c:dPt>
          <c:dPt>
            <c:idx val="17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65-C214-4F69-A723-505DF60252CB}"/>
              </c:ext>
            </c:extLst>
          </c:dPt>
          <c:dPt>
            <c:idx val="17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67-C214-4F69-A723-505DF60252CB}"/>
              </c:ext>
            </c:extLst>
          </c:dPt>
          <c:dPt>
            <c:idx val="17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69-C214-4F69-A723-505DF60252CB}"/>
              </c:ext>
            </c:extLst>
          </c:dPt>
          <c:dPt>
            <c:idx val="17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6B-C214-4F69-A723-505DF60252CB}"/>
              </c:ext>
            </c:extLst>
          </c:dPt>
          <c:dPt>
            <c:idx val="17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6D-C214-4F69-A723-505DF60252CB}"/>
              </c:ext>
            </c:extLst>
          </c:dPt>
          <c:dPt>
            <c:idx val="17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6F-C214-4F69-A723-505DF60252CB}"/>
              </c:ext>
            </c:extLst>
          </c:dPt>
          <c:dPt>
            <c:idx val="18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71-C214-4F69-A723-505DF60252CB}"/>
              </c:ext>
            </c:extLst>
          </c:dPt>
          <c:dPt>
            <c:idx val="18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73-C214-4F69-A723-505DF60252CB}"/>
              </c:ext>
            </c:extLst>
          </c:dPt>
          <c:dPt>
            <c:idx val="18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75-C214-4F69-A723-505DF60252CB}"/>
              </c:ext>
            </c:extLst>
          </c:dPt>
          <c:dPt>
            <c:idx val="18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77-C214-4F69-A723-505DF60252CB}"/>
              </c:ext>
            </c:extLst>
          </c:dPt>
          <c:dPt>
            <c:idx val="18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79-C214-4F69-A723-505DF60252CB}"/>
              </c:ext>
            </c:extLst>
          </c:dPt>
          <c:dPt>
            <c:idx val="18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7B-C214-4F69-A723-505DF60252CB}"/>
              </c:ext>
            </c:extLst>
          </c:dPt>
          <c:dPt>
            <c:idx val="18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7D-C214-4F69-A723-505DF60252CB}"/>
              </c:ext>
            </c:extLst>
          </c:dPt>
          <c:dPt>
            <c:idx val="18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7F-C214-4F69-A723-505DF60252CB}"/>
              </c:ext>
            </c:extLst>
          </c:dPt>
          <c:dPt>
            <c:idx val="18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81-C214-4F69-A723-505DF60252CB}"/>
              </c:ext>
            </c:extLst>
          </c:dPt>
          <c:dPt>
            <c:idx val="18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83-C214-4F69-A723-505DF60252CB}"/>
              </c:ext>
            </c:extLst>
          </c:dPt>
          <c:dPt>
            <c:idx val="19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85-C214-4F69-A723-505DF60252CB}"/>
              </c:ext>
            </c:extLst>
          </c:dPt>
          <c:dPt>
            <c:idx val="19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87-C214-4F69-A723-505DF60252CB}"/>
              </c:ext>
            </c:extLst>
          </c:dPt>
          <c:dPt>
            <c:idx val="19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89-C214-4F69-A723-505DF60252CB}"/>
              </c:ext>
            </c:extLst>
          </c:dPt>
          <c:dPt>
            <c:idx val="19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8B-C214-4F69-A723-505DF60252CB}"/>
              </c:ext>
            </c:extLst>
          </c:dPt>
          <c:dPt>
            <c:idx val="19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8D-C214-4F69-A723-505DF60252CB}"/>
              </c:ext>
            </c:extLst>
          </c:dPt>
          <c:dPt>
            <c:idx val="19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8F-C214-4F69-A723-505DF60252CB}"/>
              </c:ext>
            </c:extLst>
          </c:dPt>
          <c:dPt>
            <c:idx val="19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91-C214-4F69-A723-505DF60252CB}"/>
              </c:ext>
            </c:extLst>
          </c:dPt>
          <c:dPt>
            <c:idx val="19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93-C214-4F69-A723-505DF60252CB}"/>
              </c:ext>
            </c:extLst>
          </c:dPt>
          <c:dPt>
            <c:idx val="19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95-C214-4F69-A723-505DF60252CB}"/>
              </c:ext>
            </c:extLst>
          </c:dPt>
          <c:dPt>
            <c:idx val="19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97-C214-4F69-A723-505DF60252CB}"/>
              </c:ext>
            </c:extLst>
          </c:dPt>
          <c:dPt>
            <c:idx val="20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99-C214-4F69-A723-505DF60252CB}"/>
              </c:ext>
            </c:extLst>
          </c:dPt>
          <c:dPt>
            <c:idx val="20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9B-C214-4F69-A723-505DF60252CB}"/>
              </c:ext>
            </c:extLst>
          </c:dPt>
          <c:dPt>
            <c:idx val="20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9D-C214-4F69-A723-505DF60252CB}"/>
              </c:ext>
            </c:extLst>
          </c:dPt>
          <c:dPt>
            <c:idx val="20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9F-C214-4F69-A723-505DF60252CB}"/>
              </c:ext>
            </c:extLst>
          </c:dPt>
          <c:dPt>
            <c:idx val="20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A1-C214-4F69-A723-505DF60252CB}"/>
              </c:ext>
            </c:extLst>
          </c:dPt>
          <c:dPt>
            <c:idx val="20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A3-C214-4F69-A723-505DF60252CB}"/>
              </c:ext>
            </c:extLst>
          </c:dPt>
          <c:dPt>
            <c:idx val="20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A5-C214-4F69-A723-505DF60252CB}"/>
              </c:ext>
            </c:extLst>
          </c:dPt>
          <c:dPt>
            <c:idx val="20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A7-C214-4F69-A723-505DF60252CB}"/>
              </c:ext>
            </c:extLst>
          </c:dPt>
          <c:dPt>
            <c:idx val="20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A9-C214-4F69-A723-505DF60252CB}"/>
              </c:ext>
            </c:extLst>
          </c:dPt>
          <c:dPt>
            <c:idx val="20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AB-C214-4F69-A723-505DF60252CB}"/>
              </c:ext>
            </c:extLst>
          </c:dPt>
          <c:dPt>
            <c:idx val="21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AD-C214-4F69-A723-505DF60252CB}"/>
              </c:ext>
            </c:extLst>
          </c:dPt>
          <c:dPt>
            <c:idx val="21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AF-C214-4F69-A723-505DF60252CB}"/>
              </c:ext>
            </c:extLst>
          </c:dPt>
          <c:dPt>
            <c:idx val="21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B1-C214-4F69-A723-505DF60252CB}"/>
              </c:ext>
            </c:extLst>
          </c:dPt>
          <c:dPt>
            <c:idx val="21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B3-C214-4F69-A723-505DF60252CB}"/>
              </c:ext>
            </c:extLst>
          </c:dPt>
          <c:dPt>
            <c:idx val="21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B5-C214-4F69-A723-505DF60252CB}"/>
              </c:ext>
            </c:extLst>
          </c:dPt>
          <c:dPt>
            <c:idx val="21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B7-C214-4F69-A723-505DF60252CB}"/>
              </c:ext>
            </c:extLst>
          </c:dPt>
          <c:dPt>
            <c:idx val="21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B9-C214-4F69-A723-505DF60252CB}"/>
              </c:ext>
            </c:extLst>
          </c:dPt>
          <c:dPt>
            <c:idx val="21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BB-C214-4F69-A723-505DF60252CB}"/>
              </c:ext>
            </c:extLst>
          </c:dPt>
          <c:dPt>
            <c:idx val="21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BD-C214-4F69-A723-505DF60252CB}"/>
              </c:ext>
            </c:extLst>
          </c:dPt>
          <c:dPt>
            <c:idx val="21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BF-C214-4F69-A723-505DF60252CB}"/>
              </c:ext>
            </c:extLst>
          </c:dPt>
          <c:dPt>
            <c:idx val="22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C1-C214-4F69-A723-505DF60252CB}"/>
              </c:ext>
            </c:extLst>
          </c:dPt>
          <c:dPt>
            <c:idx val="22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C3-C214-4F69-A723-505DF60252CB}"/>
              </c:ext>
            </c:extLst>
          </c:dPt>
          <c:dPt>
            <c:idx val="22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C5-C214-4F69-A723-505DF60252CB}"/>
              </c:ext>
            </c:extLst>
          </c:dPt>
          <c:dPt>
            <c:idx val="22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C7-C214-4F69-A723-505DF60252CB}"/>
              </c:ext>
            </c:extLst>
          </c:dPt>
          <c:dPt>
            <c:idx val="22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C9-C214-4F69-A723-505DF60252CB}"/>
              </c:ext>
            </c:extLst>
          </c:dPt>
          <c:dPt>
            <c:idx val="22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CB-C214-4F69-A723-505DF60252CB}"/>
              </c:ext>
            </c:extLst>
          </c:dPt>
          <c:dPt>
            <c:idx val="22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CD-C214-4F69-A723-505DF60252CB}"/>
              </c:ext>
            </c:extLst>
          </c:dPt>
          <c:dPt>
            <c:idx val="22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CF-C214-4F69-A723-505DF60252CB}"/>
              </c:ext>
            </c:extLst>
          </c:dPt>
          <c:dPt>
            <c:idx val="22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D1-C214-4F69-A723-505DF60252CB}"/>
              </c:ext>
            </c:extLst>
          </c:dPt>
          <c:dPt>
            <c:idx val="22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D3-C214-4F69-A723-505DF60252CB}"/>
              </c:ext>
            </c:extLst>
          </c:dPt>
          <c:dPt>
            <c:idx val="23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D5-C214-4F69-A723-505DF60252CB}"/>
              </c:ext>
            </c:extLst>
          </c:dPt>
          <c:dPt>
            <c:idx val="23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D7-C214-4F69-A723-505DF60252CB}"/>
              </c:ext>
            </c:extLst>
          </c:dPt>
          <c:dPt>
            <c:idx val="23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D9-C214-4F69-A723-505DF60252CB}"/>
              </c:ext>
            </c:extLst>
          </c:dPt>
          <c:dPt>
            <c:idx val="23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DB-C214-4F69-A723-505DF60252CB}"/>
              </c:ext>
            </c:extLst>
          </c:dPt>
          <c:dPt>
            <c:idx val="23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DD-C214-4F69-A723-505DF60252CB}"/>
              </c:ext>
            </c:extLst>
          </c:dPt>
          <c:dPt>
            <c:idx val="23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DF-C214-4F69-A723-505DF60252CB}"/>
              </c:ext>
            </c:extLst>
          </c:dPt>
          <c:dPt>
            <c:idx val="23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E1-C214-4F69-A723-505DF60252CB}"/>
              </c:ext>
            </c:extLst>
          </c:dPt>
          <c:dPt>
            <c:idx val="23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E3-C214-4F69-A723-505DF60252CB}"/>
              </c:ext>
            </c:extLst>
          </c:dPt>
          <c:dPt>
            <c:idx val="23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E5-C214-4F69-A723-505DF60252CB}"/>
              </c:ext>
            </c:extLst>
          </c:dPt>
          <c:dPt>
            <c:idx val="23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E7-C214-4F69-A723-505DF60252CB}"/>
              </c:ext>
            </c:extLst>
          </c:dPt>
          <c:dPt>
            <c:idx val="24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E9-C214-4F69-A723-505DF60252CB}"/>
              </c:ext>
            </c:extLst>
          </c:dPt>
          <c:dPt>
            <c:idx val="24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EB-C214-4F69-A723-505DF60252CB}"/>
              </c:ext>
            </c:extLst>
          </c:dPt>
          <c:dPt>
            <c:idx val="24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ED-C214-4F69-A723-505DF60252CB}"/>
              </c:ext>
            </c:extLst>
          </c:dPt>
          <c:dPt>
            <c:idx val="24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EF-C214-4F69-A723-505DF60252CB}"/>
              </c:ext>
            </c:extLst>
          </c:dPt>
          <c:dPt>
            <c:idx val="24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F1-C214-4F69-A723-505DF60252CB}"/>
              </c:ext>
            </c:extLst>
          </c:dPt>
          <c:dPt>
            <c:idx val="24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F3-C214-4F69-A723-505DF60252CB}"/>
              </c:ext>
            </c:extLst>
          </c:dPt>
          <c:dPt>
            <c:idx val="24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F5-C214-4F69-A723-505DF60252CB}"/>
              </c:ext>
            </c:extLst>
          </c:dPt>
          <c:dPt>
            <c:idx val="24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F7-C214-4F69-A723-505DF60252CB}"/>
              </c:ext>
            </c:extLst>
          </c:dPt>
          <c:dPt>
            <c:idx val="24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F9-C214-4F69-A723-505DF60252CB}"/>
              </c:ext>
            </c:extLst>
          </c:dPt>
          <c:dPt>
            <c:idx val="24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FB-C214-4F69-A723-505DF60252CB}"/>
              </c:ext>
            </c:extLst>
          </c:dPt>
          <c:dPt>
            <c:idx val="25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FD-C214-4F69-A723-505DF60252CB}"/>
              </c:ext>
            </c:extLst>
          </c:dPt>
          <c:dPt>
            <c:idx val="25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1FF-C214-4F69-A723-505DF60252CB}"/>
              </c:ext>
            </c:extLst>
          </c:dPt>
          <c:dPt>
            <c:idx val="25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01-C214-4F69-A723-505DF60252CB}"/>
              </c:ext>
            </c:extLst>
          </c:dPt>
          <c:dPt>
            <c:idx val="25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03-C214-4F69-A723-505DF60252CB}"/>
              </c:ext>
            </c:extLst>
          </c:dPt>
          <c:dPt>
            <c:idx val="25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05-C214-4F69-A723-505DF60252CB}"/>
              </c:ext>
            </c:extLst>
          </c:dPt>
          <c:dPt>
            <c:idx val="25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07-C214-4F69-A723-505DF60252CB}"/>
              </c:ext>
            </c:extLst>
          </c:dPt>
          <c:dPt>
            <c:idx val="25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09-C214-4F69-A723-505DF60252CB}"/>
              </c:ext>
            </c:extLst>
          </c:dPt>
          <c:dPt>
            <c:idx val="25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0B-C214-4F69-A723-505DF60252CB}"/>
              </c:ext>
            </c:extLst>
          </c:dPt>
          <c:dPt>
            <c:idx val="25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0D-C214-4F69-A723-505DF60252CB}"/>
              </c:ext>
            </c:extLst>
          </c:dPt>
          <c:dPt>
            <c:idx val="25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0F-C214-4F69-A723-505DF60252CB}"/>
              </c:ext>
            </c:extLst>
          </c:dPt>
          <c:dPt>
            <c:idx val="26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11-C214-4F69-A723-505DF60252CB}"/>
              </c:ext>
            </c:extLst>
          </c:dPt>
          <c:dPt>
            <c:idx val="26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13-C214-4F69-A723-505DF60252CB}"/>
              </c:ext>
            </c:extLst>
          </c:dPt>
          <c:dPt>
            <c:idx val="26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15-C214-4F69-A723-505DF60252CB}"/>
              </c:ext>
            </c:extLst>
          </c:dPt>
          <c:dPt>
            <c:idx val="26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17-C214-4F69-A723-505DF60252CB}"/>
              </c:ext>
            </c:extLst>
          </c:dPt>
          <c:dPt>
            <c:idx val="26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19-C214-4F69-A723-505DF60252CB}"/>
              </c:ext>
            </c:extLst>
          </c:dPt>
          <c:dPt>
            <c:idx val="26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1B-C214-4F69-A723-505DF60252CB}"/>
              </c:ext>
            </c:extLst>
          </c:dPt>
          <c:dPt>
            <c:idx val="26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1D-C214-4F69-A723-505DF60252CB}"/>
              </c:ext>
            </c:extLst>
          </c:dPt>
          <c:dPt>
            <c:idx val="26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1F-C214-4F69-A723-505DF60252CB}"/>
              </c:ext>
            </c:extLst>
          </c:dPt>
          <c:dPt>
            <c:idx val="26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21-C214-4F69-A723-505DF60252CB}"/>
              </c:ext>
            </c:extLst>
          </c:dPt>
          <c:dPt>
            <c:idx val="26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23-C214-4F69-A723-505DF60252CB}"/>
              </c:ext>
            </c:extLst>
          </c:dPt>
          <c:dPt>
            <c:idx val="27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25-C214-4F69-A723-505DF60252CB}"/>
              </c:ext>
            </c:extLst>
          </c:dPt>
          <c:dPt>
            <c:idx val="27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27-C214-4F69-A723-505DF60252CB}"/>
              </c:ext>
            </c:extLst>
          </c:dPt>
          <c:dPt>
            <c:idx val="27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29-C214-4F69-A723-505DF60252CB}"/>
              </c:ext>
            </c:extLst>
          </c:dPt>
          <c:dPt>
            <c:idx val="27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2B-C214-4F69-A723-505DF60252CB}"/>
              </c:ext>
            </c:extLst>
          </c:dPt>
          <c:dPt>
            <c:idx val="27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2D-C214-4F69-A723-505DF60252CB}"/>
              </c:ext>
            </c:extLst>
          </c:dPt>
          <c:dPt>
            <c:idx val="27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2F-C214-4F69-A723-505DF60252CB}"/>
              </c:ext>
            </c:extLst>
          </c:dPt>
          <c:dPt>
            <c:idx val="27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31-C214-4F69-A723-505DF60252CB}"/>
              </c:ext>
            </c:extLst>
          </c:dPt>
          <c:dPt>
            <c:idx val="27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33-C214-4F69-A723-505DF60252CB}"/>
              </c:ext>
            </c:extLst>
          </c:dPt>
          <c:dPt>
            <c:idx val="27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35-C214-4F69-A723-505DF60252CB}"/>
              </c:ext>
            </c:extLst>
          </c:dPt>
          <c:dPt>
            <c:idx val="27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37-C214-4F69-A723-505DF60252CB}"/>
              </c:ext>
            </c:extLst>
          </c:dPt>
          <c:dPt>
            <c:idx val="28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39-C214-4F69-A723-505DF60252CB}"/>
              </c:ext>
            </c:extLst>
          </c:dPt>
          <c:dPt>
            <c:idx val="28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3B-C214-4F69-A723-505DF60252CB}"/>
              </c:ext>
            </c:extLst>
          </c:dPt>
          <c:dPt>
            <c:idx val="28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3D-C214-4F69-A723-505DF60252CB}"/>
              </c:ext>
            </c:extLst>
          </c:dPt>
          <c:dPt>
            <c:idx val="28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3F-C214-4F69-A723-505DF60252CB}"/>
              </c:ext>
            </c:extLst>
          </c:dPt>
          <c:dPt>
            <c:idx val="28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41-C214-4F69-A723-505DF60252CB}"/>
              </c:ext>
            </c:extLst>
          </c:dPt>
          <c:dPt>
            <c:idx val="28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43-C214-4F69-A723-505DF60252CB}"/>
              </c:ext>
            </c:extLst>
          </c:dPt>
          <c:dPt>
            <c:idx val="28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45-C214-4F69-A723-505DF60252CB}"/>
              </c:ext>
            </c:extLst>
          </c:dPt>
          <c:dPt>
            <c:idx val="28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47-C214-4F69-A723-505DF60252CB}"/>
              </c:ext>
            </c:extLst>
          </c:dPt>
          <c:dPt>
            <c:idx val="28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49-C214-4F69-A723-505DF60252CB}"/>
              </c:ext>
            </c:extLst>
          </c:dPt>
          <c:dPt>
            <c:idx val="28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4B-C214-4F69-A723-505DF60252CB}"/>
              </c:ext>
            </c:extLst>
          </c:dPt>
          <c:dPt>
            <c:idx val="29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4D-C214-4F69-A723-505DF60252CB}"/>
              </c:ext>
            </c:extLst>
          </c:dPt>
          <c:dPt>
            <c:idx val="29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4F-C214-4F69-A723-505DF60252CB}"/>
              </c:ext>
            </c:extLst>
          </c:dPt>
          <c:dPt>
            <c:idx val="29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51-C214-4F69-A723-505DF60252CB}"/>
              </c:ext>
            </c:extLst>
          </c:dPt>
          <c:dPt>
            <c:idx val="29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53-C214-4F69-A723-505DF60252CB}"/>
              </c:ext>
            </c:extLst>
          </c:dPt>
          <c:dPt>
            <c:idx val="29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55-C214-4F69-A723-505DF60252CB}"/>
              </c:ext>
            </c:extLst>
          </c:dPt>
          <c:dPt>
            <c:idx val="29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57-C214-4F69-A723-505DF60252CB}"/>
              </c:ext>
            </c:extLst>
          </c:dPt>
          <c:dPt>
            <c:idx val="29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59-C214-4F69-A723-505DF60252CB}"/>
              </c:ext>
            </c:extLst>
          </c:dPt>
          <c:dPt>
            <c:idx val="29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5B-C214-4F69-A723-505DF60252CB}"/>
              </c:ext>
            </c:extLst>
          </c:dPt>
          <c:dPt>
            <c:idx val="29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5D-C214-4F69-A723-505DF60252CB}"/>
              </c:ext>
            </c:extLst>
          </c:dPt>
          <c:dPt>
            <c:idx val="29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5F-C214-4F69-A723-505DF60252CB}"/>
              </c:ext>
            </c:extLst>
          </c:dPt>
          <c:dPt>
            <c:idx val="30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61-C214-4F69-A723-505DF60252CB}"/>
              </c:ext>
            </c:extLst>
          </c:dPt>
          <c:dPt>
            <c:idx val="30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63-C214-4F69-A723-505DF60252CB}"/>
              </c:ext>
            </c:extLst>
          </c:dPt>
          <c:dPt>
            <c:idx val="30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65-C214-4F69-A723-505DF60252CB}"/>
              </c:ext>
            </c:extLst>
          </c:dPt>
          <c:dPt>
            <c:idx val="30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67-C214-4F69-A723-505DF60252CB}"/>
              </c:ext>
            </c:extLst>
          </c:dPt>
          <c:dPt>
            <c:idx val="30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69-C214-4F69-A723-505DF60252CB}"/>
              </c:ext>
            </c:extLst>
          </c:dPt>
          <c:dPt>
            <c:idx val="30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6B-C214-4F69-A723-505DF60252CB}"/>
              </c:ext>
            </c:extLst>
          </c:dPt>
          <c:dPt>
            <c:idx val="30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6D-C214-4F69-A723-505DF60252CB}"/>
              </c:ext>
            </c:extLst>
          </c:dPt>
          <c:dPt>
            <c:idx val="30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6F-C214-4F69-A723-505DF60252CB}"/>
              </c:ext>
            </c:extLst>
          </c:dPt>
          <c:dPt>
            <c:idx val="30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71-C214-4F69-A723-505DF60252CB}"/>
              </c:ext>
            </c:extLst>
          </c:dPt>
          <c:dPt>
            <c:idx val="30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73-C214-4F69-A723-505DF60252CB}"/>
              </c:ext>
            </c:extLst>
          </c:dPt>
          <c:dPt>
            <c:idx val="31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75-C214-4F69-A723-505DF60252CB}"/>
              </c:ext>
            </c:extLst>
          </c:dPt>
          <c:dPt>
            <c:idx val="31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77-C214-4F69-A723-505DF60252CB}"/>
              </c:ext>
            </c:extLst>
          </c:dPt>
          <c:dPt>
            <c:idx val="31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79-C214-4F69-A723-505DF60252CB}"/>
              </c:ext>
            </c:extLst>
          </c:dPt>
          <c:dPt>
            <c:idx val="31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7B-C214-4F69-A723-505DF60252CB}"/>
              </c:ext>
            </c:extLst>
          </c:dPt>
          <c:dPt>
            <c:idx val="31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7D-C214-4F69-A723-505DF60252CB}"/>
              </c:ext>
            </c:extLst>
          </c:dPt>
          <c:dPt>
            <c:idx val="31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7F-C214-4F69-A723-505DF60252CB}"/>
              </c:ext>
            </c:extLst>
          </c:dPt>
          <c:dPt>
            <c:idx val="31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81-C214-4F69-A723-505DF60252CB}"/>
              </c:ext>
            </c:extLst>
          </c:dPt>
          <c:dPt>
            <c:idx val="31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83-C214-4F69-A723-505DF60252CB}"/>
              </c:ext>
            </c:extLst>
          </c:dPt>
          <c:dPt>
            <c:idx val="31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85-C214-4F69-A723-505DF60252CB}"/>
              </c:ext>
            </c:extLst>
          </c:dPt>
          <c:dPt>
            <c:idx val="31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87-C214-4F69-A723-505DF60252CB}"/>
              </c:ext>
            </c:extLst>
          </c:dPt>
          <c:dPt>
            <c:idx val="32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89-C214-4F69-A723-505DF60252CB}"/>
              </c:ext>
            </c:extLst>
          </c:dPt>
          <c:dPt>
            <c:idx val="32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8B-C214-4F69-A723-505DF60252CB}"/>
              </c:ext>
            </c:extLst>
          </c:dPt>
          <c:dPt>
            <c:idx val="32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8D-C214-4F69-A723-505DF60252CB}"/>
              </c:ext>
            </c:extLst>
          </c:dPt>
          <c:dPt>
            <c:idx val="32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8F-C214-4F69-A723-505DF60252CB}"/>
              </c:ext>
            </c:extLst>
          </c:dPt>
          <c:dPt>
            <c:idx val="32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91-C214-4F69-A723-505DF60252CB}"/>
              </c:ext>
            </c:extLst>
          </c:dPt>
          <c:dPt>
            <c:idx val="32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93-C214-4F69-A723-505DF60252CB}"/>
              </c:ext>
            </c:extLst>
          </c:dPt>
          <c:dPt>
            <c:idx val="32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95-C214-4F69-A723-505DF60252CB}"/>
              </c:ext>
            </c:extLst>
          </c:dPt>
          <c:dPt>
            <c:idx val="32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97-C214-4F69-A723-505DF60252CB}"/>
              </c:ext>
            </c:extLst>
          </c:dPt>
          <c:dPt>
            <c:idx val="32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99-C214-4F69-A723-505DF60252CB}"/>
              </c:ext>
            </c:extLst>
          </c:dPt>
          <c:dPt>
            <c:idx val="32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9B-C214-4F69-A723-505DF60252CB}"/>
              </c:ext>
            </c:extLst>
          </c:dPt>
          <c:dPt>
            <c:idx val="33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9D-C214-4F69-A723-505DF60252CB}"/>
              </c:ext>
            </c:extLst>
          </c:dPt>
          <c:dPt>
            <c:idx val="33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9F-C214-4F69-A723-505DF60252CB}"/>
              </c:ext>
            </c:extLst>
          </c:dPt>
          <c:dPt>
            <c:idx val="33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A1-C214-4F69-A723-505DF60252CB}"/>
              </c:ext>
            </c:extLst>
          </c:dPt>
          <c:dPt>
            <c:idx val="33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A3-C214-4F69-A723-505DF60252CB}"/>
              </c:ext>
            </c:extLst>
          </c:dPt>
          <c:dPt>
            <c:idx val="33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A5-C214-4F69-A723-505DF60252CB}"/>
              </c:ext>
            </c:extLst>
          </c:dPt>
          <c:dPt>
            <c:idx val="33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A7-C214-4F69-A723-505DF60252CB}"/>
              </c:ext>
            </c:extLst>
          </c:dPt>
          <c:dPt>
            <c:idx val="33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A9-C214-4F69-A723-505DF60252CB}"/>
              </c:ext>
            </c:extLst>
          </c:dPt>
          <c:dPt>
            <c:idx val="33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AB-C214-4F69-A723-505DF60252CB}"/>
              </c:ext>
            </c:extLst>
          </c:dPt>
          <c:dPt>
            <c:idx val="33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AD-C214-4F69-A723-505DF60252CB}"/>
              </c:ext>
            </c:extLst>
          </c:dPt>
          <c:dPt>
            <c:idx val="33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AF-C214-4F69-A723-505DF60252CB}"/>
              </c:ext>
            </c:extLst>
          </c:dPt>
          <c:dPt>
            <c:idx val="34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B1-C214-4F69-A723-505DF60252CB}"/>
              </c:ext>
            </c:extLst>
          </c:dPt>
          <c:dPt>
            <c:idx val="34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B3-C214-4F69-A723-505DF60252CB}"/>
              </c:ext>
            </c:extLst>
          </c:dPt>
          <c:dPt>
            <c:idx val="34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B5-C214-4F69-A723-505DF60252CB}"/>
              </c:ext>
            </c:extLst>
          </c:dPt>
          <c:dPt>
            <c:idx val="34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B7-C214-4F69-A723-505DF60252CB}"/>
              </c:ext>
            </c:extLst>
          </c:dPt>
          <c:dPt>
            <c:idx val="34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B9-C214-4F69-A723-505DF60252CB}"/>
              </c:ext>
            </c:extLst>
          </c:dPt>
          <c:dPt>
            <c:idx val="34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BB-C214-4F69-A723-505DF60252CB}"/>
              </c:ext>
            </c:extLst>
          </c:dPt>
          <c:dPt>
            <c:idx val="34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BD-C214-4F69-A723-505DF60252CB}"/>
              </c:ext>
            </c:extLst>
          </c:dPt>
          <c:dPt>
            <c:idx val="34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BF-C214-4F69-A723-505DF60252CB}"/>
              </c:ext>
            </c:extLst>
          </c:dPt>
          <c:dPt>
            <c:idx val="34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C1-C214-4F69-A723-505DF60252CB}"/>
              </c:ext>
            </c:extLst>
          </c:dPt>
          <c:dPt>
            <c:idx val="34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C3-C214-4F69-A723-505DF60252CB}"/>
              </c:ext>
            </c:extLst>
          </c:dPt>
          <c:dPt>
            <c:idx val="35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C5-C214-4F69-A723-505DF60252CB}"/>
              </c:ext>
            </c:extLst>
          </c:dPt>
          <c:dPt>
            <c:idx val="35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C7-C214-4F69-A723-505DF60252CB}"/>
              </c:ext>
            </c:extLst>
          </c:dPt>
          <c:dPt>
            <c:idx val="35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C9-C214-4F69-A723-505DF60252CB}"/>
              </c:ext>
            </c:extLst>
          </c:dPt>
          <c:dPt>
            <c:idx val="35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CB-C214-4F69-A723-505DF60252CB}"/>
              </c:ext>
            </c:extLst>
          </c:dPt>
          <c:dPt>
            <c:idx val="35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CD-C214-4F69-A723-505DF60252CB}"/>
              </c:ext>
            </c:extLst>
          </c:dPt>
          <c:dPt>
            <c:idx val="35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CF-C214-4F69-A723-505DF60252CB}"/>
              </c:ext>
            </c:extLst>
          </c:dPt>
          <c:dPt>
            <c:idx val="35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D1-C214-4F69-A723-505DF60252CB}"/>
              </c:ext>
            </c:extLst>
          </c:dPt>
          <c:dPt>
            <c:idx val="35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D3-C214-4F69-A723-505DF60252CB}"/>
              </c:ext>
            </c:extLst>
          </c:dPt>
          <c:dPt>
            <c:idx val="35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D5-C214-4F69-A723-505DF60252CB}"/>
              </c:ext>
            </c:extLst>
          </c:dPt>
          <c:dPt>
            <c:idx val="35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D7-C214-4F69-A723-505DF60252CB}"/>
              </c:ext>
            </c:extLst>
          </c:dPt>
          <c:dPt>
            <c:idx val="36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D9-C214-4F69-A723-505DF60252CB}"/>
              </c:ext>
            </c:extLst>
          </c:dPt>
          <c:dPt>
            <c:idx val="36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DB-C214-4F69-A723-505DF60252CB}"/>
              </c:ext>
            </c:extLst>
          </c:dPt>
          <c:dPt>
            <c:idx val="36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DD-C214-4F69-A723-505DF60252CB}"/>
              </c:ext>
            </c:extLst>
          </c:dPt>
          <c:dPt>
            <c:idx val="36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DF-C214-4F69-A723-505DF60252CB}"/>
              </c:ext>
            </c:extLst>
          </c:dPt>
          <c:dPt>
            <c:idx val="36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E1-C214-4F69-A723-505DF60252CB}"/>
              </c:ext>
            </c:extLst>
          </c:dPt>
          <c:dPt>
            <c:idx val="36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E3-C214-4F69-A723-505DF60252CB}"/>
              </c:ext>
            </c:extLst>
          </c:dPt>
          <c:dPt>
            <c:idx val="36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E5-C214-4F69-A723-505DF60252CB}"/>
              </c:ext>
            </c:extLst>
          </c:dPt>
          <c:dPt>
            <c:idx val="36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E7-C214-4F69-A723-505DF60252CB}"/>
              </c:ext>
            </c:extLst>
          </c:dPt>
          <c:dPt>
            <c:idx val="36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E9-C214-4F69-A723-505DF60252CB}"/>
              </c:ext>
            </c:extLst>
          </c:dPt>
          <c:dPt>
            <c:idx val="36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EB-C214-4F69-A723-505DF60252CB}"/>
              </c:ext>
            </c:extLst>
          </c:dPt>
          <c:dPt>
            <c:idx val="37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ED-C214-4F69-A723-505DF60252CB}"/>
              </c:ext>
            </c:extLst>
          </c:dPt>
          <c:dPt>
            <c:idx val="37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EF-C214-4F69-A723-505DF60252CB}"/>
              </c:ext>
            </c:extLst>
          </c:dPt>
          <c:dPt>
            <c:idx val="37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F1-C214-4F69-A723-505DF60252CB}"/>
              </c:ext>
            </c:extLst>
          </c:dPt>
          <c:dPt>
            <c:idx val="37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F3-C214-4F69-A723-505DF60252CB}"/>
              </c:ext>
            </c:extLst>
          </c:dPt>
          <c:dPt>
            <c:idx val="37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F5-C214-4F69-A723-505DF60252CB}"/>
              </c:ext>
            </c:extLst>
          </c:dPt>
          <c:dPt>
            <c:idx val="37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F7-C214-4F69-A723-505DF60252CB}"/>
              </c:ext>
            </c:extLst>
          </c:dPt>
          <c:dPt>
            <c:idx val="37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F9-C214-4F69-A723-505DF60252CB}"/>
              </c:ext>
            </c:extLst>
          </c:dPt>
          <c:dPt>
            <c:idx val="37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FB-C214-4F69-A723-505DF60252CB}"/>
              </c:ext>
            </c:extLst>
          </c:dPt>
          <c:dPt>
            <c:idx val="37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FD-C214-4F69-A723-505DF60252CB}"/>
              </c:ext>
            </c:extLst>
          </c:dPt>
          <c:dPt>
            <c:idx val="37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2FF-C214-4F69-A723-505DF60252CB}"/>
              </c:ext>
            </c:extLst>
          </c:dPt>
          <c:xVal>
            <c:numRef>
              <c:f>'Chart Data'!$Q$2:$Q$381</c:f>
              <c:numCache>
                <c:formatCode>General</c:formatCode>
                <c:ptCount val="380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  <c:pt idx="9">
                  <c:v>12</c:v>
                </c:pt>
                <c:pt idx="10">
                  <c:v>13</c:v>
                </c:pt>
                <c:pt idx="11">
                  <c:v>14</c:v>
                </c:pt>
                <c:pt idx="12">
                  <c:v>15</c:v>
                </c:pt>
                <c:pt idx="13">
                  <c:v>16</c:v>
                </c:pt>
                <c:pt idx="14">
                  <c:v>17</c:v>
                </c:pt>
                <c:pt idx="15">
                  <c:v>18</c:v>
                </c:pt>
                <c:pt idx="16">
                  <c:v>19</c:v>
                </c:pt>
                <c:pt idx="17">
                  <c:v>20</c:v>
                </c:pt>
                <c:pt idx="18">
                  <c:v>21</c:v>
                </c:pt>
                <c:pt idx="19">
                  <c:v>22</c:v>
                </c:pt>
                <c:pt idx="20">
                  <c:v>23</c:v>
                </c:pt>
                <c:pt idx="21">
                  <c:v>24</c:v>
                </c:pt>
                <c:pt idx="22">
                  <c:v>25</c:v>
                </c:pt>
                <c:pt idx="23">
                  <c:v>26</c:v>
                </c:pt>
                <c:pt idx="24">
                  <c:v>27</c:v>
                </c:pt>
                <c:pt idx="25">
                  <c:v>28</c:v>
                </c:pt>
                <c:pt idx="26">
                  <c:v>29</c:v>
                </c:pt>
                <c:pt idx="27">
                  <c:v>30</c:v>
                </c:pt>
                <c:pt idx="28">
                  <c:v>31</c:v>
                </c:pt>
                <c:pt idx="29">
                  <c:v>32</c:v>
                </c:pt>
                <c:pt idx="30">
                  <c:v>33</c:v>
                </c:pt>
                <c:pt idx="31">
                  <c:v>34</c:v>
                </c:pt>
                <c:pt idx="32">
                  <c:v>35</c:v>
                </c:pt>
                <c:pt idx="33">
                  <c:v>36</c:v>
                </c:pt>
                <c:pt idx="34">
                  <c:v>37</c:v>
                </c:pt>
                <c:pt idx="35">
                  <c:v>38</c:v>
                </c:pt>
                <c:pt idx="36">
                  <c:v>39</c:v>
                </c:pt>
                <c:pt idx="37">
                  <c:v>40</c:v>
                </c:pt>
                <c:pt idx="38">
                  <c:v>41</c:v>
                </c:pt>
                <c:pt idx="39">
                  <c:v>42</c:v>
                </c:pt>
                <c:pt idx="40">
                  <c:v>43</c:v>
                </c:pt>
                <c:pt idx="41">
                  <c:v>44</c:v>
                </c:pt>
                <c:pt idx="42">
                  <c:v>45</c:v>
                </c:pt>
                <c:pt idx="43">
                  <c:v>46</c:v>
                </c:pt>
                <c:pt idx="44">
                  <c:v>47</c:v>
                </c:pt>
                <c:pt idx="45">
                  <c:v>48</c:v>
                </c:pt>
                <c:pt idx="46">
                  <c:v>49</c:v>
                </c:pt>
                <c:pt idx="47">
                  <c:v>50</c:v>
                </c:pt>
                <c:pt idx="48">
                  <c:v>51</c:v>
                </c:pt>
                <c:pt idx="49">
                  <c:v>52</c:v>
                </c:pt>
                <c:pt idx="50">
                  <c:v>53</c:v>
                </c:pt>
                <c:pt idx="51">
                  <c:v>54</c:v>
                </c:pt>
                <c:pt idx="52">
                  <c:v>55</c:v>
                </c:pt>
                <c:pt idx="53">
                  <c:v>56</c:v>
                </c:pt>
                <c:pt idx="54">
                  <c:v>57</c:v>
                </c:pt>
                <c:pt idx="55">
                  <c:v>59</c:v>
                </c:pt>
                <c:pt idx="56">
                  <c:v>60</c:v>
                </c:pt>
                <c:pt idx="57">
                  <c:v>61</c:v>
                </c:pt>
                <c:pt idx="58">
                  <c:v>62</c:v>
                </c:pt>
                <c:pt idx="59">
                  <c:v>63</c:v>
                </c:pt>
                <c:pt idx="60">
                  <c:v>64</c:v>
                </c:pt>
                <c:pt idx="61">
                  <c:v>65</c:v>
                </c:pt>
                <c:pt idx="62">
                  <c:v>66</c:v>
                </c:pt>
                <c:pt idx="63">
                  <c:v>67</c:v>
                </c:pt>
                <c:pt idx="64">
                  <c:v>68</c:v>
                </c:pt>
                <c:pt idx="65">
                  <c:v>69</c:v>
                </c:pt>
                <c:pt idx="66">
                  <c:v>70</c:v>
                </c:pt>
                <c:pt idx="67">
                  <c:v>71</c:v>
                </c:pt>
                <c:pt idx="68">
                  <c:v>72</c:v>
                </c:pt>
                <c:pt idx="69">
                  <c:v>73</c:v>
                </c:pt>
                <c:pt idx="70">
                  <c:v>74</c:v>
                </c:pt>
                <c:pt idx="71">
                  <c:v>75</c:v>
                </c:pt>
                <c:pt idx="72">
                  <c:v>76</c:v>
                </c:pt>
                <c:pt idx="73">
                  <c:v>77</c:v>
                </c:pt>
                <c:pt idx="74">
                  <c:v>78</c:v>
                </c:pt>
                <c:pt idx="75">
                  <c:v>79</c:v>
                </c:pt>
                <c:pt idx="76">
                  <c:v>80</c:v>
                </c:pt>
                <c:pt idx="77">
                  <c:v>81</c:v>
                </c:pt>
                <c:pt idx="78">
                  <c:v>82</c:v>
                </c:pt>
                <c:pt idx="79">
                  <c:v>83</c:v>
                </c:pt>
                <c:pt idx="80">
                  <c:v>84</c:v>
                </c:pt>
                <c:pt idx="81">
                  <c:v>85</c:v>
                </c:pt>
                <c:pt idx="82">
                  <c:v>86</c:v>
                </c:pt>
                <c:pt idx="83">
                  <c:v>88</c:v>
                </c:pt>
                <c:pt idx="84">
                  <c:v>89</c:v>
                </c:pt>
                <c:pt idx="85">
                  <c:v>90</c:v>
                </c:pt>
                <c:pt idx="86">
                  <c:v>91</c:v>
                </c:pt>
                <c:pt idx="87">
                  <c:v>92</c:v>
                </c:pt>
                <c:pt idx="88">
                  <c:v>93</c:v>
                </c:pt>
                <c:pt idx="89">
                  <c:v>94</c:v>
                </c:pt>
                <c:pt idx="90">
                  <c:v>95</c:v>
                </c:pt>
                <c:pt idx="91">
                  <c:v>96</c:v>
                </c:pt>
                <c:pt idx="92">
                  <c:v>97</c:v>
                </c:pt>
                <c:pt idx="93">
                  <c:v>98</c:v>
                </c:pt>
                <c:pt idx="94">
                  <c:v>99</c:v>
                </c:pt>
                <c:pt idx="95">
                  <c:v>100</c:v>
                </c:pt>
                <c:pt idx="96">
                  <c:v>101</c:v>
                </c:pt>
                <c:pt idx="97">
                  <c:v>102</c:v>
                </c:pt>
                <c:pt idx="98">
                  <c:v>103</c:v>
                </c:pt>
                <c:pt idx="99">
                  <c:v>104</c:v>
                </c:pt>
                <c:pt idx="100">
                  <c:v>105</c:v>
                </c:pt>
                <c:pt idx="101">
                  <c:v>106</c:v>
                </c:pt>
                <c:pt idx="102">
                  <c:v>107</c:v>
                </c:pt>
                <c:pt idx="103">
                  <c:v>108</c:v>
                </c:pt>
                <c:pt idx="104">
                  <c:v>109</c:v>
                </c:pt>
                <c:pt idx="105">
                  <c:v>110</c:v>
                </c:pt>
                <c:pt idx="106">
                  <c:v>111</c:v>
                </c:pt>
                <c:pt idx="107">
                  <c:v>112</c:v>
                </c:pt>
                <c:pt idx="108">
                  <c:v>113</c:v>
                </c:pt>
                <c:pt idx="109">
                  <c:v>114</c:v>
                </c:pt>
                <c:pt idx="110">
                  <c:v>115</c:v>
                </c:pt>
                <c:pt idx="111">
                  <c:v>116</c:v>
                </c:pt>
                <c:pt idx="112">
                  <c:v>117</c:v>
                </c:pt>
                <c:pt idx="113">
                  <c:v>118</c:v>
                </c:pt>
                <c:pt idx="114">
                  <c:v>119</c:v>
                </c:pt>
                <c:pt idx="115">
                  <c:v>120</c:v>
                </c:pt>
                <c:pt idx="116">
                  <c:v>121</c:v>
                </c:pt>
                <c:pt idx="117">
                  <c:v>122</c:v>
                </c:pt>
                <c:pt idx="118">
                  <c:v>123</c:v>
                </c:pt>
                <c:pt idx="119">
                  <c:v>124</c:v>
                </c:pt>
                <c:pt idx="120">
                  <c:v>125</c:v>
                </c:pt>
                <c:pt idx="121">
                  <c:v>126</c:v>
                </c:pt>
                <c:pt idx="122">
                  <c:v>127</c:v>
                </c:pt>
                <c:pt idx="123">
                  <c:v>128</c:v>
                </c:pt>
                <c:pt idx="124">
                  <c:v>130</c:v>
                </c:pt>
                <c:pt idx="125">
                  <c:v>131</c:v>
                </c:pt>
                <c:pt idx="126">
                  <c:v>132</c:v>
                </c:pt>
                <c:pt idx="127">
                  <c:v>133</c:v>
                </c:pt>
                <c:pt idx="128">
                  <c:v>134</c:v>
                </c:pt>
                <c:pt idx="129">
                  <c:v>135</c:v>
                </c:pt>
                <c:pt idx="130">
                  <c:v>136</c:v>
                </c:pt>
                <c:pt idx="131">
                  <c:v>137</c:v>
                </c:pt>
                <c:pt idx="132">
                  <c:v>138</c:v>
                </c:pt>
                <c:pt idx="133">
                  <c:v>139</c:v>
                </c:pt>
                <c:pt idx="134">
                  <c:v>140</c:v>
                </c:pt>
                <c:pt idx="135">
                  <c:v>141</c:v>
                </c:pt>
                <c:pt idx="136">
                  <c:v>142</c:v>
                </c:pt>
                <c:pt idx="137">
                  <c:v>143</c:v>
                </c:pt>
                <c:pt idx="138">
                  <c:v>144</c:v>
                </c:pt>
                <c:pt idx="139">
                  <c:v>145</c:v>
                </c:pt>
                <c:pt idx="140">
                  <c:v>146</c:v>
                </c:pt>
                <c:pt idx="141">
                  <c:v>147</c:v>
                </c:pt>
                <c:pt idx="142">
                  <c:v>148</c:v>
                </c:pt>
                <c:pt idx="143">
                  <c:v>149</c:v>
                </c:pt>
                <c:pt idx="144">
                  <c:v>150</c:v>
                </c:pt>
                <c:pt idx="145">
                  <c:v>151</c:v>
                </c:pt>
                <c:pt idx="146">
                  <c:v>152</c:v>
                </c:pt>
                <c:pt idx="147">
                  <c:v>153</c:v>
                </c:pt>
                <c:pt idx="148">
                  <c:v>154</c:v>
                </c:pt>
                <c:pt idx="149">
                  <c:v>155</c:v>
                </c:pt>
                <c:pt idx="150">
                  <c:v>156</c:v>
                </c:pt>
                <c:pt idx="151">
                  <c:v>157</c:v>
                </c:pt>
                <c:pt idx="152">
                  <c:v>158</c:v>
                </c:pt>
                <c:pt idx="153">
                  <c:v>159</c:v>
                </c:pt>
                <c:pt idx="154">
                  <c:v>160</c:v>
                </c:pt>
                <c:pt idx="155">
                  <c:v>161</c:v>
                </c:pt>
                <c:pt idx="156">
                  <c:v>162</c:v>
                </c:pt>
                <c:pt idx="157">
                  <c:v>163</c:v>
                </c:pt>
                <c:pt idx="158">
                  <c:v>164</c:v>
                </c:pt>
                <c:pt idx="159">
                  <c:v>165</c:v>
                </c:pt>
                <c:pt idx="160">
                  <c:v>166</c:v>
                </c:pt>
                <c:pt idx="161">
                  <c:v>167</c:v>
                </c:pt>
                <c:pt idx="162">
                  <c:v>168</c:v>
                </c:pt>
                <c:pt idx="163">
                  <c:v>169</c:v>
                </c:pt>
                <c:pt idx="164">
                  <c:v>170</c:v>
                </c:pt>
                <c:pt idx="165">
                  <c:v>171</c:v>
                </c:pt>
                <c:pt idx="166">
                  <c:v>172</c:v>
                </c:pt>
                <c:pt idx="167">
                  <c:v>173</c:v>
                </c:pt>
                <c:pt idx="168">
                  <c:v>174</c:v>
                </c:pt>
                <c:pt idx="169">
                  <c:v>175</c:v>
                </c:pt>
                <c:pt idx="170">
                  <c:v>176</c:v>
                </c:pt>
                <c:pt idx="171">
                  <c:v>177</c:v>
                </c:pt>
                <c:pt idx="172">
                  <c:v>178</c:v>
                </c:pt>
                <c:pt idx="173">
                  <c:v>179</c:v>
                </c:pt>
                <c:pt idx="174">
                  <c:v>180</c:v>
                </c:pt>
                <c:pt idx="175">
                  <c:v>181</c:v>
                </c:pt>
                <c:pt idx="176">
                  <c:v>182</c:v>
                </c:pt>
                <c:pt idx="177">
                  <c:v>183</c:v>
                </c:pt>
                <c:pt idx="178">
                  <c:v>184</c:v>
                </c:pt>
                <c:pt idx="179">
                  <c:v>185</c:v>
                </c:pt>
                <c:pt idx="180">
                  <c:v>186</c:v>
                </c:pt>
                <c:pt idx="181">
                  <c:v>187</c:v>
                </c:pt>
                <c:pt idx="182">
                  <c:v>188</c:v>
                </c:pt>
                <c:pt idx="183">
                  <c:v>189</c:v>
                </c:pt>
                <c:pt idx="184">
                  <c:v>190</c:v>
                </c:pt>
                <c:pt idx="185">
                  <c:v>191</c:v>
                </c:pt>
                <c:pt idx="186">
                  <c:v>193</c:v>
                </c:pt>
                <c:pt idx="187">
                  <c:v>194</c:v>
                </c:pt>
                <c:pt idx="188">
                  <c:v>195</c:v>
                </c:pt>
                <c:pt idx="189">
                  <c:v>196</c:v>
                </c:pt>
                <c:pt idx="190">
                  <c:v>197</c:v>
                </c:pt>
                <c:pt idx="191">
                  <c:v>198</c:v>
                </c:pt>
                <c:pt idx="192">
                  <c:v>199</c:v>
                </c:pt>
                <c:pt idx="193">
                  <c:v>200</c:v>
                </c:pt>
                <c:pt idx="194">
                  <c:v>201</c:v>
                </c:pt>
                <c:pt idx="195">
                  <c:v>202</c:v>
                </c:pt>
                <c:pt idx="196">
                  <c:v>203</c:v>
                </c:pt>
                <c:pt idx="197">
                  <c:v>204</c:v>
                </c:pt>
                <c:pt idx="198">
                  <c:v>205</c:v>
                </c:pt>
                <c:pt idx="199">
                  <c:v>206</c:v>
                </c:pt>
                <c:pt idx="200">
                  <c:v>207</c:v>
                </c:pt>
                <c:pt idx="201">
                  <c:v>208</c:v>
                </c:pt>
                <c:pt idx="202">
                  <c:v>209</c:v>
                </c:pt>
                <c:pt idx="203">
                  <c:v>210</c:v>
                </c:pt>
                <c:pt idx="204">
                  <c:v>211</c:v>
                </c:pt>
                <c:pt idx="205">
                  <c:v>212</c:v>
                </c:pt>
                <c:pt idx="206">
                  <c:v>213</c:v>
                </c:pt>
                <c:pt idx="207">
                  <c:v>214</c:v>
                </c:pt>
                <c:pt idx="208">
                  <c:v>215</c:v>
                </c:pt>
                <c:pt idx="209">
                  <c:v>216</c:v>
                </c:pt>
                <c:pt idx="210">
                  <c:v>217</c:v>
                </c:pt>
                <c:pt idx="211">
                  <c:v>218</c:v>
                </c:pt>
                <c:pt idx="212">
                  <c:v>219</c:v>
                </c:pt>
                <c:pt idx="213">
                  <c:v>220</c:v>
                </c:pt>
                <c:pt idx="214">
                  <c:v>222</c:v>
                </c:pt>
                <c:pt idx="215">
                  <c:v>223</c:v>
                </c:pt>
                <c:pt idx="216">
                  <c:v>224</c:v>
                </c:pt>
                <c:pt idx="217">
                  <c:v>225</c:v>
                </c:pt>
                <c:pt idx="218">
                  <c:v>226</c:v>
                </c:pt>
                <c:pt idx="219">
                  <c:v>227</c:v>
                </c:pt>
                <c:pt idx="220">
                  <c:v>228</c:v>
                </c:pt>
                <c:pt idx="221">
                  <c:v>229</c:v>
                </c:pt>
                <c:pt idx="222">
                  <c:v>230</c:v>
                </c:pt>
                <c:pt idx="223">
                  <c:v>231</c:v>
                </c:pt>
                <c:pt idx="224">
                  <c:v>232</c:v>
                </c:pt>
                <c:pt idx="225">
                  <c:v>233</c:v>
                </c:pt>
                <c:pt idx="226">
                  <c:v>234</c:v>
                </c:pt>
                <c:pt idx="227">
                  <c:v>235</c:v>
                </c:pt>
                <c:pt idx="228">
                  <c:v>236</c:v>
                </c:pt>
                <c:pt idx="229">
                  <c:v>237</c:v>
                </c:pt>
                <c:pt idx="230">
                  <c:v>238</c:v>
                </c:pt>
                <c:pt idx="231">
                  <c:v>239</c:v>
                </c:pt>
                <c:pt idx="232">
                  <c:v>240</c:v>
                </c:pt>
                <c:pt idx="233">
                  <c:v>241</c:v>
                </c:pt>
                <c:pt idx="234">
                  <c:v>242</c:v>
                </c:pt>
                <c:pt idx="235">
                  <c:v>243</c:v>
                </c:pt>
                <c:pt idx="236">
                  <c:v>244</c:v>
                </c:pt>
                <c:pt idx="237">
                  <c:v>245</c:v>
                </c:pt>
                <c:pt idx="238">
                  <c:v>246</c:v>
                </c:pt>
                <c:pt idx="239">
                  <c:v>247</c:v>
                </c:pt>
                <c:pt idx="240">
                  <c:v>248</c:v>
                </c:pt>
                <c:pt idx="241">
                  <c:v>249</c:v>
                </c:pt>
                <c:pt idx="242">
                  <c:v>250</c:v>
                </c:pt>
                <c:pt idx="243">
                  <c:v>251</c:v>
                </c:pt>
                <c:pt idx="244">
                  <c:v>252</c:v>
                </c:pt>
                <c:pt idx="245">
                  <c:v>253</c:v>
                </c:pt>
                <c:pt idx="246">
                  <c:v>254</c:v>
                </c:pt>
                <c:pt idx="247">
                  <c:v>255</c:v>
                </c:pt>
                <c:pt idx="248">
                  <c:v>256</c:v>
                </c:pt>
                <c:pt idx="249">
                  <c:v>257</c:v>
                </c:pt>
                <c:pt idx="250">
                  <c:v>258</c:v>
                </c:pt>
                <c:pt idx="251">
                  <c:v>260</c:v>
                </c:pt>
                <c:pt idx="252">
                  <c:v>261</c:v>
                </c:pt>
                <c:pt idx="253">
                  <c:v>262</c:v>
                </c:pt>
                <c:pt idx="254">
                  <c:v>263</c:v>
                </c:pt>
                <c:pt idx="255">
                  <c:v>264</c:v>
                </c:pt>
                <c:pt idx="256">
                  <c:v>265</c:v>
                </c:pt>
                <c:pt idx="257">
                  <c:v>266</c:v>
                </c:pt>
                <c:pt idx="258">
                  <c:v>267</c:v>
                </c:pt>
                <c:pt idx="259">
                  <c:v>268</c:v>
                </c:pt>
                <c:pt idx="260">
                  <c:v>269</c:v>
                </c:pt>
                <c:pt idx="261">
                  <c:v>270</c:v>
                </c:pt>
                <c:pt idx="262">
                  <c:v>271</c:v>
                </c:pt>
                <c:pt idx="263">
                  <c:v>272</c:v>
                </c:pt>
                <c:pt idx="264">
                  <c:v>273</c:v>
                </c:pt>
                <c:pt idx="265">
                  <c:v>274</c:v>
                </c:pt>
                <c:pt idx="266">
                  <c:v>275</c:v>
                </c:pt>
                <c:pt idx="267">
                  <c:v>276</c:v>
                </c:pt>
                <c:pt idx="268">
                  <c:v>277</c:v>
                </c:pt>
                <c:pt idx="269">
                  <c:v>278</c:v>
                </c:pt>
                <c:pt idx="270">
                  <c:v>279</c:v>
                </c:pt>
                <c:pt idx="271">
                  <c:v>280</c:v>
                </c:pt>
                <c:pt idx="272">
                  <c:v>281</c:v>
                </c:pt>
                <c:pt idx="273">
                  <c:v>282</c:v>
                </c:pt>
                <c:pt idx="274">
                  <c:v>283</c:v>
                </c:pt>
                <c:pt idx="275">
                  <c:v>284</c:v>
                </c:pt>
                <c:pt idx="276">
                  <c:v>285</c:v>
                </c:pt>
                <c:pt idx="277">
                  <c:v>286</c:v>
                </c:pt>
                <c:pt idx="278">
                  <c:v>287</c:v>
                </c:pt>
                <c:pt idx="279">
                  <c:v>288</c:v>
                </c:pt>
                <c:pt idx="280">
                  <c:v>289</c:v>
                </c:pt>
                <c:pt idx="281">
                  <c:v>290</c:v>
                </c:pt>
                <c:pt idx="282">
                  <c:v>291</c:v>
                </c:pt>
                <c:pt idx="283">
                  <c:v>292</c:v>
                </c:pt>
                <c:pt idx="284">
                  <c:v>293</c:v>
                </c:pt>
                <c:pt idx="285">
                  <c:v>295</c:v>
                </c:pt>
                <c:pt idx="286">
                  <c:v>296</c:v>
                </c:pt>
                <c:pt idx="287">
                  <c:v>297</c:v>
                </c:pt>
                <c:pt idx="288">
                  <c:v>298</c:v>
                </c:pt>
                <c:pt idx="289">
                  <c:v>299</c:v>
                </c:pt>
                <c:pt idx="290">
                  <c:v>300</c:v>
                </c:pt>
                <c:pt idx="291">
                  <c:v>301</c:v>
                </c:pt>
                <c:pt idx="292">
                  <c:v>302</c:v>
                </c:pt>
                <c:pt idx="293">
                  <c:v>303</c:v>
                </c:pt>
                <c:pt idx="294">
                  <c:v>304</c:v>
                </c:pt>
                <c:pt idx="295">
                  <c:v>305</c:v>
                </c:pt>
                <c:pt idx="296">
                  <c:v>306</c:v>
                </c:pt>
                <c:pt idx="297">
                  <c:v>307</c:v>
                </c:pt>
                <c:pt idx="298">
                  <c:v>308</c:v>
                </c:pt>
                <c:pt idx="299">
                  <c:v>309</c:v>
                </c:pt>
                <c:pt idx="300">
                  <c:v>310</c:v>
                </c:pt>
                <c:pt idx="301">
                  <c:v>311</c:v>
                </c:pt>
                <c:pt idx="302">
                  <c:v>312</c:v>
                </c:pt>
                <c:pt idx="303">
                  <c:v>313</c:v>
                </c:pt>
                <c:pt idx="304">
                  <c:v>314</c:v>
                </c:pt>
                <c:pt idx="305">
                  <c:v>315</c:v>
                </c:pt>
                <c:pt idx="306">
                  <c:v>316</c:v>
                </c:pt>
                <c:pt idx="307">
                  <c:v>317</c:v>
                </c:pt>
                <c:pt idx="308">
                  <c:v>318</c:v>
                </c:pt>
                <c:pt idx="309">
                  <c:v>319</c:v>
                </c:pt>
                <c:pt idx="310">
                  <c:v>320</c:v>
                </c:pt>
                <c:pt idx="311">
                  <c:v>321</c:v>
                </c:pt>
                <c:pt idx="312">
                  <c:v>322</c:v>
                </c:pt>
                <c:pt idx="313">
                  <c:v>323</c:v>
                </c:pt>
                <c:pt idx="314">
                  <c:v>324</c:v>
                </c:pt>
                <c:pt idx="315">
                  <c:v>325</c:v>
                </c:pt>
                <c:pt idx="316">
                  <c:v>326</c:v>
                </c:pt>
                <c:pt idx="317">
                  <c:v>327</c:v>
                </c:pt>
                <c:pt idx="318">
                  <c:v>328</c:v>
                </c:pt>
                <c:pt idx="319">
                  <c:v>329</c:v>
                </c:pt>
                <c:pt idx="320">
                  <c:v>330</c:v>
                </c:pt>
                <c:pt idx="321">
                  <c:v>331</c:v>
                </c:pt>
                <c:pt idx="322">
                  <c:v>332</c:v>
                </c:pt>
                <c:pt idx="323">
                  <c:v>333</c:v>
                </c:pt>
                <c:pt idx="324">
                  <c:v>334</c:v>
                </c:pt>
                <c:pt idx="325">
                  <c:v>335</c:v>
                </c:pt>
                <c:pt idx="326">
                  <c:v>336</c:v>
                </c:pt>
                <c:pt idx="327">
                  <c:v>337</c:v>
                </c:pt>
                <c:pt idx="328">
                  <c:v>338</c:v>
                </c:pt>
                <c:pt idx="329">
                  <c:v>339</c:v>
                </c:pt>
                <c:pt idx="330">
                  <c:v>340</c:v>
                </c:pt>
                <c:pt idx="331">
                  <c:v>341</c:v>
                </c:pt>
                <c:pt idx="332">
                  <c:v>342</c:v>
                </c:pt>
                <c:pt idx="333">
                  <c:v>343</c:v>
                </c:pt>
                <c:pt idx="334">
                  <c:v>344</c:v>
                </c:pt>
                <c:pt idx="335">
                  <c:v>346</c:v>
                </c:pt>
                <c:pt idx="336">
                  <c:v>347</c:v>
                </c:pt>
                <c:pt idx="337">
                  <c:v>348</c:v>
                </c:pt>
                <c:pt idx="338">
                  <c:v>349</c:v>
                </c:pt>
                <c:pt idx="339">
                  <c:v>350</c:v>
                </c:pt>
                <c:pt idx="340">
                  <c:v>351</c:v>
                </c:pt>
                <c:pt idx="341">
                  <c:v>352</c:v>
                </c:pt>
                <c:pt idx="342">
                  <c:v>353</c:v>
                </c:pt>
                <c:pt idx="343">
                  <c:v>354</c:v>
                </c:pt>
                <c:pt idx="344">
                  <c:v>355</c:v>
                </c:pt>
                <c:pt idx="345">
                  <c:v>356</c:v>
                </c:pt>
                <c:pt idx="346">
                  <c:v>357</c:v>
                </c:pt>
                <c:pt idx="347">
                  <c:v>358</c:v>
                </c:pt>
                <c:pt idx="348">
                  <c:v>359</c:v>
                </c:pt>
                <c:pt idx="349">
                  <c:v>360</c:v>
                </c:pt>
                <c:pt idx="350">
                  <c:v>361</c:v>
                </c:pt>
                <c:pt idx="351">
                  <c:v>362</c:v>
                </c:pt>
                <c:pt idx="352">
                  <c:v>363</c:v>
                </c:pt>
                <c:pt idx="353">
                  <c:v>364</c:v>
                </c:pt>
                <c:pt idx="354">
                  <c:v>365</c:v>
                </c:pt>
                <c:pt idx="355">
                  <c:v>366</c:v>
                </c:pt>
                <c:pt idx="356">
                  <c:v>367</c:v>
                </c:pt>
                <c:pt idx="357">
                  <c:v>368</c:v>
                </c:pt>
                <c:pt idx="358">
                  <c:v>369</c:v>
                </c:pt>
                <c:pt idx="359">
                  <c:v>370</c:v>
                </c:pt>
                <c:pt idx="360">
                  <c:v>371</c:v>
                </c:pt>
                <c:pt idx="361">
                  <c:v>372</c:v>
                </c:pt>
                <c:pt idx="362">
                  <c:v>373</c:v>
                </c:pt>
                <c:pt idx="363">
                  <c:v>374</c:v>
                </c:pt>
                <c:pt idx="364">
                  <c:v>375</c:v>
                </c:pt>
                <c:pt idx="365">
                  <c:v>376</c:v>
                </c:pt>
                <c:pt idx="366">
                  <c:v>377</c:v>
                </c:pt>
                <c:pt idx="367">
                  <c:v>378</c:v>
                </c:pt>
                <c:pt idx="368">
                  <c:v>379</c:v>
                </c:pt>
                <c:pt idx="369">
                  <c:v>380</c:v>
                </c:pt>
                <c:pt idx="370">
                  <c:v>381</c:v>
                </c:pt>
                <c:pt idx="371">
                  <c:v>382</c:v>
                </c:pt>
                <c:pt idx="372">
                  <c:v>383</c:v>
                </c:pt>
                <c:pt idx="373">
                  <c:v>384</c:v>
                </c:pt>
                <c:pt idx="374">
                  <c:v>385</c:v>
                </c:pt>
                <c:pt idx="375">
                  <c:v>386</c:v>
                </c:pt>
                <c:pt idx="376">
                  <c:v>388</c:v>
                </c:pt>
                <c:pt idx="377">
                  <c:v>389</c:v>
                </c:pt>
                <c:pt idx="378">
                  <c:v>390</c:v>
                </c:pt>
                <c:pt idx="379">
                  <c:v>391</c:v>
                </c:pt>
              </c:numCache>
            </c:numRef>
          </c:xVal>
          <c:yVal>
            <c:numRef>
              <c:f>'Chart Data'!$R$2:$R$381</c:f>
              <c:numCache>
                <c:formatCode>0</c:formatCode>
                <c:ptCount val="380"/>
                <c:pt idx="0">
                  <c:v>33</c:v>
                </c:pt>
                <c:pt idx="1">
                  <c:v>106</c:v>
                </c:pt>
                <c:pt idx="2">
                  <c:v>9</c:v>
                </c:pt>
                <c:pt idx="3">
                  <c:v>23</c:v>
                </c:pt>
                <c:pt idx="4">
                  <c:v>14</c:v>
                </c:pt>
                <c:pt idx="5">
                  <c:v>28</c:v>
                </c:pt>
                <c:pt idx="6">
                  <c:v>19</c:v>
                </c:pt>
                <c:pt idx="7">
                  <c:v>21</c:v>
                </c:pt>
                <c:pt idx="8">
                  <c:v>16</c:v>
                </c:pt>
                <c:pt idx="9">
                  <c:v>805</c:v>
                </c:pt>
                <c:pt idx="10">
                  <c:v>38</c:v>
                </c:pt>
                <c:pt idx="11">
                  <c:v>14</c:v>
                </c:pt>
                <c:pt idx="12">
                  <c:v>26</c:v>
                </c:pt>
                <c:pt idx="13">
                  <c:v>28</c:v>
                </c:pt>
                <c:pt idx="14">
                  <c:v>433</c:v>
                </c:pt>
                <c:pt idx="15">
                  <c:v>11</c:v>
                </c:pt>
                <c:pt idx="16">
                  <c:v>58</c:v>
                </c:pt>
                <c:pt idx="17">
                  <c:v>22</c:v>
                </c:pt>
                <c:pt idx="18">
                  <c:v>14</c:v>
                </c:pt>
                <c:pt idx="19">
                  <c:v>14</c:v>
                </c:pt>
                <c:pt idx="20">
                  <c:v>170</c:v>
                </c:pt>
                <c:pt idx="21">
                  <c:v>29</c:v>
                </c:pt>
                <c:pt idx="22">
                  <c:v>20</c:v>
                </c:pt>
                <c:pt idx="23">
                  <c:v>28</c:v>
                </c:pt>
                <c:pt idx="24">
                  <c:v>22</c:v>
                </c:pt>
                <c:pt idx="25">
                  <c:v>11</c:v>
                </c:pt>
                <c:pt idx="26">
                  <c:v>22</c:v>
                </c:pt>
                <c:pt idx="27">
                  <c:v>578</c:v>
                </c:pt>
                <c:pt idx="28">
                  <c:v>22</c:v>
                </c:pt>
                <c:pt idx="29">
                  <c:v>18</c:v>
                </c:pt>
                <c:pt idx="30">
                  <c:v>49</c:v>
                </c:pt>
                <c:pt idx="31">
                  <c:v>31</c:v>
                </c:pt>
                <c:pt idx="32">
                  <c:v>20</c:v>
                </c:pt>
                <c:pt idx="33">
                  <c:v>19</c:v>
                </c:pt>
                <c:pt idx="34">
                  <c:v>23</c:v>
                </c:pt>
                <c:pt idx="35">
                  <c:v>14</c:v>
                </c:pt>
                <c:pt idx="36">
                  <c:v>136</c:v>
                </c:pt>
                <c:pt idx="37">
                  <c:v>18</c:v>
                </c:pt>
                <c:pt idx="38">
                  <c:v>96</c:v>
                </c:pt>
                <c:pt idx="39">
                  <c:v>24</c:v>
                </c:pt>
                <c:pt idx="40">
                  <c:v>36</c:v>
                </c:pt>
                <c:pt idx="41">
                  <c:v>19</c:v>
                </c:pt>
                <c:pt idx="42">
                  <c:v>68</c:v>
                </c:pt>
                <c:pt idx="43">
                  <c:v>17</c:v>
                </c:pt>
                <c:pt idx="44">
                  <c:v>20</c:v>
                </c:pt>
                <c:pt idx="45">
                  <c:v>21</c:v>
                </c:pt>
                <c:pt idx="46">
                  <c:v>7</c:v>
                </c:pt>
                <c:pt idx="47">
                  <c:v>23</c:v>
                </c:pt>
                <c:pt idx="48">
                  <c:v>247</c:v>
                </c:pt>
                <c:pt idx="49">
                  <c:v>275</c:v>
                </c:pt>
                <c:pt idx="50">
                  <c:v>10</c:v>
                </c:pt>
                <c:pt idx="51">
                  <c:v>11</c:v>
                </c:pt>
                <c:pt idx="52">
                  <c:v>9</c:v>
                </c:pt>
                <c:pt idx="53">
                  <c:v>17</c:v>
                </c:pt>
                <c:pt idx="54">
                  <c:v>12</c:v>
                </c:pt>
                <c:pt idx="55">
                  <c:v>34</c:v>
                </c:pt>
                <c:pt idx="56">
                  <c:v>83</c:v>
                </c:pt>
                <c:pt idx="57">
                  <c:v>19</c:v>
                </c:pt>
                <c:pt idx="58">
                  <c:v>15</c:v>
                </c:pt>
                <c:pt idx="59">
                  <c:v>19</c:v>
                </c:pt>
                <c:pt idx="60">
                  <c:v>28</c:v>
                </c:pt>
                <c:pt idx="61">
                  <c:v>540</c:v>
                </c:pt>
                <c:pt idx="62">
                  <c:v>31</c:v>
                </c:pt>
                <c:pt idx="63">
                  <c:v>34</c:v>
                </c:pt>
                <c:pt idx="64">
                  <c:v>26</c:v>
                </c:pt>
                <c:pt idx="65">
                  <c:v>25</c:v>
                </c:pt>
                <c:pt idx="66">
                  <c:v>29</c:v>
                </c:pt>
                <c:pt idx="67">
                  <c:v>353</c:v>
                </c:pt>
                <c:pt idx="68">
                  <c:v>27</c:v>
                </c:pt>
                <c:pt idx="69">
                  <c:v>32</c:v>
                </c:pt>
                <c:pt idx="70">
                  <c:v>22</c:v>
                </c:pt>
                <c:pt idx="71">
                  <c:v>214</c:v>
                </c:pt>
                <c:pt idx="72">
                  <c:v>16</c:v>
                </c:pt>
                <c:pt idx="73">
                  <c:v>14</c:v>
                </c:pt>
                <c:pt idx="74">
                  <c:v>19</c:v>
                </c:pt>
                <c:pt idx="75">
                  <c:v>98</c:v>
                </c:pt>
                <c:pt idx="76">
                  <c:v>55</c:v>
                </c:pt>
                <c:pt idx="77">
                  <c:v>408</c:v>
                </c:pt>
                <c:pt idx="78">
                  <c:v>294</c:v>
                </c:pt>
                <c:pt idx="79">
                  <c:v>95</c:v>
                </c:pt>
                <c:pt idx="80">
                  <c:v>10</c:v>
                </c:pt>
                <c:pt idx="81">
                  <c:v>9</c:v>
                </c:pt>
                <c:pt idx="82">
                  <c:v>15</c:v>
                </c:pt>
                <c:pt idx="83">
                  <c:v>33</c:v>
                </c:pt>
                <c:pt idx="84">
                  <c:v>168</c:v>
                </c:pt>
                <c:pt idx="85">
                  <c:v>27</c:v>
                </c:pt>
                <c:pt idx="86">
                  <c:v>20</c:v>
                </c:pt>
                <c:pt idx="87">
                  <c:v>16</c:v>
                </c:pt>
                <c:pt idx="88">
                  <c:v>19</c:v>
                </c:pt>
                <c:pt idx="89">
                  <c:v>25</c:v>
                </c:pt>
                <c:pt idx="90">
                  <c:v>318</c:v>
                </c:pt>
                <c:pt idx="91">
                  <c:v>20</c:v>
                </c:pt>
                <c:pt idx="92">
                  <c:v>16</c:v>
                </c:pt>
                <c:pt idx="93">
                  <c:v>603</c:v>
                </c:pt>
                <c:pt idx="94">
                  <c:v>59</c:v>
                </c:pt>
                <c:pt idx="95">
                  <c:v>135</c:v>
                </c:pt>
                <c:pt idx="96">
                  <c:v>48</c:v>
                </c:pt>
                <c:pt idx="97">
                  <c:v>110</c:v>
                </c:pt>
                <c:pt idx="98">
                  <c:v>23</c:v>
                </c:pt>
                <c:pt idx="99">
                  <c:v>73</c:v>
                </c:pt>
                <c:pt idx="100">
                  <c:v>15</c:v>
                </c:pt>
                <c:pt idx="101">
                  <c:v>207</c:v>
                </c:pt>
                <c:pt idx="102">
                  <c:v>52</c:v>
                </c:pt>
                <c:pt idx="103">
                  <c:v>116</c:v>
                </c:pt>
                <c:pt idx="104">
                  <c:v>23</c:v>
                </c:pt>
                <c:pt idx="105">
                  <c:v>9</c:v>
                </c:pt>
                <c:pt idx="106">
                  <c:v>24</c:v>
                </c:pt>
                <c:pt idx="107">
                  <c:v>46</c:v>
                </c:pt>
                <c:pt idx="108">
                  <c:v>18</c:v>
                </c:pt>
                <c:pt idx="109">
                  <c:v>12</c:v>
                </c:pt>
                <c:pt idx="110">
                  <c:v>17</c:v>
                </c:pt>
                <c:pt idx="111">
                  <c:v>109</c:v>
                </c:pt>
                <c:pt idx="112">
                  <c:v>240</c:v>
                </c:pt>
                <c:pt idx="113">
                  <c:v>132</c:v>
                </c:pt>
                <c:pt idx="114">
                  <c:v>11</c:v>
                </c:pt>
                <c:pt idx="115">
                  <c:v>18</c:v>
                </c:pt>
                <c:pt idx="116">
                  <c:v>14</c:v>
                </c:pt>
                <c:pt idx="117">
                  <c:v>136</c:v>
                </c:pt>
                <c:pt idx="118">
                  <c:v>37</c:v>
                </c:pt>
                <c:pt idx="119">
                  <c:v>137</c:v>
                </c:pt>
                <c:pt idx="120">
                  <c:v>15</c:v>
                </c:pt>
                <c:pt idx="121">
                  <c:v>13</c:v>
                </c:pt>
                <c:pt idx="122">
                  <c:v>24</c:v>
                </c:pt>
                <c:pt idx="123">
                  <c:v>16</c:v>
                </c:pt>
                <c:pt idx="124">
                  <c:v>33</c:v>
                </c:pt>
                <c:pt idx="125">
                  <c:v>88</c:v>
                </c:pt>
                <c:pt idx="126">
                  <c:v>15</c:v>
                </c:pt>
                <c:pt idx="127">
                  <c:v>25</c:v>
                </c:pt>
                <c:pt idx="128">
                  <c:v>28</c:v>
                </c:pt>
                <c:pt idx="129">
                  <c:v>38</c:v>
                </c:pt>
                <c:pt idx="130">
                  <c:v>206</c:v>
                </c:pt>
                <c:pt idx="131">
                  <c:v>660</c:v>
                </c:pt>
                <c:pt idx="132">
                  <c:v>595</c:v>
                </c:pt>
                <c:pt idx="133">
                  <c:v>241</c:v>
                </c:pt>
                <c:pt idx="134">
                  <c:v>339</c:v>
                </c:pt>
                <c:pt idx="135">
                  <c:v>20</c:v>
                </c:pt>
                <c:pt idx="136">
                  <c:v>601</c:v>
                </c:pt>
                <c:pt idx="137">
                  <c:v>14</c:v>
                </c:pt>
                <c:pt idx="138">
                  <c:v>138</c:v>
                </c:pt>
                <c:pt idx="139">
                  <c:v>34</c:v>
                </c:pt>
                <c:pt idx="140">
                  <c:v>17</c:v>
                </c:pt>
                <c:pt idx="141">
                  <c:v>13</c:v>
                </c:pt>
                <c:pt idx="142">
                  <c:v>31</c:v>
                </c:pt>
                <c:pt idx="143">
                  <c:v>11</c:v>
                </c:pt>
                <c:pt idx="144">
                  <c:v>18</c:v>
                </c:pt>
                <c:pt idx="145">
                  <c:v>28</c:v>
                </c:pt>
                <c:pt idx="146">
                  <c:v>14</c:v>
                </c:pt>
                <c:pt idx="147">
                  <c:v>14</c:v>
                </c:pt>
                <c:pt idx="148">
                  <c:v>29</c:v>
                </c:pt>
                <c:pt idx="149">
                  <c:v>192</c:v>
                </c:pt>
                <c:pt idx="150">
                  <c:v>24</c:v>
                </c:pt>
                <c:pt idx="151">
                  <c:v>31</c:v>
                </c:pt>
                <c:pt idx="152">
                  <c:v>104</c:v>
                </c:pt>
                <c:pt idx="153">
                  <c:v>209</c:v>
                </c:pt>
                <c:pt idx="154">
                  <c:v>22</c:v>
                </c:pt>
                <c:pt idx="155">
                  <c:v>32</c:v>
                </c:pt>
                <c:pt idx="156">
                  <c:v>11</c:v>
                </c:pt>
                <c:pt idx="157">
                  <c:v>50</c:v>
                </c:pt>
                <c:pt idx="158">
                  <c:v>29</c:v>
                </c:pt>
                <c:pt idx="159">
                  <c:v>20</c:v>
                </c:pt>
                <c:pt idx="160">
                  <c:v>125</c:v>
                </c:pt>
                <c:pt idx="161">
                  <c:v>11</c:v>
                </c:pt>
                <c:pt idx="162">
                  <c:v>163</c:v>
                </c:pt>
                <c:pt idx="163">
                  <c:v>22</c:v>
                </c:pt>
                <c:pt idx="164">
                  <c:v>18</c:v>
                </c:pt>
                <c:pt idx="165">
                  <c:v>30</c:v>
                </c:pt>
                <c:pt idx="166">
                  <c:v>19</c:v>
                </c:pt>
                <c:pt idx="167">
                  <c:v>34</c:v>
                </c:pt>
                <c:pt idx="168">
                  <c:v>40</c:v>
                </c:pt>
                <c:pt idx="169">
                  <c:v>22</c:v>
                </c:pt>
                <c:pt idx="170">
                  <c:v>39</c:v>
                </c:pt>
                <c:pt idx="171">
                  <c:v>342</c:v>
                </c:pt>
                <c:pt idx="172">
                  <c:v>62</c:v>
                </c:pt>
                <c:pt idx="173">
                  <c:v>31</c:v>
                </c:pt>
                <c:pt idx="174">
                  <c:v>52</c:v>
                </c:pt>
                <c:pt idx="175">
                  <c:v>32</c:v>
                </c:pt>
                <c:pt idx="176">
                  <c:v>49</c:v>
                </c:pt>
                <c:pt idx="177">
                  <c:v>86</c:v>
                </c:pt>
                <c:pt idx="178">
                  <c:v>18</c:v>
                </c:pt>
                <c:pt idx="179">
                  <c:v>40</c:v>
                </c:pt>
                <c:pt idx="180">
                  <c:v>51</c:v>
                </c:pt>
                <c:pt idx="181">
                  <c:v>16</c:v>
                </c:pt>
                <c:pt idx="182">
                  <c:v>30</c:v>
                </c:pt>
                <c:pt idx="183">
                  <c:v>24</c:v>
                </c:pt>
                <c:pt idx="184">
                  <c:v>38</c:v>
                </c:pt>
                <c:pt idx="185">
                  <c:v>42</c:v>
                </c:pt>
                <c:pt idx="186">
                  <c:v>31</c:v>
                </c:pt>
                <c:pt idx="187">
                  <c:v>78</c:v>
                </c:pt>
                <c:pt idx="188">
                  <c:v>17</c:v>
                </c:pt>
                <c:pt idx="189">
                  <c:v>58</c:v>
                </c:pt>
                <c:pt idx="190">
                  <c:v>14</c:v>
                </c:pt>
                <c:pt idx="191">
                  <c:v>24</c:v>
                </c:pt>
                <c:pt idx="192">
                  <c:v>25</c:v>
                </c:pt>
                <c:pt idx="193">
                  <c:v>323</c:v>
                </c:pt>
                <c:pt idx="194">
                  <c:v>24</c:v>
                </c:pt>
                <c:pt idx="195">
                  <c:v>28</c:v>
                </c:pt>
                <c:pt idx="196">
                  <c:v>182</c:v>
                </c:pt>
                <c:pt idx="197">
                  <c:v>19</c:v>
                </c:pt>
                <c:pt idx="198">
                  <c:v>110</c:v>
                </c:pt>
                <c:pt idx="199">
                  <c:v>20</c:v>
                </c:pt>
                <c:pt idx="200">
                  <c:v>122</c:v>
                </c:pt>
                <c:pt idx="201">
                  <c:v>17</c:v>
                </c:pt>
                <c:pt idx="202">
                  <c:v>24</c:v>
                </c:pt>
                <c:pt idx="203">
                  <c:v>15</c:v>
                </c:pt>
                <c:pt idx="204">
                  <c:v>13</c:v>
                </c:pt>
                <c:pt idx="205">
                  <c:v>15</c:v>
                </c:pt>
                <c:pt idx="206">
                  <c:v>13</c:v>
                </c:pt>
                <c:pt idx="207">
                  <c:v>45</c:v>
                </c:pt>
                <c:pt idx="208">
                  <c:v>16</c:v>
                </c:pt>
                <c:pt idx="209">
                  <c:v>26</c:v>
                </c:pt>
                <c:pt idx="210">
                  <c:v>9</c:v>
                </c:pt>
                <c:pt idx="211">
                  <c:v>15</c:v>
                </c:pt>
                <c:pt idx="212">
                  <c:v>9</c:v>
                </c:pt>
                <c:pt idx="213">
                  <c:v>11</c:v>
                </c:pt>
                <c:pt idx="214">
                  <c:v>33</c:v>
                </c:pt>
                <c:pt idx="215">
                  <c:v>74</c:v>
                </c:pt>
                <c:pt idx="216">
                  <c:v>14</c:v>
                </c:pt>
                <c:pt idx="217">
                  <c:v>20</c:v>
                </c:pt>
                <c:pt idx="218">
                  <c:v>16</c:v>
                </c:pt>
                <c:pt idx="219">
                  <c:v>17</c:v>
                </c:pt>
                <c:pt idx="220">
                  <c:v>28</c:v>
                </c:pt>
                <c:pt idx="221">
                  <c:v>65</c:v>
                </c:pt>
                <c:pt idx="222">
                  <c:v>579</c:v>
                </c:pt>
                <c:pt idx="223">
                  <c:v>61</c:v>
                </c:pt>
                <c:pt idx="224">
                  <c:v>294</c:v>
                </c:pt>
                <c:pt idx="225">
                  <c:v>38</c:v>
                </c:pt>
                <c:pt idx="226">
                  <c:v>22</c:v>
                </c:pt>
                <c:pt idx="227">
                  <c:v>142</c:v>
                </c:pt>
                <c:pt idx="228">
                  <c:v>198</c:v>
                </c:pt>
                <c:pt idx="229">
                  <c:v>26</c:v>
                </c:pt>
                <c:pt idx="230">
                  <c:v>16</c:v>
                </c:pt>
                <c:pt idx="231">
                  <c:v>26</c:v>
                </c:pt>
                <c:pt idx="232">
                  <c:v>53</c:v>
                </c:pt>
                <c:pt idx="233">
                  <c:v>52</c:v>
                </c:pt>
                <c:pt idx="234">
                  <c:v>176</c:v>
                </c:pt>
                <c:pt idx="235">
                  <c:v>255</c:v>
                </c:pt>
                <c:pt idx="236">
                  <c:v>29</c:v>
                </c:pt>
                <c:pt idx="237">
                  <c:v>42</c:v>
                </c:pt>
                <c:pt idx="238">
                  <c:v>25</c:v>
                </c:pt>
                <c:pt idx="239">
                  <c:v>33</c:v>
                </c:pt>
                <c:pt idx="240">
                  <c:v>57</c:v>
                </c:pt>
                <c:pt idx="241">
                  <c:v>20</c:v>
                </c:pt>
                <c:pt idx="242">
                  <c:v>96</c:v>
                </c:pt>
                <c:pt idx="243">
                  <c:v>20</c:v>
                </c:pt>
                <c:pt idx="244">
                  <c:v>15</c:v>
                </c:pt>
                <c:pt idx="245">
                  <c:v>63</c:v>
                </c:pt>
                <c:pt idx="246">
                  <c:v>279</c:v>
                </c:pt>
                <c:pt idx="247">
                  <c:v>19</c:v>
                </c:pt>
                <c:pt idx="248">
                  <c:v>12</c:v>
                </c:pt>
                <c:pt idx="249">
                  <c:v>19</c:v>
                </c:pt>
                <c:pt idx="250">
                  <c:v>13</c:v>
                </c:pt>
                <c:pt idx="251">
                  <c:v>29</c:v>
                </c:pt>
                <c:pt idx="252">
                  <c:v>132</c:v>
                </c:pt>
                <c:pt idx="253">
                  <c:v>79</c:v>
                </c:pt>
                <c:pt idx="254">
                  <c:v>18</c:v>
                </c:pt>
                <c:pt idx="255">
                  <c:v>16</c:v>
                </c:pt>
                <c:pt idx="256">
                  <c:v>18</c:v>
                </c:pt>
                <c:pt idx="257">
                  <c:v>22</c:v>
                </c:pt>
                <c:pt idx="258">
                  <c:v>304</c:v>
                </c:pt>
                <c:pt idx="259">
                  <c:v>42</c:v>
                </c:pt>
                <c:pt idx="260">
                  <c:v>31</c:v>
                </c:pt>
                <c:pt idx="261">
                  <c:v>25</c:v>
                </c:pt>
                <c:pt idx="262">
                  <c:v>48</c:v>
                </c:pt>
                <c:pt idx="263">
                  <c:v>20</c:v>
                </c:pt>
                <c:pt idx="264">
                  <c:v>32</c:v>
                </c:pt>
                <c:pt idx="265">
                  <c:v>30</c:v>
                </c:pt>
                <c:pt idx="266">
                  <c:v>52</c:v>
                </c:pt>
                <c:pt idx="267">
                  <c:v>21</c:v>
                </c:pt>
                <c:pt idx="268">
                  <c:v>17</c:v>
                </c:pt>
                <c:pt idx="269">
                  <c:v>18</c:v>
                </c:pt>
                <c:pt idx="270">
                  <c:v>20</c:v>
                </c:pt>
                <c:pt idx="271">
                  <c:v>15</c:v>
                </c:pt>
                <c:pt idx="272">
                  <c:v>54</c:v>
                </c:pt>
                <c:pt idx="273">
                  <c:v>240</c:v>
                </c:pt>
                <c:pt idx="274">
                  <c:v>13</c:v>
                </c:pt>
                <c:pt idx="275">
                  <c:v>27</c:v>
                </c:pt>
                <c:pt idx="276">
                  <c:v>84</c:v>
                </c:pt>
                <c:pt idx="277">
                  <c:v>43</c:v>
                </c:pt>
                <c:pt idx="278">
                  <c:v>19</c:v>
                </c:pt>
                <c:pt idx="279">
                  <c:v>18</c:v>
                </c:pt>
                <c:pt idx="280">
                  <c:v>568</c:v>
                </c:pt>
                <c:pt idx="281">
                  <c:v>428</c:v>
                </c:pt>
                <c:pt idx="282">
                  <c:v>8</c:v>
                </c:pt>
                <c:pt idx="283">
                  <c:v>9</c:v>
                </c:pt>
                <c:pt idx="284">
                  <c:v>14</c:v>
                </c:pt>
                <c:pt idx="285">
                  <c:v>31</c:v>
                </c:pt>
                <c:pt idx="286">
                  <c:v>76</c:v>
                </c:pt>
                <c:pt idx="287">
                  <c:v>18</c:v>
                </c:pt>
                <c:pt idx="288">
                  <c:v>34</c:v>
                </c:pt>
                <c:pt idx="289">
                  <c:v>27</c:v>
                </c:pt>
                <c:pt idx="290">
                  <c:v>344</c:v>
                </c:pt>
                <c:pt idx="291">
                  <c:v>43</c:v>
                </c:pt>
                <c:pt idx="292">
                  <c:v>22</c:v>
                </c:pt>
                <c:pt idx="293">
                  <c:v>159</c:v>
                </c:pt>
                <c:pt idx="294">
                  <c:v>20</c:v>
                </c:pt>
                <c:pt idx="295">
                  <c:v>140</c:v>
                </c:pt>
                <c:pt idx="296">
                  <c:v>18</c:v>
                </c:pt>
                <c:pt idx="297">
                  <c:v>39</c:v>
                </c:pt>
                <c:pt idx="298">
                  <c:v>31</c:v>
                </c:pt>
                <c:pt idx="299">
                  <c:v>61</c:v>
                </c:pt>
                <c:pt idx="300">
                  <c:v>75</c:v>
                </c:pt>
                <c:pt idx="301">
                  <c:v>50</c:v>
                </c:pt>
                <c:pt idx="302">
                  <c:v>29</c:v>
                </c:pt>
                <c:pt idx="303">
                  <c:v>205</c:v>
                </c:pt>
                <c:pt idx="304">
                  <c:v>642</c:v>
                </c:pt>
                <c:pt idx="305">
                  <c:v>32</c:v>
                </c:pt>
                <c:pt idx="306">
                  <c:v>14</c:v>
                </c:pt>
                <c:pt idx="307">
                  <c:v>136</c:v>
                </c:pt>
                <c:pt idx="308">
                  <c:v>91</c:v>
                </c:pt>
                <c:pt idx="309">
                  <c:v>44</c:v>
                </c:pt>
                <c:pt idx="310">
                  <c:v>41</c:v>
                </c:pt>
                <c:pt idx="311">
                  <c:v>271</c:v>
                </c:pt>
                <c:pt idx="312">
                  <c:v>822</c:v>
                </c:pt>
                <c:pt idx="313">
                  <c:v>186</c:v>
                </c:pt>
                <c:pt idx="314">
                  <c:v>20</c:v>
                </c:pt>
                <c:pt idx="315">
                  <c:v>14</c:v>
                </c:pt>
                <c:pt idx="316">
                  <c:v>75</c:v>
                </c:pt>
                <c:pt idx="317">
                  <c:v>21</c:v>
                </c:pt>
                <c:pt idx="318">
                  <c:v>24</c:v>
                </c:pt>
                <c:pt idx="319">
                  <c:v>230</c:v>
                </c:pt>
                <c:pt idx="320">
                  <c:v>10</c:v>
                </c:pt>
                <c:pt idx="321">
                  <c:v>18</c:v>
                </c:pt>
                <c:pt idx="322">
                  <c:v>25</c:v>
                </c:pt>
                <c:pt idx="323">
                  <c:v>184</c:v>
                </c:pt>
                <c:pt idx="324">
                  <c:v>59</c:v>
                </c:pt>
                <c:pt idx="325">
                  <c:v>20</c:v>
                </c:pt>
                <c:pt idx="326">
                  <c:v>8</c:v>
                </c:pt>
                <c:pt idx="327">
                  <c:v>18</c:v>
                </c:pt>
                <c:pt idx="328">
                  <c:v>20</c:v>
                </c:pt>
                <c:pt idx="329">
                  <c:v>25</c:v>
                </c:pt>
                <c:pt idx="330">
                  <c:v>46</c:v>
                </c:pt>
                <c:pt idx="331">
                  <c:v>131</c:v>
                </c:pt>
                <c:pt idx="332">
                  <c:v>13</c:v>
                </c:pt>
                <c:pt idx="333">
                  <c:v>17</c:v>
                </c:pt>
                <c:pt idx="334">
                  <c:v>14</c:v>
                </c:pt>
                <c:pt idx="335">
                  <c:v>30</c:v>
                </c:pt>
                <c:pt idx="336">
                  <c:v>321</c:v>
                </c:pt>
                <c:pt idx="337">
                  <c:v>10</c:v>
                </c:pt>
                <c:pt idx="338">
                  <c:v>23</c:v>
                </c:pt>
                <c:pt idx="339">
                  <c:v>13</c:v>
                </c:pt>
                <c:pt idx="340">
                  <c:v>414</c:v>
                </c:pt>
                <c:pt idx="341">
                  <c:v>145</c:v>
                </c:pt>
                <c:pt idx="342">
                  <c:v>399</c:v>
                </c:pt>
                <c:pt idx="343">
                  <c:v>211</c:v>
                </c:pt>
                <c:pt idx="344">
                  <c:v>150</c:v>
                </c:pt>
                <c:pt idx="345">
                  <c:v>20</c:v>
                </c:pt>
                <c:pt idx="346">
                  <c:v>370</c:v>
                </c:pt>
                <c:pt idx="347">
                  <c:v>23</c:v>
                </c:pt>
                <c:pt idx="348">
                  <c:v>29</c:v>
                </c:pt>
                <c:pt idx="349">
                  <c:v>24</c:v>
                </c:pt>
                <c:pt idx="350">
                  <c:v>16</c:v>
                </c:pt>
                <c:pt idx="351">
                  <c:v>25</c:v>
                </c:pt>
                <c:pt idx="352">
                  <c:v>65</c:v>
                </c:pt>
                <c:pt idx="353">
                  <c:v>68</c:v>
                </c:pt>
                <c:pt idx="354">
                  <c:v>66</c:v>
                </c:pt>
                <c:pt idx="355">
                  <c:v>194</c:v>
                </c:pt>
                <c:pt idx="356">
                  <c:v>18</c:v>
                </c:pt>
                <c:pt idx="357">
                  <c:v>30</c:v>
                </c:pt>
                <c:pt idx="358">
                  <c:v>30</c:v>
                </c:pt>
                <c:pt idx="359">
                  <c:v>164</c:v>
                </c:pt>
                <c:pt idx="360">
                  <c:v>128</c:v>
                </c:pt>
                <c:pt idx="361">
                  <c:v>36</c:v>
                </c:pt>
                <c:pt idx="362">
                  <c:v>48</c:v>
                </c:pt>
                <c:pt idx="363">
                  <c:v>90</c:v>
                </c:pt>
                <c:pt idx="364">
                  <c:v>29</c:v>
                </c:pt>
                <c:pt idx="365">
                  <c:v>28</c:v>
                </c:pt>
                <c:pt idx="366">
                  <c:v>99</c:v>
                </c:pt>
                <c:pt idx="367">
                  <c:v>110</c:v>
                </c:pt>
                <c:pt idx="368">
                  <c:v>68</c:v>
                </c:pt>
                <c:pt idx="369">
                  <c:v>15</c:v>
                </c:pt>
                <c:pt idx="370">
                  <c:v>14</c:v>
                </c:pt>
                <c:pt idx="371">
                  <c:v>66</c:v>
                </c:pt>
                <c:pt idx="372">
                  <c:v>30</c:v>
                </c:pt>
                <c:pt idx="373">
                  <c:v>381</c:v>
                </c:pt>
                <c:pt idx="374">
                  <c:v>68</c:v>
                </c:pt>
                <c:pt idx="375">
                  <c:v>59</c:v>
                </c:pt>
                <c:pt idx="376">
                  <c:v>491</c:v>
                </c:pt>
                <c:pt idx="377">
                  <c:v>56</c:v>
                </c:pt>
                <c:pt idx="378">
                  <c:v>702</c:v>
                </c:pt>
                <c:pt idx="379">
                  <c:v>14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300-C214-4F69-A723-505DF60252CB}"/>
            </c:ext>
          </c:extLst>
        </c:ser>
        <c:ser>
          <c:idx val="9"/>
          <c:order val="9"/>
          <c:tx>
            <c:v>短思考（380条，空心）（空心中心，共用数据）</c:v>
          </c:tx>
          <c:spPr>
            <a:ln w="0">
              <a:noFill/>
            </a:ln>
          </c:spPr>
          <c:marker>
            <c:symbol val="circle"/>
            <c:size val="3"/>
            <c:spPr>
              <a:solidFill>
                <a:srgbClr val="FFFFFF"/>
              </a:solidFill>
              <a:ln w="0">
                <a:noFill/>
              </a:ln>
            </c:spPr>
          </c:marker>
          <c:dPt>
            <c:idx val="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02-C214-4F69-A723-505DF60252CB}"/>
              </c:ext>
            </c:extLst>
          </c:dPt>
          <c:dPt>
            <c:idx val="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04-C214-4F69-A723-505DF60252CB}"/>
              </c:ext>
            </c:extLst>
          </c:dPt>
          <c:dPt>
            <c:idx val="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06-C214-4F69-A723-505DF60252CB}"/>
              </c:ext>
            </c:extLst>
          </c:dPt>
          <c:dPt>
            <c:idx val="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08-C214-4F69-A723-505DF60252CB}"/>
              </c:ext>
            </c:extLst>
          </c:dPt>
          <c:dPt>
            <c:idx val="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0A-C214-4F69-A723-505DF60252CB}"/>
              </c:ext>
            </c:extLst>
          </c:dPt>
          <c:dPt>
            <c:idx val="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0C-C214-4F69-A723-505DF60252CB}"/>
              </c:ext>
            </c:extLst>
          </c:dPt>
          <c:dPt>
            <c:idx val="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0E-C214-4F69-A723-505DF60252CB}"/>
              </c:ext>
            </c:extLst>
          </c:dPt>
          <c:dPt>
            <c:idx val="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10-C214-4F69-A723-505DF60252CB}"/>
              </c:ext>
            </c:extLst>
          </c:dPt>
          <c:dPt>
            <c:idx val="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12-C214-4F69-A723-505DF60252CB}"/>
              </c:ext>
            </c:extLst>
          </c:dPt>
          <c:dPt>
            <c:idx val="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14-C214-4F69-A723-505DF60252CB}"/>
              </c:ext>
            </c:extLst>
          </c:dPt>
          <c:dPt>
            <c:idx val="1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16-C214-4F69-A723-505DF60252CB}"/>
              </c:ext>
            </c:extLst>
          </c:dPt>
          <c:dPt>
            <c:idx val="1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18-C214-4F69-A723-505DF60252CB}"/>
              </c:ext>
            </c:extLst>
          </c:dPt>
          <c:dPt>
            <c:idx val="1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1A-C214-4F69-A723-505DF60252CB}"/>
              </c:ext>
            </c:extLst>
          </c:dPt>
          <c:dPt>
            <c:idx val="1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1C-C214-4F69-A723-505DF60252CB}"/>
              </c:ext>
            </c:extLst>
          </c:dPt>
          <c:dPt>
            <c:idx val="1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1E-C214-4F69-A723-505DF60252CB}"/>
              </c:ext>
            </c:extLst>
          </c:dPt>
          <c:dPt>
            <c:idx val="1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20-C214-4F69-A723-505DF60252CB}"/>
              </c:ext>
            </c:extLst>
          </c:dPt>
          <c:dPt>
            <c:idx val="1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22-C214-4F69-A723-505DF60252CB}"/>
              </c:ext>
            </c:extLst>
          </c:dPt>
          <c:dPt>
            <c:idx val="1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24-C214-4F69-A723-505DF60252CB}"/>
              </c:ext>
            </c:extLst>
          </c:dPt>
          <c:dPt>
            <c:idx val="1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26-C214-4F69-A723-505DF60252CB}"/>
              </c:ext>
            </c:extLst>
          </c:dPt>
          <c:dPt>
            <c:idx val="1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28-C214-4F69-A723-505DF60252CB}"/>
              </c:ext>
            </c:extLst>
          </c:dPt>
          <c:dPt>
            <c:idx val="2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2A-C214-4F69-A723-505DF60252CB}"/>
              </c:ext>
            </c:extLst>
          </c:dPt>
          <c:dPt>
            <c:idx val="2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2C-C214-4F69-A723-505DF60252CB}"/>
              </c:ext>
            </c:extLst>
          </c:dPt>
          <c:dPt>
            <c:idx val="2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2E-C214-4F69-A723-505DF60252CB}"/>
              </c:ext>
            </c:extLst>
          </c:dPt>
          <c:dPt>
            <c:idx val="2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30-C214-4F69-A723-505DF60252CB}"/>
              </c:ext>
            </c:extLst>
          </c:dPt>
          <c:dPt>
            <c:idx val="2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32-C214-4F69-A723-505DF60252CB}"/>
              </c:ext>
            </c:extLst>
          </c:dPt>
          <c:dPt>
            <c:idx val="2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34-C214-4F69-A723-505DF60252CB}"/>
              </c:ext>
            </c:extLst>
          </c:dPt>
          <c:dPt>
            <c:idx val="2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36-C214-4F69-A723-505DF60252CB}"/>
              </c:ext>
            </c:extLst>
          </c:dPt>
          <c:dPt>
            <c:idx val="2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38-C214-4F69-A723-505DF60252CB}"/>
              </c:ext>
            </c:extLst>
          </c:dPt>
          <c:dPt>
            <c:idx val="2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3A-C214-4F69-A723-505DF60252CB}"/>
              </c:ext>
            </c:extLst>
          </c:dPt>
          <c:dPt>
            <c:idx val="2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3C-C214-4F69-A723-505DF60252CB}"/>
              </c:ext>
            </c:extLst>
          </c:dPt>
          <c:dPt>
            <c:idx val="3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3E-C214-4F69-A723-505DF60252CB}"/>
              </c:ext>
            </c:extLst>
          </c:dPt>
          <c:dPt>
            <c:idx val="3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40-C214-4F69-A723-505DF60252CB}"/>
              </c:ext>
            </c:extLst>
          </c:dPt>
          <c:dPt>
            <c:idx val="3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42-C214-4F69-A723-505DF60252CB}"/>
              </c:ext>
            </c:extLst>
          </c:dPt>
          <c:dPt>
            <c:idx val="3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44-C214-4F69-A723-505DF60252CB}"/>
              </c:ext>
            </c:extLst>
          </c:dPt>
          <c:dPt>
            <c:idx val="3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46-C214-4F69-A723-505DF60252CB}"/>
              </c:ext>
            </c:extLst>
          </c:dPt>
          <c:dPt>
            <c:idx val="3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48-C214-4F69-A723-505DF60252CB}"/>
              </c:ext>
            </c:extLst>
          </c:dPt>
          <c:dPt>
            <c:idx val="3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4A-C214-4F69-A723-505DF60252CB}"/>
              </c:ext>
            </c:extLst>
          </c:dPt>
          <c:dPt>
            <c:idx val="3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4C-C214-4F69-A723-505DF60252CB}"/>
              </c:ext>
            </c:extLst>
          </c:dPt>
          <c:dPt>
            <c:idx val="3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4E-C214-4F69-A723-505DF60252CB}"/>
              </c:ext>
            </c:extLst>
          </c:dPt>
          <c:dPt>
            <c:idx val="3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50-C214-4F69-A723-505DF60252CB}"/>
              </c:ext>
            </c:extLst>
          </c:dPt>
          <c:dPt>
            <c:idx val="4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52-C214-4F69-A723-505DF60252CB}"/>
              </c:ext>
            </c:extLst>
          </c:dPt>
          <c:dPt>
            <c:idx val="4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54-C214-4F69-A723-505DF60252CB}"/>
              </c:ext>
            </c:extLst>
          </c:dPt>
          <c:dPt>
            <c:idx val="4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56-C214-4F69-A723-505DF60252CB}"/>
              </c:ext>
            </c:extLst>
          </c:dPt>
          <c:dPt>
            <c:idx val="4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58-C214-4F69-A723-505DF60252CB}"/>
              </c:ext>
            </c:extLst>
          </c:dPt>
          <c:dPt>
            <c:idx val="4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5A-C214-4F69-A723-505DF60252CB}"/>
              </c:ext>
            </c:extLst>
          </c:dPt>
          <c:dPt>
            <c:idx val="4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5C-C214-4F69-A723-505DF60252CB}"/>
              </c:ext>
            </c:extLst>
          </c:dPt>
          <c:dPt>
            <c:idx val="4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5E-C214-4F69-A723-505DF60252CB}"/>
              </c:ext>
            </c:extLst>
          </c:dPt>
          <c:dPt>
            <c:idx val="4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60-C214-4F69-A723-505DF60252CB}"/>
              </c:ext>
            </c:extLst>
          </c:dPt>
          <c:dPt>
            <c:idx val="4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62-C214-4F69-A723-505DF60252CB}"/>
              </c:ext>
            </c:extLst>
          </c:dPt>
          <c:dPt>
            <c:idx val="4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64-C214-4F69-A723-505DF60252CB}"/>
              </c:ext>
            </c:extLst>
          </c:dPt>
          <c:dPt>
            <c:idx val="5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66-C214-4F69-A723-505DF60252CB}"/>
              </c:ext>
            </c:extLst>
          </c:dPt>
          <c:dPt>
            <c:idx val="5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68-C214-4F69-A723-505DF60252CB}"/>
              </c:ext>
            </c:extLst>
          </c:dPt>
          <c:dPt>
            <c:idx val="5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6A-C214-4F69-A723-505DF60252CB}"/>
              </c:ext>
            </c:extLst>
          </c:dPt>
          <c:dPt>
            <c:idx val="5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6C-C214-4F69-A723-505DF60252CB}"/>
              </c:ext>
            </c:extLst>
          </c:dPt>
          <c:dPt>
            <c:idx val="5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6E-C214-4F69-A723-505DF60252CB}"/>
              </c:ext>
            </c:extLst>
          </c:dPt>
          <c:dPt>
            <c:idx val="5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70-C214-4F69-A723-505DF60252CB}"/>
              </c:ext>
            </c:extLst>
          </c:dPt>
          <c:dPt>
            <c:idx val="5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72-C214-4F69-A723-505DF60252CB}"/>
              </c:ext>
            </c:extLst>
          </c:dPt>
          <c:dPt>
            <c:idx val="5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74-C214-4F69-A723-505DF60252CB}"/>
              </c:ext>
            </c:extLst>
          </c:dPt>
          <c:dPt>
            <c:idx val="5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76-C214-4F69-A723-505DF60252CB}"/>
              </c:ext>
            </c:extLst>
          </c:dPt>
          <c:dPt>
            <c:idx val="5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78-C214-4F69-A723-505DF60252CB}"/>
              </c:ext>
            </c:extLst>
          </c:dPt>
          <c:dPt>
            <c:idx val="6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7A-C214-4F69-A723-505DF60252CB}"/>
              </c:ext>
            </c:extLst>
          </c:dPt>
          <c:dPt>
            <c:idx val="6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7C-C214-4F69-A723-505DF60252CB}"/>
              </c:ext>
            </c:extLst>
          </c:dPt>
          <c:dPt>
            <c:idx val="6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7E-C214-4F69-A723-505DF60252CB}"/>
              </c:ext>
            </c:extLst>
          </c:dPt>
          <c:dPt>
            <c:idx val="6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80-C214-4F69-A723-505DF60252CB}"/>
              </c:ext>
            </c:extLst>
          </c:dPt>
          <c:dPt>
            <c:idx val="6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82-C214-4F69-A723-505DF60252CB}"/>
              </c:ext>
            </c:extLst>
          </c:dPt>
          <c:dPt>
            <c:idx val="6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84-C214-4F69-A723-505DF60252CB}"/>
              </c:ext>
            </c:extLst>
          </c:dPt>
          <c:dPt>
            <c:idx val="6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86-C214-4F69-A723-505DF60252CB}"/>
              </c:ext>
            </c:extLst>
          </c:dPt>
          <c:dPt>
            <c:idx val="6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88-C214-4F69-A723-505DF60252CB}"/>
              </c:ext>
            </c:extLst>
          </c:dPt>
          <c:dPt>
            <c:idx val="6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8A-C214-4F69-A723-505DF60252CB}"/>
              </c:ext>
            </c:extLst>
          </c:dPt>
          <c:dPt>
            <c:idx val="6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8C-C214-4F69-A723-505DF60252CB}"/>
              </c:ext>
            </c:extLst>
          </c:dPt>
          <c:dPt>
            <c:idx val="7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8E-C214-4F69-A723-505DF60252CB}"/>
              </c:ext>
            </c:extLst>
          </c:dPt>
          <c:dPt>
            <c:idx val="7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90-C214-4F69-A723-505DF60252CB}"/>
              </c:ext>
            </c:extLst>
          </c:dPt>
          <c:dPt>
            <c:idx val="7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92-C214-4F69-A723-505DF60252CB}"/>
              </c:ext>
            </c:extLst>
          </c:dPt>
          <c:dPt>
            <c:idx val="7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94-C214-4F69-A723-505DF60252CB}"/>
              </c:ext>
            </c:extLst>
          </c:dPt>
          <c:dPt>
            <c:idx val="7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96-C214-4F69-A723-505DF60252CB}"/>
              </c:ext>
            </c:extLst>
          </c:dPt>
          <c:dPt>
            <c:idx val="7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98-C214-4F69-A723-505DF60252CB}"/>
              </c:ext>
            </c:extLst>
          </c:dPt>
          <c:dPt>
            <c:idx val="7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9A-C214-4F69-A723-505DF60252CB}"/>
              </c:ext>
            </c:extLst>
          </c:dPt>
          <c:dPt>
            <c:idx val="7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9C-C214-4F69-A723-505DF60252CB}"/>
              </c:ext>
            </c:extLst>
          </c:dPt>
          <c:dPt>
            <c:idx val="7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9E-C214-4F69-A723-505DF60252CB}"/>
              </c:ext>
            </c:extLst>
          </c:dPt>
          <c:dPt>
            <c:idx val="7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A0-C214-4F69-A723-505DF60252CB}"/>
              </c:ext>
            </c:extLst>
          </c:dPt>
          <c:dPt>
            <c:idx val="8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A2-C214-4F69-A723-505DF60252CB}"/>
              </c:ext>
            </c:extLst>
          </c:dPt>
          <c:dPt>
            <c:idx val="8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A4-C214-4F69-A723-505DF60252CB}"/>
              </c:ext>
            </c:extLst>
          </c:dPt>
          <c:dPt>
            <c:idx val="8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A6-C214-4F69-A723-505DF60252CB}"/>
              </c:ext>
            </c:extLst>
          </c:dPt>
          <c:dPt>
            <c:idx val="8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A8-C214-4F69-A723-505DF60252CB}"/>
              </c:ext>
            </c:extLst>
          </c:dPt>
          <c:dPt>
            <c:idx val="8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AA-C214-4F69-A723-505DF60252CB}"/>
              </c:ext>
            </c:extLst>
          </c:dPt>
          <c:dPt>
            <c:idx val="8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AC-C214-4F69-A723-505DF60252CB}"/>
              </c:ext>
            </c:extLst>
          </c:dPt>
          <c:dPt>
            <c:idx val="8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AE-C214-4F69-A723-505DF60252CB}"/>
              </c:ext>
            </c:extLst>
          </c:dPt>
          <c:dPt>
            <c:idx val="8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B0-C214-4F69-A723-505DF60252CB}"/>
              </c:ext>
            </c:extLst>
          </c:dPt>
          <c:dPt>
            <c:idx val="8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B2-C214-4F69-A723-505DF60252CB}"/>
              </c:ext>
            </c:extLst>
          </c:dPt>
          <c:dPt>
            <c:idx val="8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B4-C214-4F69-A723-505DF60252CB}"/>
              </c:ext>
            </c:extLst>
          </c:dPt>
          <c:dPt>
            <c:idx val="9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B6-C214-4F69-A723-505DF60252CB}"/>
              </c:ext>
            </c:extLst>
          </c:dPt>
          <c:dPt>
            <c:idx val="9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B8-C214-4F69-A723-505DF60252CB}"/>
              </c:ext>
            </c:extLst>
          </c:dPt>
          <c:dPt>
            <c:idx val="9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BA-C214-4F69-A723-505DF60252CB}"/>
              </c:ext>
            </c:extLst>
          </c:dPt>
          <c:dPt>
            <c:idx val="9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BC-C214-4F69-A723-505DF60252CB}"/>
              </c:ext>
            </c:extLst>
          </c:dPt>
          <c:dPt>
            <c:idx val="9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BE-C214-4F69-A723-505DF60252CB}"/>
              </c:ext>
            </c:extLst>
          </c:dPt>
          <c:dPt>
            <c:idx val="9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C0-C214-4F69-A723-505DF60252CB}"/>
              </c:ext>
            </c:extLst>
          </c:dPt>
          <c:dPt>
            <c:idx val="9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C2-C214-4F69-A723-505DF60252CB}"/>
              </c:ext>
            </c:extLst>
          </c:dPt>
          <c:dPt>
            <c:idx val="9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C4-C214-4F69-A723-505DF60252CB}"/>
              </c:ext>
            </c:extLst>
          </c:dPt>
          <c:dPt>
            <c:idx val="9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C6-C214-4F69-A723-505DF60252CB}"/>
              </c:ext>
            </c:extLst>
          </c:dPt>
          <c:dPt>
            <c:idx val="9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C8-C214-4F69-A723-505DF60252CB}"/>
              </c:ext>
            </c:extLst>
          </c:dPt>
          <c:dPt>
            <c:idx val="10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CA-C214-4F69-A723-505DF60252CB}"/>
              </c:ext>
            </c:extLst>
          </c:dPt>
          <c:dPt>
            <c:idx val="10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CC-C214-4F69-A723-505DF60252CB}"/>
              </c:ext>
            </c:extLst>
          </c:dPt>
          <c:dPt>
            <c:idx val="10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CE-C214-4F69-A723-505DF60252CB}"/>
              </c:ext>
            </c:extLst>
          </c:dPt>
          <c:dPt>
            <c:idx val="10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D0-C214-4F69-A723-505DF60252CB}"/>
              </c:ext>
            </c:extLst>
          </c:dPt>
          <c:dPt>
            <c:idx val="10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D2-C214-4F69-A723-505DF60252CB}"/>
              </c:ext>
            </c:extLst>
          </c:dPt>
          <c:dPt>
            <c:idx val="10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D4-C214-4F69-A723-505DF60252CB}"/>
              </c:ext>
            </c:extLst>
          </c:dPt>
          <c:dPt>
            <c:idx val="10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D6-C214-4F69-A723-505DF60252CB}"/>
              </c:ext>
            </c:extLst>
          </c:dPt>
          <c:dPt>
            <c:idx val="10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D8-C214-4F69-A723-505DF60252CB}"/>
              </c:ext>
            </c:extLst>
          </c:dPt>
          <c:dPt>
            <c:idx val="10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DA-C214-4F69-A723-505DF60252CB}"/>
              </c:ext>
            </c:extLst>
          </c:dPt>
          <c:dPt>
            <c:idx val="10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DC-C214-4F69-A723-505DF60252CB}"/>
              </c:ext>
            </c:extLst>
          </c:dPt>
          <c:dPt>
            <c:idx val="11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DE-C214-4F69-A723-505DF60252CB}"/>
              </c:ext>
            </c:extLst>
          </c:dPt>
          <c:dPt>
            <c:idx val="11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E0-C214-4F69-A723-505DF60252CB}"/>
              </c:ext>
            </c:extLst>
          </c:dPt>
          <c:dPt>
            <c:idx val="11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E2-C214-4F69-A723-505DF60252CB}"/>
              </c:ext>
            </c:extLst>
          </c:dPt>
          <c:dPt>
            <c:idx val="11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E4-C214-4F69-A723-505DF60252CB}"/>
              </c:ext>
            </c:extLst>
          </c:dPt>
          <c:dPt>
            <c:idx val="11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E6-C214-4F69-A723-505DF60252CB}"/>
              </c:ext>
            </c:extLst>
          </c:dPt>
          <c:dPt>
            <c:idx val="11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E8-C214-4F69-A723-505DF60252CB}"/>
              </c:ext>
            </c:extLst>
          </c:dPt>
          <c:dPt>
            <c:idx val="11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EA-C214-4F69-A723-505DF60252CB}"/>
              </c:ext>
            </c:extLst>
          </c:dPt>
          <c:dPt>
            <c:idx val="11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EC-C214-4F69-A723-505DF60252CB}"/>
              </c:ext>
            </c:extLst>
          </c:dPt>
          <c:dPt>
            <c:idx val="11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EE-C214-4F69-A723-505DF60252CB}"/>
              </c:ext>
            </c:extLst>
          </c:dPt>
          <c:dPt>
            <c:idx val="11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F0-C214-4F69-A723-505DF60252CB}"/>
              </c:ext>
            </c:extLst>
          </c:dPt>
          <c:dPt>
            <c:idx val="12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F2-C214-4F69-A723-505DF60252CB}"/>
              </c:ext>
            </c:extLst>
          </c:dPt>
          <c:dPt>
            <c:idx val="12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F4-C214-4F69-A723-505DF60252CB}"/>
              </c:ext>
            </c:extLst>
          </c:dPt>
          <c:dPt>
            <c:idx val="12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F6-C214-4F69-A723-505DF60252CB}"/>
              </c:ext>
            </c:extLst>
          </c:dPt>
          <c:dPt>
            <c:idx val="12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F8-C214-4F69-A723-505DF60252CB}"/>
              </c:ext>
            </c:extLst>
          </c:dPt>
          <c:dPt>
            <c:idx val="12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FA-C214-4F69-A723-505DF60252CB}"/>
              </c:ext>
            </c:extLst>
          </c:dPt>
          <c:dPt>
            <c:idx val="12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FC-C214-4F69-A723-505DF60252CB}"/>
              </c:ext>
            </c:extLst>
          </c:dPt>
          <c:dPt>
            <c:idx val="12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3FE-C214-4F69-A723-505DF60252CB}"/>
              </c:ext>
            </c:extLst>
          </c:dPt>
          <c:dPt>
            <c:idx val="12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00-C214-4F69-A723-505DF60252CB}"/>
              </c:ext>
            </c:extLst>
          </c:dPt>
          <c:dPt>
            <c:idx val="12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02-C214-4F69-A723-505DF60252CB}"/>
              </c:ext>
            </c:extLst>
          </c:dPt>
          <c:dPt>
            <c:idx val="12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04-C214-4F69-A723-505DF60252CB}"/>
              </c:ext>
            </c:extLst>
          </c:dPt>
          <c:dPt>
            <c:idx val="13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06-C214-4F69-A723-505DF60252CB}"/>
              </c:ext>
            </c:extLst>
          </c:dPt>
          <c:dPt>
            <c:idx val="13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08-C214-4F69-A723-505DF60252CB}"/>
              </c:ext>
            </c:extLst>
          </c:dPt>
          <c:dPt>
            <c:idx val="13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0A-C214-4F69-A723-505DF60252CB}"/>
              </c:ext>
            </c:extLst>
          </c:dPt>
          <c:dPt>
            <c:idx val="13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0C-C214-4F69-A723-505DF60252CB}"/>
              </c:ext>
            </c:extLst>
          </c:dPt>
          <c:dPt>
            <c:idx val="13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0E-C214-4F69-A723-505DF60252CB}"/>
              </c:ext>
            </c:extLst>
          </c:dPt>
          <c:dPt>
            <c:idx val="13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10-C214-4F69-A723-505DF60252CB}"/>
              </c:ext>
            </c:extLst>
          </c:dPt>
          <c:dPt>
            <c:idx val="13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12-C214-4F69-A723-505DF60252CB}"/>
              </c:ext>
            </c:extLst>
          </c:dPt>
          <c:dPt>
            <c:idx val="13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14-C214-4F69-A723-505DF60252CB}"/>
              </c:ext>
            </c:extLst>
          </c:dPt>
          <c:dPt>
            <c:idx val="13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16-C214-4F69-A723-505DF60252CB}"/>
              </c:ext>
            </c:extLst>
          </c:dPt>
          <c:dPt>
            <c:idx val="13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18-C214-4F69-A723-505DF60252CB}"/>
              </c:ext>
            </c:extLst>
          </c:dPt>
          <c:dPt>
            <c:idx val="14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1A-C214-4F69-A723-505DF60252CB}"/>
              </c:ext>
            </c:extLst>
          </c:dPt>
          <c:dPt>
            <c:idx val="14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1C-C214-4F69-A723-505DF60252CB}"/>
              </c:ext>
            </c:extLst>
          </c:dPt>
          <c:dPt>
            <c:idx val="14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1E-C214-4F69-A723-505DF60252CB}"/>
              </c:ext>
            </c:extLst>
          </c:dPt>
          <c:dPt>
            <c:idx val="14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20-C214-4F69-A723-505DF60252CB}"/>
              </c:ext>
            </c:extLst>
          </c:dPt>
          <c:dPt>
            <c:idx val="14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22-C214-4F69-A723-505DF60252CB}"/>
              </c:ext>
            </c:extLst>
          </c:dPt>
          <c:dPt>
            <c:idx val="14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24-C214-4F69-A723-505DF60252CB}"/>
              </c:ext>
            </c:extLst>
          </c:dPt>
          <c:dPt>
            <c:idx val="14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26-C214-4F69-A723-505DF60252CB}"/>
              </c:ext>
            </c:extLst>
          </c:dPt>
          <c:dPt>
            <c:idx val="14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28-C214-4F69-A723-505DF60252CB}"/>
              </c:ext>
            </c:extLst>
          </c:dPt>
          <c:dPt>
            <c:idx val="14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2A-C214-4F69-A723-505DF60252CB}"/>
              </c:ext>
            </c:extLst>
          </c:dPt>
          <c:dPt>
            <c:idx val="14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2C-C214-4F69-A723-505DF60252CB}"/>
              </c:ext>
            </c:extLst>
          </c:dPt>
          <c:dPt>
            <c:idx val="15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2E-C214-4F69-A723-505DF60252CB}"/>
              </c:ext>
            </c:extLst>
          </c:dPt>
          <c:dPt>
            <c:idx val="15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30-C214-4F69-A723-505DF60252CB}"/>
              </c:ext>
            </c:extLst>
          </c:dPt>
          <c:dPt>
            <c:idx val="15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32-C214-4F69-A723-505DF60252CB}"/>
              </c:ext>
            </c:extLst>
          </c:dPt>
          <c:dPt>
            <c:idx val="15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34-C214-4F69-A723-505DF60252CB}"/>
              </c:ext>
            </c:extLst>
          </c:dPt>
          <c:dPt>
            <c:idx val="15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36-C214-4F69-A723-505DF60252CB}"/>
              </c:ext>
            </c:extLst>
          </c:dPt>
          <c:dPt>
            <c:idx val="15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38-C214-4F69-A723-505DF60252CB}"/>
              </c:ext>
            </c:extLst>
          </c:dPt>
          <c:dPt>
            <c:idx val="15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3A-C214-4F69-A723-505DF60252CB}"/>
              </c:ext>
            </c:extLst>
          </c:dPt>
          <c:dPt>
            <c:idx val="15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3C-C214-4F69-A723-505DF60252CB}"/>
              </c:ext>
            </c:extLst>
          </c:dPt>
          <c:dPt>
            <c:idx val="15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3E-C214-4F69-A723-505DF60252CB}"/>
              </c:ext>
            </c:extLst>
          </c:dPt>
          <c:dPt>
            <c:idx val="15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40-C214-4F69-A723-505DF60252CB}"/>
              </c:ext>
            </c:extLst>
          </c:dPt>
          <c:dPt>
            <c:idx val="16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42-C214-4F69-A723-505DF60252CB}"/>
              </c:ext>
            </c:extLst>
          </c:dPt>
          <c:dPt>
            <c:idx val="16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44-C214-4F69-A723-505DF60252CB}"/>
              </c:ext>
            </c:extLst>
          </c:dPt>
          <c:dPt>
            <c:idx val="16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46-C214-4F69-A723-505DF60252CB}"/>
              </c:ext>
            </c:extLst>
          </c:dPt>
          <c:dPt>
            <c:idx val="16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48-C214-4F69-A723-505DF60252CB}"/>
              </c:ext>
            </c:extLst>
          </c:dPt>
          <c:dPt>
            <c:idx val="16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4A-C214-4F69-A723-505DF60252CB}"/>
              </c:ext>
            </c:extLst>
          </c:dPt>
          <c:dPt>
            <c:idx val="16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4C-C214-4F69-A723-505DF60252CB}"/>
              </c:ext>
            </c:extLst>
          </c:dPt>
          <c:dPt>
            <c:idx val="16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4E-C214-4F69-A723-505DF60252CB}"/>
              </c:ext>
            </c:extLst>
          </c:dPt>
          <c:dPt>
            <c:idx val="16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50-C214-4F69-A723-505DF60252CB}"/>
              </c:ext>
            </c:extLst>
          </c:dPt>
          <c:dPt>
            <c:idx val="16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52-C214-4F69-A723-505DF60252CB}"/>
              </c:ext>
            </c:extLst>
          </c:dPt>
          <c:dPt>
            <c:idx val="16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54-C214-4F69-A723-505DF60252CB}"/>
              </c:ext>
            </c:extLst>
          </c:dPt>
          <c:dPt>
            <c:idx val="17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56-C214-4F69-A723-505DF60252CB}"/>
              </c:ext>
            </c:extLst>
          </c:dPt>
          <c:dPt>
            <c:idx val="17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58-C214-4F69-A723-505DF60252CB}"/>
              </c:ext>
            </c:extLst>
          </c:dPt>
          <c:dPt>
            <c:idx val="17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5A-C214-4F69-A723-505DF60252CB}"/>
              </c:ext>
            </c:extLst>
          </c:dPt>
          <c:dPt>
            <c:idx val="17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5C-C214-4F69-A723-505DF60252CB}"/>
              </c:ext>
            </c:extLst>
          </c:dPt>
          <c:dPt>
            <c:idx val="17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5E-C214-4F69-A723-505DF60252CB}"/>
              </c:ext>
            </c:extLst>
          </c:dPt>
          <c:dPt>
            <c:idx val="17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60-C214-4F69-A723-505DF60252CB}"/>
              </c:ext>
            </c:extLst>
          </c:dPt>
          <c:dPt>
            <c:idx val="17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62-C214-4F69-A723-505DF60252CB}"/>
              </c:ext>
            </c:extLst>
          </c:dPt>
          <c:dPt>
            <c:idx val="17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64-C214-4F69-A723-505DF60252CB}"/>
              </c:ext>
            </c:extLst>
          </c:dPt>
          <c:dPt>
            <c:idx val="17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66-C214-4F69-A723-505DF60252CB}"/>
              </c:ext>
            </c:extLst>
          </c:dPt>
          <c:dPt>
            <c:idx val="17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68-C214-4F69-A723-505DF60252CB}"/>
              </c:ext>
            </c:extLst>
          </c:dPt>
          <c:dPt>
            <c:idx val="18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6A-C214-4F69-A723-505DF60252CB}"/>
              </c:ext>
            </c:extLst>
          </c:dPt>
          <c:dPt>
            <c:idx val="18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6C-C214-4F69-A723-505DF60252CB}"/>
              </c:ext>
            </c:extLst>
          </c:dPt>
          <c:dPt>
            <c:idx val="18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6E-C214-4F69-A723-505DF60252CB}"/>
              </c:ext>
            </c:extLst>
          </c:dPt>
          <c:dPt>
            <c:idx val="18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70-C214-4F69-A723-505DF60252CB}"/>
              </c:ext>
            </c:extLst>
          </c:dPt>
          <c:dPt>
            <c:idx val="18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72-C214-4F69-A723-505DF60252CB}"/>
              </c:ext>
            </c:extLst>
          </c:dPt>
          <c:dPt>
            <c:idx val="18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74-C214-4F69-A723-505DF60252CB}"/>
              </c:ext>
            </c:extLst>
          </c:dPt>
          <c:dPt>
            <c:idx val="18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76-C214-4F69-A723-505DF60252CB}"/>
              </c:ext>
            </c:extLst>
          </c:dPt>
          <c:dPt>
            <c:idx val="18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78-C214-4F69-A723-505DF60252CB}"/>
              </c:ext>
            </c:extLst>
          </c:dPt>
          <c:dPt>
            <c:idx val="18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7A-C214-4F69-A723-505DF60252CB}"/>
              </c:ext>
            </c:extLst>
          </c:dPt>
          <c:dPt>
            <c:idx val="18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7C-C214-4F69-A723-505DF60252CB}"/>
              </c:ext>
            </c:extLst>
          </c:dPt>
          <c:dPt>
            <c:idx val="19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7E-C214-4F69-A723-505DF60252CB}"/>
              </c:ext>
            </c:extLst>
          </c:dPt>
          <c:dPt>
            <c:idx val="19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80-C214-4F69-A723-505DF60252CB}"/>
              </c:ext>
            </c:extLst>
          </c:dPt>
          <c:dPt>
            <c:idx val="19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82-C214-4F69-A723-505DF60252CB}"/>
              </c:ext>
            </c:extLst>
          </c:dPt>
          <c:dPt>
            <c:idx val="19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84-C214-4F69-A723-505DF60252CB}"/>
              </c:ext>
            </c:extLst>
          </c:dPt>
          <c:dPt>
            <c:idx val="19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86-C214-4F69-A723-505DF60252CB}"/>
              </c:ext>
            </c:extLst>
          </c:dPt>
          <c:dPt>
            <c:idx val="19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88-C214-4F69-A723-505DF60252CB}"/>
              </c:ext>
            </c:extLst>
          </c:dPt>
          <c:dPt>
            <c:idx val="19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8A-C214-4F69-A723-505DF60252CB}"/>
              </c:ext>
            </c:extLst>
          </c:dPt>
          <c:dPt>
            <c:idx val="19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8C-C214-4F69-A723-505DF60252CB}"/>
              </c:ext>
            </c:extLst>
          </c:dPt>
          <c:dPt>
            <c:idx val="19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8E-C214-4F69-A723-505DF60252CB}"/>
              </c:ext>
            </c:extLst>
          </c:dPt>
          <c:dPt>
            <c:idx val="19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90-C214-4F69-A723-505DF60252CB}"/>
              </c:ext>
            </c:extLst>
          </c:dPt>
          <c:dPt>
            <c:idx val="20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92-C214-4F69-A723-505DF60252CB}"/>
              </c:ext>
            </c:extLst>
          </c:dPt>
          <c:dPt>
            <c:idx val="20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94-C214-4F69-A723-505DF60252CB}"/>
              </c:ext>
            </c:extLst>
          </c:dPt>
          <c:dPt>
            <c:idx val="20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96-C214-4F69-A723-505DF60252CB}"/>
              </c:ext>
            </c:extLst>
          </c:dPt>
          <c:dPt>
            <c:idx val="20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98-C214-4F69-A723-505DF60252CB}"/>
              </c:ext>
            </c:extLst>
          </c:dPt>
          <c:dPt>
            <c:idx val="20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9A-C214-4F69-A723-505DF60252CB}"/>
              </c:ext>
            </c:extLst>
          </c:dPt>
          <c:dPt>
            <c:idx val="20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9C-C214-4F69-A723-505DF60252CB}"/>
              </c:ext>
            </c:extLst>
          </c:dPt>
          <c:dPt>
            <c:idx val="20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9E-C214-4F69-A723-505DF60252CB}"/>
              </c:ext>
            </c:extLst>
          </c:dPt>
          <c:dPt>
            <c:idx val="20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A0-C214-4F69-A723-505DF60252CB}"/>
              </c:ext>
            </c:extLst>
          </c:dPt>
          <c:dPt>
            <c:idx val="20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A2-C214-4F69-A723-505DF60252CB}"/>
              </c:ext>
            </c:extLst>
          </c:dPt>
          <c:dPt>
            <c:idx val="20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A4-C214-4F69-A723-505DF60252CB}"/>
              </c:ext>
            </c:extLst>
          </c:dPt>
          <c:dPt>
            <c:idx val="21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A6-C214-4F69-A723-505DF60252CB}"/>
              </c:ext>
            </c:extLst>
          </c:dPt>
          <c:dPt>
            <c:idx val="21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A8-C214-4F69-A723-505DF60252CB}"/>
              </c:ext>
            </c:extLst>
          </c:dPt>
          <c:dPt>
            <c:idx val="21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AA-C214-4F69-A723-505DF60252CB}"/>
              </c:ext>
            </c:extLst>
          </c:dPt>
          <c:dPt>
            <c:idx val="21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AC-C214-4F69-A723-505DF60252CB}"/>
              </c:ext>
            </c:extLst>
          </c:dPt>
          <c:dPt>
            <c:idx val="21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AE-C214-4F69-A723-505DF60252CB}"/>
              </c:ext>
            </c:extLst>
          </c:dPt>
          <c:dPt>
            <c:idx val="21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B0-C214-4F69-A723-505DF60252CB}"/>
              </c:ext>
            </c:extLst>
          </c:dPt>
          <c:dPt>
            <c:idx val="21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B2-C214-4F69-A723-505DF60252CB}"/>
              </c:ext>
            </c:extLst>
          </c:dPt>
          <c:dPt>
            <c:idx val="21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B4-C214-4F69-A723-505DF60252CB}"/>
              </c:ext>
            </c:extLst>
          </c:dPt>
          <c:dPt>
            <c:idx val="21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B6-C214-4F69-A723-505DF60252CB}"/>
              </c:ext>
            </c:extLst>
          </c:dPt>
          <c:dPt>
            <c:idx val="21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B8-C214-4F69-A723-505DF60252CB}"/>
              </c:ext>
            </c:extLst>
          </c:dPt>
          <c:dPt>
            <c:idx val="22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BA-C214-4F69-A723-505DF60252CB}"/>
              </c:ext>
            </c:extLst>
          </c:dPt>
          <c:dPt>
            <c:idx val="22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BC-C214-4F69-A723-505DF60252CB}"/>
              </c:ext>
            </c:extLst>
          </c:dPt>
          <c:dPt>
            <c:idx val="22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BE-C214-4F69-A723-505DF60252CB}"/>
              </c:ext>
            </c:extLst>
          </c:dPt>
          <c:dPt>
            <c:idx val="22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C0-C214-4F69-A723-505DF60252CB}"/>
              </c:ext>
            </c:extLst>
          </c:dPt>
          <c:dPt>
            <c:idx val="22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C2-C214-4F69-A723-505DF60252CB}"/>
              </c:ext>
            </c:extLst>
          </c:dPt>
          <c:dPt>
            <c:idx val="22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C4-C214-4F69-A723-505DF60252CB}"/>
              </c:ext>
            </c:extLst>
          </c:dPt>
          <c:dPt>
            <c:idx val="22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C6-C214-4F69-A723-505DF60252CB}"/>
              </c:ext>
            </c:extLst>
          </c:dPt>
          <c:dPt>
            <c:idx val="22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C8-C214-4F69-A723-505DF60252CB}"/>
              </c:ext>
            </c:extLst>
          </c:dPt>
          <c:dPt>
            <c:idx val="22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CA-C214-4F69-A723-505DF60252CB}"/>
              </c:ext>
            </c:extLst>
          </c:dPt>
          <c:dPt>
            <c:idx val="22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CC-C214-4F69-A723-505DF60252CB}"/>
              </c:ext>
            </c:extLst>
          </c:dPt>
          <c:dPt>
            <c:idx val="23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CE-C214-4F69-A723-505DF60252CB}"/>
              </c:ext>
            </c:extLst>
          </c:dPt>
          <c:dPt>
            <c:idx val="23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D0-C214-4F69-A723-505DF60252CB}"/>
              </c:ext>
            </c:extLst>
          </c:dPt>
          <c:dPt>
            <c:idx val="23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D2-C214-4F69-A723-505DF60252CB}"/>
              </c:ext>
            </c:extLst>
          </c:dPt>
          <c:dPt>
            <c:idx val="23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D4-C214-4F69-A723-505DF60252CB}"/>
              </c:ext>
            </c:extLst>
          </c:dPt>
          <c:dPt>
            <c:idx val="23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D6-C214-4F69-A723-505DF60252CB}"/>
              </c:ext>
            </c:extLst>
          </c:dPt>
          <c:dPt>
            <c:idx val="23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D8-C214-4F69-A723-505DF60252CB}"/>
              </c:ext>
            </c:extLst>
          </c:dPt>
          <c:dPt>
            <c:idx val="23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DA-C214-4F69-A723-505DF60252CB}"/>
              </c:ext>
            </c:extLst>
          </c:dPt>
          <c:dPt>
            <c:idx val="23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DC-C214-4F69-A723-505DF60252CB}"/>
              </c:ext>
            </c:extLst>
          </c:dPt>
          <c:dPt>
            <c:idx val="23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DE-C214-4F69-A723-505DF60252CB}"/>
              </c:ext>
            </c:extLst>
          </c:dPt>
          <c:dPt>
            <c:idx val="23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E0-C214-4F69-A723-505DF60252CB}"/>
              </c:ext>
            </c:extLst>
          </c:dPt>
          <c:dPt>
            <c:idx val="24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E2-C214-4F69-A723-505DF60252CB}"/>
              </c:ext>
            </c:extLst>
          </c:dPt>
          <c:dPt>
            <c:idx val="24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E4-C214-4F69-A723-505DF60252CB}"/>
              </c:ext>
            </c:extLst>
          </c:dPt>
          <c:dPt>
            <c:idx val="24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E6-C214-4F69-A723-505DF60252CB}"/>
              </c:ext>
            </c:extLst>
          </c:dPt>
          <c:dPt>
            <c:idx val="24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E8-C214-4F69-A723-505DF60252CB}"/>
              </c:ext>
            </c:extLst>
          </c:dPt>
          <c:dPt>
            <c:idx val="24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EA-C214-4F69-A723-505DF60252CB}"/>
              </c:ext>
            </c:extLst>
          </c:dPt>
          <c:dPt>
            <c:idx val="24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EC-C214-4F69-A723-505DF60252CB}"/>
              </c:ext>
            </c:extLst>
          </c:dPt>
          <c:dPt>
            <c:idx val="24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EE-C214-4F69-A723-505DF60252CB}"/>
              </c:ext>
            </c:extLst>
          </c:dPt>
          <c:dPt>
            <c:idx val="24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F0-C214-4F69-A723-505DF60252CB}"/>
              </c:ext>
            </c:extLst>
          </c:dPt>
          <c:dPt>
            <c:idx val="24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F2-C214-4F69-A723-505DF60252CB}"/>
              </c:ext>
            </c:extLst>
          </c:dPt>
          <c:dPt>
            <c:idx val="24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F4-C214-4F69-A723-505DF60252CB}"/>
              </c:ext>
            </c:extLst>
          </c:dPt>
          <c:dPt>
            <c:idx val="25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F6-C214-4F69-A723-505DF60252CB}"/>
              </c:ext>
            </c:extLst>
          </c:dPt>
          <c:dPt>
            <c:idx val="25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F8-C214-4F69-A723-505DF60252CB}"/>
              </c:ext>
            </c:extLst>
          </c:dPt>
          <c:dPt>
            <c:idx val="25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FA-C214-4F69-A723-505DF60252CB}"/>
              </c:ext>
            </c:extLst>
          </c:dPt>
          <c:dPt>
            <c:idx val="25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FC-C214-4F69-A723-505DF60252CB}"/>
              </c:ext>
            </c:extLst>
          </c:dPt>
          <c:dPt>
            <c:idx val="25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4FE-C214-4F69-A723-505DF60252CB}"/>
              </c:ext>
            </c:extLst>
          </c:dPt>
          <c:dPt>
            <c:idx val="25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00-C214-4F69-A723-505DF60252CB}"/>
              </c:ext>
            </c:extLst>
          </c:dPt>
          <c:dPt>
            <c:idx val="25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02-C214-4F69-A723-505DF60252CB}"/>
              </c:ext>
            </c:extLst>
          </c:dPt>
          <c:dPt>
            <c:idx val="25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04-C214-4F69-A723-505DF60252CB}"/>
              </c:ext>
            </c:extLst>
          </c:dPt>
          <c:dPt>
            <c:idx val="25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06-C214-4F69-A723-505DF60252CB}"/>
              </c:ext>
            </c:extLst>
          </c:dPt>
          <c:dPt>
            <c:idx val="25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08-C214-4F69-A723-505DF60252CB}"/>
              </c:ext>
            </c:extLst>
          </c:dPt>
          <c:dPt>
            <c:idx val="26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0A-C214-4F69-A723-505DF60252CB}"/>
              </c:ext>
            </c:extLst>
          </c:dPt>
          <c:dPt>
            <c:idx val="26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0C-C214-4F69-A723-505DF60252CB}"/>
              </c:ext>
            </c:extLst>
          </c:dPt>
          <c:dPt>
            <c:idx val="26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0E-C214-4F69-A723-505DF60252CB}"/>
              </c:ext>
            </c:extLst>
          </c:dPt>
          <c:dPt>
            <c:idx val="26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10-C214-4F69-A723-505DF60252CB}"/>
              </c:ext>
            </c:extLst>
          </c:dPt>
          <c:dPt>
            <c:idx val="26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12-C214-4F69-A723-505DF60252CB}"/>
              </c:ext>
            </c:extLst>
          </c:dPt>
          <c:dPt>
            <c:idx val="26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14-C214-4F69-A723-505DF60252CB}"/>
              </c:ext>
            </c:extLst>
          </c:dPt>
          <c:dPt>
            <c:idx val="26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16-C214-4F69-A723-505DF60252CB}"/>
              </c:ext>
            </c:extLst>
          </c:dPt>
          <c:dPt>
            <c:idx val="26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18-C214-4F69-A723-505DF60252CB}"/>
              </c:ext>
            </c:extLst>
          </c:dPt>
          <c:dPt>
            <c:idx val="26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1A-C214-4F69-A723-505DF60252CB}"/>
              </c:ext>
            </c:extLst>
          </c:dPt>
          <c:dPt>
            <c:idx val="26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1C-C214-4F69-A723-505DF60252CB}"/>
              </c:ext>
            </c:extLst>
          </c:dPt>
          <c:dPt>
            <c:idx val="27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1E-C214-4F69-A723-505DF60252CB}"/>
              </c:ext>
            </c:extLst>
          </c:dPt>
          <c:dPt>
            <c:idx val="27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20-C214-4F69-A723-505DF60252CB}"/>
              </c:ext>
            </c:extLst>
          </c:dPt>
          <c:dPt>
            <c:idx val="27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22-C214-4F69-A723-505DF60252CB}"/>
              </c:ext>
            </c:extLst>
          </c:dPt>
          <c:dPt>
            <c:idx val="27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24-C214-4F69-A723-505DF60252CB}"/>
              </c:ext>
            </c:extLst>
          </c:dPt>
          <c:dPt>
            <c:idx val="27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26-C214-4F69-A723-505DF60252CB}"/>
              </c:ext>
            </c:extLst>
          </c:dPt>
          <c:dPt>
            <c:idx val="27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28-C214-4F69-A723-505DF60252CB}"/>
              </c:ext>
            </c:extLst>
          </c:dPt>
          <c:dPt>
            <c:idx val="27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2A-C214-4F69-A723-505DF60252CB}"/>
              </c:ext>
            </c:extLst>
          </c:dPt>
          <c:dPt>
            <c:idx val="27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2C-C214-4F69-A723-505DF60252CB}"/>
              </c:ext>
            </c:extLst>
          </c:dPt>
          <c:dPt>
            <c:idx val="27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2E-C214-4F69-A723-505DF60252CB}"/>
              </c:ext>
            </c:extLst>
          </c:dPt>
          <c:dPt>
            <c:idx val="27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30-C214-4F69-A723-505DF60252CB}"/>
              </c:ext>
            </c:extLst>
          </c:dPt>
          <c:dPt>
            <c:idx val="28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32-C214-4F69-A723-505DF60252CB}"/>
              </c:ext>
            </c:extLst>
          </c:dPt>
          <c:dPt>
            <c:idx val="28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34-C214-4F69-A723-505DF60252CB}"/>
              </c:ext>
            </c:extLst>
          </c:dPt>
          <c:dPt>
            <c:idx val="28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36-C214-4F69-A723-505DF60252CB}"/>
              </c:ext>
            </c:extLst>
          </c:dPt>
          <c:dPt>
            <c:idx val="28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38-C214-4F69-A723-505DF60252CB}"/>
              </c:ext>
            </c:extLst>
          </c:dPt>
          <c:dPt>
            <c:idx val="28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3A-C214-4F69-A723-505DF60252CB}"/>
              </c:ext>
            </c:extLst>
          </c:dPt>
          <c:dPt>
            <c:idx val="28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3C-C214-4F69-A723-505DF60252CB}"/>
              </c:ext>
            </c:extLst>
          </c:dPt>
          <c:dPt>
            <c:idx val="28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3E-C214-4F69-A723-505DF60252CB}"/>
              </c:ext>
            </c:extLst>
          </c:dPt>
          <c:dPt>
            <c:idx val="28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40-C214-4F69-A723-505DF60252CB}"/>
              </c:ext>
            </c:extLst>
          </c:dPt>
          <c:dPt>
            <c:idx val="28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42-C214-4F69-A723-505DF60252CB}"/>
              </c:ext>
            </c:extLst>
          </c:dPt>
          <c:dPt>
            <c:idx val="28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44-C214-4F69-A723-505DF60252CB}"/>
              </c:ext>
            </c:extLst>
          </c:dPt>
          <c:dPt>
            <c:idx val="29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46-C214-4F69-A723-505DF60252CB}"/>
              </c:ext>
            </c:extLst>
          </c:dPt>
          <c:dPt>
            <c:idx val="29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48-C214-4F69-A723-505DF60252CB}"/>
              </c:ext>
            </c:extLst>
          </c:dPt>
          <c:dPt>
            <c:idx val="29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4A-C214-4F69-A723-505DF60252CB}"/>
              </c:ext>
            </c:extLst>
          </c:dPt>
          <c:dPt>
            <c:idx val="29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4C-C214-4F69-A723-505DF60252CB}"/>
              </c:ext>
            </c:extLst>
          </c:dPt>
          <c:dPt>
            <c:idx val="29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4E-C214-4F69-A723-505DF60252CB}"/>
              </c:ext>
            </c:extLst>
          </c:dPt>
          <c:dPt>
            <c:idx val="29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50-C214-4F69-A723-505DF60252CB}"/>
              </c:ext>
            </c:extLst>
          </c:dPt>
          <c:dPt>
            <c:idx val="29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52-C214-4F69-A723-505DF60252CB}"/>
              </c:ext>
            </c:extLst>
          </c:dPt>
          <c:dPt>
            <c:idx val="29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54-C214-4F69-A723-505DF60252CB}"/>
              </c:ext>
            </c:extLst>
          </c:dPt>
          <c:dPt>
            <c:idx val="29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56-C214-4F69-A723-505DF60252CB}"/>
              </c:ext>
            </c:extLst>
          </c:dPt>
          <c:dPt>
            <c:idx val="29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58-C214-4F69-A723-505DF60252CB}"/>
              </c:ext>
            </c:extLst>
          </c:dPt>
          <c:dPt>
            <c:idx val="30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5A-C214-4F69-A723-505DF60252CB}"/>
              </c:ext>
            </c:extLst>
          </c:dPt>
          <c:dPt>
            <c:idx val="30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5C-C214-4F69-A723-505DF60252CB}"/>
              </c:ext>
            </c:extLst>
          </c:dPt>
          <c:dPt>
            <c:idx val="30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5E-C214-4F69-A723-505DF60252CB}"/>
              </c:ext>
            </c:extLst>
          </c:dPt>
          <c:dPt>
            <c:idx val="30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60-C214-4F69-A723-505DF60252CB}"/>
              </c:ext>
            </c:extLst>
          </c:dPt>
          <c:dPt>
            <c:idx val="30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62-C214-4F69-A723-505DF60252CB}"/>
              </c:ext>
            </c:extLst>
          </c:dPt>
          <c:dPt>
            <c:idx val="30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64-C214-4F69-A723-505DF60252CB}"/>
              </c:ext>
            </c:extLst>
          </c:dPt>
          <c:dPt>
            <c:idx val="30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66-C214-4F69-A723-505DF60252CB}"/>
              </c:ext>
            </c:extLst>
          </c:dPt>
          <c:dPt>
            <c:idx val="30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68-C214-4F69-A723-505DF60252CB}"/>
              </c:ext>
            </c:extLst>
          </c:dPt>
          <c:dPt>
            <c:idx val="30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6A-C214-4F69-A723-505DF60252CB}"/>
              </c:ext>
            </c:extLst>
          </c:dPt>
          <c:dPt>
            <c:idx val="30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6C-C214-4F69-A723-505DF60252CB}"/>
              </c:ext>
            </c:extLst>
          </c:dPt>
          <c:dPt>
            <c:idx val="31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6E-C214-4F69-A723-505DF60252CB}"/>
              </c:ext>
            </c:extLst>
          </c:dPt>
          <c:dPt>
            <c:idx val="31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70-C214-4F69-A723-505DF60252CB}"/>
              </c:ext>
            </c:extLst>
          </c:dPt>
          <c:dPt>
            <c:idx val="31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72-C214-4F69-A723-505DF60252CB}"/>
              </c:ext>
            </c:extLst>
          </c:dPt>
          <c:dPt>
            <c:idx val="31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74-C214-4F69-A723-505DF60252CB}"/>
              </c:ext>
            </c:extLst>
          </c:dPt>
          <c:dPt>
            <c:idx val="31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76-C214-4F69-A723-505DF60252CB}"/>
              </c:ext>
            </c:extLst>
          </c:dPt>
          <c:dPt>
            <c:idx val="31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78-C214-4F69-A723-505DF60252CB}"/>
              </c:ext>
            </c:extLst>
          </c:dPt>
          <c:dPt>
            <c:idx val="31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7A-C214-4F69-A723-505DF60252CB}"/>
              </c:ext>
            </c:extLst>
          </c:dPt>
          <c:dPt>
            <c:idx val="31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7C-C214-4F69-A723-505DF60252CB}"/>
              </c:ext>
            </c:extLst>
          </c:dPt>
          <c:dPt>
            <c:idx val="31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7E-C214-4F69-A723-505DF60252CB}"/>
              </c:ext>
            </c:extLst>
          </c:dPt>
          <c:dPt>
            <c:idx val="31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80-C214-4F69-A723-505DF60252CB}"/>
              </c:ext>
            </c:extLst>
          </c:dPt>
          <c:dPt>
            <c:idx val="32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82-C214-4F69-A723-505DF60252CB}"/>
              </c:ext>
            </c:extLst>
          </c:dPt>
          <c:dPt>
            <c:idx val="32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84-C214-4F69-A723-505DF60252CB}"/>
              </c:ext>
            </c:extLst>
          </c:dPt>
          <c:dPt>
            <c:idx val="32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86-C214-4F69-A723-505DF60252CB}"/>
              </c:ext>
            </c:extLst>
          </c:dPt>
          <c:dPt>
            <c:idx val="32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88-C214-4F69-A723-505DF60252CB}"/>
              </c:ext>
            </c:extLst>
          </c:dPt>
          <c:dPt>
            <c:idx val="32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8A-C214-4F69-A723-505DF60252CB}"/>
              </c:ext>
            </c:extLst>
          </c:dPt>
          <c:dPt>
            <c:idx val="32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8C-C214-4F69-A723-505DF60252CB}"/>
              </c:ext>
            </c:extLst>
          </c:dPt>
          <c:dPt>
            <c:idx val="32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8E-C214-4F69-A723-505DF60252CB}"/>
              </c:ext>
            </c:extLst>
          </c:dPt>
          <c:dPt>
            <c:idx val="32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90-C214-4F69-A723-505DF60252CB}"/>
              </c:ext>
            </c:extLst>
          </c:dPt>
          <c:dPt>
            <c:idx val="32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92-C214-4F69-A723-505DF60252CB}"/>
              </c:ext>
            </c:extLst>
          </c:dPt>
          <c:dPt>
            <c:idx val="32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94-C214-4F69-A723-505DF60252CB}"/>
              </c:ext>
            </c:extLst>
          </c:dPt>
          <c:dPt>
            <c:idx val="33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96-C214-4F69-A723-505DF60252CB}"/>
              </c:ext>
            </c:extLst>
          </c:dPt>
          <c:dPt>
            <c:idx val="33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98-C214-4F69-A723-505DF60252CB}"/>
              </c:ext>
            </c:extLst>
          </c:dPt>
          <c:dPt>
            <c:idx val="33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9A-C214-4F69-A723-505DF60252CB}"/>
              </c:ext>
            </c:extLst>
          </c:dPt>
          <c:dPt>
            <c:idx val="33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9C-C214-4F69-A723-505DF60252CB}"/>
              </c:ext>
            </c:extLst>
          </c:dPt>
          <c:dPt>
            <c:idx val="33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9E-C214-4F69-A723-505DF60252CB}"/>
              </c:ext>
            </c:extLst>
          </c:dPt>
          <c:dPt>
            <c:idx val="33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A0-C214-4F69-A723-505DF60252CB}"/>
              </c:ext>
            </c:extLst>
          </c:dPt>
          <c:dPt>
            <c:idx val="33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A2-C214-4F69-A723-505DF60252CB}"/>
              </c:ext>
            </c:extLst>
          </c:dPt>
          <c:dPt>
            <c:idx val="33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A4-C214-4F69-A723-505DF60252CB}"/>
              </c:ext>
            </c:extLst>
          </c:dPt>
          <c:dPt>
            <c:idx val="33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A6-C214-4F69-A723-505DF60252CB}"/>
              </c:ext>
            </c:extLst>
          </c:dPt>
          <c:dPt>
            <c:idx val="33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A8-C214-4F69-A723-505DF60252CB}"/>
              </c:ext>
            </c:extLst>
          </c:dPt>
          <c:dPt>
            <c:idx val="34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AA-C214-4F69-A723-505DF60252CB}"/>
              </c:ext>
            </c:extLst>
          </c:dPt>
          <c:dPt>
            <c:idx val="34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AC-C214-4F69-A723-505DF60252CB}"/>
              </c:ext>
            </c:extLst>
          </c:dPt>
          <c:dPt>
            <c:idx val="34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AE-C214-4F69-A723-505DF60252CB}"/>
              </c:ext>
            </c:extLst>
          </c:dPt>
          <c:dPt>
            <c:idx val="34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B0-C214-4F69-A723-505DF60252CB}"/>
              </c:ext>
            </c:extLst>
          </c:dPt>
          <c:dPt>
            <c:idx val="34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B2-C214-4F69-A723-505DF60252CB}"/>
              </c:ext>
            </c:extLst>
          </c:dPt>
          <c:dPt>
            <c:idx val="34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B4-C214-4F69-A723-505DF60252CB}"/>
              </c:ext>
            </c:extLst>
          </c:dPt>
          <c:dPt>
            <c:idx val="34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B6-C214-4F69-A723-505DF60252CB}"/>
              </c:ext>
            </c:extLst>
          </c:dPt>
          <c:dPt>
            <c:idx val="34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B8-C214-4F69-A723-505DF60252CB}"/>
              </c:ext>
            </c:extLst>
          </c:dPt>
          <c:dPt>
            <c:idx val="34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BA-C214-4F69-A723-505DF60252CB}"/>
              </c:ext>
            </c:extLst>
          </c:dPt>
          <c:dPt>
            <c:idx val="34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BC-C214-4F69-A723-505DF60252CB}"/>
              </c:ext>
            </c:extLst>
          </c:dPt>
          <c:dPt>
            <c:idx val="35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BE-C214-4F69-A723-505DF60252CB}"/>
              </c:ext>
            </c:extLst>
          </c:dPt>
          <c:dPt>
            <c:idx val="35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C0-C214-4F69-A723-505DF60252CB}"/>
              </c:ext>
            </c:extLst>
          </c:dPt>
          <c:dPt>
            <c:idx val="35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C2-C214-4F69-A723-505DF60252CB}"/>
              </c:ext>
            </c:extLst>
          </c:dPt>
          <c:dPt>
            <c:idx val="35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C4-C214-4F69-A723-505DF60252CB}"/>
              </c:ext>
            </c:extLst>
          </c:dPt>
          <c:dPt>
            <c:idx val="35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C6-C214-4F69-A723-505DF60252CB}"/>
              </c:ext>
            </c:extLst>
          </c:dPt>
          <c:dPt>
            <c:idx val="35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C8-C214-4F69-A723-505DF60252CB}"/>
              </c:ext>
            </c:extLst>
          </c:dPt>
          <c:dPt>
            <c:idx val="35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CA-C214-4F69-A723-505DF60252CB}"/>
              </c:ext>
            </c:extLst>
          </c:dPt>
          <c:dPt>
            <c:idx val="35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CC-C214-4F69-A723-505DF60252CB}"/>
              </c:ext>
            </c:extLst>
          </c:dPt>
          <c:dPt>
            <c:idx val="35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CE-C214-4F69-A723-505DF60252CB}"/>
              </c:ext>
            </c:extLst>
          </c:dPt>
          <c:dPt>
            <c:idx val="35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D0-C214-4F69-A723-505DF60252CB}"/>
              </c:ext>
            </c:extLst>
          </c:dPt>
          <c:dPt>
            <c:idx val="36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D2-C214-4F69-A723-505DF60252CB}"/>
              </c:ext>
            </c:extLst>
          </c:dPt>
          <c:dPt>
            <c:idx val="36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D4-C214-4F69-A723-505DF60252CB}"/>
              </c:ext>
            </c:extLst>
          </c:dPt>
          <c:dPt>
            <c:idx val="36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D6-C214-4F69-A723-505DF60252CB}"/>
              </c:ext>
            </c:extLst>
          </c:dPt>
          <c:dPt>
            <c:idx val="36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D8-C214-4F69-A723-505DF60252CB}"/>
              </c:ext>
            </c:extLst>
          </c:dPt>
          <c:dPt>
            <c:idx val="36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DA-C214-4F69-A723-505DF60252CB}"/>
              </c:ext>
            </c:extLst>
          </c:dPt>
          <c:dPt>
            <c:idx val="36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DC-C214-4F69-A723-505DF60252CB}"/>
              </c:ext>
            </c:extLst>
          </c:dPt>
          <c:dPt>
            <c:idx val="36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DE-C214-4F69-A723-505DF60252CB}"/>
              </c:ext>
            </c:extLst>
          </c:dPt>
          <c:dPt>
            <c:idx val="36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E0-C214-4F69-A723-505DF60252CB}"/>
              </c:ext>
            </c:extLst>
          </c:dPt>
          <c:dPt>
            <c:idx val="36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E2-C214-4F69-A723-505DF60252CB}"/>
              </c:ext>
            </c:extLst>
          </c:dPt>
          <c:dPt>
            <c:idx val="36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E4-C214-4F69-A723-505DF60252CB}"/>
              </c:ext>
            </c:extLst>
          </c:dPt>
          <c:dPt>
            <c:idx val="370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E6-C214-4F69-A723-505DF60252CB}"/>
              </c:ext>
            </c:extLst>
          </c:dPt>
          <c:dPt>
            <c:idx val="371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E8-C214-4F69-A723-505DF60252CB}"/>
              </c:ext>
            </c:extLst>
          </c:dPt>
          <c:dPt>
            <c:idx val="372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EA-C214-4F69-A723-505DF60252CB}"/>
              </c:ext>
            </c:extLst>
          </c:dPt>
          <c:dPt>
            <c:idx val="373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EC-C214-4F69-A723-505DF60252CB}"/>
              </c:ext>
            </c:extLst>
          </c:dPt>
          <c:dPt>
            <c:idx val="374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EE-C214-4F69-A723-505DF60252CB}"/>
              </c:ext>
            </c:extLst>
          </c:dPt>
          <c:dPt>
            <c:idx val="375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F0-C214-4F69-A723-505DF60252CB}"/>
              </c:ext>
            </c:extLst>
          </c:dPt>
          <c:dPt>
            <c:idx val="376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F2-C214-4F69-A723-505DF60252CB}"/>
              </c:ext>
            </c:extLst>
          </c:dPt>
          <c:dPt>
            <c:idx val="377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F4-C214-4F69-A723-505DF60252CB}"/>
              </c:ext>
            </c:extLst>
          </c:dPt>
          <c:dPt>
            <c:idx val="378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F6-C214-4F69-A723-505DF60252CB}"/>
              </c:ext>
            </c:extLst>
          </c:dPt>
          <c:dPt>
            <c:idx val="379"/>
            <c:bubble3D val="0"/>
            <c:spPr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5F8-C214-4F69-A723-505DF60252CB}"/>
              </c:ext>
            </c:extLst>
          </c:dPt>
          <c:xVal>
            <c:numRef>
              <c:f>'Chart Data'!$Q$2:$Q$381</c:f>
              <c:numCache>
                <c:formatCode>General</c:formatCode>
                <c:ptCount val="380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  <c:pt idx="9">
                  <c:v>12</c:v>
                </c:pt>
                <c:pt idx="10">
                  <c:v>13</c:v>
                </c:pt>
                <c:pt idx="11">
                  <c:v>14</c:v>
                </c:pt>
                <c:pt idx="12">
                  <c:v>15</c:v>
                </c:pt>
                <c:pt idx="13">
                  <c:v>16</c:v>
                </c:pt>
                <c:pt idx="14">
                  <c:v>17</c:v>
                </c:pt>
                <c:pt idx="15">
                  <c:v>18</c:v>
                </c:pt>
                <c:pt idx="16">
                  <c:v>19</c:v>
                </c:pt>
                <c:pt idx="17">
                  <c:v>20</c:v>
                </c:pt>
                <c:pt idx="18">
                  <c:v>21</c:v>
                </c:pt>
                <c:pt idx="19">
                  <c:v>22</c:v>
                </c:pt>
                <c:pt idx="20">
                  <c:v>23</c:v>
                </c:pt>
                <c:pt idx="21">
                  <c:v>24</c:v>
                </c:pt>
                <c:pt idx="22">
                  <c:v>25</c:v>
                </c:pt>
                <c:pt idx="23">
                  <c:v>26</c:v>
                </c:pt>
                <c:pt idx="24">
                  <c:v>27</c:v>
                </c:pt>
                <c:pt idx="25">
                  <c:v>28</c:v>
                </c:pt>
                <c:pt idx="26">
                  <c:v>29</c:v>
                </c:pt>
                <c:pt idx="27">
                  <c:v>30</c:v>
                </c:pt>
                <c:pt idx="28">
                  <c:v>31</c:v>
                </c:pt>
                <c:pt idx="29">
                  <c:v>32</c:v>
                </c:pt>
                <c:pt idx="30">
                  <c:v>33</c:v>
                </c:pt>
                <c:pt idx="31">
                  <c:v>34</c:v>
                </c:pt>
                <c:pt idx="32">
                  <c:v>35</c:v>
                </c:pt>
                <c:pt idx="33">
                  <c:v>36</c:v>
                </c:pt>
                <c:pt idx="34">
                  <c:v>37</c:v>
                </c:pt>
                <c:pt idx="35">
                  <c:v>38</c:v>
                </c:pt>
                <c:pt idx="36">
                  <c:v>39</c:v>
                </c:pt>
                <c:pt idx="37">
                  <c:v>40</c:v>
                </c:pt>
                <c:pt idx="38">
                  <c:v>41</c:v>
                </c:pt>
                <c:pt idx="39">
                  <c:v>42</c:v>
                </c:pt>
                <c:pt idx="40">
                  <c:v>43</c:v>
                </c:pt>
                <c:pt idx="41">
                  <c:v>44</c:v>
                </c:pt>
                <c:pt idx="42">
                  <c:v>45</c:v>
                </c:pt>
                <c:pt idx="43">
                  <c:v>46</c:v>
                </c:pt>
                <c:pt idx="44">
                  <c:v>47</c:v>
                </c:pt>
                <c:pt idx="45">
                  <c:v>48</c:v>
                </c:pt>
                <c:pt idx="46">
                  <c:v>49</c:v>
                </c:pt>
                <c:pt idx="47">
                  <c:v>50</c:v>
                </c:pt>
                <c:pt idx="48">
                  <c:v>51</c:v>
                </c:pt>
                <c:pt idx="49">
                  <c:v>52</c:v>
                </c:pt>
                <c:pt idx="50">
                  <c:v>53</c:v>
                </c:pt>
                <c:pt idx="51">
                  <c:v>54</c:v>
                </c:pt>
                <c:pt idx="52">
                  <c:v>55</c:v>
                </c:pt>
                <c:pt idx="53">
                  <c:v>56</c:v>
                </c:pt>
                <c:pt idx="54">
                  <c:v>57</c:v>
                </c:pt>
                <c:pt idx="55">
                  <c:v>59</c:v>
                </c:pt>
                <c:pt idx="56">
                  <c:v>60</c:v>
                </c:pt>
                <c:pt idx="57">
                  <c:v>61</c:v>
                </c:pt>
                <c:pt idx="58">
                  <c:v>62</c:v>
                </c:pt>
                <c:pt idx="59">
                  <c:v>63</c:v>
                </c:pt>
                <c:pt idx="60">
                  <c:v>64</c:v>
                </c:pt>
                <c:pt idx="61">
                  <c:v>65</c:v>
                </c:pt>
                <c:pt idx="62">
                  <c:v>66</c:v>
                </c:pt>
                <c:pt idx="63">
                  <c:v>67</c:v>
                </c:pt>
                <c:pt idx="64">
                  <c:v>68</c:v>
                </c:pt>
                <c:pt idx="65">
                  <c:v>69</c:v>
                </c:pt>
                <c:pt idx="66">
                  <c:v>70</c:v>
                </c:pt>
                <c:pt idx="67">
                  <c:v>71</c:v>
                </c:pt>
                <c:pt idx="68">
                  <c:v>72</c:v>
                </c:pt>
                <c:pt idx="69">
                  <c:v>73</c:v>
                </c:pt>
                <c:pt idx="70">
                  <c:v>74</c:v>
                </c:pt>
                <c:pt idx="71">
                  <c:v>75</c:v>
                </c:pt>
                <c:pt idx="72">
                  <c:v>76</c:v>
                </c:pt>
                <c:pt idx="73">
                  <c:v>77</c:v>
                </c:pt>
                <c:pt idx="74">
                  <c:v>78</c:v>
                </c:pt>
                <c:pt idx="75">
                  <c:v>79</c:v>
                </c:pt>
                <c:pt idx="76">
                  <c:v>80</c:v>
                </c:pt>
                <c:pt idx="77">
                  <c:v>81</c:v>
                </c:pt>
                <c:pt idx="78">
                  <c:v>82</c:v>
                </c:pt>
                <c:pt idx="79">
                  <c:v>83</c:v>
                </c:pt>
                <c:pt idx="80">
                  <c:v>84</c:v>
                </c:pt>
                <c:pt idx="81">
                  <c:v>85</c:v>
                </c:pt>
                <c:pt idx="82">
                  <c:v>86</c:v>
                </c:pt>
                <c:pt idx="83">
                  <c:v>88</c:v>
                </c:pt>
                <c:pt idx="84">
                  <c:v>89</c:v>
                </c:pt>
                <c:pt idx="85">
                  <c:v>90</c:v>
                </c:pt>
                <c:pt idx="86">
                  <c:v>91</c:v>
                </c:pt>
                <c:pt idx="87">
                  <c:v>92</c:v>
                </c:pt>
                <c:pt idx="88">
                  <c:v>93</c:v>
                </c:pt>
                <c:pt idx="89">
                  <c:v>94</c:v>
                </c:pt>
                <c:pt idx="90">
                  <c:v>95</c:v>
                </c:pt>
                <c:pt idx="91">
                  <c:v>96</c:v>
                </c:pt>
                <c:pt idx="92">
                  <c:v>97</c:v>
                </c:pt>
                <c:pt idx="93">
                  <c:v>98</c:v>
                </c:pt>
                <c:pt idx="94">
                  <c:v>99</c:v>
                </c:pt>
                <c:pt idx="95">
                  <c:v>100</c:v>
                </c:pt>
                <c:pt idx="96">
                  <c:v>101</c:v>
                </c:pt>
                <c:pt idx="97">
                  <c:v>102</c:v>
                </c:pt>
                <c:pt idx="98">
                  <c:v>103</c:v>
                </c:pt>
                <c:pt idx="99">
                  <c:v>104</c:v>
                </c:pt>
                <c:pt idx="100">
                  <c:v>105</c:v>
                </c:pt>
                <c:pt idx="101">
                  <c:v>106</c:v>
                </c:pt>
                <c:pt idx="102">
                  <c:v>107</c:v>
                </c:pt>
                <c:pt idx="103">
                  <c:v>108</c:v>
                </c:pt>
                <c:pt idx="104">
                  <c:v>109</c:v>
                </c:pt>
                <c:pt idx="105">
                  <c:v>110</c:v>
                </c:pt>
                <c:pt idx="106">
                  <c:v>111</c:v>
                </c:pt>
                <c:pt idx="107">
                  <c:v>112</c:v>
                </c:pt>
                <c:pt idx="108">
                  <c:v>113</c:v>
                </c:pt>
                <c:pt idx="109">
                  <c:v>114</c:v>
                </c:pt>
                <c:pt idx="110">
                  <c:v>115</c:v>
                </c:pt>
                <c:pt idx="111">
                  <c:v>116</c:v>
                </c:pt>
                <c:pt idx="112">
                  <c:v>117</c:v>
                </c:pt>
                <c:pt idx="113">
                  <c:v>118</c:v>
                </c:pt>
                <c:pt idx="114">
                  <c:v>119</c:v>
                </c:pt>
                <c:pt idx="115">
                  <c:v>120</c:v>
                </c:pt>
                <c:pt idx="116">
                  <c:v>121</c:v>
                </c:pt>
                <c:pt idx="117">
                  <c:v>122</c:v>
                </c:pt>
                <c:pt idx="118">
                  <c:v>123</c:v>
                </c:pt>
                <c:pt idx="119">
                  <c:v>124</c:v>
                </c:pt>
                <c:pt idx="120">
                  <c:v>125</c:v>
                </c:pt>
                <c:pt idx="121">
                  <c:v>126</c:v>
                </c:pt>
                <c:pt idx="122">
                  <c:v>127</c:v>
                </c:pt>
                <c:pt idx="123">
                  <c:v>128</c:v>
                </c:pt>
                <c:pt idx="124">
                  <c:v>130</c:v>
                </c:pt>
                <c:pt idx="125">
                  <c:v>131</c:v>
                </c:pt>
                <c:pt idx="126">
                  <c:v>132</c:v>
                </c:pt>
                <c:pt idx="127">
                  <c:v>133</c:v>
                </c:pt>
                <c:pt idx="128">
                  <c:v>134</c:v>
                </c:pt>
                <c:pt idx="129">
                  <c:v>135</c:v>
                </c:pt>
                <c:pt idx="130">
                  <c:v>136</c:v>
                </c:pt>
                <c:pt idx="131">
                  <c:v>137</c:v>
                </c:pt>
                <c:pt idx="132">
                  <c:v>138</c:v>
                </c:pt>
                <c:pt idx="133">
                  <c:v>139</c:v>
                </c:pt>
                <c:pt idx="134">
                  <c:v>140</c:v>
                </c:pt>
                <c:pt idx="135">
                  <c:v>141</c:v>
                </c:pt>
                <c:pt idx="136">
                  <c:v>142</c:v>
                </c:pt>
                <c:pt idx="137">
                  <c:v>143</c:v>
                </c:pt>
                <c:pt idx="138">
                  <c:v>144</c:v>
                </c:pt>
                <c:pt idx="139">
                  <c:v>145</c:v>
                </c:pt>
                <c:pt idx="140">
                  <c:v>146</c:v>
                </c:pt>
                <c:pt idx="141">
                  <c:v>147</c:v>
                </c:pt>
                <c:pt idx="142">
                  <c:v>148</c:v>
                </c:pt>
                <c:pt idx="143">
                  <c:v>149</c:v>
                </c:pt>
                <c:pt idx="144">
                  <c:v>150</c:v>
                </c:pt>
                <c:pt idx="145">
                  <c:v>151</c:v>
                </c:pt>
                <c:pt idx="146">
                  <c:v>152</c:v>
                </c:pt>
                <c:pt idx="147">
                  <c:v>153</c:v>
                </c:pt>
                <c:pt idx="148">
                  <c:v>154</c:v>
                </c:pt>
                <c:pt idx="149">
                  <c:v>155</c:v>
                </c:pt>
                <c:pt idx="150">
                  <c:v>156</c:v>
                </c:pt>
                <c:pt idx="151">
                  <c:v>157</c:v>
                </c:pt>
                <c:pt idx="152">
                  <c:v>158</c:v>
                </c:pt>
                <c:pt idx="153">
                  <c:v>159</c:v>
                </c:pt>
                <c:pt idx="154">
                  <c:v>160</c:v>
                </c:pt>
                <c:pt idx="155">
                  <c:v>161</c:v>
                </c:pt>
                <c:pt idx="156">
                  <c:v>162</c:v>
                </c:pt>
                <c:pt idx="157">
                  <c:v>163</c:v>
                </c:pt>
                <c:pt idx="158">
                  <c:v>164</c:v>
                </c:pt>
                <c:pt idx="159">
                  <c:v>165</c:v>
                </c:pt>
                <c:pt idx="160">
                  <c:v>166</c:v>
                </c:pt>
                <c:pt idx="161">
                  <c:v>167</c:v>
                </c:pt>
                <c:pt idx="162">
                  <c:v>168</c:v>
                </c:pt>
                <c:pt idx="163">
                  <c:v>169</c:v>
                </c:pt>
                <c:pt idx="164">
                  <c:v>170</c:v>
                </c:pt>
                <c:pt idx="165">
                  <c:v>171</c:v>
                </c:pt>
                <c:pt idx="166">
                  <c:v>172</c:v>
                </c:pt>
                <c:pt idx="167">
                  <c:v>173</c:v>
                </c:pt>
                <c:pt idx="168">
                  <c:v>174</c:v>
                </c:pt>
                <c:pt idx="169">
                  <c:v>175</c:v>
                </c:pt>
                <c:pt idx="170">
                  <c:v>176</c:v>
                </c:pt>
                <c:pt idx="171">
                  <c:v>177</c:v>
                </c:pt>
                <c:pt idx="172">
                  <c:v>178</c:v>
                </c:pt>
                <c:pt idx="173">
                  <c:v>179</c:v>
                </c:pt>
                <c:pt idx="174">
                  <c:v>180</c:v>
                </c:pt>
                <c:pt idx="175">
                  <c:v>181</c:v>
                </c:pt>
                <c:pt idx="176">
                  <c:v>182</c:v>
                </c:pt>
                <c:pt idx="177">
                  <c:v>183</c:v>
                </c:pt>
                <c:pt idx="178">
                  <c:v>184</c:v>
                </c:pt>
                <c:pt idx="179">
                  <c:v>185</c:v>
                </c:pt>
                <c:pt idx="180">
                  <c:v>186</c:v>
                </c:pt>
                <c:pt idx="181">
                  <c:v>187</c:v>
                </c:pt>
                <c:pt idx="182">
                  <c:v>188</c:v>
                </c:pt>
                <c:pt idx="183">
                  <c:v>189</c:v>
                </c:pt>
                <c:pt idx="184">
                  <c:v>190</c:v>
                </c:pt>
                <c:pt idx="185">
                  <c:v>191</c:v>
                </c:pt>
                <c:pt idx="186">
                  <c:v>193</c:v>
                </c:pt>
                <c:pt idx="187">
                  <c:v>194</c:v>
                </c:pt>
                <c:pt idx="188">
                  <c:v>195</c:v>
                </c:pt>
                <c:pt idx="189">
                  <c:v>196</c:v>
                </c:pt>
                <c:pt idx="190">
                  <c:v>197</c:v>
                </c:pt>
                <c:pt idx="191">
                  <c:v>198</c:v>
                </c:pt>
                <c:pt idx="192">
                  <c:v>199</c:v>
                </c:pt>
                <c:pt idx="193">
                  <c:v>200</c:v>
                </c:pt>
                <c:pt idx="194">
                  <c:v>201</c:v>
                </c:pt>
                <c:pt idx="195">
                  <c:v>202</c:v>
                </c:pt>
                <c:pt idx="196">
                  <c:v>203</c:v>
                </c:pt>
                <c:pt idx="197">
                  <c:v>204</c:v>
                </c:pt>
                <c:pt idx="198">
                  <c:v>205</c:v>
                </c:pt>
                <c:pt idx="199">
                  <c:v>206</c:v>
                </c:pt>
                <c:pt idx="200">
                  <c:v>207</c:v>
                </c:pt>
                <c:pt idx="201">
                  <c:v>208</c:v>
                </c:pt>
                <c:pt idx="202">
                  <c:v>209</c:v>
                </c:pt>
                <c:pt idx="203">
                  <c:v>210</c:v>
                </c:pt>
                <c:pt idx="204">
                  <c:v>211</c:v>
                </c:pt>
                <c:pt idx="205">
                  <c:v>212</c:v>
                </c:pt>
                <c:pt idx="206">
                  <c:v>213</c:v>
                </c:pt>
                <c:pt idx="207">
                  <c:v>214</c:v>
                </c:pt>
                <c:pt idx="208">
                  <c:v>215</c:v>
                </c:pt>
                <c:pt idx="209">
                  <c:v>216</c:v>
                </c:pt>
                <c:pt idx="210">
                  <c:v>217</c:v>
                </c:pt>
                <c:pt idx="211">
                  <c:v>218</c:v>
                </c:pt>
                <c:pt idx="212">
                  <c:v>219</c:v>
                </c:pt>
                <c:pt idx="213">
                  <c:v>220</c:v>
                </c:pt>
                <c:pt idx="214">
                  <c:v>222</c:v>
                </c:pt>
                <c:pt idx="215">
                  <c:v>223</c:v>
                </c:pt>
                <c:pt idx="216">
                  <c:v>224</c:v>
                </c:pt>
                <c:pt idx="217">
                  <c:v>225</c:v>
                </c:pt>
                <c:pt idx="218">
                  <c:v>226</c:v>
                </c:pt>
                <c:pt idx="219">
                  <c:v>227</c:v>
                </c:pt>
                <c:pt idx="220">
                  <c:v>228</c:v>
                </c:pt>
                <c:pt idx="221">
                  <c:v>229</c:v>
                </c:pt>
                <c:pt idx="222">
                  <c:v>230</c:v>
                </c:pt>
                <c:pt idx="223">
                  <c:v>231</c:v>
                </c:pt>
                <c:pt idx="224">
                  <c:v>232</c:v>
                </c:pt>
                <c:pt idx="225">
                  <c:v>233</c:v>
                </c:pt>
                <c:pt idx="226">
                  <c:v>234</c:v>
                </c:pt>
                <c:pt idx="227">
                  <c:v>235</c:v>
                </c:pt>
                <c:pt idx="228">
                  <c:v>236</c:v>
                </c:pt>
                <c:pt idx="229">
                  <c:v>237</c:v>
                </c:pt>
                <c:pt idx="230">
                  <c:v>238</c:v>
                </c:pt>
                <c:pt idx="231">
                  <c:v>239</c:v>
                </c:pt>
                <c:pt idx="232">
                  <c:v>240</c:v>
                </c:pt>
                <c:pt idx="233">
                  <c:v>241</c:v>
                </c:pt>
                <c:pt idx="234">
                  <c:v>242</c:v>
                </c:pt>
                <c:pt idx="235">
                  <c:v>243</c:v>
                </c:pt>
                <c:pt idx="236">
                  <c:v>244</c:v>
                </c:pt>
                <c:pt idx="237">
                  <c:v>245</c:v>
                </c:pt>
                <c:pt idx="238">
                  <c:v>246</c:v>
                </c:pt>
                <c:pt idx="239">
                  <c:v>247</c:v>
                </c:pt>
                <c:pt idx="240">
                  <c:v>248</c:v>
                </c:pt>
                <c:pt idx="241">
                  <c:v>249</c:v>
                </c:pt>
                <c:pt idx="242">
                  <c:v>250</c:v>
                </c:pt>
                <c:pt idx="243">
                  <c:v>251</c:v>
                </c:pt>
                <c:pt idx="244">
                  <c:v>252</c:v>
                </c:pt>
                <c:pt idx="245">
                  <c:v>253</c:v>
                </c:pt>
                <c:pt idx="246">
                  <c:v>254</c:v>
                </c:pt>
                <c:pt idx="247">
                  <c:v>255</c:v>
                </c:pt>
                <c:pt idx="248">
                  <c:v>256</c:v>
                </c:pt>
                <c:pt idx="249">
                  <c:v>257</c:v>
                </c:pt>
                <c:pt idx="250">
                  <c:v>258</c:v>
                </c:pt>
                <c:pt idx="251">
                  <c:v>260</c:v>
                </c:pt>
                <c:pt idx="252">
                  <c:v>261</c:v>
                </c:pt>
                <c:pt idx="253">
                  <c:v>262</c:v>
                </c:pt>
                <c:pt idx="254">
                  <c:v>263</c:v>
                </c:pt>
                <c:pt idx="255">
                  <c:v>264</c:v>
                </c:pt>
                <c:pt idx="256">
                  <c:v>265</c:v>
                </c:pt>
                <c:pt idx="257">
                  <c:v>266</c:v>
                </c:pt>
                <c:pt idx="258">
                  <c:v>267</c:v>
                </c:pt>
                <c:pt idx="259">
                  <c:v>268</c:v>
                </c:pt>
                <c:pt idx="260">
                  <c:v>269</c:v>
                </c:pt>
                <c:pt idx="261">
                  <c:v>270</c:v>
                </c:pt>
                <c:pt idx="262">
                  <c:v>271</c:v>
                </c:pt>
                <c:pt idx="263">
                  <c:v>272</c:v>
                </c:pt>
                <c:pt idx="264">
                  <c:v>273</c:v>
                </c:pt>
                <c:pt idx="265">
                  <c:v>274</c:v>
                </c:pt>
                <c:pt idx="266">
                  <c:v>275</c:v>
                </c:pt>
                <c:pt idx="267">
                  <c:v>276</c:v>
                </c:pt>
                <c:pt idx="268">
                  <c:v>277</c:v>
                </c:pt>
                <c:pt idx="269">
                  <c:v>278</c:v>
                </c:pt>
                <c:pt idx="270">
                  <c:v>279</c:v>
                </c:pt>
                <c:pt idx="271">
                  <c:v>280</c:v>
                </c:pt>
                <c:pt idx="272">
                  <c:v>281</c:v>
                </c:pt>
                <c:pt idx="273">
                  <c:v>282</c:v>
                </c:pt>
                <c:pt idx="274">
                  <c:v>283</c:v>
                </c:pt>
                <c:pt idx="275">
                  <c:v>284</c:v>
                </c:pt>
                <c:pt idx="276">
                  <c:v>285</c:v>
                </c:pt>
                <c:pt idx="277">
                  <c:v>286</c:v>
                </c:pt>
                <c:pt idx="278">
                  <c:v>287</c:v>
                </c:pt>
                <c:pt idx="279">
                  <c:v>288</c:v>
                </c:pt>
                <c:pt idx="280">
                  <c:v>289</c:v>
                </c:pt>
                <c:pt idx="281">
                  <c:v>290</c:v>
                </c:pt>
                <c:pt idx="282">
                  <c:v>291</c:v>
                </c:pt>
                <c:pt idx="283">
                  <c:v>292</c:v>
                </c:pt>
                <c:pt idx="284">
                  <c:v>293</c:v>
                </c:pt>
                <c:pt idx="285">
                  <c:v>295</c:v>
                </c:pt>
                <c:pt idx="286">
                  <c:v>296</c:v>
                </c:pt>
                <c:pt idx="287">
                  <c:v>297</c:v>
                </c:pt>
                <c:pt idx="288">
                  <c:v>298</c:v>
                </c:pt>
                <c:pt idx="289">
                  <c:v>299</c:v>
                </c:pt>
                <c:pt idx="290">
                  <c:v>300</c:v>
                </c:pt>
                <c:pt idx="291">
                  <c:v>301</c:v>
                </c:pt>
                <c:pt idx="292">
                  <c:v>302</c:v>
                </c:pt>
                <c:pt idx="293">
                  <c:v>303</c:v>
                </c:pt>
                <c:pt idx="294">
                  <c:v>304</c:v>
                </c:pt>
                <c:pt idx="295">
                  <c:v>305</c:v>
                </c:pt>
                <c:pt idx="296">
                  <c:v>306</c:v>
                </c:pt>
                <c:pt idx="297">
                  <c:v>307</c:v>
                </c:pt>
                <c:pt idx="298">
                  <c:v>308</c:v>
                </c:pt>
                <c:pt idx="299">
                  <c:v>309</c:v>
                </c:pt>
                <c:pt idx="300">
                  <c:v>310</c:v>
                </c:pt>
                <c:pt idx="301">
                  <c:v>311</c:v>
                </c:pt>
                <c:pt idx="302">
                  <c:v>312</c:v>
                </c:pt>
                <c:pt idx="303">
                  <c:v>313</c:v>
                </c:pt>
                <c:pt idx="304">
                  <c:v>314</c:v>
                </c:pt>
                <c:pt idx="305">
                  <c:v>315</c:v>
                </c:pt>
                <c:pt idx="306">
                  <c:v>316</c:v>
                </c:pt>
                <c:pt idx="307">
                  <c:v>317</c:v>
                </c:pt>
                <c:pt idx="308">
                  <c:v>318</c:v>
                </c:pt>
                <c:pt idx="309">
                  <c:v>319</c:v>
                </c:pt>
                <c:pt idx="310">
                  <c:v>320</c:v>
                </c:pt>
                <c:pt idx="311">
                  <c:v>321</c:v>
                </c:pt>
                <c:pt idx="312">
                  <c:v>322</c:v>
                </c:pt>
                <c:pt idx="313">
                  <c:v>323</c:v>
                </c:pt>
                <c:pt idx="314">
                  <c:v>324</c:v>
                </c:pt>
                <c:pt idx="315">
                  <c:v>325</c:v>
                </c:pt>
                <c:pt idx="316">
                  <c:v>326</c:v>
                </c:pt>
                <c:pt idx="317">
                  <c:v>327</c:v>
                </c:pt>
                <c:pt idx="318">
                  <c:v>328</c:v>
                </c:pt>
                <c:pt idx="319">
                  <c:v>329</c:v>
                </c:pt>
                <c:pt idx="320">
                  <c:v>330</c:v>
                </c:pt>
                <c:pt idx="321">
                  <c:v>331</c:v>
                </c:pt>
                <c:pt idx="322">
                  <c:v>332</c:v>
                </c:pt>
                <c:pt idx="323">
                  <c:v>333</c:v>
                </c:pt>
                <c:pt idx="324">
                  <c:v>334</c:v>
                </c:pt>
                <c:pt idx="325">
                  <c:v>335</c:v>
                </c:pt>
                <c:pt idx="326">
                  <c:v>336</c:v>
                </c:pt>
                <c:pt idx="327">
                  <c:v>337</c:v>
                </c:pt>
                <c:pt idx="328">
                  <c:v>338</c:v>
                </c:pt>
                <c:pt idx="329">
                  <c:v>339</c:v>
                </c:pt>
                <c:pt idx="330">
                  <c:v>340</c:v>
                </c:pt>
                <c:pt idx="331">
                  <c:v>341</c:v>
                </c:pt>
                <c:pt idx="332">
                  <c:v>342</c:v>
                </c:pt>
                <c:pt idx="333">
                  <c:v>343</c:v>
                </c:pt>
                <c:pt idx="334">
                  <c:v>344</c:v>
                </c:pt>
                <c:pt idx="335">
                  <c:v>346</c:v>
                </c:pt>
                <c:pt idx="336">
                  <c:v>347</c:v>
                </c:pt>
                <c:pt idx="337">
                  <c:v>348</c:v>
                </c:pt>
                <c:pt idx="338">
                  <c:v>349</c:v>
                </c:pt>
                <c:pt idx="339">
                  <c:v>350</c:v>
                </c:pt>
                <c:pt idx="340">
                  <c:v>351</c:v>
                </c:pt>
                <c:pt idx="341">
                  <c:v>352</c:v>
                </c:pt>
                <c:pt idx="342">
                  <c:v>353</c:v>
                </c:pt>
                <c:pt idx="343">
                  <c:v>354</c:v>
                </c:pt>
                <c:pt idx="344">
                  <c:v>355</c:v>
                </c:pt>
                <c:pt idx="345">
                  <c:v>356</c:v>
                </c:pt>
                <c:pt idx="346">
                  <c:v>357</c:v>
                </c:pt>
                <c:pt idx="347">
                  <c:v>358</c:v>
                </c:pt>
                <c:pt idx="348">
                  <c:v>359</c:v>
                </c:pt>
                <c:pt idx="349">
                  <c:v>360</c:v>
                </c:pt>
                <c:pt idx="350">
                  <c:v>361</c:v>
                </c:pt>
                <c:pt idx="351">
                  <c:v>362</c:v>
                </c:pt>
                <c:pt idx="352">
                  <c:v>363</c:v>
                </c:pt>
                <c:pt idx="353">
                  <c:v>364</c:v>
                </c:pt>
                <c:pt idx="354">
                  <c:v>365</c:v>
                </c:pt>
                <c:pt idx="355">
                  <c:v>366</c:v>
                </c:pt>
                <c:pt idx="356">
                  <c:v>367</c:v>
                </c:pt>
                <c:pt idx="357">
                  <c:v>368</c:v>
                </c:pt>
                <c:pt idx="358">
                  <c:v>369</c:v>
                </c:pt>
                <c:pt idx="359">
                  <c:v>370</c:v>
                </c:pt>
                <c:pt idx="360">
                  <c:v>371</c:v>
                </c:pt>
                <c:pt idx="361">
                  <c:v>372</c:v>
                </c:pt>
                <c:pt idx="362">
                  <c:v>373</c:v>
                </c:pt>
                <c:pt idx="363">
                  <c:v>374</c:v>
                </c:pt>
                <c:pt idx="364">
                  <c:v>375</c:v>
                </c:pt>
                <c:pt idx="365">
                  <c:v>376</c:v>
                </c:pt>
                <c:pt idx="366">
                  <c:v>377</c:v>
                </c:pt>
                <c:pt idx="367">
                  <c:v>378</c:v>
                </c:pt>
                <c:pt idx="368">
                  <c:v>379</c:v>
                </c:pt>
                <c:pt idx="369">
                  <c:v>380</c:v>
                </c:pt>
                <c:pt idx="370">
                  <c:v>381</c:v>
                </c:pt>
                <c:pt idx="371">
                  <c:v>382</c:v>
                </c:pt>
                <c:pt idx="372">
                  <c:v>383</c:v>
                </c:pt>
                <c:pt idx="373">
                  <c:v>384</c:v>
                </c:pt>
                <c:pt idx="374">
                  <c:v>385</c:v>
                </c:pt>
                <c:pt idx="375">
                  <c:v>386</c:v>
                </c:pt>
                <c:pt idx="376">
                  <c:v>388</c:v>
                </c:pt>
                <c:pt idx="377">
                  <c:v>389</c:v>
                </c:pt>
                <c:pt idx="378">
                  <c:v>390</c:v>
                </c:pt>
                <c:pt idx="379">
                  <c:v>391</c:v>
                </c:pt>
              </c:numCache>
            </c:numRef>
          </c:xVal>
          <c:yVal>
            <c:numRef>
              <c:f>'Chart Data'!$R$2:$R$381</c:f>
              <c:numCache>
                <c:formatCode>0</c:formatCode>
                <c:ptCount val="380"/>
                <c:pt idx="0">
                  <c:v>33</c:v>
                </c:pt>
                <c:pt idx="1">
                  <c:v>106</c:v>
                </c:pt>
                <c:pt idx="2">
                  <c:v>9</c:v>
                </c:pt>
                <c:pt idx="3">
                  <c:v>23</c:v>
                </c:pt>
                <c:pt idx="4">
                  <c:v>14</c:v>
                </c:pt>
                <c:pt idx="5">
                  <c:v>28</c:v>
                </c:pt>
                <c:pt idx="6">
                  <c:v>19</c:v>
                </c:pt>
                <c:pt idx="7">
                  <c:v>21</c:v>
                </c:pt>
                <c:pt idx="8">
                  <c:v>16</c:v>
                </c:pt>
                <c:pt idx="9">
                  <c:v>805</c:v>
                </c:pt>
                <c:pt idx="10">
                  <c:v>38</c:v>
                </c:pt>
                <c:pt idx="11">
                  <c:v>14</c:v>
                </c:pt>
                <c:pt idx="12">
                  <c:v>26</c:v>
                </c:pt>
                <c:pt idx="13">
                  <c:v>28</c:v>
                </c:pt>
                <c:pt idx="14">
                  <c:v>433</c:v>
                </c:pt>
                <c:pt idx="15">
                  <c:v>11</c:v>
                </c:pt>
                <c:pt idx="16">
                  <c:v>58</c:v>
                </c:pt>
                <c:pt idx="17">
                  <c:v>22</c:v>
                </c:pt>
                <c:pt idx="18">
                  <c:v>14</c:v>
                </c:pt>
                <c:pt idx="19">
                  <c:v>14</c:v>
                </c:pt>
                <c:pt idx="20">
                  <c:v>170</c:v>
                </c:pt>
                <c:pt idx="21">
                  <c:v>29</c:v>
                </c:pt>
                <c:pt idx="22">
                  <c:v>20</c:v>
                </c:pt>
                <c:pt idx="23">
                  <c:v>28</c:v>
                </c:pt>
                <c:pt idx="24">
                  <c:v>22</c:v>
                </c:pt>
                <c:pt idx="25">
                  <c:v>11</c:v>
                </c:pt>
                <c:pt idx="26">
                  <c:v>22</c:v>
                </c:pt>
                <c:pt idx="27">
                  <c:v>578</c:v>
                </c:pt>
                <c:pt idx="28">
                  <c:v>22</c:v>
                </c:pt>
                <c:pt idx="29">
                  <c:v>18</c:v>
                </c:pt>
                <c:pt idx="30">
                  <c:v>49</c:v>
                </c:pt>
                <c:pt idx="31">
                  <c:v>31</c:v>
                </c:pt>
                <c:pt idx="32">
                  <c:v>20</c:v>
                </c:pt>
                <c:pt idx="33">
                  <c:v>19</c:v>
                </c:pt>
                <c:pt idx="34">
                  <c:v>23</c:v>
                </c:pt>
                <c:pt idx="35">
                  <c:v>14</c:v>
                </c:pt>
                <c:pt idx="36">
                  <c:v>136</c:v>
                </c:pt>
                <c:pt idx="37">
                  <c:v>18</c:v>
                </c:pt>
                <c:pt idx="38">
                  <c:v>96</c:v>
                </c:pt>
                <c:pt idx="39">
                  <c:v>24</c:v>
                </c:pt>
                <c:pt idx="40">
                  <c:v>36</c:v>
                </c:pt>
                <c:pt idx="41">
                  <c:v>19</c:v>
                </c:pt>
                <c:pt idx="42">
                  <c:v>68</c:v>
                </c:pt>
                <c:pt idx="43">
                  <c:v>17</c:v>
                </c:pt>
                <c:pt idx="44">
                  <c:v>20</c:v>
                </c:pt>
                <c:pt idx="45">
                  <c:v>21</c:v>
                </c:pt>
                <c:pt idx="46">
                  <c:v>7</c:v>
                </c:pt>
                <c:pt idx="47">
                  <c:v>23</c:v>
                </c:pt>
                <c:pt idx="48">
                  <c:v>247</c:v>
                </c:pt>
                <c:pt idx="49">
                  <c:v>275</c:v>
                </c:pt>
                <c:pt idx="50">
                  <c:v>10</c:v>
                </c:pt>
                <c:pt idx="51">
                  <c:v>11</c:v>
                </c:pt>
                <c:pt idx="52">
                  <c:v>9</c:v>
                </c:pt>
                <c:pt idx="53">
                  <c:v>17</c:v>
                </c:pt>
                <c:pt idx="54">
                  <c:v>12</c:v>
                </c:pt>
                <c:pt idx="55">
                  <c:v>34</c:v>
                </c:pt>
                <c:pt idx="56">
                  <c:v>83</c:v>
                </c:pt>
                <c:pt idx="57">
                  <c:v>19</c:v>
                </c:pt>
                <c:pt idx="58">
                  <c:v>15</c:v>
                </c:pt>
                <c:pt idx="59">
                  <c:v>19</c:v>
                </c:pt>
                <c:pt idx="60">
                  <c:v>28</c:v>
                </c:pt>
                <c:pt idx="61">
                  <c:v>540</c:v>
                </c:pt>
                <c:pt idx="62">
                  <c:v>31</c:v>
                </c:pt>
                <c:pt idx="63">
                  <c:v>34</c:v>
                </c:pt>
                <c:pt idx="64">
                  <c:v>26</c:v>
                </c:pt>
                <c:pt idx="65">
                  <c:v>25</c:v>
                </c:pt>
                <c:pt idx="66">
                  <c:v>29</c:v>
                </c:pt>
                <c:pt idx="67">
                  <c:v>353</c:v>
                </c:pt>
                <c:pt idx="68">
                  <c:v>27</c:v>
                </c:pt>
                <c:pt idx="69">
                  <c:v>32</c:v>
                </c:pt>
                <c:pt idx="70">
                  <c:v>22</c:v>
                </c:pt>
                <c:pt idx="71">
                  <c:v>214</c:v>
                </c:pt>
                <c:pt idx="72">
                  <c:v>16</c:v>
                </c:pt>
                <c:pt idx="73">
                  <c:v>14</c:v>
                </c:pt>
                <c:pt idx="74">
                  <c:v>19</c:v>
                </c:pt>
                <c:pt idx="75">
                  <c:v>98</c:v>
                </c:pt>
                <c:pt idx="76">
                  <c:v>55</c:v>
                </c:pt>
                <c:pt idx="77">
                  <c:v>408</c:v>
                </c:pt>
                <c:pt idx="78">
                  <c:v>294</c:v>
                </c:pt>
                <c:pt idx="79">
                  <c:v>95</c:v>
                </c:pt>
                <c:pt idx="80">
                  <c:v>10</c:v>
                </c:pt>
                <c:pt idx="81">
                  <c:v>9</c:v>
                </c:pt>
                <c:pt idx="82">
                  <c:v>15</c:v>
                </c:pt>
                <c:pt idx="83">
                  <c:v>33</c:v>
                </c:pt>
                <c:pt idx="84">
                  <c:v>168</c:v>
                </c:pt>
                <c:pt idx="85">
                  <c:v>27</c:v>
                </c:pt>
                <c:pt idx="86">
                  <c:v>20</c:v>
                </c:pt>
                <c:pt idx="87">
                  <c:v>16</c:v>
                </c:pt>
                <c:pt idx="88">
                  <c:v>19</c:v>
                </c:pt>
                <c:pt idx="89">
                  <c:v>25</c:v>
                </c:pt>
                <c:pt idx="90">
                  <c:v>318</c:v>
                </c:pt>
                <c:pt idx="91">
                  <c:v>20</c:v>
                </c:pt>
                <c:pt idx="92">
                  <c:v>16</c:v>
                </c:pt>
                <c:pt idx="93">
                  <c:v>603</c:v>
                </c:pt>
                <c:pt idx="94">
                  <c:v>59</c:v>
                </c:pt>
                <c:pt idx="95">
                  <c:v>135</c:v>
                </c:pt>
                <c:pt idx="96">
                  <c:v>48</c:v>
                </c:pt>
                <c:pt idx="97">
                  <c:v>110</c:v>
                </c:pt>
                <c:pt idx="98">
                  <c:v>23</c:v>
                </c:pt>
                <c:pt idx="99">
                  <c:v>73</c:v>
                </c:pt>
                <c:pt idx="100">
                  <c:v>15</c:v>
                </c:pt>
                <c:pt idx="101">
                  <c:v>207</c:v>
                </c:pt>
                <c:pt idx="102">
                  <c:v>52</c:v>
                </c:pt>
                <c:pt idx="103">
                  <c:v>116</c:v>
                </c:pt>
                <c:pt idx="104">
                  <c:v>23</c:v>
                </c:pt>
                <c:pt idx="105">
                  <c:v>9</c:v>
                </c:pt>
                <c:pt idx="106">
                  <c:v>24</c:v>
                </c:pt>
                <c:pt idx="107">
                  <c:v>46</c:v>
                </c:pt>
                <c:pt idx="108">
                  <c:v>18</c:v>
                </c:pt>
                <c:pt idx="109">
                  <c:v>12</c:v>
                </c:pt>
                <c:pt idx="110">
                  <c:v>17</c:v>
                </c:pt>
                <c:pt idx="111">
                  <c:v>109</c:v>
                </c:pt>
                <c:pt idx="112">
                  <c:v>240</c:v>
                </c:pt>
                <c:pt idx="113">
                  <c:v>132</c:v>
                </c:pt>
                <c:pt idx="114">
                  <c:v>11</c:v>
                </c:pt>
                <c:pt idx="115">
                  <c:v>18</c:v>
                </c:pt>
                <c:pt idx="116">
                  <c:v>14</c:v>
                </c:pt>
                <c:pt idx="117">
                  <c:v>136</c:v>
                </c:pt>
                <c:pt idx="118">
                  <c:v>37</c:v>
                </c:pt>
                <c:pt idx="119">
                  <c:v>137</c:v>
                </c:pt>
                <c:pt idx="120">
                  <c:v>15</c:v>
                </c:pt>
                <c:pt idx="121">
                  <c:v>13</c:v>
                </c:pt>
                <c:pt idx="122">
                  <c:v>24</c:v>
                </c:pt>
                <c:pt idx="123">
                  <c:v>16</c:v>
                </c:pt>
                <c:pt idx="124">
                  <c:v>33</c:v>
                </c:pt>
                <c:pt idx="125">
                  <c:v>88</c:v>
                </c:pt>
                <c:pt idx="126">
                  <c:v>15</c:v>
                </c:pt>
                <c:pt idx="127">
                  <c:v>25</c:v>
                </c:pt>
                <c:pt idx="128">
                  <c:v>28</c:v>
                </c:pt>
                <c:pt idx="129">
                  <c:v>38</c:v>
                </c:pt>
                <c:pt idx="130">
                  <c:v>206</c:v>
                </c:pt>
                <c:pt idx="131">
                  <c:v>660</c:v>
                </c:pt>
                <c:pt idx="132">
                  <c:v>595</c:v>
                </c:pt>
                <c:pt idx="133">
                  <c:v>241</c:v>
                </c:pt>
                <c:pt idx="134">
                  <c:v>339</c:v>
                </c:pt>
                <c:pt idx="135">
                  <c:v>20</c:v>
                </c:pt>
                <c:pt idx="136">
                  <c:v>601</c:v>
                </c:pt>
                <c:pt idx="137">
                  <c:v>14</c:v>
                </c:pt>
                <c:pt idx="138">
                  <c:v>138</c:v>
                </c:pt>
                <c:pt idx="139">
                  <c:v>34</c:v>
                </c:pt>
                <c:pt idx="140">
                  <c:v>17</c:v>
                </c:pt>
                <c:pt idx="141">
                  <c:v>13</c:v>
                </c:pt>
                <c:pt idx="142">
                  <c:v>31</c:v>
                </c:pt>
                <c:pt idx="143">
                  <c:v>11</c:v>
                </c:pt>
                <c:pt idx="144">
                  <c:v>18</c:v>
                </c:pt>
                <c:pt idx="145">
                  <c:v>28</c:v>
                </c:pt>
                <c:pt idx="146">
                  <c:v>14</c:v>
                </c:pt>
                <c:pt idx="147">
                  <c:v>14</c:v>
                </c:pt>
                <c:pt idx="148">
                  <c:v>29</c:v>
                </c:pt>
                <c:pt idx="149">
                  <c:v>192</c:v>
                </c:pt>
                <c:pt idx="150">
                  <c:v>24</c:v>
                </c:pt>
                <c:pt idx="151">
                  <c:v>31</c:v>
                </c:pt>
                <c:pt idx="152">
                  <c:v>104</c:v>
                </c:pt>
                <c:pt idx="153">
                  <c:v>209</c:v>
                </c:pt>
                <c:pt idx="154">
                  <c:v>22</c:v>
                </c:pt>
                <c:pt idx="155">
                  <c:v>32</c:v>
                </c:pt>
                <c:pt idx="156">
                  <c:v>11</c:v>
                </c:pt>
                <c:pt idx="157">
                  <c:v>50</c:v>
                </c:pt>
                <c:pt idx="158">
                  <c:v>29</c:v>
                </c:pt>
                <c:pt idx="159">
                  <c:v>20</c:v>
                </c:pt>
                <c:pt idx="160">
                  <c:v>125</c:v>
                </c:pt>
                <c:pt idx="161">
                  <c:v>11</c:v>
                </c:pt>
                <c:pt idx="162">
                  <c:v>163</c:v>
                </c:pt>
                <c:pt idx="163">
                  <c:v>22</c:v>
                </c:pt>
                <c:pt idx="164">
                  <c:v>18</c:v>
                </c:pt>
                <c:pt idx="165">
                  <c:v>30</c:v>
                </c:pt>
                <c:pt idx="166">
                  <c:v>19</c:v>
                </c:pt>
                <c:pt idx="167">
                  <c:v>34</c:v>
                </c:pt>
                <c:pt idx="168">
                  <c:v>40</c:v>
                </c:pt>
                <c:pt idx="169">
                  <c:v>22</c:v>
                </c:pt>
                <c:pt idx="170">
                  <c:v>39</c:v>
                </c:pt>
                <c:pt idx="171">
                  <c:v>342</c:v>
                </c:pt>
                <c:pt idx="172">
                  <c:v>62</c:v>
                </c:pt>
                <c:pt idx="173">
                  <c:v>31</c:v>
                </c:pt>
                <c:pt idx="174">
                  <c:v>52</c:v>
                </c:pt>
                <c:pt idx="175">
                  <c:v>32</c:v>
                </c:pt>
                <c:pt idx="176">
                  <c:v>49</c:v>
                </c:pt>
                <c:pt idx="177">
                  <c:v>86</c:v>
                </c:pt>
                <c:pt idx="178">
                  <c:v>18</c:v>
                </c:pt>
                <c:pt idx="179">
                  <c:v>40</c:v>
                </c:pt>
                <c:pt idx="180">
                  <c:v>51</c:v>
                </c:pt>
                <c:pt idx="181">
                  <c:v>16</c:v>
                </c:pt>
                <c:pt idx="182">
                  <c:v>30</c:v>
                </c:pt>
                <c:pt idx="183">
                  <c:v>24</c:v>
                </c:pt>
                <c:pt idx="184">
                  <c:v>38</c:v>
                </c:pt>
                <c:pt idx="185">
                  <c:v>42</c:v>
                </c:pt>
                <c:pt idx="186">
                  <c:v>31</c:v>
                </c:pt>
                <c:pt idx="187">
                  <c:v>78</c:v>
                </c:pt>
                <c:pt idx="188">
                  <c:v>17</c:v>
                </c:pt>
                <c:pt idx="189">
                  <c:v>58</c:v>
                </c:pt>
                <c:pt idx="190">
                  <c:v>14</c:v>
                </c:pt>
                <c:pt idx="191">
                  <c:v>24</c:v>
                </c:pt>
                <c:pt idx="192">
                  <c:v>25</c:v>
                </c:pt>
                <c:pt idx="193">
                  <c:v>323</c:v>
                </c:pt>
                <c:pt idx="194">
                  <c:v>24</c:v>
                </c:pt>
                <c:pt idx="195">
                  <c:v>28</c:v>
                </c:pt>
                <c:pt idx="196">
                  <c:v>182</c:v>
                </c:pt>
                <c:pt idx="197">
                  <c:v>19</c:v>
                </c:pt>
                <c:pt idx="198">
                  <c:v>110</c:v>
                </c:pt>
                <c:pt idx="199">
                  <c:v>20</c:v>
                </c:pt>
                <c:pt idx="200">
                  <c:v>122</c:v>
                </c:pt>
                <c:pt idx="201">
                  <c:v>17</c:v>
                </c:pt>
                <c:pt idx="202">
                  <c:v>24</c:v>
                </c:pt>
                <c:pt idx="203">
                  <c:v>15</c:v>
                </c:pt>
                <c:pt idx="204">
                  <c:v>13</c:v>
                </c:pt>
                <c:pt idx="205">
                  <c:v>15</c:v>
                </c:pt>
                <c:pt idx="206">
                  <c:v>13</c:v>
                </c:pt>
                <c:pt idx="207">
                  <c:v>45</c:v>
                </c:pt>
                <c:pt idx="208">
                  <c:v>16</c:v>
                </c:pt>
                <c:pt idx="209">
                  <c:v>26</c:v>
                </c:pt>
                <c:pt idx="210">
                  <c:v>9</c:v>
                </c:pt>
                <c:pt idx="211">
                  <c:v>15</c:v>
                </c:pt>
                <c:pt idx="212">
                  <c:v>9</c:v>
                </c:pt>
                <c:pt idx="213">
                  <c:v>11</c:v>
                </c:pt>
                <c:pt idx="214">
                  <c:v>33</c:v>
                </c:pt>
                <c:pt idx="215">
                  <c:v>74</c:v>
                </c:pt>
                <c:pt idx="216">
                  <c:v>14</c:v>
                </c:pt>
                <c:pt idx="217">
                  <c:v>20</c:v>
                </c:pt>
                <c:pt idx="218">
                  <c:v>16</c:v>
                </c:pt>
                <c:pt idx="219">
                  <c:v>17</c:v>
                </c:pt>
                <c:pt idx="220">
                  <c:v>28</c:v>
                </c:pt>
                <c:pt idx="221">
                  <c:v>65</c:v>
                </c:pt>
                <c:pt idx="222">
                  <c:v>579</c:v>
                </c:pt>
                <c:pt idx="223">
                  <c:v>61</c:v>
                </c:pt>
                <c:pt idx="224">
                  <c:v>294</c:v>
                </c:pt>
                <c:pt idx="225">
                  <c:v>38</c:v>
                </c:pt>
                <c:pt idx="226">
                  <c:v>22</c:v>
                </c:pt>
                <c:pt idx="227">
                  <c:v>142</c:v>
                </c:pt>
                <c:pt idx="228">
                  <c:v>198</c:v>
                </c:pt>
                <c:pt idx="229">
                  <c:v>26</c:v>
                </c:pt>
                <c:pt idx="230">
                  <c:v>16</c:v>
                </c:pt>
                <c:pt idx="231">
                  <c:v>26</c:v>
                </c:pt>
                <c:pt idx="232">
                  <c:v>53</c:v>
                </c:pt>
                <c:pt idx="233">
                  <c:v>52</c:v>
                </c:pt>
                <c:pt idx="234">
                  <c:v>176</c:v>
                </c:pt>
                <c:pt idx="235">
                  <c:v>255</c:v>
                </c:pt>
                <c:pt idx="236">
                  <c:v>29</c:v>
                </c:pt>
                <c:pt idx="237">
                  <c:v>42</c:v>
                </c:pt>
                <c:pt idx="238">
                  <c:v>25</c:v>
                </c:pt>
                <c:pt idx="239">
                  <c:v>33</c:v>
                </c:pt>
                <c:pt idx="240">
                  <c:v>57</c:v>
                </c:pt>
                <c:pt idx="241">
                  <c:v>20</c:v>
                </c:pt>
                <c:pt idx="242">
                  <c:v>96</c:v>
                </c:pt>
                <c:pt idx="243">
                  <c:v>20</c:v>
                </c:pt>
                <c:pt idx="244">
                  <c:v>15</c:v>
                </c:pt>
                <c:pt idx="245">
                  <c:v>63</c:v>
                </c:pt>
                <c:pt idx="246">
                  <c:v>279</c:v>
                </c:pt>
                <c:pt idx="247">
                  <c:v>19</c:v>
                </c:pt>
                <c:pt idx="248">
                  <c:v>12</c:v>
                </c:pt>
                <c:pt idx="249">
                  <c:v>19</c:v>
                </c:pt>
                <c:pt idx="250">
                  <c:v>13</c:v>
                </c:pt>
                <c:pt idx="251">
                  <c:v>29</c:v>
                </c:pt>
                <c:pt idx="252">
                  <c:v>132</c:v>
                </c:pt>
                <c:pt idx="253">
                  <c:v>79</c:v>
                </c:pt>
                <c:pt idx="254">
                  <c:v>18</c:v>
                </c:pt>
                <c:pt idx="255">
                  <c:v>16</c:v>
                </c:pt>
                <c:pt idx="256">
                  <c:v>18</c:v>
                </c:pt>
                <c:pt idx="257">
                  <c:v>22</c:v>
                </c:pt>
                <c:pt idx="258">
                  <c:v>304</c:v>
                </c:pt>
                <c:pt idx="259">
                  <c:v>42</c:v>
                </c:pt>
                <c:pt idx="260">
                  <c:v>31</c:v>
                </c:pt>
                <c:pt idx="261">
                  <c:v>25</c:v>
                </c:pt>
                <c:pt idx="262">
                  <c:v>48</c:v>
                </c:pt>
                <c:pt idx="263">
                  <c:v>20</c:v>
                </c:pt>
                <c:pt idx="264">
                  <c:v>32</c:v>
                </c:pt>
                <c:pt idx="265">
                  <c:v>30</c:v>
                </c:pt>
                <c:pt idx="266">
                  <c:v>52</c:v>
                </c:pt>
                <c:pt idx="267">
                  <c:v>21</c:v>
                </c:pt>
                <c:pt idx="268">
                  <c:v>17</c:v>
                </c:pt>
                <c:pt idx="269">
                  <c:v>18</c:v>
                </c:pt>
                <c:pt idx="270">
                  <c:v>20</c:v>
                </c:pt>
                <c:pt idx="271">
                  <c:v>15</c:v>
                </c:pt>
                <c:pt idx="272">
                  <c:v>54</c:v>
                </c:pt>
                <c:pt idx="273">
                  <c:v>240</c:v>
                </c:pt>
                <c:pt idx="274">
                  <c:v>13</c:v>
                </c:pt>
                <c:pt idx="275">
                  <c:v>27</c:v>
                </c:pt>
                <c:pt idx="276">
                  <c:v>84</c:v>
                </c:pt>
                <c:pt idx="277">
                  <c:v>43</c:v>
                </c:pt>
                <c:pt idx="278">
                  <c:v>19</c:v>
                </c:pt>
                <c:pt idx="279">
                  <c:v>18</c:v>
                </c:pt>
                <c:pt idx="280">
                  <c:v>568</c:v>
                </c:pt>
                <c:pt idx="281">
                  <c:v>428</c:v>
                </c:pt>
                <c:pt idx="282">
                  <c:v>8</c:v>
                </c:pt>
                <c:pt idx="283">
                  <c:v>9</c:v>
                </c:pt>
                <c:pt idx="284">
                  <c:v>14</c:v>
                </c:pt>
                <c:pt idx="285">
                  <c:v>31</c:v>
                </c:pt>
                <c:pt idx="286">
                  <c:v>76</c:v>
                </c:pt>
                <c:pt idx="287">
                  <c:v>18</c:v>
                </c:pt>
                <c:pt idx="288">
                  <c:v>34</c:v>
                </c:pt>
                <c:pt idx="289">
                  <c:v>27</c:v>
                </c:pt>
                <c:pt idx="290">
                  <c:v>344</c:v>
                </c:pt>
                <c:pt idx="291">
                  <c:v>43</c:v>
                </c:pt>
                <c:pt idx="292">
                  <c:v>22</c:v>
                </c:pt>
                <c:pt idx="293">
                  <c:v>159</c:v>
                </c:pt>
                <c:pt idx="294">
                  <c:v>20</c:v>
                </c:pt>
                <c:pt idx="295">
                  <c:v>140</c:v>
                </c:pt>
                <c:pt idx="296">
                  <c:v>18</c:v>
                </c:pt>
                <c:pt idx="297">
                  <c:v>39</c:v>
                </c:pt>
                <c:pt idx="298">
                  <c:v>31</c:v>
                </c:pt>
                <c:pt idx="299">
                  <c:v>61</c:v>
                </c:pt>
                <c:pt idx="300">
                  <c:v>75</c:v>
                </c:pt>
                <c:pt idx="301">
                  <c:v>50</c:v>
                </c:pt>
                <c:pt idx="302">
                  <c:v>29</c:v>
                </c:pt>
                <c:pt idx="303">
                  <c:v>205</c:v>
                </c:pt>
                <c:pt idx="304">
                  <c:v>642</c:v>
                </c:pt>
                <c:pt idx="305">
                  <c:v>32</c:v>
                </c:pt>
                <c:pt idx="306">
                  <c:v>14</c:v>
                </c:pt>
                <c:pt idx="307">
                  <c:v>136</c:v>
                </c:pt>
                <c:pt idx="308">
                  <c:v>91</c:v>
                </c:pt>
                <c:pt idx="309">
                  <c:v>44</c:v>
                </c:pt>
                <c:pt idx="310">
                  <c:v>41</c:v>
                </c:pt>
                <c:pt idx="311">
                  <c:v>271</c:v>
                </c:pt>
                <c:pt idx="312">
                  <c:v>822</c:v>
                </c:pt>
                <c:pt idx="313">
                  <c:v>186</c:v>
                </c:pt>
                <c:pt idx="314">
                  <c:v>20</c:v>
                </c:pt>
                <c:pt idx="315">
                  <c:v>14</c:v>
                </c:pt>
                <c:pt idx="316">
                  <c:v>75</c:v>
                </c:pt>
                <c:pt idx="317">
                  <c:v>21</c:v>
                </c:pt>
                <c:pt idx="318">
                  <c:v>24</c:v>
                </c:pt>
                <c:pt idx="319">
                  <c:v>230</c:v>
                </c:pt>
                <c:pt idx="320">
                  <c:v>10</c:v>
                </c:pt>
                <c:pt idx="321">
                  <c:v>18</c:v>
                </c:pt>
                <c:pt idx="322">
                  <c:v>25</c:v>
                </c:pt>
                <c:pt idx="323">
                  <c:v>184</c:v>
                </c:pt>
                <c:pt idx="324">
                  <c:v>59</c:v>
                </c:pt>
                <c:pt idx="325">
                  <c:v>20</c:v>
                </c:pt>
                <c:pt idx="326">
                  <c:v>8</c:v>
                </c:pt>
                <c:pt idx="327">
                  <c:v>18</c:v>
                </c:pt>
                <c:pt idx="328">
                  <c:v>20</c:v>
                </c:pt>
                <c:pt idx="329">
                  <c:v>25</c:v>
                </c:pt>
                <c:pt idx="330">
                  <c:v>46</c:v>
                </c:pt>
                <c:pt idx="331">
                  <c:v>131</c:v>
                </c:pt>
                <c:pt idx="332">
                  <c:v>13</c:v>
                </c:pt>
                <c:pt idx="333">
                  <c:v>17</c:v>
                </c:pt>
                <c:pt idx="334">
                  <c:v>14</c:v>
                </c:pt>
                <c:pt idx="335">
                  <c:v>30</c:v>
                </c:pt>
                <c:pt idx="336">
                  <c:v>321</c:v>
                </c:pt>
                <c:pt idx="337">
                  <c:v>10</c:v>
                </c:pt>
                <c:pt idx="338">
                  <c:v>23</c:v>
                </c:pt>
                <c:pt idx="339">
                  <c:v>13</c:v>
                </c:pt>
                <c:pt idx="340">
                  <c:v>414</c:v>
                </c:pt>
                <c:pt idx="341">
                  <c:v>145</c:v>
                </c:pt>
                <c:pt idx="342">
                  <c:v>399</c:v>
                </c:pt>
                <c:pt idx="343">
                  <c:v>211</c:v>
                </c:pt>
                <c:pt idx="344">
                  <c:v>150</c:v>
                </c:pt>
                <c:pt idx="345">
                  <c:v>20</c:v>
                </c:pt>
                <c:pt idx="346">
                  <c:v>370</c:v>
                </c:pt>
                <c:pt idx="347">
                  <c:v>23</c:v>
                </c:pt>
                <c:pt idx="348">
                  <c:v>29</c:v>
                </c:pt>
                <c:pt idx="349">
                  <c:v>24</c:v>
                </c:pt>
                <c:pt idx="350">
                  <c:v>16</c:v>
                </c:pt>
                <c:pt idx="351">
                  <c:v>25</c:v>
                </c:pt>
                <c:pt idx="352">
                  <c:v>65</c:v>
                </c:pt>
                <c:pt idx="353">
                  <c:v>68</c:v>
                </c:pt>
                <c:pt idx="354">
                  <c:v>66</c:v>
                </c:pt>
                <c:pt idx="355">
                  <c:v>194</c:v>
                </c:pt>
                <c:pt idx="356">
                  <c:v>18</c:v>
                </c:pt>
                <c:pt idx="357">
                  <c:v>30</c:v>
                </c:pt>
                <c:pt idx="358">
                  <c:v>30</c:v>
                </c:pt>
                <c:pt idx="359">
                  <c:v>164</c:v>
                </c:pt>
                <c:pt idx="360">
                  <c:v>128</c:v>
                </c:pt>
                <c:pt idx="361">
                  <c:v>36</c:v>
                </c:pt>
                <c:pt idx="362">
                  <c:v>48</c:v>
                </c:pt>
                <c:pt idx="363">
                  <c:v>90</c:v>
                </c:pt>
                <c:pt idx="364">
                  <c:v>29</c:v>
                </c:pt>
                <c:pt idx="365">
                  <c:v>28</c:v>
                </c:pt>
                <c:pt idx="366">
                  <c:v>99</c:v>
                </c:pt>
                <c:pt idx="367">
                  <c:v>110</c:v>
                </c:pt>
                <c:pt idx="368">
                  <c:v>68</c:v>
                </c:pt>
                <c:pt idx="369">
                  <c:v>15</c:v>
                </c:pt>
                <c:pt idx="370">
                  <c:v>14</c:v>
                </c:pt>
                <c:pt idx="371">
                  <c:v>66</c:v>
                </c:pt>
                <c:pt idx="372">
                  <c:v>30</c:v>
                </c:pt>
                <c:pt idx="373">
                  <c:v>381</c:v>
                </c:pt>
                <c:pt idx="374">
                  <c:v>68</c:v>
                </c:pt>
                <c:pt idx="375">
                  <c:v>59</c:v>
                </c:pt>
                <c:pt idx="376">
                  <c:v>491</c:v>
                </c:pt>
                <c:pt idx="377">
                  <c:v>56</c:v>
                </c:pt>
                <c:pt idx="378">
                  <c:v>702</c:v>
                </c:pt>
                <c:pt idx="379">
                  <c:v>14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5F9-C214-4F69-A723-505DF60252CB}"/>
            </c:ext>
          </c:extLst>
        </c:ser>
        <c:ser>
          <c:idx val="10"/>
          <c:order val="10"/>
          <c:tx>
            <c:v>850 token 阈值</c:v>
          </c:tx>
          <c:spPr>
            <a:ln w="19050">
              <a:solidFill>
                <a:srgbClr val="B16A16"/>
              </a:solidFill>
            </a:ln>
          </c:spPr>
          <c:marker>
            <c:symbol val="none"/>
          </c:marker>
          <c:xVal>
            <c:numRef>
              <c:f>'Chart Data'!$S$2:$S$3</c:f>
              <c:numCache>
                <c:formatCode>General</c:formatCode>
                <c:ptCount val="2"/>
                <c:pt idx="0">
                  <c:v>0</c:v>
                </c:pt>
                <c:pt idx="1">
                  <c:v>400</c:v>
                </c:pt>
              </c:numCache>
            </c:numRef>
          </c:xVal>
          <c:yVal>
            <c:numRef>
              <c:f>'Chart Data'!$T$2:$T$3</c:f>
              <c:numCache>
                <c:formatCode>0</c:formatCode>
                <c:ptCount val="2"/>
                <c:pt idx="0">
                  <c:v>850</c:v>
                </c:pt>
                <c:pt idx="1">
                  <c:v>850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5FA-C214-4F69-A723-505DF60252C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850"/>
          <c:min val="0"/>
        </c:scaling>
        <c:delete val="0"/>
        <c:axPos val="l"/>
        <c:majorGridlines>
          <c:spPr>
            <a:ln w="9525">
              <a:solidFill>
                <a:srgbClr val="EDF1F4"/>
              </a:solidFill>
            </a:ln>
          </c:spPr>
        </c:majorGridlines>
        <c:numFmt formatCode="0" sourceLinked="1"/>
        <c:majorTickMark val="none"/>
        <c:minorTickMark val="none"/>
        <c:tickLblPos val="nextTo"/>
        <c:spPr>
          <a:ln w="9525">
            <a:solidFill>
              <a:srgbClr val="CDD8DE"/>
            </a:solidFill>
          </a:ln>
        </c:spPr>
        <c:txPr>
          <a:bodyPr anchorCtr="1"/>
          <a:lstStyle/>
          <a:p>
            <a:pPr>
              <a:defRPr sz="135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50112"/>
        <c:crosses val="autoZero"/>
        <c:crossBetween val="midCat"/>
        <c:majorUnit val="200"/>
      </c:valAx>
      <c:valAx>
        <c:axId val="48650112"/>
        <c:scaling>
          <c:orientation val="minMax"/>
          <c:max val="400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CDD8DE"/>
            </a:solidFill>
          </a:ln>
        </c:spPr>
        <c:txPr>
          <a:bodyPr anchorCtr="1"/>
          <a:lstStyle/>
          <a:p>
            <a:pPr>
              <a:defRPr sz="135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crossBetween val="midCat"/>
        <c:majorUnit val="100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FFFFF"/>
    </a:solidFill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长尾1</c:v>
          </c:tx>
          <c:spPr>
            <a:ln w="28575">
              <a:solidFill>
                <a:srgbClr val="087F7C"/>
              </a:solidFill>
            </a:ln>
          </c:spPr>
          <c:marker>
            <c:symbol val="none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1</c:v>
                </c:pt>
                <c:pt idx="1">
                  <c:v>1</c:v>
                </c:pt>
              </c:numCache>
            </c:numRef>
          </c:xVal>
          <c:yVal>
            <c:numRef>
              <c:f>'Chart Data'!$B$2:$B$3</c:f>
              <c:numCache>
                <c:formatCode>#,##0</c:formatCode>
                <c:ptCount val="2"/>
                <c:pt idx="0">
                  <c:v>850</c:v>
                </c:pt>
                <c:pt idx="1">
                  <c:v>1037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1F86-480C-9ADD-95A04EB613D8}"/>
            </c:ext>
          </c:extLst>
        </c:ser>
        <c:ser>
          <c:idx val="1"/>
          <c:order val="1"/>
          <c:tx>
            <c:v>长尾2</c:v>
          </c:tx>
          <c:spPr>
            <a:ln w="28575">
              <a:solidFill>
                <a:srgbClr val="B16A16"/>
              </a:solidFill>
            </a:ln>
          </c:spPr>
          <c:marker>
            <c:symbol val="none"/>
          </c:marker>
          <c:xVal>
            <c:numRef>
              <c:f>'Chart Data'!$C$2:$C$3</c:f>
              <c:numCache>
                <c:formatCode>General</c:formatCode>
                <c:ptCount val="2"/>
                <c:pt idx="0">
                  <c:v>2</c:v>
                </c:pt>
                <c:pt idx="1">
                  <c:v>2</c:v>
                </c:pt>
              </c:numCache>
            </c:numRef>
          </c:xVal>
          <c:yVal>
            <c:numRef>
              <c:f>'Chart Data'!$D$2:$D$3</c:f>
              <c:numCache>
                <c:formatCode>#,##0</c:formatCode>
                <c:ptCount val="2"/>
                <c:pt idx="0">
                  <c:v>850</c:v>
                </c:pt>
                <c:pt idx="1">
                  <c:v>1097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1F86-480C-9ADD-95A04EB613D8}"/>
            </c:ext>
          </c:extLst>
        </c:ser>
        <c:ser>
          <c:idx val="2"/>
          <c:order val="2"/>
          <c:tx>
            <c:v>长尾3</c:v>
          </c:tx>
          <c:spPr>
            <a:ln w="28575">
              <a:solidFill>
                <a:srgbClr val="B16A16"/>
              </a:solidFill>
            </a:ln>
          </c:spPr>
          <c:marker>
            <c:symbol val="none"/>
          </c:marker>
          <c:xVal>
            <c:numRef>
              <c:f>'Chart Data'!$E$2:$E$3</c:f>
              <c:numCache>
                <c:formatCode>General</c:formatCode>
                <c:ptCount val="2"/>
                <c:pt idx="0">
                  <c:v>3</c:v>
                </c:pt>
                <c:pt idx="1">
                  <c:v>3</c:v>
                </c:pt>
              </c:numCache>
            </c:numRef>
          </c:xVal>
          <c:yVal>
            <c:numRef>
              <c:f>'Chart Data'!$F$2:$F$3</c:f>
              <c:numCache>
                <c:formatCode>#,##0</c:formatCode>
                <c:ptCount val="2"/>
                <c:pt idx="0">
                  <c:v>850</c:v>
                </c:pt>
                <c:pt idx="1">
                  <c:v>1216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1F86-480C-9ADD-95A04EB613D8}"/>
            </c:ext>
          </c:extLst>
        </c:ser>
        <c:ser>
          <c:idx val="3"/>
          <c:order val="3"/>
          <c:tx>
            <c:v>长尾4</c:v>
          </c:tx>
          <c:spPr>
            <a:ln w="28575">
              <a:solidFill>
                <a:srgbClr val="B16A16"/>
              </a:solidFill>
            </a:ln>
          </c:spPr>
          <c:marker>
            <c:symbol val="none"/>
          </c:marker>
          <c:xVal>
            <c:numRef>
              <c:f>'Chart Data'!$G$2:$G$3</c:f>
              <c:numCache>
                <c:formatCode>General</c:formatCode>
                <c:ptCount val="2"/>
                <c:pt idx="0">
                  <c:v>4</c:v>
                </c:pt>
                <c:pt idx="1">
                  <c:v>4</c:v>
                </c:pt>
              </c:numCache>
            </c:numRef>
          </c:xVal>
          <c:yVal>
            <c:numRef>
              <c:f>'Chart Data'!$H$2:$H$3</c:f>
              <c:numCache>
                <c:formatCode>#,##0</c:formatCode>
                <c:ptCount val="2"/>
                <c:pt idx="0">
                  <c:v>850</c:v>
                </c:pt>
                <c:pt idx="1">
                  <c:v>1364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1F86-480C-9ADD-95A04EB613D8}"/>
            </c:ext>
          </c:extLst>
        </c:ser>
        <c:ser>
          <c:idx val="4"/>
          <c:order val="4"/>
          <c:tx>
            <c:v>长尾5</c:v>
          </c:tx>
          <c:spPr>
            <a:ln w="28575">
              <a:solidFill>
                <a:srgbClr val="B16A16"/>
              </a:solidFill>
            </a:ln>
          </c:spPr>
          <c:marker>
            <c:symbol val="none"/>
          </c:marker>
          <c:xVal>
            <c:numRef>
              <c:f>'Chart Data'!$I$2:$I$3</c:f>
              <c:numCache>
                <c:formatCode>General</c:formatCode>
                <c:ptCount val="2"/>
                <c:pt idx="0">
                  <c:v>5</c:v>
                </c:pt>
                <c:pt idx="1">
                  <c:v>5</c:v>
                </c:pt>
              </c:numCache>
            </c:numRef>
          </c:xVal>
          <c:yVal>
            <c:numRef>
              <c:f>'Chart Data'!$J$2:$J$3</c:f>
              <c:numCache>
                <c:formatCode>#,##0</c:formatCode>
                <c:ptCount val="2"/>
                <c:pt idx="0">
                  <c:v>850</c:v>
                </c:pt>
                <c:pt idx="1">
                  <c:v>1569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1F86-480C-9ADD-95A04EB613D8}"/>
            </c:ext>
          </c:extLst>
        </c:ser>
        <c:ser>
          <c:idx val="5"/>
          <c:order val="5"/>
          <c:tx>
            <c:v>长尾6</c:v>
          </c:tx>
          <c:spPr>
            <a:ln w="28575">
              <a:solidFill>
                <a:srgbClr val="B16A16"/>
              </a:solidFill>
            </a:ln>
          </c:spPr>
          <c:marker>
            <c:symbol val="none"/>
          </c:marker>
          <c:xVal>
            <c:numRef>
              <c:f>'Chart Data'!$K$2:$K$3</c:f>
              <c:numCache>
                <c:formatCode>General</c:formatCode>
                <c:ptCount val="2"/>
                <c:pt idx="0">
                  <c:v>6</c:v>
                </c:pt>
                <c:pt idx="1">
                  <c:v>6</c:v>
                </c:pt>
              </c:numCache>
            </c:numRef>
          </c:xVal>
          <c:yVal>
            <c:numRef>
              <c:f>'Chart Data'!$L$2:$L$3</c:f>
              <c:numCache>
                <c:formatCode>#,##0</c:formatCode>
                <c:ptCount val="2"/>
                <c:pt idx="0">
                  <c:v>850</c:v>
                </c:pt>
                <c:pt idx="1">
                  <c:v>1585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1F86-480C-9ADD-95A04EB613D8}"/>
            </c:ext>
          </c:extLst>
        </c:ser>
        <c:ser>
          <c:idx val="6"/>
          <c:order val="6"/>
          <c:tx>
            <c:v>长尾7</c:v>
          </c:tx>
          <c:spPr>
            <a:ln w="28575">
              <a:solidFill>
                <a:srgbClr val="B16A16"/>
              </a:solidFill>
            </a:ln>
          </c:spPr>
          <c:marker>
            <c:symbol val="none"/>
          </c:marker>
          <c:xVal>
            <c:numRef>
              <c:f>'Chart Data'!$M$2:$M$3</c:f>
              <c:numCache>
                <c:formatCode>General</c:formatCode>
                <c:ptCount val="2"/>
                <c:pt idx="0">
                  <c:v>7</c:v>
                </c:pt>
                <c:pt idx="1">
                  <c:v>7</c:v>
                </c:pt>
              </c:numCache>
            </c:numRef>
          </c:xVal>
          <c:yVal>
            <c:numRef>
              <c:f>'Chart Data'!$N$2:$N$3</c:f>
              <c:numCache>
                <c:formatCode>#,##0</c:formatCode>
                <c:ptCount val="2"/>
                <c:pt idx="0">
                  <c:v>850</c:v>
                </c:pt>
                <c:pt idx="1">
                  <c:v>1788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6-1F86-480C-9ADD-95A04EB613D8}"/>
            </c:ext>
          </c:extLst>
        </c:ser>
        <c:ser>
          <c:idx val="7"/>
          <c:order val="7"/>
          <c:tx>
            <c:v>长尾8</c:v>
          </c:tx>
          <c:spPr>
            <a:ln w="28575">
              <a:solidFill>
                <a:srgbClr val="087F7C"/>
              </a:solidFill>
            </a:ln>
          </c:spPr>
          <c:marker>
            <c:symbol val="none"/>
          </c:marker>
          <c:xVal>
            <c:numRef>
              <c:f>'Chart Data'!$O$2:$O$3</c:f>
              <c:numCache>
                <c:formatCode>General</c:formatCode>
                <c:ptCount val="2"/>
                <c:pt idx="0">
                  <c:v>8</c:v>
                </c:pt>
                <c:pt idx="1">
                  <c:v>8</c:v>
                </c:pt>
              </c:numCache>
            </c:numRef>
          </c:xVal>
          <c:yVal>
            <c:numRef>
              <c:f>'Chart Data'!$P$2:$P$3</c:f>
              <c:numCache>
                <c:formatCode>#,##0</c:formatCode>
                <c:ptCount val="2"/>
                <c:pt idx="0">
                  <c:v>850</c:v>
                </c:pt>
                <c:pt idx="1">
                  <c:v>1885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7-1F86-480C-9ADD-95A04EB613D8}"/>
            </c:ext>
          </c:extLst>
        </c:ser>
        <c:ser>
          <c:idx val="8"/>
          <c:order val="8"/>
          <c:tx>
            <c:v>长尾9</c:v>
          </c:tx>
          <c:spPr>
            <a:ln w="28575">
              <a:solidFill>
                <a:srgbClr val="B16A16"/>
              </a:solidFill>
            </a:ln>
          </c:spPr>
          <c:marker>
            <c:symbol val="none"/>
          </c:marker>
          <c:xVal>
            <c:numRef>
              <c:f>'Chart Data'!$Q$2:$Q$3</c:f>
              <c:numCache>
                <c:formatCode>General</c:formatCode>
                <c:ptCount val="2"/>
                <c:pt idx="0">
                  <c:v>9</c:v>
                </c:pt>
                <c:pt idx="1">
                  <c:v>9</c:v>
                </c:pt>
              </c:numCache>
            </c:numRef>
          </c:xVal>
          <c:yVal>
            <c:numRef>
              <c:f>'Chart Data'!$R$2:$R$3</c:f>
              <c:numCache>
                <c:formatCode>#,##0</c:formatCode>
                <c:ptCount val="2"/>
                <c:pt idx="0">
                  <c:v>850</c:v>
                </c:pt>
                <c:pt idx="1">
                  <c:v>2237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8-1F86-480C-9ADD-95A04EB613D8}"/>
            </c:ext>
          </c:extLst>
        </c:ser>
        <c:ser>
          <c:idx val="9"/>
          <c:order val="9"/>
          <c:tx>
            <c:v>长尾10</c:v>
          </c:tx>
          <c:spPr>
            <a:ln w="28575">
              <a:solidFill>
                <a:srgbClr val="B16A16"/>
              </a:solidFill>
            </a:ln>
          </c:spPr>
          <c:marker>
            <c:symbol val="none"/>
          </c:marker>
          <c:xVal>
            <c:numRef>
              <c:f>'Chart Data'!$S$2:$S$3</c:f>
              <c:numCache>
                <c:formatCode>General</c:formatCode>
                <c:ptCount val="2"/>
                <c:pt idx="0">
                  <c:v>10</c:v>
                </c:pt>
                <c:pt idx="1">
                  <c:v>10</c:v>
                </c:pt>
              </c:numCache>
            </c:numRef>
          </c:xVal>
          <c:yVal>
            <c:numRef>
              <c:f>'Chart Data'!$T$2:$T$3</c:f>
              <c:numCache>
                <c:formatCode>#,##0</c:formatCode>
                <c:ptCount val="2"/>
                <c:pt idx="0">
                  <c:v>850</c:v>
                </c:pt>
                <c:pt idx="1">
                  <c:v>3003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9-1F86-480C-9ADD-95A04EB613D8}"/>
            </c:ext>
          </c:extLst>
        </c:ser>
        <c:ser>
          <c:idx val="10"/>
          <c:order val="10"/>
          <c:tx>
            <c:v>长尾11</c:v>
          </c:tx>
          <c:spPr>
            <a:ln w="28575">
              <a:solidFill>
                <a:srgbClr val="B16A16"/>
              </a:solidFill>
            </a:ln>
          </c:spPr>
          <c:marker>
            <c:symbol val="none"/>
          </c:marker>
          <c:xVal>
            <c:numRef>
              <c:f>'Chart Data'!$U$2:$U$3</c:f>
              <c:numCache>
                <c:formatCode>General</c:formatCode>
                <c:ptCount val="2"/>
                <c:pt idx="0">
                  <c:v>11</c:v>
                </c:pt>
                <c:pt idx="1">
                  <c:v>11</c:v>
                </c:pt>
              </c:numCache>
            </c:numRef>
          </c:xVal>
          <c:yVal>
            <c:numRef>
              <c:f>'Chart Data'!$V$2:$V$3</c:f>
              <c:numCache>
                <c:formatCode>#,##0</c:formatCode>
                <c:ptCount val="2"/>
                <c:pt idx="0">
                  <c:v>850</c:v>
                </c:pt>
                <c:pt idx="1">
                  <c:v>3482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A-1F86-480C-9ADD-95A04EB613D8}"/>
            </c:ext>
          </c:extLst>
        </c:ser>
        <c:ser>
          <c:idx val="11"/>
          <c:order val="11"/>
          <c:tx>
            <c:v>长尾原始长度</c:v>
          </c:tx>
          <c:spPr>
            <a:ln w="0">
              <a:noFill/>
            </a:ln>
          </c:spPr>
          <c:marker>
            <c:symbol val="circle"/>
            <c:size val="8"/>
            <c:spPr>
              <a:solidFill>
                <a:srgbClr val="B16A16"/>
              </a:solidFill>
              <a:ln w="0">
                <a:noFill/>
              </a:ln>
            </c:spPr>
          </c:marker>
          <c:dPt>
            <c:idx val="0"/>
            <c:bubble3D val="0"/>
            <c:extLst>
              <c:ext xmlns:c16="http://schemas.microsoft.com/office/drawing/2014/chart" uri="{C3380CC4-5D6E-409C-BE32-E72D297353CC}">
                <c16:uniqueId val="{0000000C-1F86-480C-9ADD-95A04EB613D8}"/>
              </c:ext>
            </c:extLst>
          </c:dPt>
          <c:dPt>
            <c:idx val="1"/>
            <c:bubble3D val="0"/>
            <c:extLst>
              <c:ext xmlns:c16="http://schemas.microsoft.com/office/drawing/2014/chart" uri="{C3380CC4-5D6E-409C-BE32-E72D297353CC}">
                <c16:uniqueId val="{0000000E-1F86-480C-9ADD-95A04EB613D8}"/>
              </c:ext>
            </c:extLst>
          </c:dPt>
          <c:dPt>
            <c:idx val="2"/>
            <c:bubble3D val="0"/>
            <c:extLst>
              <c:ext xmlns:c16="http://schemas.microsoft.com/office/drawing/2014/chart" uri="{C3380CC4-5D6E-409C-BE32-E72D297353CC}">
                <c16:uniqueId val="{00000010-1F86-480C-9ADD-95A04EB613D8}"/>
              </c:ext>
            </c:extLst>
          </c:dPt>
          <c:dPt>
            <c:idx val="3"/>
            <c:bubble3D val="0"/>
            <c:extLst>
              <c:ext xmlns:c16="http://schemas.microsoft.com/office/drawing/2014/chart" uri="{C3380CC4-5D6E-409C-BE32-E72D297353CC}">
                <c16:uniqueId val="{00000012-1F86-480C-9ADD-95A04EB613D8}"/>
              </c:ext>
            </c:extLst>
          </c:dPt>
          <c:dPt>
            <c:idx val="4"/>
            <c:bubble3D val="0"/>
            <c:extLst>
              <c:ext xmlns:c16="http://schemas.microsoft.com/office/drawing/2014/chart" uri="{C3380CC4-5D6E-409C-BE32-E72D297353CC}">
                <c16:uniqueId val="{00000014-1F86-480C-9ADD-95A04EB613D8}"/>
              </c:ext>
            </c:extLst>
          </c:dPt>
          <c:dPt>
            <c:idx val="5"/>
            <c:bubble3D val="0"/>
            <c:extLst>
              <c:ext xmlns:c16="http://schemas.microsoft.com/office/drawing/2014/chart" uri="{C3380CC4-5D6E-409C-BE32-E72D297353CC}">
                <c16:uniqueId val="{00000016-1F86-480C-9ADD-95A04EB613D8}"/>
              </c:ext>
            </c:extLst>
          </c:dPt>
          <c:dPt>
            <c:idx val="6"/>
            <c:bubble3D val="0"/>
            <c:extLst>
              <c:ext xmlns:c16="http://schemas.microsoft.com/office/drawing/2014/chart" uri="{C3380CC4-5D6E-409C-BE32-E72D297353CC}">
                <c16:uniqueId val="{00000018-1F86-480C-9ADD-95A04EB613D8}"/>
              </c:ext>
            </c:extLst>
          </c:dPt>
          <c:dPt>
            <c:idx val="7"/>
            <c:bubble3D val="0"/>
            <c:extLst>
              <c:ext xmlns:c16="http://schemas.microsoft.com/office/drawing/2014/chart" uri="{C3380CC4-5D6E-409C-BE32-E72D297353CC}">
                <c16:uniqueId val="{0000001A-1F86-480C-9ADD-95A04EB613D8}"/>
              </c:ext>
            </c:extLst>
          </c:dPt>
          <c:dPt>
            <c:idx val="8"/>
            <c:bubble3D val="0"/>
            <c:extLst>
              <c:ext xmlns:c16="http://schemas.microsoft.com/office/drawing/2014/chart" uri="{C3380CC4-5D6E-409C-BE32-E72D297353CC}">
                <c16:uniqueId val="{0000001C-1F86-480C-9ADD-95A04EB613D8}"/>
              </c:ext>
            </c:extLst>
          </c:dPt>
          <c:dPt>
            <c:idx val="9"/>
            <c:bubble3D val="0"/>
            <c:extLst>
              <c:ext xmlns:c16="http://schemas.microsoft.com/office/drawing/2014/chart" uri="{C3380CC4-5D6E-409C-BE32-E72D297353CC}">
                <c16:uniqueId val="{0000001E-1F86-480C-9ADD-95A04EB613D8}"/>
              </c:ext>
            </c:extLst>
          </c:dPt>
          <c:dPt>
            <c:idx val="10"/>
            <c:bubble3D val="0"/>
            <c:extLst>
              <c:ext xmlns:c16="http://schemas.microsoft.com/office/drawing/2014/chart" uri="{C3380CC4-5D6E-409C-BE32-E72D297353CC}">
                <c16:uniqueId val="{00000020-1F86-480C-9ADD-95A04EB613D8}"/>
              </c:ext>
            </c:extLst>
          </c:dPt>
          <c:xVal>
            <c:numRef>
              <c:f>'Chart Data'!$W$2:$W$12</c:f>
              <c:numCache>
                <c:formatCode>General</c:formatCode>
                <c:ptCount val="11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</c:numCache>
            </c:numRef>
          </c:xVal>
          <c:yVal>
            <c:numRef>
              <c:f>'Chart Data'!$X$2:$X$12</c:f>
              <c:numCache>
                <c:formatCode>#,##0</c:formatCode>
                <c:ptCount val="11"/>
                <c:pt idx="0">
                  <c:v>1037</c:v>
                </c:pt>
                <c:pt idx="1">
                  <c:v>1097</c:v>
                </c:pt>
                <c:pt idx="2">
                  <c:v>1216</c:v>
                </c:pt>
                <c:pt idx="3">
                  <c:v>1364</c:v>
                </c:pt>
                <c:pt idx="4">
                  <c:v>1569</c:v>
                </c:pt>
                <c:pt idx="5">
                  <c:v>1585</c:v>
                </c:pt>
                <c:pt idx="6">
                  <c:v>1788</c:v>
                </c:pt>
                <c:pt idx="7">
                  <c:v>1885</c:v>
                </c:pt>
                <c:pt idx="8">
                  <c:v>2237</c:v>
                </c:pt>
                <c:pt idx="9">
                  <c:v>3003</c:v>
                </c:pt>
                <c:pt idx="10">
                  <c:v>3482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21-1F86-480C-9ADD-95A04EB613D8}"/>
            </c:ext>
          </c:extLst>
        </c:ser>
        <c:ser>
          <c:idx val="12"/>
          <c:order val="12"/>
          <c:tx>
            <c:v>850 token 介入阈值</c:v>
          </c:tx>
          <c:spPr>
            <a:ln w="19050">
              <a:solidFill>
                <a:srgbClr val="B16A16"/>
              </a:solidFill>
            </a:ln>
          </c:spPr>
          <c:marker>
            <c:symbol val="none"/>
          </c:marker>
          <c:xVal>
            <c:numRef>
              <c:f>'Chart Data'!$Y$2:$Y$3</c:f>
              <c:numCache>
                <c:formatCode>General</c:formatCode>
                <c:ptCount val="2"/>
                <c:pt idx="0">
                  <c:v>0.5</c:v>
                </c:pt>
                <c:pt idx="1">
                  <c:v>11.5</c:v>
                </c:pt>
              </c:numCache>
            </c:numRef>
          </c:xVal>
          <c:yVal>
            <c:numRef>
              <c:f>'Chart Data'!$Z$2:$Z$3</c:f>
              <c:numCache>
                <c:formatCode>#,##0</c:formatCode>
                <c:ptCount val="2"/>
                <c:pt idx="0">
                  <c:v>850</c:v>
                </c:pt>
                <c:pt idx="1">
                  <c:v>850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22-1F86-480C-9ADD-95A04EB613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3600"/>
          <c:min val="0"/>
        </c:scaling>
        <c:delete val="0"/>
        <c:axPos val="l"/>
        <c:majorGridlines>
          <c:spPr>
            <a:ln w="9525">
              <a:solidFill>
                <a:srgbClr val="E6ECEF"/>
              </a:solidFill>
            </a:ln>
          </c:spPr>
        </c:majorGridlines>
        <c:numFmt formatCode="#,##0" sourceLinked="1"/>
        <c:majorTickMark val="none"/>
        <c:minorTickMark val="none"/>
        <c:tickLblPos val="nextTo"/>
        <c:spPr>
          <a:ln w="9525">
            <a:solidFill>
              <a:srgbClr val="CDD8DE"/>
            </a:solidFill>
          </a:ln>
        </c:spPr>
        <c:txPr>
          <a:bodyPr anchorCtr="1"/>
          <a:lstStyle/>
          <a:p>
            <a:pPr>
              <a:defRPr sz="150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50112"/>
        <c:crosses val="autoZero"/>
        <c:crossBetween val="midCat"/>
        <c:majorUnit val="1000"/>
      </c:valAx>
      <c:valAx>
        <c:axId val="48650112"/>
        <c:scaling>
          <c:orientation val="minMax"/>
          <c:max val="12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CDD8DE"/>
            </a:solidFill>
          </a:ln>
        </c:spPr>
        <c:txPr>
          <a:bodyPr anchorCtr="1"/>
          <a:lstStyle/>
          <a:p>
            <a:pPr>
              <a:defRPr sz="150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crossBetween val="midCat"/>
        <c:majorUnit val="2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FFFFF"/>
    </a:solidFill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sources/evidence.json，Vanilla-06的391条有效请求。主图按原始timestamp枚举，9个任务区段，纵轴850处分段变尺度。11条长尾含9条标题和2条业务。850为候选介入阈值，潜在尾部不等于可安全删除的冗余。空心样本用同心标记层实现，两个图表系列共用内嵌工作簿中的同一组X/Y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850 token 将介入集中在少量长尾请求">
            <a:extLst>
              <a:ext uri="{FF2B5EF4-FFF2-40B4-BE49-F238E27FC236}">
                <a16:creationId xmlns:a16="http://schemas.microsoft.com/office/drawing/2014/main" id="{8712A1ED-1AA0-4578-944D-88F49F596FA7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3906500" cy="781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850 token 将介入集中在少量长尾请求</a:t>
            </a:r>
          </a:p>
        </p:txBody>
      </p:sp>
      <p:sp>
        <p:nvSpPr>
          <p:cNvPr id="2" name="Vanilla-06：391 条有效请求，52,112 reasoning token；空">
            <a:extLst>
              <a:ext uri="{FF2B5EF4-FFF2-40B4-BE49-F238E27FC236}">
                <a16:creationId xmlns:a16="http://schemas.microsoft.com/office/drawing/2014/main" id="{7212CF69-9475-460F-BAFC-4D2E090E848F}"/>
              </a:ext>
            </a:extLst>
          </p:cNvPr>
          <p:cNvSpPr>
            <a:spLocks noGrp="1"/>
          </p:cNvSpPr>
          <p:nvPr/>
        </p:nvSpPr>
        <p:spPr>
          <a:xfrm>
            <a:off x="704850" y="1238250"/>
            <a:ext cx="1390650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0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Vanilla-06：391 条有效请求，52,112 reasoning token；空心点显示密集短请求</a:t>
            </a:r>
          </a:p>
        </p:txBody>
      </p:sp>
      <p:sp>
        <p:nvSpPr>
          <p:cNvPr id="3" name="全部请求：按实际发起时间枚举">
            <a:extLst>
              <a:ext uri="{FF2B5EF4-FFF2-40B4-BE49-F238E27FC236}">
                <a16:creationId xmlns:a16="http://schemas.microsoft.com/office/drawing/2014/main" id="{07212B90-2243-40F5-AFE8-646603EA4F07}"/>
              </a:ext>
            </a:extLst>
          </p:cNvPr>
          <p:cNvSpPr>
            <a:spLocks noGrp="1"/>
          </p:cNvSpPr>
          <p:nvPr/>
        </p:nvSpPr>
        <p:spPr>
          <a:xfrm>
            <a:off x="695325" y="1924050"/>
            <a:ext cx="90487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全部请求：按实际发起时间枚举</a:t>
            </a:r>
          </a:p>
        </p:txBody>
      </p:sp>
      <p:sp>
        <p:nvSpPr>
          <p:cNvPr id="4" name="放大 11 条长尾&#10;线段为阈值以上部分">
            <a:extLst>
              <a:ext uri="{FF2B5EF4-FFF2-40B4-BE49-F238E27FC236}">
                <a16:creationId xmlns:a16="http://schemas.microsoft.com/office/drawing/2014/main" id="{22A8B5C0-B715-4502-8795-33E7DC3EB7AF}"/>
              </a:ext>
            </a:extLst>
          </p:cNvPr>
          <p:cNvSpPr>
            <a:spLocks noGrp="1"/>
          </p:cNvSpPr>
          <p:nvPr/>
        </p:nvSpPr>
        <p:spPr>
          <a:xfrm>
            <a:off x="10010775" y="1924050"/>
            <a:ext cx="4857750" cy="723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放大 11 条长尾</a:t>
            </a:r>
          </a:p>
          <a:p>
            <a:pPr>
              <a:defRPr sz="21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线段为阈值以上部分</a:t>
            </a:r>
          </a:p>
        </p:txBody>
      </p:sp>
      <p:sp>
        <p:nvSpPr>
          <p:cNvPr id="5" name="reasoning token  /  顶部为任务编号；上段至 3,500">
            <a:extLst>
              <a:ext uri="{FF2B5EF4-FFF2-40B4-BE49-F238E27FC236}">
                <a16:creationId xmlns:a16="http://schemas.microsoft.com/office/drawing/2014/main" id="{90EE8E76-9119-4C1F-8992-E8814F8B994A}"/>
              </a:ext>
            </a:extLst>
          </p:cNvPr>
          <p:cNvSpPr>
            <a:spLocks noGrp="1"/>
          </p:cNvSpPr>
          <p:nvPr/>
        </p:nvSpPr>
        <p:spPr>
          <a:xfrm>
            <a:off x="733425" y="2428875"/>
            <a:ext cx="9048750" cy="3238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reasoning token  /  顶部为任务编号；上段至 3,500</a:t>
            </a:r>
          </a:p>
        </p:txBody>
      </p:sp>
      <p:graphicFrame>
        <p:nvGraphicFramePr>
          <p:cNvPr id="33" name="Chart"/>
          <p:cNvGraphicFramePr/>
          <p:nvPr/>
        </p:nvGraphicFramePr>
        <p:xfrm>
          <a:off x="590550" y="3038475"/>
          <a:ext cx="9172575" cy="15144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Chart"/>
          <p:cNvGraphicFramePr/>
          <p:nvPr/>
        </p:nvGraphicFramePr>
        <p:xfrm>
          <a:off x="695325" y="4705350"/>
          <a:ext cx="9067800" cy="21145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29">
            <a:extLst>
              <a:ext uri="{FF2B5EF4-FFF2-40B4-BE49-F238E27FC236}">
                <a16:creationId xmlns:a16="http://schemas.microsoft.com/office/drawing/2014/main" id="{2234A91A-0622-4475-B6FD-533D606C9A0C}"/>
              </a:ext>
            </a:extLst>
          </p:cNvPr>
          <p:cNvSpPr>
            <a:spLocks noGrp="1"/>
          </p:cNvSpPr>
          <p:nvPr/>
        </p:nvSpPr>
        <p:spPr>
          <a:xfrm>
            <a:off x="1555504" y="2762250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29</a:t>
            </a:r>
          </a:p>
        </p:txBody>
      </p:sp>
      <p:sp>
        <p:nvSpPr>
          <p:cNvPr id="9" name="26">
            <a:extLst>
              <a:ext uri="{FF2B5EF4-FFF2-40B4-BE49-F238E27FC236}">
                <a16:creationId xmlns:a16="http://schemas.microsoft.com/office/drawing/2014/main" id="{1DCF1B95-66A7-45F9-BAC6-AB86DB915EFB}"/>
              </a:ext>
            </a:extLst>
          </p:cNvPr>
          <p:cNvSpPr>
            <a:spLocks noGrp="1"/>
          </p:cNvSpPr>
          <p:nvPr/>
        </p:nvSpPr>
        <p:spPr>
          <a:xfrm>
            <a:off x="2463736" y="2762250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26</a:t>
            </a:r>
          </a:p>
        </p:txBody>
      </p:sp>
      <p:sp>
        <p:nvSpPr>
          <p:cNvPr id="10" name="36">
            <a:extLst>
              <a:ext uri="{FF2B5EF4-FFF2-40B4-BE49-F238E27FC236}">
                <a16:creationId xmlns:a16="http://schemas.microsoft.com/office/drawing/2014/main" id="{79847166-0CE5-4323-8781-DCB7B2C021C7}"/>
              </a:ext>
            </a:extLst>
          </p:cNvPr>
          <p:cNvSpPr>
            <a:spLocks noGrp="1"/>
          </p:cNvSpPr>
          <p:nvPr/>
        </p:nvSpPr>
        <p:spPr>
          <a:xfrm>
            <a:off x="3213556" y="2762250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36</a:t>
            </a:r>
          </a:p>
        </p:txBody>
      </p:sp>
      <p:sp>
        <p:nvSpPr>
          <p:cNvPr id="11" name="35">
            <a:extLst>
              <a:ext uri="{FF2B5EF4-FFF2-40B4-BE49-F238E27FC236}">
                <a16:creationId xmlns:a16="http://schemas.microsoft.com/office/drawing/2014/main" id="{7DF60731-EB2F-49B1-AF2A-DFFE20C46C4C}"/>
              </a:ext>
            </a:extLst>
          </p:cNvPr>
          <p:cNvSpPr>
            <a:spLocks noGrp="1"/>
          </p:cNvSpPr>
          <p:nvPr/>
        </p:nvSpPr>
        <p:spPr>
          <a:xfrm>
            <a:off x="4322445" y="2762250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35</a:t>
            </a:r>
          </a:p>
        </p:txBody>
      </p:sp>
      <p:sp>
        <p:nvSpPr>
          <p:cNvPr id="12" name="34">
            <a:extLst>
              <a:ext uri="{FF2B5EF4-FFF2-40B4-BE49-F238E27FC236}">
                <a16:creationId xmlns:a16="http://schemas.microsoft.com/office/drawing/2014/main" id="{51E3D949-42DA-4CAC-9EFF-E37045F82C45}"/>
              </a:ext>
            </a:extLst>
          </p:cNvPr>
          <p:cNvSpPr>
            <a:spLocks noGrp="1"/>
          </p:cNvSpPr>
          <p:nvPr/>
        </p:nvSpPr>
        <p:spPr>
          <a:xfrm>
            <a:off x="5294043" y="2762250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34</a:t>
            </a:r>
          </a:p>
        </p:txBody>
      </p:sp>
      <p:sp>
        <p:nvSpPr>
          <p:cNvPr id="13" name="2">
            <a:extLst>
              <a:ext uri="{FF2B5EF4-FFF2-40B4-BE49-F238E27FC236}">
                <a16:creationId xmlns:a16="http://schemas.microsoft.com/office/drawing/2014/main" id="{FA360A07-5083-4B8A-8A22-F1A553D8BEFE}"/>
              </a:ext>
            </a:extLst>
          </p:cNvPr>
          <p:cNvSpPr>
            <a:spLocks noGrp="1"/>
          </p:cNvSpPr>
          <p:nvPr/>
        </p:nvSpPr>
        <p:spPr>
          <a:xfrm>
            <a:off x="6001619" y="2762250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4" name="3">
            <a:extLst>
              <a:ext uri="{FF2B5EF4-FFF2-40B4-BE49-F238E27FC236}">
                <a16:creationId xmlns:a16="http://schemas.microsoft.com/office/drawing/2014/main" id="{D80694FF-8005-4F66-9594-D962D27E3B6E}"/>
              </a:ext>
            </a:extLst>
          </p:cNvPr>
          <p:cNvSpPr>
            <a:spLocks noGrp="1"/>
          </p:cNvSpPr>
          <p:nvPr/>
        </p:nvSpPr>
        <p:spPr>
          <a:xfrm>
            <a:off x="6772561" y="2762250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28">
            <a:extLst>
              <a:ext uri="{FF2B5EF4-FFF2-40B4-BE49-F238E27FC236}">
                <a16:creationId xmlns:a16="http://schemas.microsoft.com/office/drawing/2014/main" id="{91034E33-AAE1-4CF9-8A86-FFA67C6477EA}"/>
              </a:ext>
            </a:extLst>
          </p:cNvPr>
          <p:cNvSpPr>
            <a:spLocks noGrp="1"/>
          </p:cNvSpPr>
          <p:nvPr/>
        </p:nvSpPr>
        <p:spPr>
          <a:xfrm>
            <a:off x="7680793" y="2762250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28</a:t>
            </a:r>
          </a:p>
        </p:txBody>
      </p:sp>
      <p:sp>
        <p:nvSpPr>
          <p:cNvPr id="16" name="37">
            <a:extLst>
              <a:ext uri="{FF2B5EF4-FFF2-40B4-BE49-F238E27FC236}">
                <a16:creationId xmlns:a16="http://schemas.microsoft.com/office/drawing/2014/main" id="{7DF3890C-EF2C-4C3D-9C75-026CFEB5B7D0}"/>
              </a:ext>
            </a:extLst>
          </p:cNvPr>
          <p:cNvSpPr>
            <a:spLocks noGrp="1"/>
          </p:cNvSpPr>
          <p:nvPr/>
        </p:nvSpPr>
        <p:spPr>
          <a:xfrm>
            <a:off x="8715756" y="2762250"/>
            <a:ext cx="571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37</a:t>
            </a:r>
          </a:p>
        </p:txBody>
      </p:sp>
      <p:sp>
        <p:nvSpPr>
          <p:cNvPr id="17" name="最大 3,482">
            <a:extLst>
              <a:ext uri="{FF2B5EF4-FFF2-40B4-BE49-F238E27FC236}">
                <a16:creationId xmlns:a16="http://schemas.microsoft.com/office/drawing/2014/main" id="{42CF2562-9461-4692-9E2A-57774FF97BB2}"/>
              </a:ext>
            </a:extLst>
          </p:cNvPr>
          <p:cNvSpPr>
            <a:spLocks noGrp="1"/>
          </p:cNvSpPr>
          <p:nvPr/>
        </p:nvSpPr>
        <p:spPr>
          <a:xfrm>
            <a:off x="1371600" y="3105150"/>
            <a:ext cx="23812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rPr>
              <a:t>最大 3,482</a:t>
            </a:r>
          </a:p>
        </p:txBody>
      </p:sp>
      <p:sp>
        <p:nvSpPr>
          <p:cNvPr id="18" name="850 · 此处分段变尺度">
            <a:extLst>
              <a:ext uri="{FF2B5EF4-FFF2-40B4-BE49-F238E27FC236}">
                <a16:creationId xmlns:a16="http://schemas.microsoft.com/office/drawing/2014/main" id="{817681BD-C47C-4F8F-9404-5998F0AD1181}"/>
              </a:ext>
            </a:extLst>
          </p:cNvPr>
          <p:cNvSpPr>
            <a:spLocks noGrp="1"/>
          </p:cNvSpPr>
          <p:nvPr/>
        </p:nvSpPr>
        <p:spPr>
          <a:xfrm>
            <a:off x="1352550" y="4457700"/>
            <a:ext cx="8315325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25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rPr>
              <a:t>850 · 此处分段变尺度</a:t>
            </a:r>
          </a:p>
        </p:txBody>
      </p:sp>
      <p:graphicFrame>
        <p:nvGraphicFramePr>
          <p:cNvPr id="46" name="Chart"/>
          <p:cNvGraphicFramePr/>
          <p:nvPr/>
        </p:nvGraphicFramePr>
        <p:xfrm>
          <a:off x="9944100" y="2895600"/>
          <a:ext cx="4772025" cy="39052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0" name="请求发起序号（每点 1 条；上下纵轴刻度不同）">
            <a:extLst>
              <a:ext uri="{FF2B5EF4-FFF2-40B4-BE49-F238E27FC236}">
                <a16:creationId xmlns:a16="http://schemas.microsoft.com/office/drawing/2014/main" id="{8CF10848-F8C9-4897-80C5-2AEA1599FD2C}"/>
              </a:ext>
            </a:extLst>
          </p:cNvPr>
          <p:cNvSpPr>
            <a:spLocks noGrp="1"/>
          </p:cNvSpPr>
          <p:nvPr/>
        </p:nvSpPr>
        <p:spPr>
          <a:xfrm>
            <a:off x="1285875" y="6858000"/>
            <a:ext cx="8572500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请求发起序号（每点 1 条；上下纵轴刻度不同）</a:t>
            </a:r>
          </a:p>
        </p:txBody>
      </p:sp>
      <p:sp>
        <p:nvSpPr>
          <p:cNvPr id="21" name="380 条（97.19%）低于阈值，无需触发试答">
            <a:extLst>
              <a:ext uri="{FF2B5EF4-FFF2-40B4-BE49-F238E27FC236}">
                <a16:creationId xmlns:a16="http://schemas.microsoft.com/office/drawing/2014/main" id="{53A1957E-1EDA-4CB5-A511-E568369C60E6}"/>
              </a:ext>
            </a:extLst>
          </p:cNvPr>
          <p:cNvSpPr>
            <a:spLocks noGrp="1"/>
          </p:cNvSpPr>
          <p:nvPr/>
        </p:nvSpPr>
        <p:spPr>
          <a:xfrm>
            <a:off x="1285875" y="7239000"/>
            <a:ext cx="8572500" cy="3524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380 条（97.19%）低于阈值，无需触发试答</a:t>
            </a:r>
          </a:p>
        </p:txBody>
      </p:sp>
      <p:sp>
        <p:nvSpPr>
          <p:cNvPr id="22" name="长尾内部排序&#10;9 条标题，2 条业务（绿色）">
            <a:extLst>
              <a:ext uri="{FF2B5EF4-FFF2-40B4-BE49-F238E27FC236}">
                <a16:creationId xmlns:a16="http://schemas.microsoft.com/office/drawing/2014/main" id="{BFDBC2AF-B2BF-497A-99AA-4EBDA44639B7}"/>
              </a:ext>
            </a:extLst>
          </p:cNvPr>
          <p:cNvSpPr>
            <a:spLocks noGrp="1"/>
          </p:cNvSpPr>
          <p:nvPr/>
        </p:nvSpPr>
        <p:spPr>
          <a:xfrm>
            <a:off x="9991725" y="6858000"/>
            <a:ext cx="4857750" cy="5810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长尾内部排序</a:t>
            </a:r>
          </a:p>
          <a:p>
            <a:pPr>
              <a:defRPr sz="16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9 条标题，2 条业务（绿色）</a:t>
            </a:r>
          </a:p>
        </p:txBody>
      </p:sp>
      <p:sp>
        <p:nvSpPr>
          <p:cNvPr id="23" name="2.81% 的长尾请求">
            <a:extLst>
              <a:ext uri="{FF2B5EF4-FFF2-40B4-BE49-F238E27FC236}">
                <a16:creationId xmlns:a16="http://schemas.microsoft.com/office/drawing/2014/main" id="{61AC5072-FF8F-447C-B423-38F50E196C5F}"/>
              </a:ext>
            </a:extLst>
          </p:cNvPr>
          <p:cNvSpPr>
            <a:spLocks noGrp="1"/>
          </p:cNvSpPr>
          <p:nvPr/>
        </p:nvSpPr>
        <p:spPr>
          <a:xfrm>
            <a:off x="704850" y="7715250"/>
            <a:ext cx="6858000" cy="533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7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7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2.81% 的长尾请求</a:t>
            </a:r>
          </a:p>
        </p:txBody>
      </p:sp>
      <p:sp>
        <p:nvSpPr>
          <p:cNvPr id="24" name="占 38.88% 的 reasoning token">
            <a:extLst>
              <a:ext uri="{FF2B5EF4-FFF2-40B4-BE49-F238E27FC236}">
                <a16:creationId xmlns:a16="http://schemas.microsoft.com/office/drawing/2014/main" id="{0CB67FC0-1CC4-4E03-A0E1-D1E7D91B0384}"/>
              </a:ext>
            </a:extLst>
          </p:cNvPr>
          <p:cNvSpPr>
            <a:spLocks noGrp="1"/>
          </p:cNvSpPr>
          <p:nvPr/>
        </p:nvSpPr>
        <p:spPr>
          <a:xfrm>
            <a:off x="704850" y="8258175"/>
            <a:ext cx="904875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7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7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占 38.88% 的 reasoning token</a:t>
            </a:r>
          </a:p>
        </p:txBody>
      </p:sp>
      <p:sp>
        <p:nvSpPr>
          <p:cNvPr id="25" name="阈值以上：10,913 token">
            <a:extLst>
              <a:ext uri="{FF2B5EF4-FFF2-40B4-BE49-F238E27FC236}">
                <a16:creationId xmlns:a16="http://schemas.microsoft.com/office/drawing/2014/main" id="{16EEAD89-7681-49C8-91CB-A5CF2020F2EE}"/>
              </a:ext>
            </a:extLst>
          </p:cNvPr>
          <p:cNvSpPr>
            <a:spLocks noGrp="1"/>
          </p:cNvSpPr>
          <p:nvPr/>
        </p:nvSpPr>
        <p:spPr>
          <a:xfrm>
            <a:off x="9858375" y="7715250"/>
            <a:ext cx="4857750" cy="533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700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rPr>
              <a:t>阈值以上：10,913 token</a:t>
            </a:r>
          </a:p>
        </p:txBody>
      </p:sp>
      <p:sp>
        <p:nvSpPr>
          <p:cNvPr id="26" name="占全部思考的 20.94%&#10;需要试答与质量验证的潜在优化空间">
            <a:extLst>
              <a:ext uri="{FF2B5EF4-FFF2-40B4-BE49-F238E27FC236}">
                <a16:creationId xmlns:a16="http://schemas.microsoft.com/office/drawing/2014/main" id="{1CB3DA10-A668-4256-9548-25BA3BFE8CBF}"/>
              </a:ext>
            </a:extLst>
          </p:cNvPr>
          <p:cNvSpPr>
            <a:spLocks noGrp="1"/>
          </p:cNvSpPr>
          <p:nvPr/>
        </p:nvSpPr>
        <p:spPr>
          <a:xfrm>
            <a:off x="9858375" y="8286750"/>
            <a:ext cx="4857750" cy="647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占全部思考的 20.94%</a:t>
            </a:r>
          </a:p>
          <a:p>
            <a:pPr>
              <a:def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需要试答与质量验证的潜在优化空间</a:t>
            </a:r>
          </a:p>
        </p:txBody>
      </p:sp>
      <p:sp>
        <p:nvSpPr>
          <p:cNvPr id="27" name="数据说明：长尾总思考 20,263 token；扣除 11×850 后为 10,913。达">
            <a:extLst>
              <a:ext uri="{FF2B5EF4-FFF2-40B4-BE49-F238E27FC236}">
                <a16:creationId xmlns:a16="http://schemas.microsoft.com/office/drawing/2014/main" id="{1CCAE74B-07FA-405A-AA25-938200778013}"/>
              </a:ext>
            </a:extLst>
          </p:cNvPr>
          <p:cNvSpPr>
            <a:spLocks noGrp="1"/>
          </p:cNvSpPr>
          <p:nvPr/>
        </p:nvSpPr>
        <p:spPr>
          <a:xfrm>
            <a:off x="704850" y="9067800"/>
            <a:ext cx="13906500" cy="3524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数据说明：长尾总思考 20,263 token；扣除 11×850 后为 10,913。达到阈值且仍在思考才考虑介入。分布支持 850 作为候选，不证明其最优或可全部删除尾部。</a:t>
            </a:r>
          </a:p>
        </p:txBody>
      </p:sp>
    </p:spTree>
    <p:extLst>
      <p:ext uri="{BB962C8B-B14F-4D97-AF65-F5344CB8AC3E}">
        <p14:creationId xmlns:p14="http://schemas.microsoft.com/office/powerpoint/2010/main" val="79029376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144</Words>
  <Application>Microsoft Office PowerPoint</Application>
  <DocSecurity>0</DocSecurity>
  <PresentationFormat>自定义</PresentationFormat>
  <Paragraphs>28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4" baseType="lpstr">
      <vt:lpstr>Microsoft YaHei</vt:lpstr>
      <vt:lpstr>Calibri</vt:lpstr>
      <vt:lpstr>ChatGPT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 P</cp:lastModifiedBy>
  <cp:revision>1</cp:revision>
  <dcterms:created xsi:type="dcterms:W3CDTF">2026-09-15T02:01:20Z</dcterms:created>
  <dcterms:modified xsi:type="dcterms:W3CDTF">2026-09-15T03:13:07Z</dcterms:modified>
</cp:coreProperties>
</file>